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e2f5bdee446bd" /><Relationship Type="http://schemas.openxmlformats.org/officeDocument/2006/relationships/extended-properties" Target="/docProps/app.xml" Id="Rc8ff91e3f79a474c" /><Relationship Type="http://schemas.openxmlformats.org/officeDocument/2006/relationships/officeDocument" Target="/ppt/presentation.xml" Id="Rf3472a2989824f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672f108d14968"/>
  </p:sldMasterIdLst>
  <p:notesMasterIdLst>
    <p:notesMasterId xmlns:r="http://schemas.openxmlformats.org/officeDocument/2006/relationships" r:id="R6c10c7bc25184b52"/>
  </p:notesMasterIdLst>
  <p:sldIdLst>
    <p:sldId xmlns:r="http://schemas.openxmlformats.org/officeDocument/2006/relationships" id="256" r:id="Rde5a3b65058c4b43"/>
    <p:sldId xmlns:r="http://schemas.openxmlformats.org/officeDocument/2006/relationships" id="257" r:id="R3c3400b2c491466f"/>
    <p:sldId xmlns:r="http://schemas.openxmlformats.org/officeDocument/2006/relationships" id="258" r:id="R3f8a03a18be24df0"/>
    <p:sldId xmlns:r="http://schemas.openxmlformats.org/officeDocument/2006/relationships" id="259" r:id="R620fb47217394e2c"/>
    <p:sldId xmlns:r="http://schemas.openxmlformats.org/officeDocument/2006/relationships" id="260" r:id="R1e5d8dd8452b4cce"/>
    <p:sldId xmlns:r="http://schemas.openxmlformats.org/officeDocument/2006/relationships" id="261" r:id="R2ddd2d67b1ca4a17"/>
    <p:sldId xmlns:r="http://schemas.openxmlformats.org/officeDocument/2006/relationships" id="262" r:id="Rf7dbfc405a14495e"/>
    <p:sldId xmlns:r="http://schemas.openxmlformats.org/officeDocument/2006/relationships" id="263" r:id="R7de0eece2ff54344"/>
    <p:sldId xmlns:r="http://schemas.openxmlformats.org/officeDocument/2006/relationships" id="264" r:id="Rf41d6cc58b5549dd"/>
    <p:sldId xmlns:r="http://schemas.openxmlformats.org/officeDocument/2006/relationships" id="265" r:id="R6b097ba474cc4c40"/>
    <p:sldId xmlns:r="http://schemas.openxmlformats.org/officeDocument/2006/relationships" id="266" r:id="R4dff727d5ed3404a"/>
    <p:sldId xmlns:r="http://schemas.openxmlformats.org/officeDocument/2006/relationships" id="267" r:id="Rcf1454f1ee5043b8"/>
    <p:sldId xmlns:r="http://schemas.openxmlformats.org/officeDocument/2006/relationships" id="268" r:id="R7f3bc615fb6d45ba"/>
    <p:sldId xmlns:r="http://schemas.openxmlformats.org/officeDocument/2006/relationships" id="269" r:id="Rdd8e7ef8570b4c7a"/>
    <p:sldId xmlns:r="http://schemas.openxmlformats.org/officeDocument/2006/relationships" id="270" r:id="R8df9c85e0aae4447"/>
    <p:sldId xmlns:r="http://schemas.openxmlformats.org/officeDocument/2006/relationships" id="271" r:id="Ra084d9ef13ad4e4c"/>
    <p:sldId xmlns:r="http://schemas.openxmlformats.org/officeDocument/2006/relationships" id="272" r:id="Rbe88c7ee0f114df4"/>
    <p:sldId xmlns:r="http://schemas.openxmlformats.org/officeDocument/2006/relationships" id="273" r:id="R64fd9721f6eb4435"/>
    <p:sldId xmlns:r="http://schemas.openxmlformats.org/officeDocument/2006/relationships" id="274" r:id="R6623061ec77d4aff"/>
    <p:sldId xmlns:r="http://schemas.openxmlformats.org/officeDocument/2006/relationships" id="275" r:id="R88f4f69890b643dd"/>
    <p:sldId xmlns:r="http://schemas.openxmlformats.org/officeDocument/2006/relationships" id="276" r:id="Rad3da47f6eff4f3e"/>
    <p:sldId xmlns:r="http://schemas.openxmlformats.org/officeDocument/2006/relationships" id="277" r:id="R6d2723edfdaa4291"/>
    <p:sldId xmlns:r="http://schemas.openxmlformats.org/officeDocument/2006/relationships" id="278" r:id="R9ea6372352a44289"/>
    <p:sldId xmlns:r="http://schemas.openxmlformats.org/officeDocument/2006/relationships" id="279" r:id="R178fa453c97f4859"/>
    <p:sldId xmlns:r="http://schemas.openxmlformats.org/officeDocument/2006/relationships" id="280" r:id="R1ef8bea1eff049db"/>
    <p:sldId xmlns:r="http://schemas.openxmlformats.org/officeDocument/2006/relationships" id="281" r:id="R51c516b263ca48be"/>
    <p:sldId xmlns:r="http://schemas.openxmlformats.org/officeDocument/2006/relationships" id="282" r:id="Rda9659ccbe8140cb"/>
    <p:sldId xmlns:r="http://schemas.openxmlformats.org/officeDocument/2006/relationships" id="283" r:id="R975fd8668c584ed7"/>
    <p:sldId xmlns:r="http://schemas.openxmlformats.org/officeDocument/2006/relationships" id="284" r:id="R71273ec3f16548fe"/>
    <p:sldId xmlns:r="http://schemas.openxmlformats.org/officeDocument/2006/relationships" id="285" r:id="R8137eec3ebc24e21"/>
    <p:sldId xmlns:r="http://schemas.openxmlformats.org/officeDocument/2006/relationships" id="286" r:id="R2a3eb8c21d634b0a"/>
    <p:sldId xmlns:r="http://schemas.openxmlformats.org/officeDocument/2006/relationships" id="287" r:id="Rd50d9aa5771c4a41"/>
    <p:sldId xmlns:r="http://schemas.openxmlformats.org/officeDocument/2006/relationships" id="288" r:id="Reb6365fd8dd448ee"/>
    <p:sldId xmlns:r="http://schemas.openxmlformats.org/officeDocument/2006/relationships" id="289" r:id="Rc1f6d8736abd4ea7"/>
    <p:sldId xmlns:r="http://schemas.openxmlformats.org/officeDocument/2006/relationships" id="290" r:id="R3434b421a45243c4"/>
    <p:sldId xmlns:r="http://schemas.openxmlformats.org/officeDocument/2006/relationships" id="291" r:id="Refb72c60c0d143fd"/>
    <p:sldId xmlns:r="http://schemas.openxmlformats.org/officeDocument/2006/relationships" id="292" r:id="Rf02a2a8d8f4c41a8"/>
    <p:sldId xmlns:r="http://schemas.openxmlformats.org/officeDocument/2006/relationships" id="293" r:id="Rcbea50eee8474779"/>
    <p:sldId xmlns:r="http://schemas.openxmlformats.org/officeDocument/2006/relationships" id="294" r:id="R8d94a23245ca4bff"/>
    <p:sldId xmlns:r="http://schemas.openxmlformats.org/officeDocument/2006/relationships" id="295" r:id="R9393e01d9a394656"/>
    <p:sldId xmlns:r="http://schemas.openxmlformats.org/officeDocument/2006/relationships" id="296" r:id="Rb7a355c07ee84b7e"/>
    <p:sldId xmlns:r="http://schemas.openxmlformats.org/officeDocument/2006/relationships" id="297" r:id="Rfc237ea1f7c24f9a"/>
    <p:sldId xmlns:r="http://schemas.openxmlformats.org/officeDocument/2006/relationships" id="298" r:id="Raebec6f193c042ad"/>
    <p:sldId xmlns:r="http://schemas.openxmlformats.org/officeDocument/2006/relationships" id="299" r:id="R1ba5f6e3abb6424f"/>
    <p:sldId xmlns:r="http://schemas.openxmlformats.org/officeDocument/2006/relationships" id="300" r:id="Rebe7d15b26004723"/>
    <p:sldId xmlns:r="http://schemas.openxmlformats.org/officeDocument/2006/relationships" id="301" r:id="R0877743b0af94d24"/>
    <p:sldId xmlns:r="http://schemas.openxmlformats.org/officeDocument/2006/relationships" id="302" r:id="Rdb1b4b81012843f2"/>
    <p:sldId xmlns:r="http://schemas.openxmlformats.org/officeDocument/2006/relationships" id="303" r:id="R951418ca92ca45d0"/>
    <p:sldId xmlns:r="http://schemas.openxmlformats.org/officeDocument/2006/relationships" id="304" r:id="Rbd940c2618054200"/>
    <p:sldId xmlns:r="http://schemas.openxmlformats.org/officeDocument/2006/relationships" id="305" r:id="R824c73f3cb8548d2"/>
    <p:sldId xmlns:r="http://schemas.openxmlformats.org/officeDocument/2006/relationships" id="306" r:id="R420caaffb89543ce"/>
    <p:sldId xmlns:r="http://schemas.openxmlformats.org/officeDocument/2006/relationships" id="307" r:id="Rf0d6ab8eadd74494"/>
    <p:sldId xmlns:r="http://schemas.openxmlformats.org/officeDocument/2006/relationships" id="308" r:id="R6c595c62f4df4863"/>
    <p:sldId xmlns:r="http://schemas.openxmlformats.org/officeDocument/2006/relationships" id="309" r:id="R9490e422b2514a4c"/>
    <p:sldId xmlns:r="http://schemas.openxmlformats.org/officeDocument/2006/relationships" id="310" r:id="Re257742b644e46ed"/>
    <p:sldId xmlns:r="http://schemas.openxmlformats.org/officeDocument/2006/relationships" id="311" r:id="Ra39416185c6a427a"/>
    <p:sldId xmlns:r="http://schemas.openxmlformats.org/officeDocument/2006/relationships" id="312" r:id="Rb9cd95447d0f48fb"/>
    <p:sldId xmlns:r="http://schemas.openxmlformats.org/officeDocument/2006/relationships" id="313" r:id="Rc46d0f8f638b4331"/>
    <p:sldId xmlns:r="http://schemas.openxmlformats.org/officeDocument/2006/relationships" id="314" r:id="R8a2276541db3447d"/>
    <p:sldId xmlns:r="http://schemas.openxmlformats.org/officeDocument/2006/relationships" id="315" r:id="Rc23652b155ff48c5"/>
    <p:sldId xmlns:r="http://schemas.openxmlformats.org/officeDocument/2006/relationships" id="316" r:id="R90cfa7e8048a419b"/>
    <p:sldId xmlns:r="http://schemas.openxmlformats.org/officeDocument/2006/relationships" id="317" r:id="R907f3f482d984131"/>
    <p:sldId xmlns:r="http://schemas.openxmlformats.org/officeDocument/2006/relationships" id="318" r:id="R27346fce69444449"/>
    <p:sldId xmlns:r="http://schemas.openxmlformats.org/officeDocument/2006/relationships" id="319" r:id="Rf0384d6f953c4185"/>
    <p:sldId xmlns:r="http://schemas.openxmlformats.org/officeDocument/2006/relationships" id="320" r:id="R23c266a43a944e7a"/>
    <p:sldId xmlns:r="http://schemas.openxmlformats.org/officeDocument/2006/relationships" id="321" r:id="Rb268bf8343674ef7"/>
    <p:sldId xmlns:r="http://schemas.openxmlformats.org/officeDocument/2006/relationships" id="322" r:id="R6a8907da8d9341e3"/>
    <p:sldId xmlns:r="http://schemas.openxmlformats.org/officeDocument/2006/relationships" id="323" r:id="R7007691791ca4947"/>
    <p:sldId xmlns:r="http://schemas.openxmlformats.org/officeDocument/2006/relationships" id="324" r:id="R3b359b2d63b0462f"/>
    <p:sldId xmlns:r="http://schemas.openxmlformats.org/officeDocument/2006/relationships" id="325" r:id="R380b6d7e19d74a03"/>
    <p:sldId xmlns:r="http://schemas.openxmlformats.org/officeDocument/2006/relationships" id="326" r:id="R8ab34a171a844927"/>
    <p:sldId xmlns:r="http://schemas.openxmlformats.org/officeDocument/2006/relationships" id="327" r:id="R77771ffa117c4b5c"/>
    <p:sldId xmlns:r="http://schemas.openxmlformats.org/officeDocument/2006/relationships" id="328" r:id="Re9955137727f4dc2"/>
    <p:sldId xmlns:r="http://schemas.openxmlformats.org/officeDocument/2006/relationships" id="329" r:id="R790bbeaad88b4a04"/>
    <p:sldId xmlns:r="http://schemas.openxmlformats.org/officeDocument/2006/relationships" id="330" r:id="Rbd800d40a18c4ec6"/>
    <p:sldId xmlns:r="http://schemas.openxmlformats.org/officeDocument/2006/relationships" id="331" r:id="R0ed19ab6cbee4eba"/>
    <p:sldId xmlns:r="http://schemas.openxmlformats.org/officeDocument/2006/relationships" id="332" r:id="Ref414ced427b4d0e"/>
    <p:sldId xmlns:r="http://schemas.openxmlformats.org/officeDocument/2006/relationships" id="333" r:id="R0b5a7ce0fefe43b0"/>
    <p:sldId xmlns:r="http://schemas.openxmlformats.org/officeDocument/2006/relationships" id="334" r:id="Ree323b68dc024430"/>
    <p:sldId xmlns:r="http://schemas.openxmlformats.org/officeDocument/2006/relationships" id="335" r:id="R5ae30ebfd01e44ca"/>
    <p:sldId xmlns:r="http://schemas.openxmlformats.org/officeDocument/2006/relationships" id="336" r:id="R9c09516dcb514257"/>
    <p:sldId xmlns:r="http://schemas.openxmlformats.org/officeDocument/2006/relationships" id="337" r:id="Rab16ad62ae724430"/>
    <p:sldId xmlns:r="http://schemas.openxmlformats.org/officeDocument/2006/relationships" id="338" r:id="R687624554bf2482a"/>
    <p:sldId xmlns:r="http://schemas.openxmlformats.org/officeDocument/2006/relationships" id="339" r:id="R1e4ac3a10eae44a0"/>
    <p:sldId xmlns:r="http://schemas.openxmlformats.org/officeDocument/2006/relationships" id="340" r:id="Rfc4f47cf3cb74baf"/>
    <p:sldId xmlns:r="http://schemas.openxmlformats.org/officeDocument/2006/relationships" id="341" r:id="Ra375cdd39adc4128"/>
    <p:sldId xmlns:r="http://schemas.openxmlformats.org/officeDocument/2006/relationships" id="342" r:id="R9d0d0641757d450f"/>
    <p:sldId xmlns:r="http://schemas.openxmlformats.org/officeDocument/2006/relationships" id="343" r:id="R7917e9f3e9b547d5"/>
    <p:sldId xmlns:r="http://schemas.openxmlformats.org/officeDocument/2006/relationships" id="344" r:id="R838d1b0269b64bfa"/>
    <p:sldId xmlns:r="http://schemas.openxmlformats.org/officeDocument/2006/relationships" id="345" r:id="R1fc854cfdba041c1"/>
    <p:sldId xmlns:r="http://schemas.openxmlformats.org/officeDocument/2006/relationships" id="346" r:id="R476095d16e614e27"/>
    <p:sldId xmlns:r="http://schemas.openxmlformats.org/officeDocument/2006/relationships" id="347" r:id="R677ce4ed3fb2425b"/>
    <p:sldId xmlns:r="http://schemas.openxmlformats.org/officeDocument/2006/relationships" id="348" r:id="Re7b28994a1c14642"/>
    <p:sldId xmlns:r="http://schemas.openxmlformats.org/officeDocument/2006/relationships" id="349" r:id="R9bfdf32b6deb4dd6"/>
    <p:sldId xmlns:r="http://schemas.openxmlformats.org/officeDocument/2006/relationships" id="350" r:id="Rb70c32b45f6a403f"/>
    <p:sldId xmlns:r="http://schemas.openxmlformats.org/officeDocument/2006/relationships" id="351" r:id="Raddab6db98ac4e95"/>
    <p:sldId xmlns:r="http://schemas.openxmlformats.org/officeDocument/2006/relationships" id="352" r:id="Rffde1adb58bc43d6"/>
    <p:sldId xmlns:r="http://schemas.openxmlformats.org/officeDocument/2006/relationships" id="353" r:id="R7c97e1b985854f1b"/>
    <p:sldId xmlns:r="http://schemas.openxmlformats.org/officeDocument/2006/relationships" id="354" r:id="R732b233e6e324769"/>
    <p:sldId xmlns:r="http://schemas.openxmlformats.org/officeDocument/2006/relationships" id="355" r:id="R3392e0c9f0a44f22"/>
    <p:sldId xmlns:r="http://schemas.openxmlformats.org/officeDocument/2006/relationships" id="356" r:id="Rd2bc501ba233449a"/>
    <p:sldId xmlns:r="http://schemas.openxmlformats.org/officeDocument/2006/relationships" id="357" r:id="R001a11dbed4b4716"/>
    <p:sldId xmlns:r="http://schemas.openxmlformats.org/officeDocument/2006/relationships" id="358" r:id="R84c9605b27014568"/>
    <p:sldId xmlns:r="http://schemas.openxmlformats.org/officeDocument/2006/relationships" id="359" r:id="Rfbfafc0642e24006"/>
    <p:sldId xmlns:r="http://schemas.openxmlformats.org/officeDocument/2006/relationships" id="360" r:id="R3ed2979fe1f74339"/>
    <p:sldId xmlns:r="http://schemas.openxmlformats.org/officeDocument/2006/relationships" id="361" r:id="R11b87752caef4a0f"/>
    <p:sldId xmlns:r="http://schemas.openxmlformats.org/officeDocument/2006/relationships" id="362" r:id="R98eb9f0c59a5486c"/>
    <p:sldId xmlns:r="http://schemas.openxmlformats.org/officeDocument/2006/relationships" id="363" r:id="R18e30a46991448c1"/>
    <p:sldId xmlns:r="http://schemas.openxmlformats.org/officeDocument/2006/relationships" id="364" r:id="R8554c9ef7a8d45b2"/>
    <p:sldId xmlns:r="http://schemas.openxmlformats.org/officeDocument/2006/relationships" id="365" r:id="Rbbe60216cd5d4ce2"/>
    <p:sldId xmlns:r="http://schemas.openxmlformats.org/officeDocument/2006/relationships" id="366" r:id="R09a0d3644f414cbf"/>
    <p:sldId xmlns:r="http://schemas.openxmlformats.org/officeDocument/2006/relationships" id="367" r:id="R816a025479c54df2"/>
    <p:sldId xmlns:r="http://schemas.openxmlformats.org/officeDocument/2006/relationships" id="368" r:id="R63744a7eaebd4d6f"/>
    <p:sldId xmlns:r="http://schemas.openxmlformats.org/officeDocument/2006/relationships" id="369" r:id="Ref0597494c5a43cb"/>
    <p:sldId xmlns:r="http://schemas.openxmlformats.org/officeDocument/2006/relationships" id="370" r:id="R8181f822b4494ae8"/>
    <p:sldId xmlns:r="http://schemas.openxmlformats.org/officeDocument/2006/relationships" id="371" r:id="R87d0f93b80c14915"/>
    <p:sldId xmlns:r="http://schemas.openxmlformats.org/officeDocument/2006/relationships" id="372" r:id="Rb88a0be4a8864c52"/>
    <p:sldId xmlns:r="http://schemas.openxmlformats.org/officeDocument/2006/relationships" id="373" r:id="R5defbc547f0946e8"/>
    <p:sldId xmlns:r="http://schemas.openxmlformats.org/officeDocument/2006/relationships" id="374" r:id="Rd4cece54784942cb"/>
    <p:sldId xmlns:r="http://schemas.openxmlformats.org/officeDocument/2006/relationships" id="375" r:id="R1a2caefe10b34f8c"/>
    <p:sldId xmlns:r="http://schemas.openxmlformats.org/officeDocument/2006/relationships" id="376" r:id="Re21cfd42917c4c4e"/>
    <p:sldId xmlns:r="http://schemas.openxmlformats.org/officeDocument/2006/relationships" id="377" r:id="Rcef517d235304246"/>
    <p:sldId xmlns:r="http://schemas.openxmlformats.org/officeDocument/2006/relationships" id="378" r:id="R66b8eb5e18694a4e"/>
    <p:sldId xmlns:r="http://schemas.openxmlformats.org/officeDocument/2006/relationships" id="379" r:id="R975a4405be68400c"/>
    <p:sldId xmlns:r="http://schemas.openxmlformats.org/officeDocument/2006/relationships" id="380" r:id="Rb9e3a729218d4e67"/>
    <p:sldId xmlns:r="http://schemas.openxmlformats.org/officeDocument/2006/relationships" id="381" r:id="Rc440b329f1a54448"/>
    <p:sldId xmlns:r="http://schemas.openxmlformats.org/officeDocument/2006/relationships" id="382" r:id="Ra5f540333d52470b"/>
    <p:sldId xmlns:r="http://schemas.openxmlformats.org/officeDocument/2006/relationships" id="383" r:id="R17ae5078770c4900"/>
    <p:sldId xmlns:r="http://schemas.openxmlformats.org/officeDocument/2006/relationships" id="384" r:id="Rda5b11f096dc4da9"/>
    <p:sldId xmlns:r="http://schemas.openxmlformats.org/officeDocument/2006/relationships" id="385" r:id="Rdbc746fe74bb443f"/>
    <p:sldId xmlns:r="http://schemas.openxmlformats.org/officeDocument/2006/relationships" id="386" r:id="R2a4fb28f4ab044ad"/>
    <p:sldId xmlns:r="http://schemas.openxmlformats.org/officeDocument/2006/relationships" id="387" r:id="R81097d865c6a4d4e"/>
    <p:sldId xmlns:r="http://schemas.openxmlformats.org/officeDocument/2006/relationships" id="388" r:id="Rc3c955e3fc054688"/>
    <p:sldId xmlns:r="http://schemas.openxmlformats.org/officeDocument/2006/relationships" id="389" r:id="Rc821455c034a4405"/>
    <p:sldId xmlns:r="http://schemas.openxmlformats.org/officeDocument/2006/relationships" id="390" r:id="R0981bfcec7034a73"/>
    <p:sldId xmlns:r="http://schemas.openxmlformats.org/officeDocument/2006/relationships" id="391" r:id="R49e1e331ee8447c9"/>
    <p:sldId xmlns:r="http://schemas.openxmlformats.org/officeDocument/2006/relationships" id="392" r:id="R3229d93a5af74c1e"/>
    <p:sldId xmlns:r="http://schemas.openxmlformats.org/officeDocument/2006/relationships" id="393" r:id="R2d35e72e31e84fe6"/>
    <p:sldId xmlns:r="http://schemas.openxmlformats.org/officeDocument/2006/relationships" id="394" r:id="Rf2a9ab78254741ac"/>
    <p:sldId xmlns:r="http://schemas.openxmlformats.org/officeDocument/2006/relationships" id="395" r:id="R5bf11f666e164323"/>
    <p:sldId xmlns:r="http://schemas.openxmlformats.org/officeDocument/2006/relationships" id="396" r:id="R22fc047ba2884216"/>
    <p:sldId xmlns:r="http://schemas.openxmlformats.org/officeDocument/2006/relationships" id="397" r:id="Rcfe9ec98d6bb464a"/>
    <p:sldId xmlns:r="http://schemas.openxmlformats.org/officeDocument/2006/relationships" id="398" r:id="Rbeacf4f0907843a5"/>
    <p:sldId xmlns:r="http://schemas.openxmlformats.org/officeDocument/2006/relationships" id="399" r:id="Rf9167dd02e424801"/>
    <p:sldId xmlns:r="http://schemas.openxmlformats.org/officeDocument/2006/relationships" id="400" r:id="Rc5d490b4f23946e9"/>
    <p:sldId xmlns:r="http://schemas.openxmlformats.org/officeDocument/2006/relationships" id="401" r:id="Rc1664705826d493b"/>
    <p:sldId xmlns:r="http://schemas.openxmlformats.org/officeDocument/2006/relationships" id="402" r:id="Rfa508119dba1468c"/>
    <p:sldId xmlns:r="http://schemas.openxmlformats.org/officeDocument/2006/relationships" id="403" r:id="R64d34ef9c4784348"/>
    <p:sldId xmlns:r="http://schemas.openxmlformats.org/officeDocument/2006/relationships" id="404" r:id="Rf9db59c78ce7407a"/>
    <p:sldId xmlns:r="http://schemas.openxmlformats.org/officeDocument/2006/relationships" id="405" r:id="Rcdee3814b04448d0"/>
    <p:sldId xmlns:r="http://schemas.openxmlformats.org/officeDocument/2006/relationships" id="406" r:id="R9cf392f577934ffc"/>
    <p:sldId xmlns:r="http://schemas.openxmlformats.org/officeDocument/2006/relationships" id="407" r:id="R5094534cd40142c8"/>
    <p:sldId xmlns:r="http://schemas.openxmlformats.org/officeDocument/2006/relationships" id="408" r:id="R24bd909bfe2141b7"/>
    <p:sldId xmlns:r="http://schemas.openxmlformats.org/officeDocument/2006/relationships" id="409" r:id="Rb7d535c9c07c4a36"/>
    <p:sldId xmlns:r="http://schemas.openxmlformats.org/officeDocument/2006/relationships" id="410" r:id="Ra1956181dc844969"/>
    <p:sldId xmlns:r="http://schemas.openxmlformats.org/officeDocument/2006/relationships" id="411" r:id="R7343e166493149cb"/>
    <p:sldId xmlns:r="http://schemas.openxmlformats.org/officeDocument/2006/relationships" id="412" r:id="R986012624bd84d1f"/>
    <p:sldId xmlns:r="http://schemas.openxmlformats.org/officeDocument/2006/relationships" id="413" r:id="Rdd64084c122c4e98"/>
    <p:sldId xmlns:r="http://schemas.openxmlformats.org/officeDocument/2006/relationships" id="414" r:id="Rf39b03245f6f45f3"/>
    <p:sldId xmlns:r="http://schemas.openxmlformats.org/officeDocument/2006/relationships" id="415" r:id="R28eca83548754b61"/>
    <p:sldId xmlns:r="http://schemas.openxmlformats.org/officeDocument/2006/relationships" id="416" r:id="R7b96dbdfc90a4d60"/>
    <p:sldId xmlns:r="http://schemas.openxmlformats.org/officeDocument/2006/relationships" id="417" r:id="Re652b1c11b374d4b"/>
    <p:sldId xmlns:r="http://schemas.openxmlformats.org/officeDocument/2006/relationships" id="418" r:id="R554e6ebe1cfc4506"/>
    <p:sldId xmlns:r="http://schemas.openxmlformats.org/officeDocument/2006/relationships" id="419" r:id="Rc64f13e4cee845b9"/>
    <p:sldId xmlns:r="http://schemas.openxmlformats.org/officeDocument/2006/relationships" id="420" r:id="Rb50d6c87172145b0"/>
    <p:sldId xmlns:r="http://schemas.openxmlformats.org/officeDocument/2006/relationships" id="421" r:id="Rcdbb357e5b664857"/>
    <p:sldId xmlns:r="http://schemas.openxmlformats.org/officeDocument/2006/relationships" id="422" r:id="Rc3d6f89c63594b1d"/>
    <p:sldId xmlns:r="http://schemas.openxmlformats.org/officeDocument/2006/relationships" id="423" r:id="Re1290777c1b14d14"/>
    <p:sldId xmlns:r="http://schemas.openxmlformats.org/officeDocument/2006/relationships" id="424" r:id="R033370413f89499e"/>
    <p:sldId xmlns:r="http://schemas.openxmlformats.org/officeDocument/2006/relationships" id="425" r:id="R1214b0dcc09b4327"/>
    <p:sldId xmlns:r="http://schemas.openxmlformats.org/officeDocument/2006/relationships" id="426" r:id="R58b785fdb03d4160"/>
    <p:sldId xmlns:r="http://schemas.openxmlformats.org/officeDocument/2006/relationships" id="427" r:id="Rb9e84db9579a4de0"/>
    <p:sldId xmlns:r="http://schemas.openxmlformats.org/officeDocument/2006/relationships" id="428" r:id="R7c8a70f1a4924762"/>
    <p:sldId xmlns:r="http://schemas.openxmlformats.org/officeDocument/2006/relationships" id="429" r:id="R657cf8297f2346f8"/>
    <p:sldId xmlns:r="http://schemas.openxmlformats.org/officeDocument/2006/relationships" id="430" r:id="R1e7e11473a6c4099"/>
    <p:sldId xmlns:r="http://schemas.openxmlformats.org/officeDocument/2006/relationships" id="431" r:id="Re9dd05d0c542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be69ea22f4e22" /><Relationship Type="http://schemas.openxmlformats.org/officeDocument/2006/relationships/slideMaster" Target="/ppt/slideMasters/slideMaster1.xml" Id="R8d6672f108d14968" /><Relationship Type="http://schemas.openxmlformats.org/officeDocument/2006/relationships/notesMaster" Target="/ppt/notesMasters/notesMaster1.xml" Id="R6c10c7bc25184b52" /><Relationship Type="http://schemas.openxmlformats.org/officeDocument/2006/relationships/presProps" Target="/ppt/presProps.xml" Id="R6dd57d52475942cd" /><Relationship Type="http://schemas.openxmlformats.org/officeDocument/2006/relationships/tableStyles" Target="/ppt/tableStyles.xml" Id="Rf1f7e7212ba54df9" /><Relationship Type="http://schemas.openxmlformats.org/officeDocument/2006/relationships/slide" Target="/ppt/slides/slide1.xml" Id="Rde5a3b65058c4b43" /><Relationship Type="http://schemas.openxmlformats.org/officeDocument/2006/relationships/slide" Target="/ppt/slides/slide2.xml" Id="R3c3400b2c491466f" /><Relationship Type="http://schemas.openxmlformats.org/officeDocument/2006/relationships/slide" Target="/ppt/slides/slide3.xml" Id="R3f8a03a18be24df0" /><Relationship Type="http://schemas.openxmlformats.org/officeDocument/2006/relationships/slide" Target="/ppt/slides/slide4.xml" Id="R620fb47217394e2c" /><Relationship Type="http://schemas.openxmlformats.org/officeDocument/2006/relationships/slide" Target="/ppt/slides/slide5.xml" Id="R1e5d8dd8452b4cce" /><Relationship Type="http://schemas.openxmlformats.org/officeDocument/2006/relationships/slide" Target="/ppt/slides/slide6.xml" Id="R2ddd2d67b1ca4a17" /><Relationship Type="http://schemas.openxmlformats.org/officeDocument/2006/relationships/slide" Target="/ppt/slides/slide7.xml" Id="Rf7dbfc405a14495e" /><Relationship Type="http://schemas.openxmlformats.org/officeDocument/2006/relationships/slide" Target="/ppt/slides/slide8.xml" Id="R7de0eece2ff54344" /><Relationship Type="http://schemas.openxmlformats.org/officeDocument/2006/relationships/slide" Target="/ppt/slides/slide9.xml" Id="Rf41d6cc58b5549dd" /><Relationship Type="http://schemas.openxmlformats.org/officeDocument/2006/relationships/slide" Target="/ppt/slides/slide10.xml" Id="R6b097ba474cc4c40" /><Relationship Type="http://schemas.openxmlformats.org/officeDocument/2006/relationships/slide" Target="/ppt/slides/slide11.xml" Id="R4dff727d5ed3404a" /><Relationship Type="http://schemas.openxmlformats.org/officeDocument/2006/relationships/slide" Target="/ppt/slides/slide12.xml" Id="Rcf1454f1ee5043b8" /><Relationship Type="http://schemas.openxmlformats.org/officeDocument/2006/relationships/slide" Target="/ppt/slides/slide13.xml" Id="R7f3bc615fb6d45ba" /><Relationship Type="http://schemas.openxmlformats.org/officeDocument/2006/relationships/slide" Target="/ppt/slides/slide14.xml" Id="Rdd8e7ef8570b4c7a" /><Relationship Type="http://schemas.openxmlformats.org/officeDocument/2006/relationships/slide" Target="/ppt/slides/slide15.xml" Id="R8df9c85e0aae4447" /><Relationship Type="http://schemas.openxmlformats.org/officeDocument/2006/relationships/slide" Target="/ppt/slides/slide16.xml" Id="Ra084d9ef13ad4e4c" /><Relationship Type="http://schemas.openxmlformats.org/officeDocument/2006/relationships/slide" Target="/ppt/slides/slide17.xml" Id="Rbe88c7ee0f114df4" /><Relationship Type="http://schemas.openxmlformats.org/officeDocument/2006/relationships/slide" Target="/ppt/slides/slide18.xml" Id="R64fd9721f6eb4435" /><Relationship Type="http://schemas.openxmlformats.org/officeDocument/2006/relationships/slide" Target="/ppt/slides/slide19.xml" Id="R6623061ec77d4aff" /><Relationship Type="http://schemas.openxmlformats.org/officeDocument/2006/relationships/slide" Target="/ppt/slides/slide20.xml" Id="R88f4f69890b643dd" /><Relationship Type="http://schemas.openxmlformats.org/officeDocument/2006/relationships/slide" Target="/ppt/slides/slide21.xml" Id="Rad3da47f6eff4f3e" /><Relationship Type="http://schemas.openxmlformats.org/officeDocument/2006/relationships/slide" Target="/ppt/slides/slide22.xml" Id="R6d2723edfdaa4291" /><Relationship Type="http://schemas.openxmlformats.org/officeDocument/2006/relationships/slide" Target="/ppt/slides/slide23.xml" Id="R9ea6372352a44289" /><Relationship Type="http://schemas.openxmlformats.org/officeDocument/2006/relationships/slide" Target="/ppt/slides/slide24.xml" Id="R178fa453c97f4859" /><Relationship Type="http://schemas.openxmlformats.org/officeDocument/2006/relationships/slide" Target="/ppt/slides/slide25.xml" Id="R1ef8bea1eff049db" /><Relationship Type="http://schemas.openxmlformats.org/officeDocument/2006/relationships/slide" Target="/ppt/slides/slide26.xml" Id="R51c516b263ca48be" /><Relationship Type="http://schemas.openxmlformats.org/officeDocument/2006/relationships/slide" Target="/ppt/slides/slide27.xml" Id="Rda9659ccbe8140cb" /><Relationship Type="http://schemas.openxmlformats.org/officeDocument/2006/relationships/slide" Target="/ppt/slides/slide28.xml" Id="R975fd8668c584ed7" /><Relationship Type="http://schemas.openxmlformats.org/officeDocument/2006/relationships/slide" Target="/ppt/slides/slide29.xml" Id="R71273ec3f16548fe" /><Relationship Type="http://schemas.openxmlformats.org/officeDocument/2006/relationships/slide" Target="/ppt/slides/slide30.xml" Id="R8137eec3ebc24e21" /><Relationship Type="http://schemas.openxmlformats.org/officeDocument/2006/relationships/slide" Target="/ppt/slides/slide31.xml" Id="R2a3eb8c21d634b0a" /><Relationship Type="http://schemas.openxmlformats.org/officeDocument/2006/relationships/slide" Target="/ppt/slides/slide32.xml" Id="Rd50d9aa5771c4a41" /><Relationship Type="http://schemas.openxmlformats.org/officeDocument/2006/relationships/slide" Target="/ppt/slides/slide33.xml" Id="Reb6365fd8dd448ee" /><Relationship Type="http://schemas.openxmlformats.org/officeDocument/2006/relationships/slide" Target="/ppt/slides/slide34.xml" Id="Rc1f6d8736abd4ea7" /><Relationship Type="http://schemas.openxmlformats.org/officeDocument/2006/relationships/slide" Target="/ppt/slides/slide35.xml" Id="R3434b421a45243c4" /><Relationship Type="http://schemas.openxmlformats.org/officeDocument/2006/relationships/slide" Target="/ppt/slides/slide36.xml" Id="Refb72c60c0d143fd" /><Relationship Type="http://schemas.openxmlformats.org/officeDocument/2006/relationships/slide" Target="/ppt/slides/slide37.xml" Id="Rf02a2a8d8f4c41a8" /><Relationship Type="http://schemas.openxmlformats.org/officeDocument/2006/relationships/slide" Target="/ppt/slides/slide38.xml" Id="Rcbea50eee8474779" /><Relationship Type="http://schemas.openxmlformats.org/officeDocument/2006/relationships/slide" Target="/ppt/slides/slide39.xml" Id="R8d94a23245ca4bff" /><Relationship Type="http://schemas.openxmlformats.org/officeDocument/2006/relationships/slide" Target="/ppt/slides/slide40.xml" Id="R9393e01d9a394656" /><Relationship Type="http://schemas.openxmlformats.org/officeDocument/2006/relationships/slide" Target="/ppt/slides/slide41.xml" Id="Rb7a355c07ee84b7e" /><Relationship Type="http://schemas.openxmlformats.org/officeDocument/2006/relationships/slide" Target="/ppt/slides/slide42.xml" Id="Rfc237ea1f7c24f9a" /><Relationship Type="http://schemas.openxmlformats.org/officeDocument/2006/relationships/slide" Target="/ppt/slides/slide43.xml" Id="Raebec6f193c042ad" /><Relationship Type="http://schemas.openxmlformats.org/officeDocument/2006/relationships/slide" Target="/ppt/slides/slide44.xml" Id="R1ba5f6e3abb6424f" /><Relationship Type="http://schemas.openxmlformats.org/officeDocument/2006/relationships/slide" Target="/ppt/slides/slide45.xml" Id="Rebe7d15b26004723" /><Relationship Type="http://schemas.openxmlformats.org/officeDocument/2006/relationships/slide" Target="/ppt/slides/slide46.xml" Id="R0877743b0af94d24" /><Relationship Type="http://schemas.openxmlformats.org/officeDocument/2006/relationships/slide" Target="/ppt/slides/slide47.xml" Id="Rdb1b4b81012843f2" /><Relationship Type="http://schemas.openxmlformats.org/officeDocument/2006/relationships/slide" Target="/ppt/slides/slide48.xml" Id="R951418ca92ca45d0" /><Relationship Type="http://schemas.openxmlformats.org/officeDocument/2006/relationships/slide" Target="/ppt/slides/slide49.xml" Id="Rbd940c2618054200" /><Relationship Type="http://schemas.openxmlformats.org/officeDocument/2006/relationships/slide" Target="/ppt/slides/slide50.xml" Id="R824c73f3cb8548d2" /><Relationship Type="http://schemas.openxmlformats.org/officeDocument/2006/relationships/slide" Target="/ppt/slides/slide51.xml" Id="R420caaffb89543ce" /><Relationship Type="http://schemas.openxmlformats.org/officeDocument/2006/relationships/slide" Target="/ppt/slides/slide52.xml" Id="Rf0d6ab8eadd74494" /><Relationship Type="http://schemas.openxmlformats.org/officeDocument/2006/relationships/slide" Target="/ppt/slides/slide53.xml" Id="R6c595c62f4df4863" /><Relationship Type="http://schemas.openxmlformats.org/officeDocument/2006/relationships/slide" Target="/ppt/slides/slide54.xml" Id="R9490e422b2514a4c" /><Relationship Type="http://schemas.openxmlformats.org/officeDocument/2006/relationships/slide" Target="/ppt/slides/slide55.xml" Id="Re257742b644e46ed" /><Relationship Type="http://schemas.openxmlformats.org/officeDocument/2006/relationships/slide" Target="/ppt/slides/slide56.xml" Id="Ra39416185c6a427a" /><Relationship Type="http://schemas.openxmlformats.org/officeDocument/2006/relationships/slide" Target="/ppt/slides/slide57.xml" Id="Rb9cd95447d0f48fb" /><Relationship Type="http://schemas.openxmlformats.org/officeDocument/2006/relationships/slide" Target="/ppt/slides/slide58.xml" Id="Rc46d0f8f638b4331" /><Relationship Type="http://schemas.openxmlformats.org/officeDocument/2006/relationships/slide" Target="/ppt/slides/slide59.xml" Id="R8a2276541db3447d" /><Relationship Type="http://schemas.openxmlformats.org/officeDocument/2006/relationships/slide" Target="/ppt/slides/slide60.xml" Id="Rc23652b155ff48c5" /><Relationship Type="http://schemas.openxmlformats.org/officeDocument/2006/relationships/slide" Target="/ppt/slides/slide61.xml" Id="R90cfa7e8048a419b" /><Relationship Type="http://schemas.openxmlformats.org/officeDocument/2006/relationships/slide" Target="/ppt/slides/slide62.xml" Id="R907f3f482d984131" /><Relationship Type="http://schemas.openxmlformats.org/officeDocument/2006/relationships/slide" Target="/ppt/slides/slide63.xml" Id="R27346fce69444449" /><Relationship Type="http://schemas.openxmlformats.org/officeDocument/2006/relationships/slide" Target="/ppt/slides/slide64.xml" Id="Rf0384d6f953c4185" /><Relationship Type="http://schemas.openxmlformats.org/officeDocument/2006/relationships/slide" Target="/ppt/slides/slide65.xml" Id="R23c266a43a944e7a" /><Relationship Type="http://schemas.openxmlformats.org/officeDocument/2006/relationships/slide" Target="/ppt/slides/slide66.xml" Id="Rb268bf8343674ef7" /><Relationship Type="http://schemas.openxmlformats.org/officeDocument/2006/relationships/slide" Target="/ppt/slides/slide67.xml" Id="R6a8907da8d9341e3" /><Relationship Type="http://schemas.openxmlformats.org/officeDocument/2006/relationships/slide" Target="/ppt/slides/slide68.xml" Id="R7007691791ca4947" /><Relationship Type="http://schemas.openxmlformats.org/officeDocument/2006/relationships/slide" Target="/ppt/slides/slide69.xml" Id="R3b359b2d63b0462f" /><Relationship Type="http://schemas.openxmlformats.org/officeDocument/2006/relationships/slide" Target="/ppt/slides/slide70.xml" Id="R380b6d7e19d74a03" /><Relationship Type="http://schemas.openxmlformats.org/officeDocument/2006/relationships/slide" Target="/ppt/slides/slide71.xml" Id="R8ab34a171a844927" /><Relationship Type="http://schemas.openxmlformats.org/officeDocument/2006/relationships/slide" Target="/ppt/slides/slide72.xml" Id="R77771ffa117c4b5c" /><Relationship Type="http://schemas.openxmlformats.org/officeDocument/2006/relationships/slide" Target="/ppt/slides/slide73.xml" Id="Re9955137727f4dc2" /><Relationship Type="http://schemas.openxmlformats.org/officeDocument/2006/relationships/slide" Target="/ppt/slides/slide74.xml" Id="R790bbeaad88b4a04" /><Relationship Type="http://schemas.openxmlformats.org/officeDocument/2006/relationships/slide" Target="/ppt/slides/slide75.xml" Id="Rbd800d40a18c4ec6" /><Relationship Type="http://schemas.openxmlformats.org/officeDocument/2006/relationships/slide" Target="/ppt/slides/slide76.xml" Id="R0ed19ab6cbee4eba" /><Relationship Type="http://schemas.openxmlformats.org/officeDocument/2006/relationships/slide" Target="/ppt/slides/slide77.xml" Id="Ref414ced427b4d0e" /><Relationship Type="http://schemas.openxmlformats.org/officeDocument/2006/relationships/slide" Target="/ppt/slides/slide78.xml" Id="R0b5a7ce0fefe43b0" /><Relationship Type="http://schemas.openxmlformats.org/officeDocument/2006/relationships/slide" Target="/ppt/slides/slide79.xml" Id="Ree323b68dc024430" /><Relationship Type="http://schemas.openxmlformats.org/officeDocument/2006/relationships/slide" Target="/ppt/slides/slide80.xml" Id="R5ae30ebfd01e44ca" /><Relationship Type="http://schemas.openxmlformats.org/officeDocument/2006/relationships/slide" Target="/ppt/slides/slide81.xml" Id="R9c09516dcb514257" /><Relationship Type="http://schemas.openxmlformats.org/officeDocument/2006/relationships/slide" Target="/ppt/slides/slide82.xml" Id="Rab16ad62ae724430" /><Relationship Type="http://schemas.openxmlformats.org/officeDocument/2006/relationships/slide" Target="/ppt/slides/slide83.xml" Id="R687624554bf2482a" /><Relationship Type="http://schemas.openxmlformats.org/officeDocument/2006/relationships/slide" Target="/ppt/slides/slide84.xml" Id="R1e4ac3a10eae44a0" /><Relationship Type="http://schemas.openxmlformats.org/officeDocument/2006/relationships/slide" Target="/ppt/slides/slide85.xml" Id="Rfc4f47cf3cb74baf" /><Relationship Type="http://schemas.openxmlformats.org/officeDocument/2006/relationships/slide" Target="/ppt/slides/slide86.xml" Id="Ra375cdd39adc4128" /><Relationship Type="http://schemas.openxmlformats.org/officeDocument/2006/relationships/slide" Target="/ppt/slides/slide87.xml" Id="R9d0d0641757d450f" /><Relationship Type="http://schemas.openxmlformats.org/officeDocument/2006/relationships/slide" Target="/ppt/slides/slide88.xml" Id="R7917e9f3e9b547d5" /><Relationship Type="http://schemas.openxmlformats.org/officeDocument/2006/relationships/slide" Target="/ppt/slides/slide89.xml" Id="R838d1b0269b64bfa" /><Relationship Type="http://schemas.openxmlformats.org/officeDocument/2006/relationships/slide" Target="/ppt/slides/slide90.xml" Id="R1fc854cfdba041c1" /><Relationship Type="http://schemas.openxmlformats.org/officeDocument/2006/relationships/slide" Target="/ppt/slides/slide91.xml" Id="R476095d16e614e27" /><Relationship Type="http://schemas.openxmlformats.org/officeDocument/2006/relationships/slide" Target="/ppt/slides/slide92.xml" Id="R677ce4ed3fb2425b" /><Relationship Type="http://schemas.openxmlformats.org/officeDocument/2006/relationships/slide" Target="/ppt/slides/slide93.xml" Id="Re7b28994a1c14642" /><Relationship Type="http://schemas.openxmlformats.org/officeDocument/2006/relationships/slide" Target="/ppt/slides/slide94.xml" Id="R9bfdf32b6deb4dd6" /><Relationship Type="http://schemas.openxmlformats.org/officeDocument/2006/relationships/slide" Target="/ppt/slides/slide95.xml" Id="Rb70c32b45f6a403f" /><Relationship Type="http://schemas.openxmlformats.org/officeDocument/2006/relationships/slide" Target="/ppt/slides/slide96.xml" Id="Raddab6db98ac4e95" /><Relationship Type="http://schemas.openxmlformats.org/officeDocument/2006/relationships/slide" Target="/ppt/slides/slide97.xml" Id="Rffde1adb58bc43d6" /><Relationship Type="http://schemas.openxmlformats.org/officeDocument/2006/relationships/slide" Target="/ppt/slides/slide98.xml" Id="R7c97e1b985854f1b" /><Relationship Type="http://schemas.openxmlformats.org/officeDocument/2006/relationships/slide" Target="/ppt/slides/slide99.xml" Id="R732b233e6e324769" /><Relationship Type="http://schemas.openxmlformats.org/officeDocument/2006/relationships/slide" Target="/ppt/slides/slide100.xml" Id="R3392e0c9f0a44f22" /><Relationship Type="http://schemas.openxmlformats.org/officeDocument/2006/relationships/slide" Target="/ppt/slides/slide101.xml" Id="Rd2bc501ba233449a" /><Relationship Type="http://schemas.openxmlformats.org/officeDocument/2006/relationships/slide" Target="/ppt/slides/slide102.xml" Id="R001a11dbed4b4716" /><Relationship Type="http://schemas.openxmlformats.org/officeDocument/2006/relationships/slide" Target="/ppt/slides/slide103.xml" Id="R84c9605b27014568" /><Relationship Type="http://schemas.openxmlformats.org/officeDocument/2006/relationships/slide" Target="/ppt/slides/slide104.xml" Id="Rfbfafc0642e24006" /><Relationship Type="http://schemas.openxmlformats.org/officeDocument/2006/relationships/slide" Target="/ppt/slides/slide105.xml" Id="R3ed2979fe1f74339" /><Relationship Type="http://schemas.openxmlformats.org/officeDocument/2006/relationships/slide" Target="/ppt/slides/slide106.xml" Id="R11b87752caef4a0f" /><Relationship Type="http://schemas.openxmlformats.org/officeDocument/2006/relationships/slide" Target="/ppt/slides/slide107.xml" Id="R98eb9f0c59a5486c" /><Relationship Type="http://schemas.openxmlformats.org/officeDocument/2006/relationships/slide" Target="/ppt/slides/slide108.xml" Id="R18e30a46991448c1" /><Relationship Type="http://schemas.openxmlformats.org/officeDocument/2006/relationships/slide" Target="/ppt/slides/slide109.xml" Id="R8554c9ef7a8d45b2" /><Relationship Type="http://schemas.openxmlformats.org/officeDocument/2006/relationships/slide" Target="/ppt/slides/slide110.xml" Id="Rbbe60216cd5d4ce2" /><Relationship Type="http://schemas.openxmlformats.org/officeDocument/2006/relationships/slide" Target="/ppt/slides/slide111.xml" Id="R09a0d3644f414cbf" /><Relationship Type="http://schemas.openxmlformats.org/officeDocument/2006/relationships/slide" Target="/ppt/slides/slide112.xml" Id="R816a025479c54df2" /><Relationship Type="http://schemas.openxmlformats.org/officeDocument/2006/relationships/slide" Target="/ppt/slides/slide113.xml" Id="R63744a7eaebd4d6f" /><Relationship Type="http://schemas.openxmlformats.org/officeDocument/2006/relationships/slide" Target="/ppt/slides/slide114.xml" Id="Ref0597494c5a43cb" /><Relationship Type="http://schemas.openxmlformats.org/officeDocument/2006/relationships/slide" Target="/ppt/slides/slide115.xml" Id="R8181f822b4494ae8" /><Relationship Type="http://schemas.openxmlformats.org/officeDocument/2006/relationships/slide" Target="/ppt/slides/slide116.xml" Id="R87d0f93b80c14915" /><Relationship Type="http://schemas.openxmlformats.org/officeDocument/2006/relationships/slide" Target="/ppt/slides/slide117.xml" Id="Rb88a0be4a8864c52" /><Relationship Type="http://schemas.openxmlformats.org/officeDocument/2006/relationships/slide" Target="/ppt/slides/slide118.xml" Id="R5defbc547f0946e8" /><Relationship Type="http://schemas.openxmlformats.org/officeDocument/2006/relationships/slide" Target="/ppt/slides/slide119.xml" Id="Rd4cece54784942cb" /><Relationship Type="http://schemas.openxmlformats.org/officeDocument/2006/relationships/slide" Target="/ppt/slides/slide120.xml" Id="R1a2caefe10b34f8c" /><Relationship Type="http://schemas.openxmlformats.org/officeDocument/2006/relationships/slide" Target="/ppt/slides/slide121.xml" Id="Re21cfd42917c4c4e" /><Relationship Type="http://schemas.openxmlformats.org/officeDocument/2006/relationships/slide" Target="/ppt/slides/slide122.xml" Id="Rcef517d235304246" /><Relationship Type="http://schemas.openxmlformats.org/officeDocument/2006/relationships/slide" Target="/ppt/slides/slide123.xml" Id="R66b8eb5e18694a4e" /><Relationship Type="http://schemas.openxmlformats.org/officeDocument/2006/relationships/slide" Target="/ppt/slides/slide124.xml" Id="R975a4405be68400c" /><Relationship Type="http://schemas.openxmlformats.org/officeDocument/2006/relationships/slide" Target="/ppt/slides/slide125.xml" Id="Rb9e3a729218d4e67" /><Relationship Type="http://schemas.openxmlformats.org/officeDocument/2006/relationships/slide" Target="/ppt/slides/slide126.xml" Id="Rc440b329f1a54448" /><Relationship Type="http://schemas.openxmlformats.org/officeDocument/2006/relationships/slide" Target="/ppt/slides/slide127.xml" Id="Ra5f540333d52470b" /><Relationship Type="http://schemas.openxmlformats.org/officeDocument/2006/relationships/slide" Target="/ppt/slides/slide128.xml" Id="R17ae5078770c4900" /><Relationship Type="http://schemas.openxmlformats.org/officeDocument/2006/relationships/slide" Target="/ppt/slides/slide129.xml" Id="Rda5b11f096dc4da9" /><Relationship Type="http://schemas.openxmlformats.org/officeDocument/2006/relationships/slide" Target="/ppt/slides/slide130.xml" Id="Rdbc746fe74bb443f" /><Relationship Type="http://schemas.openxmlformats.org/officeDocument/2006/relationships/slide" Target="/ppt/slides/slide131.xml" Id="R2a4fb28f4ab044ad" /><Relationship Type="http://schemas.openxmlformats.org/officeDocument/2006/relationships/slide" Target="/ppt/slides/slide132.xml" Id="R81097d865c6a4d4e" /><Relationship Type="http://schemas.openxmlformats.org/officeDocument/2006/relationships/slide" Target="/ppt/slides/slide133.xml" Id="Rc3c955e3fc054688" /><Relationship Type="http://schemas.openxmlformats.org/officeDocument/2006/relationships/slide" Target="/ppt/slides/slide134.xml" Id="Rc821455c034a4405" /><Relationship Type="http://schemas.openxmlformats.org/officeDocument/2006/relationships/slide" Target="/ppt/slides/slide135.xml" Id="R0981bfcec7034a73" /><Relationship Type="http://schemas.openxmlformats.org/officeDocument/2006/relationships/slide" Target="/ppt/slides/slide136.xml" Id="R49e1e331ee8447c9" /><Relationship Type="http://schemas.openxmlformats.org/officeDocument/2006/relationships/slide" Target="/ppt/slides/slide137.xml" Id="R3229d93a5af74c1e" /><Relationship Type="http://schemas.openxmlformats.org/officeDocument/2006/relationships/slide" Target="/ppt/slides/slide138.xml" Id="R2d35e72e31e84fe6" /><Relationship Type="http://schemas.openxmlformats.org/officeDocument/2006/relationships/slide" Target="/ppt/slides/slide139.xml" Id="Rf2a9ab78254741ac" /><Relationship Type="http://schemas.openxmlformats.org/officeDocument/2006/relationships/slide" Target="/ppt/slides/slide140.xml" Id="R5bf11f666e164323" /><Relationship Type="http://schemas.openxmlformats.org/officeDocument/2006/relationships/slide" Target="/ppt/slides/slide141.xml" Id="R22fc047ba2884216" /><Relationship Type="http://schemas.openxmlformats.org/officeDocument/2006/relationships/slide" Target="/ppt/slides/slide142.xml" Id="Rcfe9ec98d6bb464a" /><Relationship Type="http://schemas.openxmlformats.org/officeDocument/2006/relationships/slide" Target="/ppt/slides/slide143.xml" Id="Rbeacf4f0907843a5" /><Relationship Type="http://schemas.openxmlformats.org/officeDocument/2006/relationships/slide" Target="/ppt/slides/slide144.xml" Id="Rf9167dd02e424801" /><Relationship Type="http://schemas.openxmlformats.org/officeDocument/2006/relationships/slide" Target="/ppt/slides/slide145.xml" Id="Rc5d490b4f23946e9" /><Relationship Type="http://schemas.openxmlformats.org/officeDocument/2006/relationships/slide" Target="/ppt/slides/slide146.xml" Id="Rc1664705826d493b" /><Relationship Type="http://schemas.openxmlformats.org/officeDocument/2006/relationships/slide" Target="/ppt/slides/slide147.xml" Id="Rfa508119dba1468c" /><Relationship Type="http://schemas.openxmlformats.org/officeDocument/2006/relationships/slide" Target="/ppt/slides/slide148.xml" Id="R64d34ef9c4784348" /><Relationship Type="http://schemas.openxmlformats.org/officeDocument/2006/relationships/slide" Target="/ppt/slides/slide149.xml" Id="Rf9db59c78ce7407a" /><Relationship Type="http://schemas.openxmlformats.org/officeDocument/2006/relationships/slide" Target="/ppt/slides/slide150.xml" Id="Rcdee3814b04448d0" /><Relationship Type="http://schemas.openxmlformats.org/officeDocument/2006/relationships/slide" Target="/ppt/slides/slide151.xml" Id="R9cf392f577934ffc" /><Relationship Type="http://schemas.openxmlformats.org/officeDocument/2006/relationships/slide" Target="/ppt/slides/slide152.xml" Id="R5094534cd40142c8" /><Relationship Type="http://schemas.openxmlformats.org/officeDocument/2006/relationships/slide" Target="/ppt/slides/slide153.xml" Id="R24bd909bfe2141b7" /><Relationship Type="http://schemas.openxmlformats.org/officeDocument/2006/relationships/slide" Target="/ppt/slides/slide154.xml" Id="Rb7d535c9c07c4a36" /><Relationship Type="http://schemas.openxmlformats.org/officeDocument/2006/relationships/slide" Target="/ppt/slides/slide155.xml" Id="Ra1956181dc844969" /><Relationship Type="http://schemas.openxmlformats.org/officeDocument/2006/relationships/slide" Target="/ppt/slides/slide156.xml" Id="R7343e166493149cb" /><Relationship Type="http://schemas.openxmlformats.org/officeDocument/2006/relationships/slide" Target="/ppt/slides/slide157.xml" Id="R986012624bd84d1f" /><Relationship Type="http://schemas.openxmlformats.org/officeDocument/2006/relationships/slide" Target="/ppt/slides/slide158.xml" Id="Rdd64084c122c4e98" /><Relationship Type="http://schemas.openxmlformats.org/officeDocument/2006/relationships/slide" Target="/ppt/slides/slide159.xml" Id="Rf39b03245f6f45f3" /><Relationship Type="http://schemas.openxmlformats.org/officeDocument/2006/relationships/slide" Target="/ppt/slides/slide160.xml" Id="R28eca83548754b61" /><Relationship Type="http://schemas.openxmlformats.org/officeDocument/2006/relationships/slide" Target="/ppt/slides/slide161.xml" Id="R7b96dbdfc90a4d60" /><Relationship Type="http://schemas.openxmlformats.org/officeDocument/2006/relationships/slide" Target="/ppt/slides/slide162.xml" Id="Re652b1c11b374d4b" /><Relationship Type="http://schemas.openxmlformats.org/officeDocument/2006/relationships/slide" Target="/ppt/slides/slide163.xml" Id="R554e6ebe1cfc4506" /><Relationship Type="http://schemas.openxmlformats.org/officeDocument/2006/relationships/slide" Target="/ppt/slides/slide164.xml" Id="Rc64f13e4cee845b9" /><Relationship Type="http://schemas.openxmlformats.org/officeDocument/2006/relationships/slide" Target="/ppt/slides/slide165.xml" Id="Rb50d6c87172145b0" /><Relationship Type="http://schemas.openxmlformats.org/officeDocument/2006/relationships/slide" Target="/ppt/slides/slide166.xml" Id="Rcdbb357e5b664857" /><Relationship Type="http://schemas.openxmlformats.org/officeDocument/2006/relationships/slide" Target="/ppt/slides/slide167.xml" Id="Rc3d6f89c63594b1d" /><Relationship Type="http://schemas.openxmlformats.org/officeDocument/2006/relationships/slide" Target="/ppt/slides/slide168.xml" Id="Re1290777c1b14d14" /><Relationship Type="http://schemas.openxmlformats.org/officeDocument/2006/relationships/slide" Target="/ppt/slides/slide169.xml" Id="R033370413f89499e" /><Relationship Type="http://schemas.openxmlformats.org/officeDocument/2006/relationships/slide" Target="/ppt/slides/slide170.xml" Id="R1214b0dcc09b4327" /><Relationship Type="http://schemas.openxmlformats.org/officeDocument/2006/relationships/slide" Target="/ppt/slides/slide171.xml" Id="R58b785fdb03d4160" /><Relationship Type="http://schemas.openxmlformats.org/officeDocument/2006/relationships/slide" Target="/ppt/slides/slide172.xml" Id="Rb9e84db9579a4de0" /><Relationship Type="http://schemas.openxmlformats.org/officeDocument/2006/relationships/slide" Target="/ppt/slides/slide173.xml" Id="R7c8a70f1a4924762" /><Relationship Type="http://schemas.openxmlformats.org/officeDocument/2006/relationships/slide" Target="/ppt/slides/slide174.xml" Id="R657cf8297f2346f8" /><Relationship Type="http://schemas.openxmlformats.org/officeDocument/2006/relationships/slide" Target="/ppt/slides/slide175.xml" Id="R1e7e11473a6c4099" /><Relationship Type="http://schemas.openxmlformats.org/officeDocument/2006/relationships/slide" Target="/ppt/slides/slide176.xml" Id="Re9dd05d0c542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315952e0d45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1acb2c2c3424b" /><Relationship Type="http://schemas.openxmlformats.org/officeDocument/2006/relationships/notesMaster" Target="/ppt/notesMasters/notesMaster1.xml" Id="Rb9c4069b71e641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12bac039a49b9" /><Relationship Type="http://schemas.openxmlformats.org/officeDocument/2006/relationships/notesMaster" Target="/ppt/notesMasters/notesMaster1.xml" Id="R435da911c136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fed999caf64f48" /><Relationship Type="http://schemas.openxmlformats.org/officeDocument/2006/relationships/notesMaster" Target="/ppt/notesMasters/notesMaster1.xml" Id="Re8b41a8c37ed44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c68f6bdf84ab6" /><Relationship Type="http://schemas.openxmlformats.org/officeDocument/2006/relationships/notesMaster" Target="/ppt/notesMasters/notesMaster1.xml" Id="R0b71bb5e450c4c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5acd02ddc4bb6" /><Relationship Type="http://schemas.openxmlformats.org/officeDocument/2006/relationships/notesMaster" Target="/ppt/notesMasters/notesMaster1.xml" Id="R0e75369b822f4a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3294a724c84e6f" /><Relationship Type="http://schemas.openxmlformats.org/officeDocument/2006/relationships/notesMaster" Target="/ppt/notesMasters/notesMaster1.xml" Id="Rf09e2aeaeba247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8956c498d4e03" /><Relationship Type="http://schemas.openxmlformats.org/officeDocument/2006/relationships/notesMaster" Target="/ppt/notesMasters/notesMaster1.xml" Id="Raddf6f078a8843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0683c0b5644a16" /><Relationship Type="http://schemas.openxmlformats.org/officeDocument/2006/relationships/notesMaster" Target="/ppt/notesMasters/notesMaster1.xml" Id="Rd4a19eae375f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e70ff389724bc1" /><Relationship Type="http://schemas.openxmlformats.org/officeDocument/2006/relationships/notesMaster" Target="/ppt/notesMasters/notesMaster1.xml" Id="R82cd356443214f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a52f28ce8e4c69" /><Relationship Type="http://schemas.openxmlformats.org/officeDocument/2006/relationships/notesMaster" Target="/ppt/notesMasters/notesMaster1.xml" Id="Ra3e25ff601504d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10474fb1ea4571" /><Relationship Type="http://schemas.openxmlformats.org/officeDocument/2006/relationships/notesMaster" Target="/ppt/notesMasters/notesMaster1.xml" Id="R1b67d21c39ec40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91f9ccf12e4258" /><Relationship Type="http://schemas.openxmlformats.org/officeDocument/2006/relationships/notesMaster" Target="/ppt/notesMasters/notesMaster1.xml" Id="R27c7e20bfaba4f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73871b2d824ef5" /><Relationship Type="http://schemas.openxmlformats.org/officeDocument/2006/relationships/notesMaster" Target="/ppt/notesMasters/notesMaster1.xml" Id="R91c3ce0ef06d4f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eed0f7f71247b8" /><Relationship Type="http://schemas.openxmlformats.org/officeDocument/2006/relationships/notesMaster" Target="/ppt/notesMasters/notesMaster1.xml" Id="R3460996b646c44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6fa8e00a37403b" /><Relationship Type="http://schemas.openxmlformats.org/officeDocument/2006/relationships/notesMaster" Target="/ppt/notesMasters/notesMaster1.xml" Id="R82fac249c4f743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3a659417474998" /><Relationship Type="http://schemas.openxmlformats.org/officeDocument/2006/relationships/notesMaster" Target="/ppt/notesMasters/notesMaster1.xml" Id="Rd86167f70f6842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d71fd4031440b4" /><Relationship Type="http://schemas.openxmlformats.org/officeDocument/2006/relationships/notesMaster" Target="/ppt/notesMasters/notesMaster1.xml" Id="R653f1c7b78244e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14018c142c4e1b" /><Relationship Type="http://schemas.openxmlformats.org/officeDocument/2006/relationships/notesMaster" Target="/ppt/notesMasters/notesMaster1.xml" Id="R2d09ab2b9ac64c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a8d9ad1f9b4508" /><Relationship Type="http://schemas.openxmlformats.org/officeDocument/2006/relationships/notesMaster" Target="/ppt/notesMasters/notesMaster1.xml" Id="R3957336cd0e040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a13415af66542c9" /><Relationship Type="http://schemas.openxmlformats.org/officeDocument/2006/relationships/notesMaster" Target="/ppt/notesMasters/notesMaster1.xml" Id="Rbd1902df2b794c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7dac64c54444b4" /><Relationship Type="http://schemas.openxmlformats.org/officeDocument/2006/relationships/notesMaster" Target="/ppt/notesMasters/notesMaster1.xml" Id="R8289299c8c4146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223e44895c480b" /><Relationship Type="http://schemas.openxmlformats.org/officeDocument/2006/relationships/notesMaster" Target="/ppt/notesMasters/notesMaster1.xml" Id="R9632d854292840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b1b47cb2b344d8" /><Relationship Type="http://schemas.openxmlformats.org/officeDocument/2006/relationships/notesMaster" Target="/ppt/notesMasters/notesMaster1.xml" Id="R9382bf62dc8f4a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844f2228c64d18" /><Relationship Type="http://schemas.openxmlformats.org/officeDocument/2006/relationships/notesMaster" Target="/ppt/notesMasters/notesMaster1.xml" Id="R19c70c665b1c43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a7a3c4e22446a5" /><Relationship Type="http://schemas.openxmlformats.org/officeDocument/2006/relationships/notesMaster" Target="/ppt/notesMasters/notesMaster1.xml" Id="R96b4195e364d4b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5494638c1343c5" /><Relationship Type="http://schemas.openxmlformats.org/officeDocument/2006/relationships/notesMaster" Target="/ppt/notesMasters/notesMaster1.xml" Id="Ra6110330a40f41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0c26af91f64d65" /><Relationship Type="http://schemas.openxmlformats.org/officeDocument/2006/relationships/notesMaster" Target="/ppt/notesMasters/notesMaster1.xml" Id="R9db8f677443f44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28f4a5f01e4f13" /><Relationship Type="http://schemas.openxmlformats.org/officeDocument/2006/relationships/notesMaster" Target="/ppt/notesMasters/notesMaster1.xml" Id="R879f3d9d27064f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67d0c998874e88" /><Relationship Type="http://schemas.openxmlformats.org/officeDocument/2006/relationships/notesMaster" Target="/ppt/notesMasters/notesMaster1.xml" Id="Ra04488a5349142e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ce616b99cd4512" /><Relationship Type="http://schemas.openxmlformats.org/officeDocument/2006/relationships/notesMaster" Target="/ppt/notesMasters/notesMaster1.xml" Id="R441f9d1d4f6442c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75938ae3704b8e" /><Relationship Type="http://schemas.openxmlformats.org/officeDocument/2006/relationships/notesMaster" Target="/ppt/notesMasters/notesMaster1.xml" Id="R5c280af31e37464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5fe40377254534" /><Relationship Type="http://schemas.openxmlformats.org/officeDocument/2006/relationships/notesMaster" Target="/ppt/notesMasters/notesMaster1.xml" Id="Rb3663d64367143a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d3d3eb86e5842d9" /><Relationship Type="http://schemas.openxmlformats.org/officeDocument/2006/relationships/notesMaster" Target="/ppt/notesMasters/notesMaster1.xml" Id="Ra57cc863f43944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f54fb092a1f4ac9" /><Relationship Type="http://schemas.openxmlformats.org/officeDocument/2006/relationships/notesMaster" Target="/ppt/notesMasters/notesMaster1.xml" Id="Rcbc84f8a69584ab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2ad032d4894a7f" /><Relationship Type="http://schemas.openxmlformats.org/officeDocument/2006/relationships/notesMaster" Target="/ppt/notesMasters/notesMaster1.xml" Id="R4c7bae3c69ff40d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cae4b47c284b2c" /><Relationship Type="http://schemas.openxmlformats.org/officeDocument/2006/relationships/notesMaster" Target="/ppt/notesMasters/notesMaster1.xml" Id="R930527fd32d74a4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4d0c8300253487e" /><Relationship Type="http://schemas.openxmlformats.org/officeDocument/2006/relationships/notesMaster" Target="/ppt/notesMasters/notesMaster1.xml" Id="R66fca29f812541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1bfd8ea6a60426b" /><Relationship Type="http://schemas.openxmlformats.org/officeDocument/2006/relationships/notesMaster" Target="/ppt/notesMasters/notesMaster1.xml" Id="R931cc70a3d88484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46d6177f6e14bb1" /><Relationship Type="http://schemas.openxmlformats.org/officeDocument/2006/relationships/notesMaster" Target="/ppt/notesMasters/notesMaster1.xml" Id="R94cb3881190a4cc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6b6c8fe7e054c68" /><Relationship Type="http://schemas.openxmlformats.org/officeDocument/2006/relationships/notesMaster" Target="/ppt/notesMasters/notesMaster1.xml" Id="R1fb7d6dfa09640e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c5b2d473c1848f0" /><Relationship Type="http://schemas.openxmlformats.org/officeDocument/2006/relationships/notesMaster" Target="/ppt/notesMasters/notesMaster1.xml" Id="R8ba49c4d86ab44a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6ea2a22237f4aa9" /><Relationship Type="http://schemas.openxmlformats.org/officeDocument/2006/relationships/notesMaster" Target="/ppt/notesMasters/notesMaster1.xml" Id="R91df82969f44417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2be46506cbf46d3" /><Relationship Type="http://schemas.openxmlformats.org/officeDocument/2006/relationships/notesMaster" Target="/ppt/notesMasters/notesMaster1.xml" Id="Rf68fd0e6f8f64d3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16d48dd22504628" /><Relationship Type="http://schemas.openxmlformats.org/officeDocument/2006/relationships/notesMaster" Target="/ppt/notesMasters/notesMaster1.xml" Id="R804acb4b55bc40c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791b8343b05413a" /><Relationship Type="http://schemas.openxmlformats.org/officeDocument/2006/relationships/notesMaster" Target="/ppt/notesMasters/notesMaster1.xml" Id="R2058ca8c01ae457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fb264ed9d454a5a" /><Relationship Type="http://schemas.openxmlformats.org/officeDocument/2006/relationships/notesMaster" Target="/ppt/notesMasters/notesMaster1.xml" Id="R760ad4e2061541a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a560a8d2d574ed9" /><Relationship Type="http://schemas.openxmlformats.org/officeDocument/2006/relationships/notesMaster" Target="/ppt/notesMasters/notesMaster1.xml" Id="Re6836a60556c4ff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c99bf45a3f547fc" /><Relationship Type="http://schemas.openxmlformats.org/officeDocument/2006/relationships/notesMaster" Target="/ppt/notesMasters/notesMaster1.xml" Id="Re2ea7c63ebc8444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1ce8d48515a4b9b" /><Relationship Type="http://schemas.openxmlformats.org/officeDocument/2006/relationships/notesMaster" Target="/ppt/notesMasters/notesMaster1.xml" Id="R79c0bd75729543c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43524df95cb4ce3" /><Relationship Type="http://schemas.openxmlformats.org/officeDocument/2006/relationships/notesMaster" Target="/ppt/notesMasters/notesMaster1.xml" Id="Rad5cb4bf30084dd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7beb8e2c7324d83" /><Relationship Type="http://schemas.openxmlformats.org/officeDocument/2006/relationships/notesMaster" Target="/ppt/notesMasters/notesMaster1.xml" Id="Rd44c92a0388c494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fb820d33aa7402b" /><Relationship Type="http://schemas.openxmlformats.org/officeDocument/2006/relationships/notesMaster" Target="/ppt/notesMasters/notesMaster1.xml" Id="Rada987a72f50431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9dd81e573e14792" /><Relationship Type="http://schemas.openxmlformats.org/officeDocument/2006/relationships/notesMaster" Target="/ppt/notesMasters/notesMaster1.xml" Id="Rc7cf87b8054448f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9509286a21c4275" /><Relationship Type="http://schemas.openxmlformats.org/officeDocument/2006/relationships/notesMaster" Target="/ppt/notesMasters/notesMaster1.xml" Id="Rd86faa53090c43a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aefcf778807476b" /><Relationship Type="http://schemas.openxmlformats.org/officeDocument/2006/relationships/notesMaster" Target="/ppt/notesMasters/notesMaster1.xml" Id="R5346695dba08428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1330268e11b4765" /><Relationship Type="http://schemas.openxmlformats.org/officeDocument/2006/relationships/notesMaster" Target="/ppt/notesMasters/notesMaster1.xml" Id="Rd11c3d510dda4f4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3905343dbdd476a" /><Relationship Type="http://schemas.openxmlformats.org/officeDocument/2006/relationships/notesMaster" Target="/ppt/notesMasters/notesMaster1.xml" Id="Rb03da6f2ab154bd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c76edca8c474d8a" /><Relationship Type="http://schemas.openxmlformats.org/officeDocument/2006/relationships/notesMaster" Target="/ppt/notesMasters/notesMaster1.xml" Id="Rcf961f8fc28f46c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208113d1030499d" /><Relationship Type="http://schemas.openxmlformats.org/officeDocument/2006/relationships/notesMaster" Target="/ppt/notesMasters/notesMaster1.xml" Id="R4f8d4d232847430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2543ac60b5a4268" /><Relationship Type="http://schemas.openxmlformats.org/officeDocument/2006/relationships/notesMaster" Target="/ppt/notesMasters/notesMaster1.xml" Id="R63d03c64dce74ba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82f2ce161ec4a72" /><Relationship Type="http://schemas.openxmlformats.org/officeDocument/2006/relationships/notesMaster" Target="/ppt/notesMasters/notesMaster1.xml" Id="Rc576410f9bc2486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3e7125d132d4c83" /><Relationship Type="http://schemas.openxmlformats.org/officeDocument/2006/relationships/notesMaster" Target="/ppt/notesMasters/notesMaster1.xml" Id="R1852f747de13458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96d3d18506a4b86" /><Relationship Type="http://schemas.openxmlformats.org/officeDocument/2006/relationships/notesMaster" Target="/ppt/notesMasters/notesMaster1.xml" Id="Ree51c6dab29e451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a7f4ed803444804" /><Relationship Type="http://schemas.openxmlformats.org/officeDocument/2006/relationships/notesMaster" Target="/ppt/notesMasters/notesMaster1.xml" Id="Rc1f343f6adfb4e4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4ad8296107f42e0" /><Relationship Type="http://schemas.openxmlformats.org/officeDocument/2006/relationships/notesMaster" Target="/ppt/notesMasters/notesMaster1.xml" Id="R602c655569aa40a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d83aba48f1e417c" /><Relationship Type="http://schemas.openxmlformats.org/officeDocument/2006/relationships/notesMaster" Target="/ppt/notesMasters/notesMaster1.xml" Id="Rd29eba5e96424f1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b16293e625a4218" /><Relationship Type="http://schemas.openxmlformats.org/officeDocument/2006/relationships/notesMaster" Target="/ppt/notesMasters/notesMaster1.xml" Id="R23d359d741f64999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731ab935f7f4832" /><Relationship Type="http://schemas.openxmlformats.org/officeDocument/2006/relationships/notesMaster" Target="/ppt/notesMasters/notesMaster1.xml" Id="Rdbfd37602f944cf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4a09ce40081411a" /><Relationship Type="http://schemas.openxmlformats.org/officeDocument/2006/relationships/notesMaster" Target="/ppt/notesMasters/notesMaster1.xml" Id="Rba0d325ac2d3489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644147f94324ee0" /><Relationship Type="http://schemas.openxmlformats.org/officeDocument/2006/relationships/notesMaster" Target="/ppt/notesMasters/notesMaster1.xml" Id="Ra3ccf4bcb19b415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52a770867f04665" /><Relationship Type="http://schemas.openxmlformats.org/officeDocument/2006/relationships/notesMaster" Target="/ppt/notesMasters/notesMaster1.xml" Id="R0c0125277c8f42c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e385c296ff543e4" /><Relationship Type="http://schemas.openxmlformats.org/officeDocument/2006/relationships/notesMaster" Target="/ppt/notesMasters/notesMaster1.xml" Id="R425d36cadac4499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c104ed56ebc4f63" /><Relationship Type="http://schemas.openxmlformats.org/officeDocument/2006/relationships/notesMaster" Target="/ppt/notesMasters/notesMaster1.xml" Id="Rc95d8981f56f4d1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1bf7f77419d849ac" /><Relationship Type="http://schemas.openxmlformats.org/officeDocument/2006/relationships/notesMaster" Target="/ppt/notesMasters/notesMaster1.xml" Id="Rb41e0b97136c4c5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5ef349573d44c63" /><Relationship Type="http://schemas.openxmlformats.org/officeDocument/2006/relationships/notesMaster" Target="/ppt/notesMasters/notesMaster1.xml" Id="R1ffdc4db0b384bc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268d025ab1f44ff2" /><Relationship Type="http://schemas.openxmlformats.org/officeDocument/2006/relationships/notesMaster" Target="/ppt/notesMasters/notesMaster1.xml" Id="R92505fbfe33340c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fe226d7fe6d4cc1" /><Relationship Type="http://schemas.openxmlformats.org/officeDocument/2006/relationships/notesMaster" Target="/ppt/notesMasters/notesMaster1.xml" Id="R85ed87f2d1654613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1fcba8fef6641ac" /><Relationship Type="http://schemas.openxmlformats.org/officeDocument/2006/relationships/notesMaster" Target="/ppt/notesMasters/notesMaster1.xml" Id="Rdf2b17e1e85b4b2b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321944023a65475b" /><Relationship Type="http://schemas.openxmlformats.org/officeDocument/2006/relationships/notesMaster" Target="/ppt/notesMasters/notesMaster1.xml" Id="Ra74f1dfe0b614c37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6b217042f684254" /><Relationship Type="http://schemas.openxmlformats.org/officeDocument/2006/relationships/notesMaster" Target="/ppt/notesMasters/notesMaster1.xml" Id="R4457baa31b1e473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2f600735c1b4fce" /><Relationship Type="http://schemas.openxmlformats.org/officeDocument/2006/relationships/notesMaster" Target="/ppt/notesMasters/notesMaster1.xml" Id="Re4007ff2c0eb404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645d296f46384457" /><Relationship Type="http://schemas.openxmlformats.org/officeDocument/2006/relationships/notesMaster" Target="/ppt/notesMasters/notesMaster1.xml" Id="R41a047a9b9a14ee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50bc62a445a4033" /><Relationship Type="http://schemas.openxmlformats.org/officeDocument/2006/relationships/notesMaster" Target="/ppt/notesMasters/notesMaster1.xml" Id="R385cdb767eaf473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5029b8bdbb3464e" /><Relationship Type="http://schemas.openxmlformats.org/officeDocument/2006/relationships/notesMaster" Target="/ppt/notesMasters/notesMaster1.xml" Id="R7e50939cbd904c3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b89cc8436c804572" /><Relationship Type="http://schemas.openxmlformats.org/officeDocument/2006/relationships/notesMaster" Target="/ppt/notesMasters/notesMaster1.xml" Id="R678d222d71144cf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12da84d0f1b43ee" /><Relationship Type="http://schemas.openxmlformats.org/officeDocument/2006/relationships/notesMaster" Target="/ppt/notesMasters/notesMaster1.xml" Id="R5c27d9a4a7ec493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d08cd073aec41f7" /><Relationship Type="http://schemas.openxmlformats.org/officeDocument/2006/relationships/notesMaster" Target="/ppt/notesMasters/notesMaster1.xml" Id="R75bfcaec3940406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b7b2cd5085048d6" /><Relationship Type="http://schemas.openxmlformats.org/officeDocument/2006/relationships/notesMaster" Target="/ppt/notesMasters/notesMaster1.xml" Id="Rdc3c608cb245453f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c84dddac45854370" /><Relationship Type="http://schemas.openxmlformats.org/officeDocument/2006/relationships/notesMaster" Target="/ppt/notesMasters/notesMaster1.xml" Id="R0f16344b8ab2446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bcb65faaf9954196" /><Relationship Type="http://schemas.openxmlformats.org/officeDocument/2006/relationships/notesMaster" Target="/ppt/notesMasters/notesMaster1.xml" Id="R1b6083b204434199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c4e519c07504fdf" /><Relationship Type="http://schemas.openxmlformats.org/officeDocument/2006/relationships/notesMaster" Target="/ppt/notesMasters/notesMaster1.xml" Id="R224a8e4707ca41d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5689e5a229d4e6a" /><Relationship Type="http://schemas.openxmlformats.org/officeDocument/2006/relationships/notesMaster" Target="/ppt/notesMasters/notesMaster1.xml" Id="R91d8b0e6ea464cbf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4acff6d92c24625" /><Relationship Type="http://schemas.openxmlformats.org/officeDocument/2006/relationships/notesMaster" Target="/ppt/notesMasters/notesMaster1.xml" Id="R2aa9624fb6b44c9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90fd9f1836254c60" /><Relationship Type="http://schemas.openxmlformats.org/officeDocument/2006/relationships/notesMaster" Target="/ppt/notesMasters/notesMaster1.xml" Id="R3cd3dfa97b60437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166169b3b70f47ae" /><Relationship Type="http://schemas.openxmlformats.org/officeDocument/2006/relationships/notesMaster" Target="/ppt/notesMasters/notesMaster1.xml" Id="R44b73de58e294b3d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d5244ecf522446f" /><Relationship Type="http://schemas.openxmlformats.org/officeDocument/2006/relationships/notesMaster" Target="/ppt/notesMasters/notesMaster1.xml" Id="Rcce3d82fcde64043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1359f2302df4f5c" /><Relationship Type="http://schemas.openxmlformats.org/officeDocument/2006/relationships/notesMaster" Target="/ppt/notesMasters/notesMaster1.xml" Id="R86faade737ce4998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58f7aa5cc0e474c" /><Relationship Type="http://schemas.openxmlformats.org/officeDocument/2006/relationships/notesMaster" Target="/ppt/notesMasters/notesMaster1.xml" Id="R8dbb883d9b524f94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2173d2d63ac4596" /><Relationship Type="http://schemas.openxmlformats.org/officeDocument/2006/relationships/notesMaster" Target="/ppt/notesMasters/notesMaster1.xml" Id="R3adcf0b22a04493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2927fd880044d0b" /><Relationship Type="http://schemas.openxmlformats.org/officeDocument/2006/relationships/notesMaster" Target="/ppt/notesMasters/notesMaster1.xml" Id="R7e5399d5aaba4599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65821c787cf9498e" /><Relationship Type="http://schemas.openxmlformats.org/officeDocument/2006/relationships/notesMaster" Target="/ppt/notesMasters/notesMaster1.xml" Id="R1eea30f852544a08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054bc2698aa49ed" /><Relationship Type="http://schemas.openxmlformats.org/officeDocument/2006/relationships/notesMaster" Target="/ppt/notesMasters/notesMaster1.xml" Id="R024022e4746b4e4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f5f1c746e0624cfe" /><Relationship Type="http://schemas.openxmlformats.org/officeDocument/2006/relationships/notesMaster" Target="/ppt/notesMasters/notesMaster1.xml" Id="R25331a670c864357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2a9f479aee604177" /><Relationship Type="http://schemas.openxmlformats.org/officeDocument/2006/relationships/notesMaster" Target="/ppt/notesMasters/notesMaster1.xml" Id="R9f3597b0361a46f7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32c790a511b341b6" /><Relationship Type="http://schemas.openxmlformats.org/officeDocument/2006/relationships/notesMaster" Target="/ppt/notesMasters/notesMaster1.xml" Id="Rb3aa2902760e4e89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b43b9f7a253c4bdd" /><Relationship Type="http://schemas.openxmlformats.org/officeDocument/2006/relationships/notesMaster" Target="/ppt/notesMasters/notesMaster1.xml" Id="Rc290f3023c5b44ca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58167aa52cc4f51" /><Relationship Type="http://schemas.openxmlformats.org/officeDocument/2006/relationships/notesMaster" Target="/ppt/notesMasters/notesMaster1.xml" Id="R5f27c4d4c3ab45b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518936dc20bf4e8e" /><Relationship Type="http://schemas.openxmlformats.org/officeDocument/2006/relationships/notesMaster" Target="/ppt/notesMasters/notesMaster1.xml" Id="Ree9418f1b0cf40b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b16768d00f35449d" /><Relationship Type="http://schemas.openxmlformats.org/officeDocument/2006/relationships/notesMaster" Target="/ppt/notesMasters/notesMaster1.xml" Id="R74ba4dcf11dc481c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5fff9ee73f3a4594" /><Relationship Type="http://schemas.openxmlformats.org/officeDocument/2006/relationships/notesMaster" Target="/ppt/notesMasters/notesMaster1.xml" Id="R2e22370737f144c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d5a04e4a08f9424d" /><Relationship Type="http://schemas.openxmlformats.org/officeDocument/2006/relationships/notesMaster" Target="/ppt/notesMasters/notesMaster1.xml" Id="R712ba375fe354af6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6447cbac316c4804" /><Relationship Type="http://schemas.openxmlformats.org/officeDocument/2006/relationships/notesMaster" Target="/ppt/notesMasters/notesMaster1.xml" Id="Rfe4834f44f704c41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9c0fdc3bde5442a" /><Relationship Type="http://schemas.openxmlformats.org/officeDocument/2006/relationships/notesMaster" Target="/ppt/notesMasters/notesMaster1.xml" Id="Rafde84781cde4cf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dd5dffa5bd6f4614" /><Relationship Type="http://schemas.openxmlformats.org/officeDocument/2006/relationships/notesMaster" Target="/ppt/notesMasters/notesMaster1.xml" Id="Ree0160d3bfc24a8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d0f6c258485b48c9" /><Relationship Type="http://schemas.openxmlformats.org/officeDocument/2006/relationships/notesMaster" Target="/ppt/notesMasters/notesMaster1.xml" Id="R8d89e47a327847e4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3e6a5324ff3c4bf0" /><Relationship Type="http://schemas.openxmlformats.org/officeDocument/2006/relationships/notesMaster" Target="/ppt/notesMasters/notesMaster1.xml" Id="R7f363f44703f49e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975e281917e54277" /><Relationship Type="http://schemas.openxmlformats.org/officeDocument/2006/relationships/notesMaster" Target="/ppt/notesMasters/notesMaster1.xml" Id="R1713a5df9d64490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102664ec89324d10" /><Relationship Type="http://schemas.openxmlformats.org/officeDocument/2006/relationships/notesMaster" Target="/ppt/notesMasters/notesMaster1.xml" Id="Rb7301faa4d82444a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f5cd68eb38e441dd" /><Relationship Type="http://schemas.openxmlformats.org/officeDocument/2006/relationships/notesMaster" Target="/ppt/notesMasters/notesMaster1.xml" Id="R7f4abb86ad5f473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90f02977f1d7432a" /><Relationship Type="http://schemas.openxmlformats.org/officeDocument/2006/relationships/notesMaster" Target="/ppt/notesMasters/notesMaster1.xml" Id="Re8d4f27b9ef0422c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d4394d45fe214bff" /><Relationship Type="http://schemas.openxmlformats.org/officeDocument/2006/relationships/notesMaster" Target="/ppt/notesMasters/notesMaster1.xml" Id="R4dae576a167d479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4907b9cc38374487" /><Relationship Type="http://schemas.openxmlformats.org/officeDocument/2006/relationships/notesMaster" Target="/ppt/notesMasters/notesMaster1.xml" Id="R565aa7a45703401c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9c99d3e3caf64415" /><Relationship Type="http://schemas.openxmlformats.org/officeDocument/2006/relationships/notesMaster" Target="/ppt/notesMasters/notesMaster1.xml" Id="R11af199c3b7643e4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cc932a18a00747ae" /><Relationship Type="http://schemas.openxmlformats.org/officeDocument/2006/relationships/notesMaster" Target="/ppt/notesMasters/notesMaster1.xml" Id="R4b6dd43c4e924eb2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7e361741564449ab" /><Relationship Type="http://schemas.openxmlformats.org/officeDocument/2006/relationships/notesMaster" Target="/ppt/notesMasters/notesMaster1.xml" Id="R16c316c169ca4bf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50e3fac170154cb5" /><Relationship Type="http://schemas.openxmlformats.org/officeDocument/2006/relationships/notesMaster" Target="/ppt/notesMasters/notesMaster1.xml" Id="R8ac3f0a0de7d4b1a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fc15054dbe0943b9" /><Relationship Type="http://schemas.openxmlformats.org/officeDocument/2006/relationships/notesMaster" Target="/ppt/notesMasters/notesMaster1.xml" Id="R27b9da21f007478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7ba84f7084e4880" /><Relationship Type="http://schemas.openxmlformats.org/officeDocument/2006/relationships/notesMaster" Target="/ppt/notesMasters/notesMaster1.xml" Id="Ra7b9505f581f4350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c404269b7d5742f4" /><Relationship Type="http://schemas.openxmlformats.org/officeDocument/2006/relationships/notesMaster" Target="/ppt/notesMasters/notesMaster1.xml" Id="Ra0ad6dbc0e3949d4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7725ec5930c24d4e" /><Relationship Type="http://schemas.openxmlformats.org/officeDocument/2006/relationships/notesMaster" Target="/ppt/notesMasters/notesMaster1.xml" Id="R935b0b9e21a146cd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5709315888c4629" /><Relationship Type="http://schemas.openxmlformats.org/officeDocument/2006/relationships/notesMaster" Target="/ppt/notesMasters/notesMaster1.xml" Id="Rd990cdd4eee048fc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761d29a5e6474af2" /><Relationship Type="http://schemas.openxmlformats.org/officeDocument/2006/relationships/notesMaster" Target="/ppt/notesMasters/notesMaster1.xml" Id="R7df8aa39947b4b02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d35e477da06f43f5" /><Relationship Type="http://schemas.openxmlformats.org/officeDocument/2006/relationships/notesMaster" Target="/ppt/notesMasters/notesMaster1.xml" Id="Re9ed37bc581a48c5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9395f94fcc354837" /><Relationship Type="http://schemas.openxmlformats.org/officeDocument/2006/relationships/notesMaster" Target="/ppt/notesMasters/notesMaster1.xml" Id="R06f7e2c243b34586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bd960cde67814c65" /><Relationship Type="http://schemas.openxmlformats.org/officeDocument/2006/relationships/notesMaster" Target="/ppt/notesMasters/notesMaster1.xml" Id="Rf7d8cb91501e4e14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e1789bcc2a5949ad" /><Relationship Type="http://schemas.openxmlformats.org/officeDocument/2006/relationships/notesMaster" Target="/ppt/notesMasters/notesMaster1.xml" Id="R28c5a8282a8040b2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a6ff2125435c422e" /><Relationship Type="http://schemas.openxmlformats.org/officeDocument/2006/relationships/notesMaster" Target="/ppt/notesMasters/notesMaster1.xml" Id="R9a7d2257e58a442b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39c2a703bac84355" /><Relationship Type="http://schemas.openxmlformats.org/officeDocument/2006/relationships/notesMaster" Target="/ppt/notesMasters/notesMaster1.xml" Id="R4e8c46f8e8a74c0f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5733454bd3934ed1" /><Relationship Type="http://schemas.openxmlformats.org/officeDocument/2006/relationships/notesMaster" Target="/ppt/notesMasters/notesMaster1.xml" Id="Rb8a583ff5c9d4b9d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05adc35f22124f2f" /><Relationship Type="http://schemas.openxmlformats.org/officeDocument/2006/relationships/notesMaster" Target="/ppt/notesMasters/notesMaster1.xml" Id="R0717fc7696fc4099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5fcf35c372ed4ea0" /><Relationship Type="http://schemas.openxmlformats.org/officeDocument/2006/relationships/notesMaster" Target="/ppt/notesMasters/notesMaster1.xml" Id="R3812dad90a2f4d3c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0eb5523de054b2c" /><Relationship Type="http://schemas.openxmlformats.org/officeDocument/2006/relationships/notesMaster" Target="/ppt/notesMasters/notesMaster1.xml" Id="R088e730ee7174eb9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1ce6ab810fa04bb3" /><Relationship Type="http://schemas.openxmlformats.org/officeDocument/2006/relationships/notesMaster" Target="/ppt/notesMasters/notesMaster1.xml" Id="Rcd94e32d73cf4f45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11e4522252d4552" /><Relationship Type="http://schemas.openxmlformats.org/officeDocument/2006/relationships/notesMaster" Target="/ppt/notesMasters/notesMaster1.xml" Id="R1dc86ac06f8e4dac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eda2f7daeefb41ce" /><Relationship Type="http://schemas.openxmlformats.org/officeDocument/2006/relationships/notesMaster" Target="/ppt/notesMasters/notesMaster1.xml" Id="R0a6da2e25ed5472f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7947026d5d384973" /><Relationship Type="http://schemas.openxmlformats.org/officeDocument/2006/relationships/notesMaster" Target="/ppt/notesMasters/notesMaster1.xml" Id="Rd6db0c374ab34037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6ce35b31e65b42a1" /><Relationship Type="http://schemas.openxmlformats.org/officeDocument/2006/relationships/notesMaster" Target="/ppt/notesMasters/notesMaster1.xml" Id="Rfa9e49907b714518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ba5d0213de934bd0" /><Relationship Type="http://schemas.openxmlformats.org/officeDocument/2006/relationships/notesMaster" Target="/ppt/notesMasters/notesMaster1.xml" Id="Rb47d120f1ee3442a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e2759b6e78df454b" /><Relationship Type="http://schemas.openxmlformats.org/officeDocument/2006/relationships/notesMaster" Target="/ppt/notesMasters/notesMaster1.xml" Id="R9bcc0017ca7c40aa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b2834c4c5df14930" /><Relationship Type="http://schemas.openxmlformats.org/officeDocument/2006/relationships/notesMaster" Target="/ppt/notesMasters/notesMaster1.xml" Id="R344a6fcc92584bdd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5bafbe1fe2948ea" /><Relationship Type="http://schemas.openxmlformats.org/officeDocument/2006/relationships/notesMaster" Target="/ppt/notesMasters/notesMaster1.xml" Id="R584cb3dbd6cc44c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631dbc53da594b3d" /><Relationship Type="http://schemas.openxmlformats.org/officeDocument/2006/relationships/notesMaster" Target="/ppt/notesMasters/notesMaster1.xml" Id="R4a1c7d5f23ae4694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5611b105240d4389" /><Relationship Type="http://schemas.openxmlformats.org/officeDocument/2006/relationships/notesMaster" Target="/ppt/notesMasters/notesMaster1.xml" Id="R40ea6f9e3acd41d4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9c6a341a42eb432a" /><Relationship Type="http://schemas.openxmlformats.org/officeDocument/2006/relationships/notesMaster" Target="/ppt/notesMasters/notesMaster1.xml" Id="R4a7e686fe0334fe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22cfe55934714f7a" /><Relationship Type="http://schemas.openxmlformats.org/officeDocument/2006/relationships/notesMaster" Target="/ppt/notesMasters/notesMaster1.xml" Id="R97d59d8237974116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bda5385479f340f4" /><Relationship Type="http://schemas.openxmlformats.org/officeDocument/2006/relationships/notesMaster" Target="/ppt/notesMasters/notesMaster1.xml" Id="Rd4c74393c8fb444f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335444decb8f407b" /><Relationship Type="http://schemas.openxmlformats.org/officeDocument/2006/relationships/notesMaster" Target="/ppt/notesMasters/notesMaster1.xml" Id="R705a26723f2947da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780d2251ea274f61" /><Relationship Type="http://schemas.openxmlformats.org/officeDocument/2006/relationships/notesMaster" Target="/ppt/notesMasters/notesMaster1.xml" Id="R3a4ff8e578204f7e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5666aa1cdd23402d" /><Relationship Type="http://schemas.openxmlformats.org/officeDocument/2006/relationships/notesMaster" Target="/ppt/notesMasters/notesMaster1.xml" Id="Rd0065c24e07446fe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b0135a04036a4e83" /><Relationship Type="http://schemas.openxmlformats.org/officeDocument/2006/relationships/notesMaster" Target="/ppt/notesMasters/notesMaster1.xml" Id="R4f14d25061d341a6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8d16fea5c5c45b0" /><Relationship Type="http://schemas.openxmlformats.org/officeDocument/2006/relationships/notesMaster" Target="/ppt/notesMasters/notesMaster1.xml" Id="R938efab8f6c74abb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906545d58f004406" /><Relationship Type="http://schemas.openxmlformats.org/officeDocument/2006/relationships/notesMaster" Target="/ppt/notesMasters/notesMaster1.xml" Id="Rcc6b14df5ac34776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78b23abc655547e1" /><Relationship Type="http://schemas.openxmlformats.org/officeDocument/2006/relationships/notesMaster" Target="/ppt/notesMasters/notesMaster1.xml" Id="Rf771448c64c5417c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bd8f0cb8f16a4da2" /><Relationship Type="http://schemas.openxmlformats.org/officeDocument/2006/relationships/notesMaster" Target="/ppt/notesMasters/notesMaster1.xml" Id="R643121814abd4dc2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25bfb8c8a33f46ee" /><Relationship Type="http://schemas.openxmlformats.org/officeDocument/2006/relationships/notesMaster" Target="/ppt/notesMasters/notesMaster1.xml" Id="R573533045f0b4a0a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be2a0a96c1474b27" /><Relationship Type="http://schemas.openxmlformats.org/officeDocument/2006/relationships/notesMaster" Target="/ppt/notesMasters/notesMaster1.xml" Id="R86dd4330c8e54364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56db9e6b06f54393" /><Relationship Type="http://schemas.openxmlformats.org/officeDocument/2006/relationships/notesMaster" Target="/ppt/notesMasters/notesMaster1.xml" Id="R0050310bdf374f4d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4cb193d523c644cb" /><Relationship Type="http://schemas.openxmlformats.org/officeDocument/2006/relationships/notesMaster" Target="/ppt/notesMasters/notesMaster1.xml" Id="Rc2ad9a68314740e6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5b7fe239bd0b4a7c" /><Relationship Type="http://schemas.openxmlformats.org/officeDocument/2006/relationships/notesMaster" Target="/ppt/notesMasters/notesMaster1.xml" Id="Rd023247f79bb44c5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d8297cd4f3a14b2e" /><Relationship Type="http://schemas.openxmlformats.org/officeDocument/2006/relationships/notesMaster" Target="/ppt/notesMasters/notesMaster1.xml" Id="R190162f562bd49b1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3ae4d23daf814e84" /><Relationship Type="http://schemas.openxmlformats.org/officeDocument/2006/relationships/notesMaster" Target="/ppt/notesMasters/notesMaster1.xml" Id="Rb9ceb77160404ccf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f78d8be20ec04c25" /><Relationship Type="http://schemas.openxmlformats.org/officeDocument/2006/relationships/notesMaster" Target="/ppt/notesMasters/notesMaster1.xml" Id="Rf42727bf2d7a48fd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7bbf9b6e40f14288" /><Relationship Type="http://schemas.openxmlformats.org/officeDocument/2006/relationships/notesMaster" Target="/ppt/notesMasters/notesMaster1.xml" Id="Rf5499c0e92ec415c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a985b2ebccf2450c" /><Relationship Type="http://schemas.openxmlformats.org/officeDocument/2006/relationships/notesMaster" Target="/ppt/notesMasters/notesMaster1.xml" Id="R436f2d3a884f445c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2431c74623fc46e6" /><Relationship Type="http://schemas.openxmlformats.org/officeDocument/2006/relationships/notesMaster" Target="/ppt/notesMasters/notesMaster1.xml" Id="R46799bad85764fd9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72aad23b32544244" /><Relationship Type="http://schemas.openxmlformats.org/officeDocument/2006/relationships/notesMaster" Target="/ppt/notesMasters/notesMaster1.xml" Id="R13e73c340648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오늘은 코드 리뷰를 듣는 날이 아니라, diff를 읽고 근거를 검증해 사람 판단과 Draft PR까지 연결하는 서비스를 직접 만듭니다.</a:t>
            </a:r>
          </a:p>
          <a:p xmlns:a="http://schemas.openxmlformats.org/drawingml/2006/main">
            <a:r>
              <a:t>- 수강생 활동: 오늘 최종 결과물 4종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local:materials/day3/2026_Day3_강사용_상세교안.md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먼저 완성 화면을 봅니다. 오늘의 모든 이론과 코드는 이 입력·출력 사이의 빈칸을 채우기 위한 것입니다.</a:t>
            </a:r>
          </a:p>
          <a:p xmlns:a="http://schemas.openxmlformats.org/drawingml/2006/main">
            <a:r>
              <a:t>- 수강생 활동: 자신이 가진 회의 자료가 세 입력 중 어디에 해당하는지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local:assets/demo-videos/day3_service_teaser.gif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Diff parsing, rule과 모델의 초안, 사람 판단, GitHub 단계의 구분을 먼저 확인합니다.</a:t>
            </a:r>
          </a:p>
          <a:p xmlns:a="http://schemas.openxmlformats.org/drawingml/2006/main">
            <a:r>
              <a:t>- 수강생 활동: 자동 처리와 사람 판단 단계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local:assets/demo-videos/day3_boundary.png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오전 운영표에서 각 차시의 입력과 결과 파일을 연결해 봅니다. 앞 차시 결과가 다음 차시 입력으로 이어집니다.</a:t>
            </a:r>
          </a:p>
          <a:p xmlns:a="http://schemas.openxmlformats.org/drawingml/2006/main">
            <a:r>
              <a:t>- 수강생 활동: 오전 운영표의 시간대와 완료 결과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local:materials/day3/2026_Day3_강사용_상세교안.md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오후 운영표에서 각 차시의 입력과 결과 파일을 연결해 봅니다. 앞 차시 결과가 다음 차시 입력으로 이어집니다.</a:t>
            </a:r>
          </a:p>
          <a:p xmlns:a="http://schemas.openxmlformats.org/drawingml/2006/main">
            <a:r>
              <a:t>- 수강생 활동: 오후 운영표의 시간대와 완료 결과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local:materials/day3/2026_Day3_강사용_상세교안.md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필수 Lane은 외부 API 없이 1~8차시를 모두 완주하는 경로입니다.</a:t>
            </a:r>
          </a:p>
          <a:p xmlns:a="http://schemas.openxmlformats.org/drawingml/2006/main">
            <a:r>
              <a:t>- 수강생 활동: 자신의 설치 상태를 필수·선택으로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Ollama, Codex, Claude, OpenAI API는 확장 실습입니다. 준비되지 않아도 Fixture Lane은 계속됩니다.</a:t>
            </a:r>
          </a:p>
          <a:p xmlns:a="http://schemas.openxmlformats.org/drawingml/2006/main">
            <a:r>
              <a:t>- 수강생 활동: 자신의 설치 상태를 필수·선택으로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표의 각 행은 준비 파일, 직접 실행, Codex 작업, 완료 확인의 순서입니다. PPT만 다시 볼 때도 이 순서로 진행합니다.</a:t>
            </a:r>
          </a:p>
          <a:p xmlns:a="http://schemas.openxmlformats.org/drawingml/2006/main">
            <a:r>
              <a:t>- 수강생 활동: 자신이 사용할 차시별 파일 경로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수업 전 확인(본 수업 시간 미산정)</a:t>
            </a:r>
          </a:p>
          <a:p xmlns:a="http://schemas.openxmlformats.org/drawingml/2006/main">
            <a:r>
              <a:t>- 핵심 발화: 이번 차시는 중요한 문제만, 실제 변경 라인과 재현 가능한 근거로 전달하는 리뷰 계약을 다룹니다. 마지막에는 01_review_contract.json을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핵심은 중요한 문제만, 실제 변경 라인과 재현 가능한 근거로 전달하는 리뷰 계약입니다. 이 기준이 없으면 모든 의견을 P1으로 부풀려 개발자가 경고를 무시한다.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입력에서 01_review_contract.json까지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local:materials/day3/day3_review_intelligence_lab.ipynb · 1차시</a:t>
            </a:r>
          </a:p>
          <a:p xmlns:a="http://schemas.openxmlformats.org/drawingml/2006/main">
            <a:r>
              <a:t>- local:labs/day3/review_copilot/contracts.py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강사가 먼저 정책 JSON 생성, 필수 finding field 확인, automatic_publish=false 확인 순서로 실행합니다. 화면의 성공 상태와 외부 서비스 변경 차단을 확인한 뒤 같은 경로를 직접 재현합니다.</a:t>
            </a:r>
          </a:p>
          <a:p xmlns:a="http://schemas.openxmlformats.org/drawingml/2006/main">
            <a:r>
              <a:t>- 수강생 활동: 입력·실행·결과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local:assets/demo-videos/day3_overview.png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01_review_contract.json에서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local:output/course-labs/day3-v2/01_review_contract.json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1차시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Review Contract 작업은 분석, 계획, 실행, Review의 네 Turn으로 나눕니다. labs/day3/review_copilot/contracts.py의 영향 범위와 01_review_contract.json 생성 여부를 함께 확인합니다.</a:t>
            </a:r>
          </a:p>
          <a:p xmlns:a="http://schemas.openxmlformats.org/drawingml/2006/main">
            <a:r>
              <a:t>- 수강생 활동: Codex가 제안한 영향 파일·Test와 01_review_contract.json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Notebook 1차시 Cell 실행 → focus·ignored 항목 비교 → 01_review_contract.json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local:materials/day3/day3_review_intelligence_lab.ipynb · 1차시</a:t>
            </a:r>
          </a:p>
          <a:p xmlns:a="http://schemas.openxmlformats.org/drawingml/2006/main">
            <a:r>
              <a:t>- local:labs/day3/review_copilot/contracts.py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automatic_publish=true 입력 시도 → Contract 오류 확인 → 원래 정책으로 복구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local:materials/day3/day3_review_intelligence_lab.ipynb · 1차시</a:t>
            </a:r>
          </a:p>
          <a:p xmlns:a="http://schemas.openxmlformats.org/drawingml/2006/main">
            <a:r>
              <a:t>- local:labs/day3/review_copilot/contracts.py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Severity 변경 → 팀의 P1 기준 한 줄 수정 → 잘못된 severity 입력 → Contract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1차시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리뷰의 위치를 추측하지 않고 Unified Diff의 hunk 정보로 변경 후 line을 계산하는 parser을 다룹니다. 마지막에는 02_parsed_diff.json을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리뷰의 위치를 추측하지 않고 Unified Diff의 hunk 정보로 변경 후 line을 계산하는 parser입니다. 이 기준이 없으면 파일 header와 코드의 + 기호를 같은 것으로 처리한다.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02_parsed_diff.json까지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local:materials/day3/day3_review_intelligence_lab.ipynb · 2차시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강사가 먼저 meeting_export_pr.diff 로드, 추가된 7~12번 줄 복원, 경로 이탈 입력 차단 순서로 실행합니다. 화면의 성공 상태와 외부 서비스 변경 차단을 확인한 뒤 같은 경로를 직접 재현합니다.</a:t>
            </a:r>
          </a:p>
          <a:p xmlns:a="http://schemas.openxmlformats.org/drawingml/2006/main">
            <a:r>
              <a:t>- 수강생 활동: 입력·실행·결과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local:assets/demo-videos/day3_pipeline.png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02_parsed_diff.json에서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local:output/course-labs/day3-v2/02_parsed_diff.json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2차시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Diff Parser 작업은 분석, 계획, 실행, Review의 네 Turn으로 나눕니다. labs/day3/review_copilot/diff_parser.py의 영향 범위와 02_parsed_diff.json 생성 여부를 함께 확인합니다.</a:t>
            </a:r>
          </a:p>
          <a:p xmlns:a="http://schemas.openxmlformats.org/drawingml/2006/main">
            <a:r>
              <a:t>- 수강생 활동: Codex가 제안한 영향 파일·Test와 02_parsed_diff.json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learner_added_line_map 직접 작성 → 두 Hunk의 2·12번 line 계산 → 정본 Parser와 결과 대조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local:materials/day3/day3_review_intelligence_lab.ipynb · 2차시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../secret.txt diff 입력 → DIFF_PATH_BLOCKED 확인 → 02_parsed_diff.json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local:materials/day3/day3_review_intelligence_lab.ipynb · 2차시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Hunk 변형 → 새 파일 diff 한 건 추가 → ../ 경로 diff → Line Mapping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2차시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저장소 전체가 아니라 변경 파일·가까운 test·업무 정책만 골라 정확도와 비용을 함께 관리하는 context을 다룹니다. 마지막에는 03_context_pack.json을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저장소 전체가 아니라 변경 파일·가까운 test·업무 정책만 골라 정확도와 비용을 함께 관리하는 context입니다. 이 기준이 없으면 비밀키·대용량 로그·무관한 output까지 context에 넣는다.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03_context_pack.json까지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local:materials/day3/day3_review_intelligence_lab.ipynb · 3차시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- local:labs/day3/review_copilot/workspace.py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강사가 먼저 parsed diff 입력, test_candidates 연결, excluded_data 확인 순서로 실행합니다. 화면의 성공 상태와 외부 서비스 변경 차단을 확인한 뒤 같은 경로를 직접 재현합니다.</a:t>
            </a:r>
          </a:p>
          <a:p xmlns:a="http://schemas.openxmlformats.org/drawingml/2006/main">
            <a:r>
              <a:t>- 수강생 활동: 입력·실행·결과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local:assets/screenshots/vscode-repo-workspace-local.png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03_context_pack.json에서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local:output/course-labs/day3-v2/03_context_pack.json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3차시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Context Builder 작업은 분석, 계획, 실행, Review의 네 Turn으로 나눕니다. labs/day3/review_copilot/context_builder.py의 영향 범위와 03_context_pack.json 생성 여부를 함께 확인합니다.</a:t>
            </a:r>
          </a:p>
          <a:p xmlns:a="http://schemas.openxmlformats.org/drawingml/2006/main">
            <a:r>
              <a:t>- 수강생 활동: Codex가 제안한 영향 파일·Test와 03_context_pack.json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learner_public_context 직접 작성 → 허용 field·실제 test 확인 → 03_context_pack.json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local:materials/day3/day3_review_intelligence_lab.ipynb · 3차시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- local:labs/day3/review_copilot/workspace.py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.env를 context 후보에 추가 → 민감 경로 제외 확인 → excluded_data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local:materials/day3/day3_review_intelligence_lab.ipynb · 3차시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- local:labs/day3/review_copilot/workspace.py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Budget 축소 → max_bytes를 20으로 설정 → private_* field 추가 → CONTEXT_BUDGET_EXCEEDED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3차시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모델 호출을 하나의 adapter 뒤에 두고 실제 사용 모델·fallback 이유를 결과에 남기는 실행 구조을 다룹니다. 마지막에는 04_candidate_review.json을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모델 호출을 하나의 adapter 뒤에 두고 실제 사용 모델·fallback 이유를 결과에 남기는 실행 구조입니다. 이 기준이 없으면 schema 오류가 raw traceback으로 notebook을 끝낸다.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04_candidate_review.json까지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local:materials/day3/day3_review_intelligence_lab.ipynb · 4차시</a:t>
            </a:r>
          </a:p>
          <a:p xmlns:a="http://schemas.openxmlformats.org/drawingml/2006/main">
            <a:r>
              <a:t>- local:03_context_pack.json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Fixture, Ollama, OpenAI는 결과 계약이 같고 실행 조건만 다릅니다. 실제 사용 경로와 fallback 이유를 숨기지 않습니다.</a:t>
            </a:r>
          </a:p>
          <a:p xmlns:a="http://schemas.openxmlformats.org/drawingml/2006/main">
            <a:r>
              <a:t>- 수강생 활동: 자신의 실행 경로 한 행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04_candidate_review.json에서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local:output/course-labs/day3-v2/04_candidate_review.json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4차시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Provider Adapter 작업은 분석, 계획, 실행, Review의 네 Turn으로 나눕니다. 03_context_pack.json의 영향 범위와 04_candidate_review.json 생성 여부를 함께 확인합니다.</a:t>
            </a:r>
          </a:p>
          <a:p xmlns:a="http://schemas.openxmlformats.org/drawingml/2006/main">
            <a:r>
              <a:t>- 수강생 활동: Codex가 제안한 영향 파일·Test와 04_candidate_review.json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Notebook 4차시 Cell 실행 → fixture candidate 2건 확인 → 04_candidate_review.json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local:materials/day3/day3_review_intelligence_lab.ipynb · 4차시</a:t>
            </a:r>
          </a:p>
          <a:p xmlns:a="http://schemas.openxmlformats.org/drawingml/2006/main">
            <a:r>
              <a:t>- local:03_context_pack.json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실패 provider 주입 → fallback_reason 확인 → Live 전용 평가 없으면 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local:materials/day3/day3_review_intelligence_lab.ipynb · 4차시</a:t>
            </a:r>
          </a:p>
          <a:p xmlns:a="http://schemas.openxmlformats.org/drawingml/2006/main">
            <a:r>
              <a:t>- local:03_context_pack.json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Provider 실패 → UnavailableReviewProvider 주입 → allow_fallback=false → provenance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4차시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빠르고 안정적인 rule과 맥락을 읽는 모델 후보를 합치되 변경 라인 근거가 없는 결과는 버리는 review engine을 다룹니다. 마지막에는 05_hybrid_review.json을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빠르고 안정적인 rule과 맥락을 읽는 모델 후보를 합치되 변경 라인 근거가 없는 결과는 버리는 review engine입니다. 이 기준이 없으면 LLM이 존재하지 않는 runtime 결과를 근거로 finding을 만든다.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05_hybrid_review.json까지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local:materials/day3/day3_review_intelligence_lab.ipynb · 5차시</a:t>
            </a:r>
          </a:p>
          <a:p xmlns:a="http://schemas.openxmlformats.org/drawingml/2006/main">
            <a:r>
              <a:t>- local:02_parsed_diff.json · 04_candidate_review.json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Rule과 모델 후보를 합친 뒤, 같은 finding은 한 건만 남기고 diff에 없는 line 999는 제외합니다.</a:t>
            </a:r>
          </a:p>
          <a:p xmlns:a="http://schemas.openxmlformats.org/drawingml/2006/main">
            <a:r>
              <a:t>- 수강생 활동: 유지·중복 제거·제외 기준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05_hybrid_review.json에서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local:output/course-labs/day3-v2/05_hybrid_review.json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5차시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Review Engine 작업은 분석, 계획, 실행, Review의 네 Turn으로 나눕니다. 02_parsed_diff.json · 04_candidate_review.json의 영향 범위와 05_hybrid_review.json 생성 여부를 함께 확인합니다.</a:t>
            </a:r>
          </a:p>
          <a:p xmlns:a="http://schemas.openxmlformats.org/drawingml/2006/main">
            <a:r>
              <a:t>- 수강생 활동: Codex가 제안한 영향 파일·Test와 05_hybrid_review.json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learner_grounded_candidates 작성 → Rule·Candidate 결합 확인 → 05_hybrid_review.json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local:materials/day3/day3_review_intelligence_lab.ipynb · 5차시</a:t>
            </a:r>
          </a:p>
          <a:p xmlns:a="http://schemas.openxmlformats.org/drawingml/2006/main">
            <a:r>
              <a:t>- local:02_parsed_diff.json · 04_candidate_review.json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line=999·중복 후보 투입 → 1건만 유지 확인 → Evidence Test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local:materials/day3/day3_review_intelligence_lab.ipynb · 5차시</a:t>
            </a:r>
          </a:p>
          <a:p xmlns:a="http://schemas.openxmlformats.org/drawingml/2006/main">
            <a:r>
              <a:t>- local:02_parsed_diff.json · 04_candidate_review.json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후보 중복 → 같은 path·line·rule_id 두 번 입력 → line=999 후보 → 3개 finding 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5차시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AI 초안을 바로 게시하지 않고 근거를 본 사람이 승인·수정·거절한 뒤 다음 상태를 결정하는 workflow을 다룹니다. 마지막에는 06_human_review.json을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AI 초안을 바로 게시하지 않고 근거를 본 사람이 승인·수정·거절한 뒤 다음 상태를 결정하는 workflow입니다. 이 기준이 없으면 실행하지 않은 test를 passed라고 prompt에 써 둔다.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06_human_review.json까지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local:materials/day3/day3_review_intelligence_lab.ipynb · 6차시</a:t>
            </a:r>
          </a:p>
          <a:p xmlns:a="http://schemas.openxmlformats.org/drawingml/2006/main">
            <a:r>
              <a:t>- local:labs/day3/review_copilot/workflow.py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강사가 먼저 thread_id로 graph 시작, interrupt payload 확인, approve 뒤 DRY_RUN_READY 순서로 실행합니다. 화면의 성공 상태와 외부 서비스 변경 차단을 확인한 뒤 같은 경로를 직접 재현합니다.</a:t>
            </a:r>
          </a:p>
          <a:p xmlns:a="http://schemas.openxmlformats.org/drawingml/2006/main">
            <a:r>
              <a:t>- 수강생 활동: 입력·실행·결과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local:assets/screenshots/langgraph-interrupt-demo-local.png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06_human_review.json에서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local:output/course-labs/day3-v2/06_human_review.json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6차시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Human Review 작업은 분석, 계획, 실행, Review의 네 Turn으로 나눕니다. labs/day3/review_copilot/workflow.py의 영향 범위와 06_human_review.json 생성 여부를 함께 확인합니다.</a:t>
            </a:r>
          </a:p>
          <a:p xmlns:a="http://schemas.openxmlformats.org/drawingml/2006/main">
            <a:r>
              <a:t>- 수강생 활동: Codex가 제안한 영향 파일·Test와 06_human_review.json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Start Cell·interrupt 확인 → REVIEW_DECISION 한 번 선택 → 06_human_review.json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local:materials/day3/day3_review_intelligence_lab.ipynb · 6차시</a:t>
            </a:r>
          </a:p>
          <a:p xmlns:a="http://schemas.openxmlformats.org/drawingml/2006/main">
            <a:r>
              <a:t>- local:labs/day3/review_copilot/workflow.py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Edit·Reject는 새 thread 사용 → 8차시 Gate까지 결정 전달 → reject=HOLD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local:materials/day3/day3_review_intelligence_lab.ipynb · 6차시</a:t>
            </a:r>
          </a:p>
          <a:p xmlns:a="http://schemas.openxmlformats.org/drawingml/2006/main">
            <a:r>
              <a:t>- local:labs/day3/review_copilot/workflow.py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사람 수정 → Edit로 finding 문구 변경 → 알 수 없는 decision → 세 terminal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6차시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리뷰 개수나 말투가 아니라 합의된 8개 case의 precision·recall·F1과 실패 Case로 release를 판단하는 평가을 다룹니다. 마지막에는 07_evaluation.json을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리뷰 개수나 말투가 아니라 합의된 8개 case의 precision·recall·F1과 실패 Case로 release를 판단하는 평가입니다. 이 기준이 없으면 제목 문구가 조금 달라졌다고 같은 finding을 다른 것으로 센다.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07_evaluation.json까지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- local:materials/day3/day3_review_intelligence_lab.ipynb · 7차시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8개 case와 예상 실패까지 모두 통과했습니다. 많이 지적하는 것이 아니라 FP와 FN을 함께 줄이는 것이 목표입니다.</a:t>
            </a:r>
          </a:p>
          <a:p xmlns:a="http://schemas.openxmlformats.org/drawingml/2006/main">
            <a:r>
              <a:t>- 수강생 활동: TP·FP·FN과 READY 기준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07_evaluation.json에서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local:output/course-labs/day3-v2/07_evaluation.json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7차시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Offline Evaluation 작업은 분석, 계획, 실행, Review의 네 Turn으로 나눕니다. labs/day3/review_copilot/evaluation.py의 영향 범위와 07_evaluation.json 생성 여부를 함께 확인합니다.</a:t>
            </a:r>
          </a:p>
          <a:p xmlns:a="http://schemas.openxmlformats.org/drawingml/2006/main">
            <a:r>
              <a:t>- 수강생 활동: Codex가 제안한 영향 파일·Test와 07_evaluation.json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learner_review_metrics 직접 작성 → 정본 지표와 대조 → 07_evaluation.json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- local:materials/day3/day3_review_intelligence_lab.ipynb · 7차시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TP=7·FP=1·FN=1 입력 → F1=0.875 계산 → HOLD 기준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- local:materials/day3/day3_review_intelligence_lab.ipynb · 7차시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지표 미달 → TP=7·FP=1·FN=1 입력 → safe-negative finding 가정 → F1=0.875·HOLD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7차시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이번 차시는 로컬 분석·사람 검토·Golden 평가를 evidence로 묶고, 선택한 branch만 Draft PR과 읽기 전용 CI로 연결하는 release 절차을 다룹니다. 마지막에는 08_release_evidence.json을 직접 확인합니다.</a:t>
            </a:r>
          </a:p>
          <a:p xmlns:a="http://schemas.openxmlformats.org/drawingml/2006/main">
            <a:r>
              <a:t>- 수강생 활동: 차시 종료 시 남길 파일과 Test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핵심은 로컬 분석·사람 검토·Golden 평가를 evidence로 묶고, 선택한 branch만 Draft PR과 읽기 전용 CI로 연결하는 release 절차입니다. 이 기준이 없으면 점수를 올리려고 기존 assertion이나 policy를 약화한다.</a:t>
            </a:r>
          </a:p>
          <a:p xmlns:a="http://schemas.openxmlformats.org/drawingml/2006/main">
            <a:r>
              <a:t>- 수강생 활동: 현재 업무에서 비슷한 문제 한 가지 메모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용어를 외우기보다 실제 코드의 어느 부분과 연결되는지 함께 보겠습니다.</a:t>
            </a:r>
          </a:p>
          <a:p xmlns:a="http://schemas.openxmlformats.org/drawingml/2006/main">
            <a:r>
              <a:t>- 수강생 활동: 각 용어와 File Role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입력에서 08_release_evidence.json까지 흐름을 왼쪽부터 읽습니다. 모델이 필요한 단계와 코드로 고정할 단계를 구분해 보세요.</a:t>
            </a:r>
          </a:p>
          <a:p xmlns:a="http://schemas.openxmlformats.org/drawingml/2006/main">
            <a:r>
              <a:t>- 수강생 활동: 모델 판단이 필요한 Node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무조건 상위 모델을 쓰는 대신, 입력과 반복성, 권한을 기준으로 선택합니다.</a:t>
            </a:r>
          </a:p>
          <a:p xmlns:a="http://schemas.openxmlformats.org/drawingml/2006/main">
            <a:r>
              <a:t>- 수강생 활동: 자신의 업무 상황을 표의 한 행에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PPT를 다시 볼 때는 이 장표가 시작점입니다. 읽을 파일, 실행할 파일, 수정할 코드, 확인할 Test를 구분합니다.</a:t>
            </a:r>
          </a:p>
          <a:p xmlns:a="http://schemas.openxmlformats.org/drawingml/2006/main">
            <a:r>
              <a:t>- 수강생 활동: 네 경로를 VS Code에서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local:labs/day3/review_copilot/web_app.py</a:t>
            </a:r>
          </a:p>
          <a:p xmlns:a="http://schemas.openxmlformats.org/drawingml/2006/main">
            <a:r>
              <a:t>- local:http://127.0.0.1:8765</a:t>
            </a:r>
          </a:p>
          <a:p xmlns:a="http://schemas.openxmlformats.org/drawingml/2006/main">
            <a:r>
              <a:t>- local:.github/pull_request_template.md · day3-pr-quality.yml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강사가 먼저 분석 · 전체 유지, APPROVED·Golden 8/8, GitHub DRY_RUN_READY 순서로 실행합니다. 화면의 성공 상태와 외부 서비스 변경 차단을 확인한 뒤 같은 경로를 직접 재현합니다.</a:t>
            </a:r>
          </a:p>
          <a:p xmlns:a="http://schemas.openxmlformats.org/drawingml/2006/main">
            <a:r>
              <a:t>- 수강생 활동: 입력·실행·결과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local:assets/screenshots/day3-review-copilot-local.png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Demo는 입력, 실행, 기대 결과, 예상 오류의 네 화면만 봅니다. 이후 같은 경로를 직접 재현합니다.</a:t>
            </a:r>
          </a:p>
          <a:p xmlns:a="http://schemas.openxmlformats.org/drawingml/2006/main">
            <a:r>
              <a:t>- 수강생 활동: 자신의 화면에서 같은 File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1분</a:t>
            </a:r>
          </a:p>
          <a:p xmlns:a="http://schemas.openxmlformats.org/drawingml/2006/main">
            <a:r>
              <a:t>- 핵심 발화: 명령을 복사하기 전에 Terminal의 현재 폴더와 활성 Python 환경부터 확인합니다.</a:t>
            </a:r>
          </a:p>
          <a:p xmlns:a="http://schemas.openxmlformats.org/drawingml/2006/main">
            <a:r>
              <a:t>- 수강생 활동: 명령 복사·실행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왼쪽은 저장된 결과 파일에서 계산한 검증 요약입니다. 오른쪽 네 항목을 확인하고 원본 구조는 Notebook에서 검색합니다.</a:t>
            </a:r>
          </a:p>
          <a:p xmlns:a="http://schemas.openxmlformats.org/drawingml/2006/main">
            <a:r>
              <a:t>- 수강생 활동: 자신의 08_release_evidence.json에서 네 Field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local:output/course-labs/day3-v2/08_release_evidence.json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화면의 코드는 실행 Cell의 핵심 13줄입니다. 전체 Cell은 Notebook에서 실행하고, PPT에서는 변수와 출력 위치만 확인합니다.</a:t>
            </a:r>
          </a:p>
          <a:p xmlns:a="http://schemas.openxmlformats.org/drawingml/2006/main">
            <a:r>
              <a:t>- 수강생 활동: Notebook 8차시 Cell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Codex에는 ‘알아서 만들어줘’ 대신 Goal, Allowed, Test, Do not을 한 번에 전달합니다.</a:t>
            </a:r>
          </a:p>
          <a:p xmlns:a="http://schemas.openxmlformats.org/drawingml/2006/main">
            <a:r>
              <a:t>- 수강생 활동: 표의 오른쪽 내용을 자신의 Codex Task에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Release Evidence 작업은 분석, 계획, 실행, Review의 네 Turn으로 나눕니다. .github/pull_request_template.md · day3-pr-quality.yml의 영향 범위와 08_release_evidence.json 생성 여부를 함께 확인합니다.</a:t>
            </a:r>
          </a:p>
          <a:p xmlns:a="http://schemas.openxmlformats.org/drawingml/2006/main">
            <a:r>
              <a:t>- 수강생 활동: Codex가 제안한 영향 파일·Test와 08_release_evidence.json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local:materials/day3/2026_Day3_수강생_실습가이드.md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web server 실행 → 127.0.0.1:8765 접속 → 분석 · 전체 유지 후 JSON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local:labs/day3/review_copilot/web_app.py</a:t>
            </a:r>
          </a:p>
          <a:p xmlns:a="http://schemas.openxmlformats.org/drawingml/2006/main">
            <a:r>
              <a:t>- local:http://127.0.0.1:8765</a:t>
            </a:r>
          </a:p>
          <a:p xmlns:a="http://schemas.openxmlformats.org/drawingml/2006/main">
            <a:r>
              <a:t>- local:.github/pull_request_template.md · day3-pr-quality.yml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6분</a:t>
            </a:r>
          </a:p>
          <a:p xmlns:a="http://schemas.openxmlformats.org/drawingml/2006/main">
            <a:r>
              <a:t>- 핵심 발화: 이제 설명을 멈추고 화면의 세 단계를 직접 실행합니다. 막히면 오류 첫 줄과 현재 단계 번호만 확인합니다.</a:t>
            </a:r>
          </a:p>
          <a:p xmlns:a="http://schemas.openxmlformats.org/drawingml/2006/main">
            <a:r>
              <a:t>- 수강생 활동: 개인 branch·focused commit → Draft PR 템플릿 작성 → Checks와 사람 reviewer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local:labs/day3/review_copilot/web_app.py</a:t>
            </a:r>
          </a:p>
          <a:p xmlns:a="http://schemas.openxmlformats.org/drawingml/2006/main">
            <a:r>
              <a:t>- local:http://127.0.0.1:8765</a:t>
            </a:r>
          </a:p>
          <a:p xmlns:a="http://schemas.openxmlformats.org/drawingml/2006/main">
            <a:r>
              <a:t>- local:.github/pull_request_template.md · day3-pr-quality.yml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3분</a:t>
            </a:r>
          </a:p>
          <a:p xmlns:a="http://schemas.openxmlformats.org/drawingml/2006/main">
            <a:r>
              <a:t>- 핵심 발화: 오류는 수업 실패가 아니라 예상된 제품 상태입니다. Happy Path와 Expected Error를 모두 재현해야 완료입니다.</a:t>
            </a:r>
          </a:p>
          <a:p xmlns:a="http://schemas.openxmlformats.org/drawingml/2006/main">
            <a:r>
              <a:t>- 수강생 활동: 두 Case의 Test 결과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복구는 다시 설치부터 시작하지 않습니다. 입력, 설정, 실행 위치, 결과 Field 순서로 좁혀갑니다.</a:t>
            </a:r>
          </a:p>
          <a:p xmlns:a="http://schemas.openxmlformats.org/drawingml/2006/main">
            <a:r>
              <a:t>- 수강생 활동: 현재 오류를 네 단계 중 하나로 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재직자는 업무 개선 근거, 구직자는 재현 가능한 제작 근거를 중심으로 같은 결과를 설명합니다.</a:t>
            </a:r>
          </a:p>
          <a:p xmlns:a="http://schemas.openxmlformats.org/drawingml/2006/main">
            <a:r>
              <a:t>- 수강생 활동: 자신에게 맞는 한 열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기본 예시를 그대로 반복하지 않고 값 한 개만 바꿔 제품의 허용 범위를 확인합니다. 결과를 비교한 뒤 원본 상태로 복구합니다.</a:t>
            </a:r>
          </a:p>
          <a:p xmlns:a="http://schemas.openxmlformats.org/drawingml/2006/main">
            <a:r>
              <a:t>- 수강생 활동: PR Contract → Review focus를 비운 Draft PR → .env 변경 경로 → 안정 error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세 항목이 모두 확인되면 8차시 완료입니다. 결과 파일은 다음 차시의 입력으로 이어집니다.</a:t>
            </a:r>
          </a:p>
          <a:p xmlns:a="http://schemas.openxmlformats.org/drawingml/2006/main">
            <a:r>
              <a:t>- 수강생 활동: 세 항목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오늘의 산출물은 발표 자료가 아니라 다시 실행할 수 있는 JSON, Notebook, App 결과입니다.</a:t>
            </a:r>
          </a:p>
          <a:p xmlns:a="http://schemas.openxmlformats.org/drawingml/2006/main">
            <a:r>
              <a:t>- 수강생 활동: 누락 결과 파일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- local:labs/day3/review_copilot/fixtures/meeting_export_pr.diff</a:t>
            </a:r>
          </a:p>
          <a:p xmlns:a="http://schemas.openxmlformats.org/drawingml/2006/main">
            <a:r>
              <a:t>- local:labs/day3/review_copilot/diff_parser.py</a:t>
            </a:r>
          </a:p>
          <a:p xmlns:a="http://schemas.openxmlformats.org/drawingml/2006/main">
            <a:r>
              <a:t>- local:labs/day3/review_copilot/context_builder.py</a:t>
            </a:r>
          </a:p>
          <a:p xmlns:a="http://schemas.openxmlformats.org/drawingml/2006/main">
            <a:r>
              <a:t>- local:labs/day3/review_copilot/providers.py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오늘의 산출물은 발표 자료가 아니라 다시 실행할 수 있는 JSON, Notebook, App 결과입니다.</a:t>
            </a:r>
          </a:p>
          <a:p xmlns:a="http://schemas.openxmlformats.org/drawingml/2006/main">
            <a:r>
              <a:t>- 수강생 활동: 누락 결과 파일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local:labs/day3/review_copilot/review_engine.py</a:t>
            </a:r>
          </a:p>
          <a:p xmlns:a="http://schemas.openxmlformats.org/drawingml/2006/main">
            <a:r>
              <a:t>- local:tests/test_day3_review_copilot.py</a:t>
            </a:r>
          </a:p>
          <a:p xmlns:a="http://schemas.openxmlformats.org/drawingml/2006/main">
            <a:r>
              <a:t>- local:labs/day3/review_copilot/human_review.py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local:labs/day3/review_copilot/evaluation.py</a:t>
            </a:r>
          </a:p>
          <a:p xmlns:a="http://schemas.openxmlformats.org/drawingml/2006/main">
            <a:r>
              <a:t>- local:labs/day3/review_copilot/fixtures/golden_findings.json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PPT의 요약보다 자세한 내용이 필요할 때는 공식 문서와 LangGraph 영상으로 확장합니다.</a:t>
            </a:r>
          </a:p>
          <a:p xmlns:a="http://schemas.openxmlformats.org/drawingml/2006/main">
            <a:r>
              <a:t>- 수강생 활동: 복습 링크 한 개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local:labs/day3/review_copilot/README.md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- https://docs.github.com/en/pull-requests</a:t>
            </a:r>
          </a:p>
          <a:p xmlns:a="http://schemas.openxmlformats.org/drawingml/2006/main">
            <a:r>
              <a:t>- https://docs.github.com/en/actions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2분</a:t>
            </a:r>
          </a:p>
          <a:p xmlns:a="http://schemas.openxmlformats.org/drawingml/2006/main">
            <a:r>
              <a:t>- 핵심 발화: 수업 후 전체를 다시 실행할 때는 여섯 단계만 기억하면 됩니다. 각 단계의 세부 정보는 차시별 Replay 장표에 있습니다.</a:t>
            </a:r>
          </a:p>
          <a:p xmlns:a="http://schemas.openxmlformats.org/drawingml/2006/main">
            <a:r>
              <a:t>- 수강생 활동: 재실행 시작 시점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local:materials/day3/day3_review_intelligence_lab.ipynb</a:t>
            </a:r>
          </a:p>
          <a:p xmlns:a="http://schemas.openxmlformats.org/drawingml/2006/main">
            <a:r>
              <a:t>- local:materials/day3/GitHub_PR_자동화_런북.md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[강사용 진행]</a:t>
            </a:r>
          </a:p>
          <a:p xmlns:a="http://schemas.openxmlformats.org/drawingml/2006/main">
            <a:r>
              <a:t>- 권장 시간: 22분</a:t>
            </a:r>
          </a:p>
          <a:p xmlns:a="http://schemas.openxmlformats.org/drawingml/2006/main">
            <a:r>
              <a:t>- 핵심 발화: 질문은 차시 번호, 명령, 오류 첫 줄, 기대 결과의 네 항목으로 받습니다. 공통 오류부터 화면으로 복구합니다.</a:t>
            </a:r>
          </a:p>
          <a:p xmlns:a="http://schemas.openxmlformats.org/drawingml/2006/main">
            <a:r>
              <a:t>- 수강생 활동: 질문 또는 Exit Check 제출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local:materials/day3/2026_Day3_강사용_상세교안.md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c6fb530b9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e3795d7764c54" /><Relationship Type="http://schemas.openxmlformats.org/officeDocument/2006/relationships/slideLayout" Target="/ppt/slideLayouts/slideLayout1.xml" Id="Reabdd7cae91d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bdd7cae91d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27ea950db4199" /><Relationship Type="http://schemas.openxmlformats.org/officeDocument/2006/relationships/notesSlide" Target="/ppt/notesSlides/notesSlide1.xml" Id="Rfbab38c48ba94c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7451bdb394b0e" /><Relationship Type="http://schemas.openxmlformats.org/officeDocument/2006/relationships/image" Target="/ppt/media/image.gif" Id="R25b7421f5ff34913" /><Relationship Type="http://schemas.openxmlformats.org/officeDocument/2006/relationships/notesSlide" Target="/ppt/notesSlides/notesSlide2.xml" Id="R20c329e07169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acf0d9f8d4eac" /><Relationship Type="http://schemas.openxmlformats.org/officeDocument/2006/relationships/image" Target="/ppt/media/image.jpeg" Id="Rf7253c8df92d4e9e" /><Relationship Type="http://schemas.openxmlformats.org/officeDocument/2006/relationships/notesSlide" Target="/ppt/notesSlides/notesSlide3.xml" Id="R7a1b4287404942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53304cf3b48dc" /><Relationship Type="http://schemas.openxmlformats.org/officeDocument/2006/relationships/notesSlide" Target="/ppt/notesSlides/notesSlide4.xml" Id="R36d6283cdbb945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e8b3940864dcb" /><Relationship Type="http://schemas.openxmlformats.org/officeDocument/2006/relationships/notesSlide" Target="/ppt/notesSlides/notesSlide5.xml" Id="R0627bdcd2b6341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d0fb35a1c4797" /><Relationship Type="http://schemas.openxmlformats.org/officeDocument/2006/relationships/notesSlide" Target="/ppt/notesSlides/notesSlide6.xml" Id="Re107eacbd0fe4d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5900876b4b00" /><Relationship Type="http://schemas.openxmlformats.org/officeDocument/2006/relationships/notesSlide" Target="/ppt/notesSlides/notesSlide7.xml" Id="R4db24afbf860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58d1e80914ddd" /><Relationship Type="http://schemas.openxmlformats.org/officeDocument/2006/relationships/notesSlide" Target="/ppt/notesSlides/notesSlide8.xml" Id="R9431ea41f9e34d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2b5754b0d4c60" /><Relationship Type="http://schemas.openxmlformats.org/officeDocument/2006/relationships/notesSlide" Target="/ppt/notesSlides/notesSlide9.xml" Id="R1257826f026940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6b0ac52f43d7" /><Relationship Type="http://schemas.openxmlformats.org/officeDocument/2006/relationships/notesSlide" Target="/ppt/notesSlides/notesSlide10.xml" Id="Rc756e581a09545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d99e60ed4221" /><Relationship Type="http://schemas.openxmlformats.org/officeDocument/2006/relationships/notesSlide" Target="/ppt/notesSlides/notesSlide11.xml" Id="Rc2b1110be22342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380add3f241f8" /><Relationship Type="http://schemas.openxmlformats.org/officeDocument/2006/relationships/notesSlide" Target="/ppt/notesSlides/notesSlide12.xml" Id="R344008a5e53a41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20c178b6d49cf" /><Relationship Type="http://schemas.openxmlformats.org/officeDocument/2006/relationships/notesSlide" Target="/ppt/notesSlides/notesSlide13.xml" Id="R34ab8fd1ff9445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1c2476c214812" /><Relationship Type="http://schemas.openxmlformats.org/officeDocument/2006/relationships/notesSlide" Target="/ppt/notesSlides/notesSlide14.xml" Id="Rfef0af83ee9f4d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770e21f348b1" /><Relationship Type="http://schemas.openxmlformats.org/officeDocument/2006/relationships/notesSlide" Target="/ppt/notesSlides/notesSlide15.xml" Id="R2b3110dd93164a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7d86976e54b6b" /><Relationship Type="http://schemas.openxmlformats.org/officeDocument/2006/relationships/notesSlide" Target="/ppt/notesSlides/notesSlide16.xml" Id="Rd54c1a5f1f584c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47377245f4e51" /><Relationship Type="http://schemas.openxmlformats.org/officeDocument/2006/relationships/notesSlide" Target="/ppt/notesSlides/notesSlide17.xml" Id="Re7ed5f275f474b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d3b70c9d746f4" /><Relationship Type="http://schemas.openxmlformats.org/officeDocument/2006/relationships/image" Target="/ppt/media/image2.jpeg" Id="Rbd3cec4a7b8c4653" /><Relationship Type="http://schemas.openxmlformats.org/officeDocument/2006/relationships/notesSlide" Target="/ppt/notesSlides/notesSlide18.xml" Id="Rb17e97b9b19d45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19dba9fa94b35" /><Relationship Type="http://schemas.openxmlformats.org/officeDocument/2006/relationships/notesSlide" Target="/ppt/notesSlides/notesSlide19.xml" Id="R21089e1f4aa34c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14a5fb0644f12" /><Relationship Type="http://schemas.openxmlformats.org/officeDocument/2006/relationships/notesSlide" Target="/ppt/notesSlides/notesSlide20.xml" Id="Rd08be59b213b4c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ee32af38a48df" /><Relationship Type="http://schemas.openxmlformats.org/officeDocument/2006/relationships/notesSlide" Target="/ppt/notesSlides/notesSlide21.xml" Id="Recf3798bbe9b46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ce250e8284d40" /><Relationship Type="http://schemas.openxmlformats.org/officeDocument/2006/relationships/notesSlide" Target="/ppt/notesSlides/notesSlide22.xml" Id="R9ea063f3b15f46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d5d1cc76949cf" /><Relationship Type="http://schemas.openxmlformats.org/officeDocument/2006/relationships/notesSlide" Target="/ppt/notesSlides/notesSlide23.xml" Id="R2089850cae3b42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91b43d1a84288" /><Relationship Type="http://schemas.openxmlformats.org/officeDocument/2006/relationships/notesSlide" Target="/ppt/notesSlides/notesSlide24.xml" Id="R54bb0d9375974e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280c0007c487e" /><Relationship Type="http://schemas.openxmlformats.org/officeDocument/2006/relationships/notesSlide" Target="/ppt/notesSlides/notesSlide25.xml" Id="R840d2d7caed844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55b25b1804fc0" /><Relationship Type="http://schemas.openxmlformats.org/officeDocument/2006/relationships/notesSlide" Target="/ppt/notesSlides/notesSlide26.xml" Id="R2bcf343e99fb465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63133be184c37" /><Relationship Type="http://schemas.openxmlformats.org/officeDocument/2006/relationships/notesSlide" Target="/ppt/notesSlides/notesSlide27.xml" Id="R07923ceb685a4f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d367bac2348ff" /><Relationship Type="http://schemas.openxmlformats.org/officeDocument/2006/relationships/notesSlide" Target="/ppt/notesSlides/notesSlide28.xml" Id="R430e0724d2d844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8ef254b324675" /><Relationship Type="http://schemas.openxmlformats.org/officeDocument/2006/relationships/notesSlide" Target="/ppt/notesSlides/notesSlide29.xml" Id="Rf33d54b535b44c6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f6a750d8c46f6" /><Relationship Type="http://schemas.openxmlformats.org/officeDocument/2006/relationships/notesSlide" Target="/ppt/notesSlides/notesSlide30.xml" Id="R854ced3f81e845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2e4fb96f9435d" /><Relationship Type="http://schemas.openxmlformats.org/officeDocument/2006/relationships/notesSlide" Target="/ppt/notesSlides/notesSlide31.xml" Id="Rc30f94c5eaf3412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d43ec54a42d4" /><Relationship Type="http://schemas.openxmlformats.org/officeDocument/2006/relationships/notesSlide" Target="/ppt/notesSlides/notesSlide32.xml" Id="R6db9416a112247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90d8807d448d3" /><Relationship Type="http://schemas.openxmlformats.org/officeDocument/2006/relationships/notesSlide" Target="/ppt/notesSlides/notesSlide33.xml" Id="Rd5dc1679725547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9c1eca8554edc" /><Relationship Type="http://schemas.openxmlformats.org/officeDocument/2006/relationships/notesSlide" Target="/ppt/notesSlides/notesSlide34.xml" Id="R01cbd3c691dd4ea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e21c2bed24729" /><Relationship Type="http://schemas.openxmlformats.org/officeDocument/2006/relationships/notesSlide" Target="/ppt/notesSlides/notesSlide35.xml" Id="R5e6d4bb21545463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20578e5264b3c" /><Relationship Type="http://schemas.openxmlformats.org/officeDocument/2006/relationships/notesSlide" Target="/ppt/notesSlides/notesSlide36.xml" Id="R39126d9eb40947d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a18080a094863" /><Relationship Type="http://schemas.openxmlformats.org/officeDocument/2006/relationships/notesSlide" Target="/ppt/notesSlides/notesSlide37.xml" Id="Rc65baaa9e1c74c9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99016a423447e" /><Relationship Type="http://schemas.openxmlformats.org/officeDocument/2006/relationships/image" Target="/ppt/media/image3.jpeg" Id="Rb14f96530d7f4c1c" /><Relationship Type="http://schemas.openxmlformats.org/officeDocument/2006/relationships/notesSlide" Target="/ppt/notesSlides/notesSlide38.xml" Id="R9b5ae27bb9a3466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a209d4d64ff0" /><Relationship Type="http://schemas.openxmlformats.org/officeDocument/2006/relationships/notesSlide" Target="/ppt/notesSlides/notesSlide39.xml" Id="Rf0ec13ca789e4e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2e9abff7e434b" /><Relationship Type="http://schemas.openxmlformats.org/officeDocument/2006/relationships/notesSlide" Target="/ppt/notesSlides/notesSlide40.xml" Id="Recf1d6b08c8d480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06d964f1a44c8" /><Relationship Type="http://schemas.openxmlformats.org/officeDocument/2006/relationships/notesSlide" Target="/ppt/notesSlides/notesSlide41.xml" Id="Rf5f768381bc84a6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a0be19f124282" /><Relationship Type="http://schemas.openxmlformats.org/officeDocument/2006/relationships/notesSlide" Target="/ppt/notesSlides/notesSlide42.xml" Id="Raf14ce41c788485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c847557284945" /><Relationship Type="http://schemas.openxmlformats.org/officeDocument/2006/relationships/notesSlide" Target="/ppt/notesSlides/notesSlide43.xml" Id="Re677630ebb1d4d3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f84182e104351" /><Relationship Type="http://schemas.openxmlformats.org/officeDocument/2006/relationships/notesSlide" Target="/ppt/notesSlides/notesSlide44.xml" Id="R0d0458aef6a94ac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664928f214490" /><Relationship Type="http://schemas.openxmlformats.org/officeDocument/2006/relationships/notesSlide" Target="/ppt/notesSlides/notesSlide45.xml" Id="R3df30d3a43a64d4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73f965a64057" /><Relationship Type="http://schemas.openxmlformats.org/officeDocument/2006/relationships/notesSlide" Target="/ppt/notesSlides/notesSlide46.xml" Id="Raf2a7f031bde406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183e0b4844d20" /><Relationship Type="http://schemas.openxmlformats.org/officeDocument/2006/relationships/notesSlide" Target="/ppt/notesSlides/notesSlide47.xml" Id="Re65f9e68f3d3424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586d5f4af4ea8" /><Relationship Type="http://schemas.openxmlformats.org/officeDocument/2006/relationships/notesSlide" Target="/ppt/notesSlides/notesSlide48.xml" Id="R41c6687f177f45c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643723ac45b0" /><Relationship Type="http://schemas.openxmlformats.org/officeDocument/2006/relationships/notesSlide" Target="/ppt/notesSlides/notesSlide49.xml" Id="Rc586583459554a5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b44b4e7d74736" /><Relationship Type="http://schemas.openxmlformats.org/officeDocument/2006/relationships/notesSlide" Target="/ppt/notesSlides/notesSlide50.xml" Id="Re38a7fd1ad674b0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b32f04ec94526" /><Relationship Type="http://schemas.openxmlformats.org/officeDocument/2006/relationships/notesSlide" Target="/ppt/notesSlides/notesSlide51.xml" Id="Rcf6e00775c4a4c6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98ea3492d489a" /><Relationship Type="http://schemas.openxmlformats.org/officeDocument/2006/relationships/notesSlide" Target="/ppt/notesSlides/notesSlide52.xml" Id="R4940b669b428489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d8e9644924dff" /><Relationship Type="http://schemas.openxmlformats.org/officeDocument/2006/relationships/notesSlide" Target="/ppt/notesSlides/notesSlide53.xml" Id="Rae128fd73c24482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81c33dd564c73" /><Relationship Type="http://schemas.openxmlformats.org/officeDocument/2006/relationships/notesSlide" Target="/ppt/notesSlides/notesSlide54.xml" Id="R5b3bea85f0264b8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f2747cc3a47db" /><Relationship Type="http://schemas.openxmlformats.org/officeDocument/2006/relationships/notesSlide" Target="/ppt/notesSlides/notesSlide55.xml" Id="R39fad2ee51584ae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d89d82e444d98" /><Relationship Type="http://schemas.openxmlformats.org/officeDocument/2006/relationships/notesSlide" Target="/ppt/notesSlides/notesSlide56.xml" Id="Rd99ae1bc61a646e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ed95f25c94e31" /><Relationship Type="http://schemas.openxmlformats.org/officeDocument/2006/relationships/notesSlide" Target="/ppt/notesSlides/notesSlide57.xml" Id="Rbe8e56fa059e422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4e68bea704bf9" /><Relationship Type="http://schemas.openxmlformats.org/officeDocument/2006/relationships/image" Target="/ppt/media/image4.jpeg" Id="Recad9771e52941a7" /><Relationship Type="http://schemas.openxmlformats.org/officeDocument/2006/relationships/notesSlide" Target="/ppt/notesSlides/notesSlide58.xml" Id="R7d65f6870ec0445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c98f3da284409" /><Relationship Type="http://schemas.openxmlformats.org/officeDocument/2006/relationships/notesSlide" Target="/ppt/notesSlides/notesSlide59.xml" Id="Re680079ee97740a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3b77927f24496" /><Relationship Type="http://schemas.openxmlformats.org/officeDocument/2006/relationships/notesSlide" Target="/ppt/notesSlides/notesSlide60.xml" Id="R1bf2bdc9d91e4a4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55419bb74970" /><Relationship Type="http://schemas.openxmlformats.org/officeDocument/2006/relationships/notesSlide" Target="/ppt/notesSlides/notesSlide61.xml" Id="Ra9e76392f2614e7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be00d268547df" /><Relationship Type="http://schemas.openxmlformats.org/officeDocument/2006/relationships/notesSlide" Target="/ppt/notesSlides/notesSlide62.xml" Id="R76ae9a8fda93482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b3f04262e44ec" /><Relationship Type="http://schemas.openxmlformats.org/officeDocument/2006/relationships/notesSlide" Target="/ppt/notesSlides/notesSlide63.xml" Id="R0a54eb95d7334a4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479edf8294e18" /><Relationship Type="http://schemas.openxmlformats.org/officeDocument/2006/relationships/notesSlide" Target="/ppt/notesSlides/notesSlide64.xml" Id="Rcf39f07e001341c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50d4a05cc41b2" /><Relationship Type="http://schemas.openxmlformats.org/officeDocument/2006/relationships/notesSlide" Target="/ppt/notesSlides/notesSlide65.xml" Id="R8d04c61e5f2a4d9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53c3a5b3f4adc" /><Relationship Type="http://schemas.openxmlformats.org/officeDocument/2006/relationships/notesSlide" Target="/ppt/notesSlides/notesSlide66.xml" Id="R83eae41cb42345d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0c21218194b73" /><Relationship Type="http://schemas.openxmlformats.org/officeDocument/2006/relationships/notesSlide" Target="/ppt/notesSlides/notesSlide67.xml" Id="R26a0628141b5430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0fad344594957" /><Relationship Type="http://schemas.openxmlformats.org/officeDocument/2006/relationships/notesSlide" Target="/ppt/notesSlides/notesSlide68.xml" Id="Rc6d7e01a35d441d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74dfb59254bbe" /><Relationship Type="http://schemas.openxmlformats.org/officeDocument/2006/relationships/notesSlide" Target="/ppt/notesSlides/notesSlide69.xml" Id="R98eed23b2e70494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717f5149e4cee" /><Relationship Type="http://schemas.openxmlformats.org/officeDocument/2006/relationships/notesSlide" Target="/ppt/notesSlides/notesSlide70.xml" Id="Re302956d3ba1443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0de25be004bf7" /><Relationship Type="http://schemas.openxmlformats.org/officeDocument/2006/relationships/notesSlide" Target="/ppt/notesSlides/notesSlide71.xml" Id="Rdfaf788a4a2345b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3030c4a724135" /><Relationship Type="http://schemas.openxmlformats.org/officeDocument/2006/relationships/notesSlide" Target="/ppt/notesSlides/notesSlide72.xml" Id="R561cc7a9460847f3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abee175e84443" /><Relationship Type="http://schemas.openxmlformats.org/officeDocument/2006/relationships/notesSlide" Target="/ppt/notesSlides/notesSlide73.xml" Id="R7ffa7b117e314fa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a9de89c5b4e46" /><Relationship Type="http://schemas.openxmlformats.org/officeDocument/2006/relationships/notesSlide" Target="/ppt/notesSlides/notesSlide74.xml" Id="R5de2ed5501ba488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28f2b5ed94dd9" /><Relationship Type="http://schemas.openxmlformats.org/officeDocument/2006/relationships/notesSlide" Target="/ppt/notesSlides/notesSlide75.xml" Id="Ref2eea5aac1a467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c50d5aa2e4a60" /><Relationship Type="http://schemas.openxmlformats.org/officeDocument/2006/relationships/notesSlide" Target="/ppt/notesSlides/notesSlide76.xml" Id="R18ff9777c1c24f9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5e1a7de264281" /><Relationship Type="http://schemas.openxmlformats.org/officeDocument/2006/relationships/notesSlide" Target="/ppt/notesSlides/notesSlide77.xml" Id="R91076323d0654c7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cd296d9604632" /><Relationship Type="http://schemas.openxmlformats.org/officeDocument/2006/relationships/notesSlide" Target="/ppt/notesSlides/notesSlide78.xml" Id="R3b0b8afc03ae4fc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f9ec776b043aa" /><Relationship Type="http://schemas.openxmlformats.org/officeDocument/2006/relationships/notesSlide" Target="/ppt/notesSlides/notesSlide79.xml" Id="R41f70cf7e1b54a40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dfdc4a87f406d" /><Relationship Type="http://schemas.openxmlformats.org/officeDocument/2006/relationships/notesSlide" Target="/ppt/notesSlides/notesSlide80.xml" Id="R0134e048d7624861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807c444374773" /><Relationship Type="http://schemas.openxmlformats.org/officeDocument/2006/relationships/notesSlide" Target="/ppt/notesSlides/notesSlide81.xml" Id="R5e37887cd03b40bf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a2ca399b548ec" /><Relationship Type="http://schemas.openxmlformats.org/officeDocument/2006/relationships/notesSlide" Target="/ppt/notesSlides/notesSlide82.xml" Id="R49dbc21592f449b6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a60899be640a0" /><Relationship Type="http://schemas.openxmlformats.org/officeDocument/2006/relationships/notesSlide" Target="/ppt/notesSlides/notesSlide83.xml" Id="R5a475cac4b7243c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38ffc61024adb" /><Relationship Type="http://schemas.openxmlformats.org/officeDocument/2006/relationships/notesSlide" Target="/ppt/notesSlides/notesSlide84.xml" Id="R43045070cf634ec5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c2c3cda814ee1" /><Relationship Type="http://schemas.openxmlformats.org/officeDocument/2006/relationships/notesSlide" Target="/ppt/notesSlides/notesSlide85.xml" Id="R1dbd434e6bdc4cc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926ac1dc549c6" /><Relationship Type="http://schemas.openxmlformats.org/officeDocument/2006/relationships/notesSlide" Target="/ppt/notesSlides/notesSlide86.xml" Id="R37a3c34e51da46d8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b9d184caa4c35" /><Relationship Type="http://schemas.openxmlformats.org/officeDocument/2006/relationships/notesSlide" Target="/ppt/notesSlides/notesSlide87.xml" Id="R860a046b391f4140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5e263844440ad" /><Relationship Type="http://schemas.openxmlformats.org/officeDocument/2006/relationships/notesSlide" Target="/ppt/notesSlides/notesSlide88.xml" Id="Rea3a61f165094be7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93c0ed9e94ab9" /><Relationship Type="http://schemas.openxmlformats.org/officeDocument/2006/relationships/notesSlide" Target="/ppt/notesSlides/notesSlide89.xml" Id="R251a5cd1a2a24a8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f91768a1d4b9d" /><Relationship Type="http://schemas.openxmlformats.org/officeDocument/2006/relationships/notesSlide" Target="/ppt/notesSlides/notesSlide90.xml" Id="R9312c43acb8f41b2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a60e08314439f" /><Relationship Type="http://schemas.openxmlformats.org/officeDocument/2006/relationships/notesSlide" Target="/ppt/notesSlides/notesSlide91.xml" Id="R56cdc7df7613498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b80b8037e45c7" /><Relationship Type="http://schemas.openxmlformats.org/officeDocument/2006/relationships/notesSlide" Target="/ppt/notesSlides/notesSlide92.xml" Id="Ra3f797cf9a384c22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6a878c31d4e0d" /><Relationship Type="http://schemas.openxmlformats.org/officeDocument/2006/relationships/notesSlide" Target="/ppt/notesSlides/notesSlide93.xml" Id="R60266d242d6b4d3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7913a6bad48ad" /><Relationship Type="http://schemas.openxmlformats.org/officeDocument/2006/relationships/notesSlide" Target="/ppt/notesSlides/notesSlide94.xml" Id="Rdeb42499525b4a7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97b0db6254433" /><Relationship Type="http://schemas.openxmlformats.org/officeDocument/2006/relationships/notesSlide" Target="/ppt/notesSlides/notesSlide95.xml" Id="R1658cfa65c0741d9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15b1d56dc43da" /><Relationship Type="http://schemas.openxmlformats.org/officeDocument/2006/relationships/notesSlide" Target="/ppt/notesSlides/notesSlide96.xml" Id="R820236f43c684498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7c2cb81ba4bc5" /><Relationship Type="http://schemas.openxmlformats.org/officeDocument/2006/relationships/notesSlide" Target="/ppt/notesSlides/notesSlide97.xml" Id="R84a143afa9e64e7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c6dda0b394bd6" /><Relationship Type="http://schemas.openxmlformats.org/officeDocument/2006/relationships/notesSlide" Target="/ppt/notesSlides/notesSlide98.xml" Id="R6a6cb3e7268c49b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842ff24a64b90" /><Relationship Type="http://schemas.openxmlformats.org/officeDocument/2006/relationships/notesSlide" Target="/ppt/notesSlides/notesSlide99.xml" Id="R4967930b2dec45e5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5cfdef29b4b04" /><Relationship Type="http://schemas.openxmlformats.org/officeDocument/2006/relationships/notesSlide" Target="/ppt/notesSlides/notesSlide100.xml" Id="R4008d4afde374a71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1fda3a8d84aa1" /><Relationship Type="http://schemas.openxmlformats.org/officeDocument/2006/relationships/notesSlide" Target="/ppt/notesSlides/notesSlide101.xml" Id="Rf3a2c86647fb4031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4ff2460424a95" /><Relationship Type="http://schemas.openxmlformats.org/officeDocument/2006/relationships/notesSlide" Target="/ppt/notesSlides/notesSlide102.xml" Id="R8ca6b6d8ab7b4d80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33b5fc90e49b6" /><Relationship Type="http://schemas.openxmlformats.org/officeDocument/2006/relationships/notesSlide" Target="/ppt/notesSlides/notesSlide103.xml" Id="Raa9d017c794f4a08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250a0d7a5408f" /><Relationship Type="http://schemas.openxmlformats.org/officeDocument/2006/relationships/notesSlide" Target="/ppt/notesSlides/notesSlide104.xml" Id="Rb0cfe87c18bd412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d26851c7042d1" /><Relationship Type="http://schemas.openxmlformats.org/officeDocument/2006/relationships/notesSlide" Target="/ppt/notesSlides/notesSlide105.xml" Id="Reaf6103368e645d1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527d32c7e42d8" /><Relationship Type="http://schemas.openxmlformats.org/officeDocument/2006/relationships/notesSlide" Target="/ppt/notesSlides/notesSlide106.xml" Id="R954417b86f3a466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103aa815942b5" /><Relationship Type="http://schemas.openxmlformats.org/officeDocument/2006/relationships/notesSlide" Target="/ppt/notesSlides/notesSlide107.xml" Id="R03c445c51f124fb4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af5137f5c4dc0" /><Relationship Type="http://schemas.openxmlformats.org/officeDocument/2006/relationships/notesSlide" Target="/ppt/notesSlides/notesSlide108.xml" Id="R39877db1d5714d2f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40bbc758b4734" /><Relationship Type="http://schemas.openxmlformats.org/officeDocument/2006/relationships/notesSlide" Target="/ppt/notesSlides/notesSlide109.xml" Id="R9e8c968bd66441dd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18f949fcc4f09" /><Relationship Type="http://schemas.openxmlformats.org/officeDocument/2006/relationships/notesSlide" Target="/ppt/notesSlides/notesSlide110.xml" Id="Rf90bb8e0352f452f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c8aff656d4062" /><Relationship Type="http://schemas.openxmlformats.org/officeDocument/2006/relationships/notesSlide" Target="/ppt/notesSlides/notesSlide111.xml" Id="R5237aa3159a74d26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dec01b3d4e2e" /><Relationship Type="http://schemas.openxmlformats.org/officeDocument/2006/relationships/notesSlide" Target="/ppt/notesSlides/notesSlide112.xml" Id="Re9408372b6f84f8c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41c4ba4dd40a9" /><Relationship Type="http://schemas.openxmlformats.org/officeDocument/2006/relationships/notesSlide" Target="/ppt/notesSlides/notesSlide113.xml" Id="R92331b29ec954ede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171d5b2c043fd" /><Relationship Type="http://schemas.openxmlformats.org/officeDocument/2006/relationships/notesSlide" Target="/ppt/notesSlides/notesSlide114.xml" Id="R326dd674477f4fae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a851854b54f57" /><Relationship Type="http://schemas.openxmlformats.org/officeDocument/2006/relationships/notesSlide" Target="/ppt/notesSlides/notesSlide115.xml" Id="Rd614c44998b6449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1c9f5a56e40b6" /><Relationship Type="http://schemas.openxmlformats.org/officeDocument/2006/relationships/notesSlide" Target="/ppt/notesSlides/notesSlide116.xml" Id="Rf3805a586ec9491f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6d9a7f044465f" /><Relationship Type="http://schemas.openxmlformats.org/officeDocument/2006/relationships/notesSlide" Target="/ppt/notesSlides/notesSlide117.xml" Id="R23dfda29404541b2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f2d15f1c74d46" /><Relationship Type="http://schemas.openxmlformats.org/officeDocument/2006/relationships/image" Target="/ppt/media/image.png" Id="Ra6522538452e4945" /><Relationship Type="http://schemas.openxmlformats.org/officeDocument/2006/relationships/notesSlide" Target="/ppt/notesSlides/notesSlide118.xml" Id="Rc268bdf397894b3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e146fb31f4c7b" /><Relationship Type="http://schemas.openxmlformats.org/officeDocument/2006/relationships/notesSlide" Target="/ppt/notesSlides/notesSlide119.xml" Id="Rc75098ed13524418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f4a8954564a88" /><Relationship Type="http://schemas.openxmlformats.org/officeDocument/2006/relationships/notesSlide" Target="/ppt/notesSlides/notesSlide120.xml" Id="R6cdd0a24bf954c1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ac16c9f19418d" /><Relationship Type="http://schemas.openxmlformats.org/officeDocument/2006/relationships/notesSlide" Target="/ppt/notesSlides/notesSlide121.xml" Id="R5ebbd6e268c54624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0d1343ca1488b" /><Relationship Type="http://schemas.openxmlformats.org/officeDocument/2006/relationships/notesSlide" Target="/ppt/notesSlides/notesSlide122.xml" Id="Rccbc6035b1114f2f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a08fce6164b24" /><Relationship Type="http://schemas.openxmlformats.org/officeDocument/2006/relationships/notesSlide" Target="/ppt/notesSlides/notesSlide123.xml" Id="Rb20d3d8a03754f9a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e3a69437f43af" /><Relationship Type="http://schemas.openxmlformats.org/officeDocument/2006/relationships/notesSlide" Target="/ppt/notesSlides/notesSlide124.xml" Id="Rb41a7a77503f4735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eaa1dc41847c6" /><Relationship Type="http://schemas.openxmlformats.org/officeDocument/2006/relationships/notesSlide" Target="/ppt/notesSlides/notesSlide125.xml" Id="R1ae367961cbf4936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c20b5017649c7" /><Relationship Type="http://schemas.openxmlformats.org/officeDocument/2006/relationships/notesSlide" Target="/ppt/notesSlides/notesSlide126.xml" Id="R54b39edb19da45fa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74d59ceec48d0" /><Relationship Type="http://schemas.openxmlformats.org/officeDocument/2006/relationships/notesSlide" Target="/ppt/notesSlides/notesSlide127.xml" Id="Rf46bd5a05e2f42f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108db12e04795" /><Relationship Type="http://schemas.openxmlformats.org/officeDocument/2006/relationships/notesSlide" Target="/ppt/notesSlides/notesSlide128.xml" Id="Raa07b5adc23d446d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9982ef0e84661" /><Relationship Type="http://schemas.openxmlformats.org/officeDocument/2006/relationships/notesSlide" Target="/ppt/notesSlides/notesSlide129.xml" Id="R3de9e40371f0410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2af226e9f419a" /><Relationship Type="http://schemas.openxmlformats.org/officeDocument/2006/relationships/notesSlide" Target="/ppt/notesSlides/notesSlide130.xml" Id="Refa44982988844a2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aa1d71b2c4707" /><Relationship Type="http://schemas.openxmlformats.org/officeDocument/2006/relationships/notesSlide" Target="/ppt/notesSlides/notesSlide131.xml" Id="R3eefe4d31de540fd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b3a9735384d0f" /><Relationship Type="http://schemas.openxmlformats.org/officeDocument/2006/relationships/notesSlide" Target="/ppt/notesSlides/notesSlide132.xml" Id="Re02273104dd8470b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4d8c8909f4399" /><Relationship Type="http://schemas.openxmlformats.org/officeDocument/2006/relationships/notesSlide" Target="/ppt/notesSlides/notesSlide133.xml" Id="R20d0aba881e443a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fb647a494c8a" /><Relationship Type="http://schemas.openxmlformats.org/officeDocument/2006/relationships/notesSlide" Target="/ppt/notesSlides/notesSlide134.xml" Id="R0b4f17ee03ed4504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31fba61db42be" /><Relationship Type="http://schemas.openxmlformats.org/officeDocument/2006/relationships/notesSlide" Target="/ppt/notesSlides/notesSlide135.xml" Id="R83c3225814f545df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7d24905834896" /><Relationship Type="http://schemas.openxmlformats.org/officeDocument/2006/relationships/notesSlide" Target="/ppt/notesSlides/notesSlide136.xml" Id="R8f4d08a0372a4410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61bcce4b4b3b" /><Relationship Type="http://schemas.openxmlformats.org/officeDocument/2006/relationships/notesSlide" Target="/ppt/notesSlides/notesSlide137.xml" Id="R9d1e0ef31d314d9d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af3ec597346a2" /><Relationship Type="http://schemas.openxmlformats.org/officeDocument/2006/relationships/notesSlide" Target="/ppt/notesSlides/notesSlide138.xml" Id="R3431fee8829a4752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3559fbf9f4637" /><Relationship Type="http://schemas.openxmlformats.org/officeDocument/2006/relationships/notesSlide" Target="/ppt/notesSlides/notesSlide139.xml" Id="R3a946207c32047bc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70504690c483b" /><Relationship Type="http://schemas.openxmlformats.org/officeDocument/2006/relationships/notesSlide" Target="/ppt/notesSlides/notesSlide140.xml" Id="R60bd8662f7f147dc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4b717792d4cf3" /><Relationship Type="http://schemas.openxmlformats.org/officeDocument/2006/relationships/notesSlide" Target="/ppt/notesSlides/notesSlide141.xml" Id="Rd2d27f7f7e7d484f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948864c9843f3" /><Relationship Type="http://schemas.openxmlformats.org/officeDocument/2006/relationships/notesSlide" Target="/ppt/notesSlides/notesSlide142.xml" Id="R4814dee1d95c4b66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10db5905b45ef" /><Relationship Type="http://schemas.openxmlformats.org/officeDocument/2006/relationships/notesSlide" Target="/ppt/notesSlides/notesSlide143.xml" Id="R63e8d69346f44d1a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d597863f84406" /><Relationship Type="http://schemas.openxmlformats.org/officeDocument/2006/relationships/notesSlide" Target="/ppt/notesSlides/notesSlide144.xml" Id="Re63bc08872fd4dbc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94ae52f2a4bfc" /><Relationship Type="http://schemas.openxmlformats.org/officeDocument/2006/relationships/notesSlide" Target="/ppt/notesSlides/notesSlide145.xml" Id="Re9b066648145482b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7a483eae848b1" /><Relationship Type="http://schemas.openxmlformats.org/officeDocument/2006/relationships/notesSlide" Target="/ppt/notesSlides/notesSlide146.xml" Id="Raf8eb6d792484a73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a8b3a90c46d1" /><Relationship Type="http://schemas.openxmlformats.org/officeDocument/2006/relationships/notesSlide" Target="/ppt/notesSlides/notesSlide147.xml" Id="R7331ec12e6d04a04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8eb1886e14ae3" /><Relationship Type="http://schemas.openxmlformats.org/officeDocument/2006/relationships/notesSlide" Target="/ppt/notesSlides/notesSlide148.xml" Id="R7e0035321b994be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00abb29e04f7d" /><Relationship Type="http://schemas.openxmlformats.org/officeDocument/2006/relationships/notesSlide" Target="/ppt/notesSlides/notesSlide149.xml" Id="R0d2ddd152ed04107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03ea2953a4419" /><Relationship Type="http://schemas.openxmlformats.org/officeDocument/2006/relationships/notesSlide" Target="/ppt/notesSlides/notesSlide150.xml" Id="R882525255c634c56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ebedcddf1484e" /><Relationship Type="http://schemas.openxmlformats.org/officeDocument/2006/relationships/notesSlide" Target="/ppt/notesSlides/notesSlide151.xml" Id="R86b4423258a6459b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83bae03a4dd2" /><Relationship Type="http://schemas.openxmlformats.org/officeDocument/2006/relationships/notesSlide" Target="/ppt/notesSlides/notesSlide152.xml" Id="R56d3e371b8564332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4abec099a4a61" /><Relationship Type="http://schemas.openxmlformats.org/officeDocument/2006/relationships/notesSlide" Target="/ppt/notesSlides/notesSlide153.xml" Id="Rf484ac22427e40d7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3447e22b74d23" /><Relationship Type="http://schemas.openxmlformats.org/officeDocument/2006/relationships/notesSlide" Target="/ppt/notesSlides/notesSlide154.xml" Id="R4566404da54d4541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7dd16d2ff4b05" /><Relationship Type="http://schemas.openxmlformats.org/officeDocument/2006/relationships/notesSlide" Target="/ppt/notesSlides/notesSlide155.xml" Id="R563f407662d4426d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b7d84e2d3405a" /><Relationship Type="http://schemas.openxmlformats.org/officeDocument/2006/relationships/notesSlide" Target="/ppt/notesSlides/notesSlide156.xml" Id="R3110cc5b41a74069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346db64db489d" /><Relationship Type="http://schemas.openxmlformats.org/officeDocument/2006/relationships/notesSlide" Target="/ppt/notesSlides/notesSlide157.xml" Id="R1eca7be23c224e86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272e333034b34" /><Relationship Type="http://schemas.openxmlformats.org/officeDocument/2006/relationships/image" Target="/ppt/media/image5.jpeg" Id="R8b0205c5c20b4423" /><Relationship Type="http://schemas.openxmlformats.org/officeDocument/2006/relationships/notesSlide" Target="/ppt/notesSlides/notesSlide158.xml" Id="R61859bc74a484924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b15613f1548b7" /><Relationship Type="http://schemas.openxmlformats.org/officeDocument/2006/relationships/notesSlide" Target="/ppt/notesSlides/notesSlide159.xml" Id="Rb0d23208e1f04c75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bba4f680a4266" /><Relationship Type="http://schemas.openxmlformats.org/officeDocument/2006/relationships/notesSlide" Target="/ppt/notesSlides/notesSlide160.xml" Id="Rd39ce6cc68c14fa7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f6e68783646cd" /><Relationship Type="http://schemas.openxmlformats.org/officeDocument/2006/relationships/notesSlide" Target="/ppt/notesSlides/notesSlide161.xml" Id="Rbacfe77e0cab49a1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8cb5c132c41a0" /><Relationship Type="http://schemas.openxmlformats.org/officeDocument/2006/relationships/notesSlide" Target="/ppt/notesSlides/notesSlide162.xml" Id="R8af90a279d6141aa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c2e501db043fc" /><Relationship Type="http://schemas.openxmlformats.org/officeDocument/2006/relationships/notesSlide" Target="/ppt/notesSlides/notesSlide163.xml" Id="Rdaeb5a9a474c44a6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4fc4821194910" /><Relationship Type="http://schemas.openxmlformats.org/officeDocument/2006/relationships/notesSlide" Target="/ppt/notesSlides/notesSlide164.xml" Id="Re87668398c4c426b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b2adf566c4dee" /><Relationship Type="http://schemas.openxmlformats.org/officeDocument/2006/relationships/notesSlide" Target="/ppt/notesSlides/notesSlide165.xml" Id="Rd9c332b27af54e9d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62688bbb4b39" /><Relationship Type="http://schemas.openxmlformats.org/officeDocument/2006/relationships/notesSlide" Target="/ppt/notesSlides/notesSlide166.xml" Id="R6aca7d7e757947c7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095e0470d46f1" /><Relationship Type="http://schemas.openxmlformats.org/officeDocument/2006/relationships/notesSlide" Target="/ppt/notesSlides/notesSlide167.xml" Id="Rf6b1b59e4ba146aa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3d9ae76234dba" /><Relationship Type="http://schemas.openxmlformats.org/officeDocument/2006/relationships/notesSlide" Target="/ppt/notesSlides/notesSlide168.xml" Id="Rd267e8a4828f44d6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e291f241f405d" /><Relationship Type="http://schemas.openxmlformats.org/officeDocument/2006/relationships/notesSlide" Target="/ppt/notesSlides/notesSlide169.xml" Id="Rd35c432e83264573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1033a46840ec" /><Relationship Type="http://schemas.openxmlformats.org/officeDocument/2006/relationships/notesSlide" Target="/ppt/notesSlides/notesSlide170.xml" Id="R9c1364fa3fa8450f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13b6ee7bb4f32" /><Relationship Type="http://schemas.openxmlformats.org/officeDocument/2006/relationships/notesSlide" Target="/ppt/notesSlides/notesSlide171.xml" Id="R90ae529f7745496c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cbd18a9a047b4" /><Relationship Type="http://schemas.openxmlformats.org/officeDocument/2006/relationships/notesSlide" Target="/ppt/notesSlides/notesSlide172.xml" Id="Rcf119a524ef24a72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95ab6b31a4410" /><Relationship Type="http://schemas.openxmlformats.org/officeDocument/2006/relationships/notesSlide" Target="/ppt/notesSlides/notesSlide173.xml" Id="Rbaa42e4cc22547ba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04713a9d8487b" /><Relationship Type="http://schemas.openxmlformats.org/officeDocument/2006/relationships/notesSlide" Target="/ppt/notesSlides/notesSlide174.xml" Id="Reb78708e3116478d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a3a8ab48f4fc9" /><Relationship Type="http://schemas.openxmlformats.org/officeDocument/2006/relationships/notesSlide" Target="/ppt/notesSlides/notesSlide175.xml" Id="R4b5dfc8806984ab3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fb0642a4e43ca" /><Relationship Type="http://schemas.openxmlformats.org/officeDocument/2006/relationships/notesSlide" Target="/ppt/notesSlides/notesSlide176.xml" Id="R79f9280edd9244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E987E-0D98-4317-8EA1-2158188A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78F11-B156-4C2B-9B80-397EACD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0133A-D75D-4BEF-9314-5D1DFF6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F025E-A73C-4135-9792-9C30FE58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코드 리뷰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A8CA7-451D-4AA1-AEDD-1CED1733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Diff · Context · Human Review · GitHub PR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E41BF-4A84-4EDD-B582-84C35845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54963-59CA-40F8-AD90-73E75C5D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결과물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6073D-CC93-497F-B31B-72E89A8F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Notebook · Review Report · Localhost · Draft PR</a:t>
            </a:r>
          </a:p>
        </p:txBody>
      </p:sp>
    </p:spTree>
    <p:extLst>
      <p:ext uri="{BB962C8B-B14F-4D97-AF65-F5344CB8AC3E}">
        <p14:creationId xmlns:p14="http://schemas.microsoft.com/office/powerpoint/2010/main" val="393933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D2169-D92C-47C1-A064-A6C1CFF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91EC3-7ABD-42BC-8215-21CB882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완성 서비스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CFE1F-3B84-4FA4-802A-8C7703E0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86E9D-0EE6-42BF-9F2A-8F9DE2E6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5198D-3AF8-43CA-90E8-66B9A96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7421f5ff34913"/>
          <a:stretch xmlns:a="http://schemas.openxmlformats.org/drawingml/2006/main"/>
        </p:blipFill>
        <p:spPr>
          <a:xfrm xmlns:a="http://schemas.openxmlformats.org/drawingml/2006/main">
            <a:off x="1696039" y="1238250"/>
            <a:ext cx="8799923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31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214FF-052D-46E7-B1C8-0BEBA744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98D7B-11D7-4DB6-A358-1045F6C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Copilot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8D6CA-E984-4525-A0F6-8C6EA7F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EC6BD-42E3-4D8D-98C8-578B6D37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A5D80-ED3A-47AA-9BA3-C41D56C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53c8df92d4e9e"/>
          <a:srcRect xmlns:a="http://schemas.openxmlformats.org/drawingml/2006/main" l="0" t="11505" r="0" b="115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314450"/>
            <a:ext cx="114300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40E36-DB00-4229-ACF9-697C8A25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43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6203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762BCD-6ADD-446D-8EC5-A3FDC49B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CE049-C007-4C1E-8120-E910884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오전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EA5D8-062C-478E-8F75-777A3EE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A7D8D-38F6-4E35-AAEA-179F2DE0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161EF-74BE-4146-BA9C-B9BCE272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BDC77-706B-4056-9E6F-21E0014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BB77A-59E7-4936-BC89-D5BDE82B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55046-9BFC-49C0-87C6-E752D9D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D395F-5807-4F1D-8D68-046E167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9B0C6-0AD9-44E8-9D58-2BDD755F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0D9DB-812F-4C27-B287-440F3E8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3576C-45C9-44CB-81A3-2374515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85900"/>
            <a:ext cx="354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BE612-5AB4-4EF8-B807-6F284B09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7DC29-0DD4-45F5-9162-8325E88E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B2540-ED63-4631-9031-0211136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93D7D-A47F-4BC0-89B1-58647CA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1CFBD-7978-466C-B159-86F43775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145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2BFEB-8518-4D31-97B0-AEB1891C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63C2A-7745-4EFB-B514-496499D1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47C9D-7146-4964-AE5B-36995D3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2C38D-924D-4543-B54E-E19A252E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01_review_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3B093-37DF-4A40-AAE7-C79F799B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34362-C410-41D9-A8A1-8193242C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7AF3C-34A4-45AC-AAEE-8E81ACE6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90850"/>
            <a:ext cx="114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C32D3-9B33-4C9B-ABCB-4C7519F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31F59-9C3C-40F2-99A3-CBD51C3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BD270-3F31-4E88-919D-C8CF141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 Diff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72527F-602B-47A0-A4EE-35C081F4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54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50B87-5A11-4A3B-B339-4CBE7CBE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95ED7-5AD8-4E98-ABD9-FE4AC517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0F1E4-648F-401D-88FA-E6FE29F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2A1D08-AAB0-4B90-8920-A0F15820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81450"/>
            <a:ext cx="114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1336B-1B10-46D6-B27C-9EC39865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957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406E33-5824-4D32-8F11-79C83FE3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AA8245-C6E1-418E-8C4B-F5130AED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BC585E-5BCC-46BF-A801-EE228A35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3543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AA7CF-265E-43EA-9200-D71702DE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pack.json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BB768-C8A4-4D64-B559-A7882CBB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946ED0-F963-44AF-8F13-B405923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11:30-13:00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812E36-7B5B-41B0-A3D7-954C153E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72050"/>
            <a:ext cx="114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076495-E2E3-490C-B13F-08B2006D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863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휴식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1593D4-4BD4-4F60-AD07-E49162DA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720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3FEED9-58C3-40D3-BA27-5EFC11BE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쉬는시간+점심 · 90분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29CFD4-52BF-4350-8851-B97C8BED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72050"/>
            <a:ext cx="354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96026C-53FC-43AB-90F0-69FC761B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86350"/>
            <a:ext cx="327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 복귀</a:t>
            </a:r>
          </a:p>
        </p:txBody>
      </p:sp>
    </p:spTree>
    <p:extLst>
      <p:ext uri="{BB962C8B-B14F-4D97-AF65-F5344CB8AC3E}">
        <p14:creationId xmlns:p14="http://schemas.microsoft.com/office/powerpoint/2010/main" val="1364838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D147862-58EB-4777-9BE4-99B74A02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A9790-3A04-4D9D-A3DE-24F98567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오후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B5AE5-B5FC-493F-BB63-B3391AD1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8BE5C-A1AD-4474-B04C-5B0E72E2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0950E-0F80-42F0-BE31-B47B601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88FDF-AC6E-4FAE-92D8-6F395A5A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DE56C-C144-4502-98EE-C2981CA7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C115-F63E-42C0-8B39-B69928B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2CD70-6134-43DE-A86E-9314335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29024-5EE1-4545-97A7-DA24DC9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59293-46A8-4F2F-875D-72E7B047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34250-B7EC-4117-8301-DD825C6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85900"/>
            <a:ext cx="354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2C6C6-A1D1-487F-BE1F-AC8F525B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098CE-2D6C-4BC3-B199-A68CAB6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EA3C9-3523-4654-87CD-D53A8E7B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1B667-C880-4711-99A1-E2B2C111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348F5-E48B-4CC7-A617-817D88C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145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3122F-29C4-4D7B-9372-68C5EB4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E996B-E797-4FA0-B27B-D8EA190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228FE-E6BD-46E1-A2B8-F49F26E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AE68E-F613-43AF-994B-00C7BF5F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6C296-1945-4636-A559-FCA46A8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EDEED-FD93-4A3C-BE60-29DBDC55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70182-FCFE-460D-8AC6-C3791E26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940BB-5E46-4265-9BD3-02E6F5C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003BF-6C99-40E8-A495-E05E8DA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90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912A8-40D9-40A6-BAD6-6C7C59B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4BE2B-5BBB-4895-8DFF-B56763C4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334A9-CD9A-4639-BFFD-CE5B14E6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05_hybrid_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73FC3-5678-4129-9DA6-5866DE17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C661B-0FAF-4A71-AAA8-152E8AC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DFE88D-CE5B-4403-BABC-562406B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A9AC8-4F19-4F85-A73C-59DA686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956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휴식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22C28-676B-4A5C-BE6E-5CE72E5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10458-E1D5-4F04-A63E-C462B5A0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956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쉬는시간 · 20분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23053B-7397-401D-BD9D-8E568306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92D690-0312-43AE-9474-A6D45AC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 복귀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BA768-F157-4291-ADC1-19C41EDC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7F1180-4314-471D-8D7A-DEE11251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FF7A94-64C7-4D2C-8D1B-1256C345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33FB55-C242-4BA4-AB24-649F290B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A7DBEC-8B07-4E7A-A523-062F3CDC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719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65BC78-C4A4-46AB-9AD5-9024B487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0964BF-01E4-4C46-92FF-B020A38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FACAD3-A06B-41D7-BE04-E3ABD07E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802925-A5B9-4BBD-9506-CFCD937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EDAF4D-513D-40B3-B3B5-0C818706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F90CAD-70A7-4CD9-8C46-1AA3762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624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BE4AC1-7D65-428C-A3B8-3FD2373E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2D3CF5-71D0-4E6C-B494-2A590AE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624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C41381-3B55-4B73-87FA-E18B299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767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 Evaluation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245E2A-6F06-4AFF-90ED-1072F83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9EBABF-C7D7-48EF-A38F-495B3BF4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07_evaluation.json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8519F3-84E0-45F0-805A-3E0F07E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8ECEAD-B57B-42A1-893A-86E99E8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6A8044-03E1-4BE3-823C-E8A5DF45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3419F4-F147-416A-ADF9-3AFEBFF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673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1C9A99-4F50-487E-8F89-2F73E4F8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43A812-A420-49F9-9C9D-A59BB060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6730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· GitHub PR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7ACFCA-6DEC-4EC4-B5AA-D7798C89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2B3FF4-4662-4517-A678-997E7001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08_release_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evidence.json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E39A42-C3C6-4C89-9DF6-17CE46C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D47F58-6518-439A-AD79-73A4654E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17:30-18:00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75B826-E5B8-42DD-B75B-E8310D6C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435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F5B982-192D-4A47-A382-FF7B659A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578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휴식·Q&amp;A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9386BD-086A-41FA-82C3-EF43C9D3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435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AF841B-74D7-4422-BFA1-973D1B5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578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쉬는시간 겸 Q&amp;A · 30분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285007-BBCC-4CC3-9223-CB89C96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43550"/>
            <a:ext cx="354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136F02-46EF-4DA7-BFBC-C02C2E6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578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복구</a:t>
            </a:r>
          </a:p>
        </p:txBody>
      </p:sp>
    </p:spTree>
    <p:extLst>
      <p:ext uri="{BB962C8B-B14F-4D97-AF65-F5344CB8AC3E}">
        <p14:creationId xmlns:p14="http://schemas.microsoft.com/office/powerpoint/2010/main" val="1220612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6B725D-9F54-4FF6-B754-42CD7F0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CF61B-FD6A-4AE1-9454-8BBB456A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9ADAE-252A-4B2F-814F-BFC27295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00385-0804-45B0-9516-54437D3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D89A8-A660-4731-8C0E-CB543FEA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F4940-9CA4-40FB-8A7E-BF9AE6B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463EE-9D05-443D-B2F1-1EBA9BB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8C5EB-B943-4C13-B346-9562D3B5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5730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B0B4B-2FCB-43A7-8489-E731A57F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7160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Program ·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8B404-DA95-45BD-927E-FC45CA8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573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CC9D9-3A5D-4D78-ACDC-C01BE095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716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7CA27-0A51-430B-A4F3-E1E8DFD4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47C7F-2A9F-4E72-BD2B-C7BFFF4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219D-2757-4ABF-9671-AC9217E8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716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A6464-CCA3-42CE-B37E-EB3F4BA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3.12 · .venv312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3DE90-B624-4A80-BFCE-F9900DB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F0421-5B8F-45C6-9997-6B306B36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859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1~8차시 코드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45935-56EC-41C5-B7A3-654563F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34372-BB5F-424D-930A-0329A1A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FA490-C70E-424F-9AF9-40A503C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479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14AB7-D378-4992-8B70-A957BF0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VS Code · Jupyter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457AD-4445-4CDB-BA00-92DEF278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E7BD0-ED5C-459B-AB29-2E0934B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Notebook·Test·Diff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413E7-951E-4CF5-B5D4-DBF2440E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82353-AEE2-4690-9100-CFC64727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0095D-B622-4AA0-9403-F65C6C7D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242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28DF8-61ED-4A1F-B643-C69F0284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385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· repository clone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967E3-2E71-45F8-A5EB-93F4284F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C3C0E-E97E-4DE1-AC4F-5B6E6F2A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branch·commit·diff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3CC4E-6CA3-4B44-9897-78DA4881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5E5FA-94E9-44DA-B70B-7FC2881A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1C2A0-3B34-4C4C-8E56-94F4ECFC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00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E1AF6-11DE-4399-ABBE-B95CB79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148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Chrome·Edge·Safari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2D4D5A-5679-46B2-84A4-E453735D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5F3CDC-3561-4154-8C13-4B9DBE22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148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UI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DDECAD-9713-4064-9A8A-691C59A9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2B2112-3FFF-4FC4-BA9B-C6117738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C30602-191E-4818-BF62-7AA69B3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768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936CC6-403C-4FB4-AF83-4D2CA7AF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9115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pip install -r requirements-day3.txt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4D469-C1BF-4507-96E3-45192500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76850"/>
            <a:ext cx="2781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D90E5C-9EA2-414B-91A8-11A2B4FD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수업 전 1회</a:t>
            </a:r>
          </a:p>
        </p:txBody>
      </p:sp>
    </p:spTree>
    <p:extLst>
      <p:ext uri="{BB962C8B-B14F-4D97-AF65-F5344CB8AC3E}">
        <p14:creationId xmlns:p14="http://schemas.microsoft.com/office/powerpoint/2010/main" val="1497193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832913-E4C2-4321-AD6F-215AD434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F86F3-ADA3-47DB-BF8A-7D1B2BF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설치와 Login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4C1F3-2014-4EB1-93D2-EE02A7FF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B2B7C-6648-4237-B1B6-39562D7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F2959-D271-4E09-96F2-0BC5E07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477B-2F52-41F7-945C-84D0671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C3DA9-2972-441E-AFCF-BD1AD31B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B3FEE-1823-48CB-BD88-91BA3450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3906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0AA66-329A-4EE6-A526-6393D33A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049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Program ·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03B3D-A8DB-4CDA-A7B1-90163275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906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EA0C2-B802-4616-827D-A714B766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4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사용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B67E3-E5B0-41A1-AF92-8E5D6F2D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0AC57-82E1-4780-A438-1E42465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1AED5-DE02-4474-9256-F683A749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05000"/>
            <a:ext cx="657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23E11-7328-4EF4-B9BD-59E88FB6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1930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또는 Claude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8EA3-A31F-40FA-B3C2-A254523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05000"/>
            <a:ext cx="2781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4452E-3BFD-4464-AE8A-F862BEA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Task→Patch→Test→Review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86C75-3455-47C4-8C93-120AA7C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BDF26-8490-4606-8267-4835617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48D4A-A352-4C44-B604-B4F8D582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527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FE7DA-FEF1-479E-BF79-29DD652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6705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 CLI 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31486-1805-47EA-B6D5-75DB18A8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7EE4F-8374-450D-A118-3B4E5BE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PR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BEC7C-8B70-4D23-8160-BC513BF7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FC6B0-1211-4FB4-BA15-1E24275A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FDA2C-2E90-4582-8B3B-918A0C07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00500"/>
            <a:ext cx="657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85DC9-0225-489E-9E54-B78C04D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 qwen3:4b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DC803-8405-4AC5-BDA0-8FCEE3F0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781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94B1A-9549-4355-81BF-84E476A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148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비교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E2577A-015B-4DD7-80CF-E5DB54F3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0D825-929C-46B8-B5B6-CBC878D3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선택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73FF8-161A-46CD-9334-A37C83A4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482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1684E-55E7-4F5B-B176-9BA3B784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62550"/>
            <a:ext cx="630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API secret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A6346-0913-4CD0-BF81-F8D2BCCB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4825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F37220-55FB-429D-A494-9105E940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읽기 전용 Codex Review</a:t>
            </a:r>
          </a:p>
        </p:txBody>
      </p:sp>
    </p:spTree>
    <p:extLst>
      <p:ext uri="{BB962C8B-B14F-4D97-AF65-F5344CB8AC3E}">
        <p14:creationId xmlns:p14="http://schemas.microsoft.com/office/powerpoint/2010/main" val="1783395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EBCEFE-8C71-4BFB-90E6-35D05329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A800B-6297-414E-94B6-C56D4E81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1~2차시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763E1-9596-4926-AE7D-66FA9403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7D5CA-C30B-41D4-A70A-4F43A2C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D52CD-50D8-48DB-893E-419C1F8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050A4-AA80-43A2-BFE8-218FC42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28DB7-8B39-4402-BCAF-FD0220A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E0322-ECC2-4525-86F9-D774DA2D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CE4E9-A85D-4073-8029-9BE509B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B3C5C-38E7-45CE-A6E4-F856F82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5A9D8-03CF-40C4-AFA0-97F3BFF7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8F356-BA69-480C-B6DE-D621236B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8EC1F-6BBE-4CC7-83DA-DE4ED710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AAB17-0946-4034-A6CB-CB01330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CC3CE-515A-414A-B33C-F5B314C3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440ED-6189-4BA2-AEFA-A38D5200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B7E96-309C-41A8-8BD2-B19E845F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E9283-510D-4030-A86B-708FE0C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A6EBA-568D-4549-BF79-23B18E76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정책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 행동 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Contract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B0EC1-A1FB-4B96-8BF1-C71054D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AE882-B413-4565-9D96-129ADF3F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01_review_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P0~P3 · 10개 필수 field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게시 금지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22270-0719-4AB9-B7F9-C5AB558F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D41AE-4FF3-4B11-BD0E-C57B7FCB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2C47F-AF06-4127-9CBA-BF2737C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65363-B4CF-40BF-8614-C8D57B61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diff_parser.py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96535-16AE-450E-BFD6-EBA5589E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3DF27-B385-4EBE-B516-1043EEE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 Escape 차단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Parser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28D8B-7C6A-465A-8CC7-DD28B42B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8FF60-5076-473F-9713-3B91BBB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파일 1개 · 추가 라인 6개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이탈 차단</a:t>
            </a:r>
          </a:p>
        </p:txBody>
      </p:sp>
    </p:spTree>
    <p:extLst>
      <p:ext uri="{BB962C8B-B14F-4D97-AF65-F5344CB8AC3E}">
        <p14:creationId xmlns:p14="http://schemas.microsoft.com/office/powerpoint/2010/main" val="1098019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09ED1-4569-4456-90D2-8DE8C37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98348-26FB-448C-98D0-1835287F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3~4차시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8487-9F05-43C2-BC13-BCD42F8E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49EF4-65D7-4062-962E-3781500A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A6E99-7B3C-48E6-8C95-8D8270E1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0A9CF-9B65-48F7-A8C6-1047175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FC7ED-5D17-4381-BE1E-8864DBB9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143BD-02DD-42B0-84C6-927BDE3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F6C0F-E9BB-4240-9E63-FC8E3212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CCBBC-3753-4CF7-8A93-51317EE8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B98B2-8353-4C18-A616-69C87FC3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CA909-B360-47E6-BFD0-E29F587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8EA5-B9A5-40CB-83B0-C8DE980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25428-C435-4DA4-AEC4-B7E0E579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3C89F-B3D8-4341-8577-1DC5F50A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17DBF-64EF-4CE6-BBFE-31449ACB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4FFF9-8253-4527-84B2-26D6BA7B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context_builder.py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4AD72-B9A9-44F1-86B6-3041C82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12CF1-74DA-4D1B-8A6C-42482E7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 생성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 정보 제외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최소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8652E-8032-4E13-B6E0-744FBF53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A369A-98A2-4DED-8514-36C04F52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pack.json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변경·test·정책만 포함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credential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564C1-3BC9-4210-A627-C529888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42F89-ADAA-4569-AF48-1EB48CAF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52EF5-7805-47BD-920C-FB2AFC7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523B4-2346-4321-AAFA-529CBE8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03_context_pack.json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A2D44-8A76-43DB-86EB-0BE4B659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2AF2A-1F36-4B94-B3F3-C8EFE3A5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Provider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 상태 검증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Provider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FB9FA-6D44-47C2-9D51-38AA4771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05702-5D4F-439E-840F-16C619D0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교체 가능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실사용 경로 공개</a:t>
            </a:r>
          </a:p>
        </p:txBody>
      </p:sp>
    </p:spTree>
    <p:extLst>
      <p:ext uri="{BB962C8B-B14F-4D97-AF65-F5344CB8AC3E}">
        <p14:creationId xmlns:p14="http://schemas.microsoft.com/office/powerpoint/2010/main" val="972442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A370F-E8C5-4C03-A36D-AC824724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7152E-CCFA-497F-945A-932207B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5~6차시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A36FA-1D5A-4017-9FC3-47F6125A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79234-45D0-4E93-90FE-7ABCE6F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FD094-ABDD-41C8-9660-E9AE28D3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B4795-3AD5-4072-B055-FCCCF8B9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CE81B-556A-4747-BED6-46FD6BDF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45DE3-43CD-48A0-8BBE-DF71078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894CF-23DA-44FD-BB27-0F46032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4CEFD-9D9F-49BE-8F55-1D835B7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C3676-1A9D-429B-AE6F-D4616DF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59CBD-4CD3-4C23-8D1E-098B84E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57162-3248-474E-B8CC-B6855AC4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0ADA9-DFFC-486E-99D4-043C85B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09079-2D6D-4AB0-B0BB-5BB9433D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DAA3F-15E4-47CC-BB38-A0B8EB86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FA70B-24AD-4D2B-AE39-A925DAF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02_parsed_diff.json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04_candidate_review.json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6AA42-A31C-405B-AB46-E4BD0D15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6EF55-FCBE-44AE-BA4B-531A4610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후보 제거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Evidence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6A27E-2A87-450C-B5E9-0BFEA94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945D4-46CF-4167-B4F5-C3377D3B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05_hybrid_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있는 3건만 유지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게시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792E3-EAE5-49E9-B1D6-0998269E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D5694-A7CF-48B1-8F75-00A823D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B4472-72BC-4092-9A06-9179A62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5C271-391E-49CA-9C69-5AF27CA5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91125-D601-4E56-931B-0E284487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AD2EA-6D35-4EC4-B526-7853E672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 경로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Edit·Reject 비교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State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048EA-8C2A-4A43-8D7C-29A9CDC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45883-E5FD-4722-97FE-7E1D60DA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서비스 변경 없음</a:t>
            </a:r>
          </a:p>
        </p:txBody>
      </p:sp>
    </p:spTree>
    <p:extLst>
      <p:ext uri="{BB962C8B-B14F-4D97-AF65-F5344CB8AC3E}">
        <p14:creationId xmlns:p14="http://schemas.microsoft.com/office/powerpoint/2010/main" val="95909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1F415-421E-49BC-9327-0C21C112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9F089-438B-4B68-9018-94DD9E96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7~8차시 실습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0612C-C7F1-4E01-A975-DDCE4365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1BCAE-42B7-4CEB-9BF1-5CCB385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0AF9D-0ACC-458D-91B1-0E11EAE0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60367-DB4F-4885-A646-48BF0B72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CEC7B-0B50-46F8-8AD6-097CBF9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A55D2-4EF1-476C-B271-BEA0B7B8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28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6B428-643E-4BC2-8E8F-009A0E3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준비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59B35-C8B1-4AF4-B828-4388567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1041A-36BC-4331-AA6C-DDC32E7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43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실행 · Codex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5A63F-B41C-4A9A-86C8-A97B934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C0A3D-03D4-4746-B3BE-0B79A066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E034F-206C-4789-A401-ACF83122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1A76B-9380-4FBE-B057-6D82FCF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9B265-6E8E-4A9F-A10A-85800B8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3238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8EBB0-3331-4783-BBDA-2524408F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574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day3_review_intelligence_lab.ipynb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evaluation.py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5B0A7-82D3-469B-8A14-B3BB5FAC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3333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F5254-958C-419B-B510-1D10050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 평가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 Failure 확인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Eval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4E1EB-C141-4B62-8246-71540302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81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9DA5D-5C09-4626-97FD-70052DC3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07_evaluation.json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8/8 · F1 1.0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 failure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7472E-739E-4A31-8EE8-4A3D3AC0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8C160-6B3E-4F19-AB8E-33DCA5D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52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· 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3D6FE-1E5A-4A23-9EC6-CFA088A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3238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FA86-EA98-4404-828E-94806AD2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127.0.0.1:8765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pull_request_template.md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day3-pr-quality.yml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F2E26-3915-4FCA-86FA-E2D009E3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3333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E02CC-AF73-49FE-BD9D-2CF96032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PR·CI 확인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· PR 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46458-38B3-49A4-A354-9206A5C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781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762B7-AEC9-44E2-93D7-56BBDD8C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14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08_release_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evidence.json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· Draft PR · CI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Merge</a:t>
            </a:r>
          </a:p>
        </p:txBody>
      </p:sp>
    </p:spTree>
    <p:extLst>
      <p:ext uri="{BB962C8B-B14F-4D97-AF65-F5344CB8AC3E}">
        <p14:creationId xmlns:p14="http://schemas.microsoft.com/office/powerpoint/2010/main" val="720017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21DD8-D7D4-4D57-96D8-952CD5A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3D03B-20E8-4103-9AAD-7EA57555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1차시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849E5-E312-4BCF-851E-2BD7B5B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9DFEE-3900-4DCF-8C24-A1C8799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Review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985AE-F73D-4A05-ACA0-5180C8C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Finding · Severity · 검토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7FE8A-83D4-4DE0-9D40-8FEC138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07B8A-9582-4D59-8DE9-3FFA58A1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4E3C4-B460-45C4-BE99-267076D2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DF4AB-739D-4FD2-ADD3-B14F6AE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12-20분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BFC44-51C6-4D40-A336-DCE729C2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2F45F-587C-47D3-B729-5A950C4D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20-44분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2A6B1-B41F-439D-BB9B-0432D04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A0B98-787F-4A9E-9E3F-69763704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2EBB4-9DC4-4576-BCD1-01125872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1F84C-8F3C-4CD1-B182-6D607546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01_review_contract.json</a:t>
            </a:r>
          </a:p>
        </p:txBody>
      </p:sp>
    </p:spTree>
    <p:extLst>
      <p:ext uri="{BB962C8B-B14F-4D97-AF65-F5344CB8AC3E}">
        <p14:creationId xmlns:p14="http://schemas.microsoft.com/office/powerpoint/2010/main" val="680254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F59E6-9121-4704-869C-5E4CCA82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10A2B-3548-4341-A47D-AB00036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좋은 리뷰의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C3DBB-2188-41F5-9F40-6990CBC0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AAE9A-6209-42C1-80E0-7F4111E2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1FD74-D9E8-4B27-94C0-E57490D8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D7DBC-72A0-427C-9AA1-9B42AAA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중요한 문제만, 실제 변경 라인과 재현 가능한 근거로 전달하는 리뷰 계약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AD244-F198-43D0-B18F-1E285563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A0908-FE26-499D-BD25-542E7D9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5A683-7960-4201-8AE6-2453941D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스타일 지적이 많아질수록 중요한 correctness 오류가 묻힌다.</a:t>
            </a:r>
          </a:p>
        </p:txBody>
      </p:sp>
    </p:spTree>
    <p:extLst>
      <p:ext uri="{BB962C8B-B14F-4D97-AF65-F5344CB8AC3E}">
        <p14:creationId xmlns:p14="http://schemas.microsoft.com/office/powerpoint/2010/main" val="3699837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B37DD-48A5-48FD-A237-1BCBE63D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19438-7180-434E-A589-92BFECC4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Finding과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AFCF-BB48-4DA9-838B-7E834CF7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13BFA-ADD0-4D0B-A850-966C10D6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D48FA-7A49-46A2-A977-0173297E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0E814-9F69-4021-9F71-9C751DF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FE811-5BBA-4114-9480-B5F7526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9BD79-2069-43AD-9C36-9D98208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F817A-38CC-4634-8539-C06BD1B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7FCAB-1FD7-4BDF-AF36-E5B8F1A9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3923A-C2C7-4874-ACCB-EFFEEC2B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483C4-BABA-48BE-861B-EE026AD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FE127-3034-4730-B7E7-70ED1D2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C584B-0020-414B-922B-248C3239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04FDF-D7F1-409C-B0F6-8EE7C84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문제의 위치·영향·근거·최소 교정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5A79A-56CC-47E9-AD23-EA2F151C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3E407-FE60-48F6-8C0F-A927E8B2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E4CAB-BF08-49DC-9D4D-FE25071E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CEF3A-C8F9-44A7-BAC7-2BED083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Severity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38678-BF0A-472F-84DC-84875D6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D1601-5989-47D7-9320-A304E9E9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영향과 수정 시급성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8776A-0EB4-4C03-BC00-AD1B9AC9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88FAC-19AD-4493-9166-486A190C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 · P1 · P2 · P3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3FCD8-527E-4F7D-B96F-799B83A3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16E14-9E96-4605-8A1F-CE919985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2691A-1EB6-4614-B9AA-C590DE4C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8C335-959C-49C6-9572-FC39405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리뷰를 받은 사람이 바로 재현하고 고칠 수 있는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706434-C024-481C-811A-38CF693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FE188-417D-4008-99A5-39E0749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required_finding_fields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F6F43-46A9-44E6-ADFD-84564030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50F7B-A557-4A7B-B2DF-9B4F484B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B7B39-FFAA-4CE5-85DC-DB6B0887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3C528-49A9-4445-BDF3-2B7774C0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입력·출력·오류·금지 행동의 약속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0E98B2-A684-4A5B-B770-BEEC50C7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A150F7-17F7-4EF4-BF33-7CE4A8C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ReviewPolicy</a:t>
            </a:r>
          </a:p>
        </p:txBody>
      </p:sp>
    </p:spTree>
    <p:extLst>
      <p:ext uri="{BB962C8B-B14F-4D97-AF65-F5344CB8AC3E}">
        <p14:creationId xmlns:p14="http://schemas.microsoft.com/office/powerpoint/2010/main" val="3066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8331F-0773-4F0F-AA68-C2CADE0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9C2FE-4477-404A-9812-A9076EBE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판단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61B42-DB84-4757-9AD8-67C5483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C1B30-2DC5-48D5-9037-1A8A94A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770F-2EFE-4768-B811-6CEE2DCB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3B98D-C006-45BF-B3E0-5FEFBA6F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FAA92-FF4C-4BC0-8C61-FCAC5F0F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8FAAA-2E79-4F73-A1B5-000D79F6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0236-E626-41DB-BA09-2A2BA122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E51FC-82DF-4635-9363-9DC62106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C6FA9-E98D-4B77-87DA-F35F74F7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3FFFA-27A6-4D4D-877B-44A1C2FC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49633-4537-4D3C-BDC6-6659F680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57483-E7BF-452C-AAAE-7ABC5F1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E780A-7252-421D-8AB4-4FE9EDD4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F007A-30A5-40D8-A4F6-2B30B964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4D536-EBA1-4950-AA0D-903650A9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AE844-3B0A-4E44-84F8-DAD8EE0E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라인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7BE54-D2BE-48BA-AD29-2CA10E60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D5980-F41D-44D7-A3D5-C62F10F7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ED734-3ED5-46FF-A287-16C0BFF5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최소 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5C000-C221-424D-B8A8-5D503A82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3AD69-3372-4E19-AAF0-F3FEDAC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8AF3B-4DF2-4518-A29C-BB477E1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48BF5-871B-4786-918C-4ABDD5CA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01_review_contract.json</a:t>
            </a:r>
          </a:p>
        </p:txBody>
      </p:sp>
    </p:spTree>
    <p:extLst>
      <p:ext uri="{BB962C8B-B14F-4D97-AF65-F5344CB8AC3E}">
        <p14:creationId xmlns:p14="http://schemas.microsoft.com/office/powerpoint/2010/main" val="8328899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4ADE8-514A-4191-B556-A0212AB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2221F-6E07-4FE5-841E-5342841A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P0~P3 분류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F3921-3E2A-4F96-B4D9-2269123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F8E18-B8A7-4D25-8830-D2DE84A7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61E34-2CD4-4756-916E-F46D555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BF1F5-E674-416B-9B4B-1C9EEDB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E7B88-0D5C-4FE1-855B-F9A37962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432F5-56DA-47CB-8A29-7DB9C2EE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5E469-0E2D-4CE8-AD0F-F0C28E3F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0AE47-2D70-40C1-8485-B18754FE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915DD-4BA6-4EB4-A93A-20812EA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2479A-679F-42D8-8068-0ED6F562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702D5-2893-49A4-9CCF-92195430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4F035-9B86-45AF-A258-23099AFD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11008-6DA8-46C3-855C-F0A1D123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즉시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38D8C-957A-4193-BA7C-C17083BB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24D7B-8FE3-4386-A053-C573C503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보안·치명적 데이터 손실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5C7FA-46EC-4071-94DF-10BFFA7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B8D8F-2C3C-40C6-9F2F-ADAE2754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C3074-FCF8-49F0-84C4-E6E567CC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D4E3D-7C2B-422B-B228-66FEBA5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merge 전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5F304-833C-4031-B77F-A03F14B2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95BCB-C303-43A4-9F80-40E88E18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주요 기능·권한 위험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BD93E-BAAF-4244-805B-B791735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A9085-2F7D-4796-A1AB-6EA0C8E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4AB34-4F59-454F-8F1D-86BA8A14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B1E5E-1D26-4E17-8C8E-6D944B52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가급적 수정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46F0B-24A6-4FAD-9924-ADBA206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8975B-8455-498A-A0B0-36C43B72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 안정성·관측성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D3340-D4AC-462D-99DE-9E5F5BE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592C5-8BAC-4ED7-AC14-EB57646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CCD29B-ABCC-4D0A-9AE7-527A6283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1D9F49-B627-44C1-9369-999AF35C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낮은 위험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02E9BE-A643-4861-A868-BA49A502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BD61F-C5D2-46F9-B24D-EC3C6994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명확성·유지보수성</a:t>
            </a:r>
          </a:p>
        </p:txBody>
      </p:sp>
    </p:spTree>
    <p:extLst>
      <p:ext uri="{BB962C8B-B14F-4D97-AF65-F5344CB8AC3E}">
        <p14:creationId xmlns:p14="http://schemas.microsoft.com/office/powerpoint/2010/main" val="15380614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9610F-7A48-4C6E-BBA1-FD4F4C21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750DC-C045-42C4-A757-6B2BFDC4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FB07A-3B5C-4A15-B424-3776DBB6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535FD-0F98-4FA1-9E35-8FB5064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22836-B967-405C-983E-A84F10CD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AC53E-A90D-4CAD-9DDA-86880AA4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8453E-827B-4E9D-846C-A605E90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02F8F-45D0-44A0-9E3C-17C90592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4A152-6E90-4407-9BD9-5F5C52C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04FAE-28F5-44FC-9031-49E9E34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F9451-A0E6-4299-A239-C4E2D84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C6337-3F12-4410-9CE9-DE734BE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C4CEA-9F54-48A1-A4B6-26D8B854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21246-A096-4B12-9975-4063A637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B2591-D330-4055-A2C4-DF17372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510E2-8EAD-466D-A894-AC91944C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A44D8-99F6-4BE2-9654-3121E1B8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1차시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B5D26-1EEB-493D-8A44-21F5A7E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83C60-33C1-496C-996C-48AC5D54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CC6D7-B4E9-4C3E-98B1-6D278F73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F6CE8-BF71-49DA-823A-D4EF20CA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labs/day3/review_copilot/contracts.py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35590-697E-49EA-979A-EC0D9C33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0D090-A4E1-46A0-8EDF-CAAA25F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09CFF-3386-47AE-8B16-001F09BF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355C9-EC6D-48FE-A68F-B6DB24B4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tests/test_day3_review_copilot.py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7AFF1-133F-4F8A-A202-0515E2C9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4D88A-809E-40A9-BA7F-368149F1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Review Contract · 01_review_contract.json</a:t>
            </a:r>
          </a:p>
        </p:txBody>
      </p:sp>
    </p:spTree>
    <p:extLst>
      <p:ext uri="{BB962C8B-B14F-4D97-AF65-F5344CB8AC3E}">
        <p14:creationId xmlns:p14="http://schemas.microsoft.com/office/powerpoint/2010/main" val="3128583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9533C-D036-47E1-A776-C300031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1F3E8-C606-49CE-93AA-DA11D0B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4C4EF-A18C-4E91-A8F9-2F7B33EC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8B77-052C-4CED-B92D-B80F3E9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B6FC5-6330-48A7-ABA9-FECAC510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cec4a7b8c4653"/>
          <a:stretch xmlns:a="http://schemas.openxmlformats.org/drawingml/2006/main"/>
        </p:blipFill>
        <p:spPr>
          <a:xfrm xmlns:a="http://schemas.openxmlformats.org/drawingml/2006/main">
            <a:off x="5219700" y="16771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CE3ED-8559-4842-8B51-DAAD44B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화면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2E372-5537-4973-8235-55DFABE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86161-A00B-4FE5-BCA6-925918B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0F220-4BF4-4099-9BB4-4DF21A7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 JSON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82B2B-7A3E-4DD9-9224-8A48D700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3F9DF-450B-4986-A6CD-04B505CF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87540-B9C2-46A9-9C30-3050B39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051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finding field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19158-D1CA-4A33-B997-5816266B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0AC8D-E56E-4026-A3E3-6EE6AAB6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37FA4-9D2C-49FF-84CC-0D5B158F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719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automatic_publish=false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3934F-1202-4D79-AE4C-BA8C680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EA5DB-7600-4EC6-A8F8-8876C3A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P0~P3 · 10개 필수 field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자동 게시 금지</a:t>
            </a:r>
          </a:p>
        </p:txBody>
      </p:sp>
    </p:spTree>
    <p:extLst>
      <p:ext uri="{BB962C8B-B14F-4D97-AF65-F5344CB8AC3E}">
        <p14:creationId xmlns:p14="http://schemas.microsoft.com/office/powerpoint/2010/main" val="1883354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0ABCD-0D15-49D2-B748-8C3277DB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8F173-452D-4DD9-BB70-06CF3974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0BF1F-A61A-4B5F-B16C-25732A19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A302F-E950-4E42-A025-E2D6A48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DC464-2E2B-424A-9615-8C67F89C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FFDB7-9414-4BDA-B71D-3CAEBA29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A6D4A-EAA5-447A-B787-16A3B199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B359C-EC4B-4A5B-8B95-F7BA559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5F471-BE43-4973-9D38-FD90361C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0BA42-627D-4210-B818-8D42BC4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9D4FD-A181-4A28-8FCC-C54BDE2A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87D97-50B4-4E39-90E0-35EDEA2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922BD-2E1F-44F5-9CE4-7E786AF1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D5F24-60A2-4FFA-8D9E-FAD5E0C6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allowed_severities · required_finding_fields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19C06-99A0-411F-8351-704DC8E9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06B87-F34D-42BF-8BDA-BE26000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14A1F-96ED-4A2B-B99D-D6B31336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16264714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41BEF-8F3D-4CC7-BB93-49409E2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633AB-9884-4DED-B39C-2D534E5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E0A43-798C-4BC7-B3A0-C4CFC3F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7DAB5-9863-4A15-9555-FD196B7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FBFDD-4D18-4D40-8609-802EC10A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60BA4-0FC2-4741-8A7D-0E5A51C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C93B9-353F-404B-94B4-9BF7EC3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96F50-B4C4-4723-85AF-65EF2B70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6B8D9-1E48-44E1-ABAA-9B976AFE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694F2-B8BE-4F1C-B351-3DF16F0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ED999-0287-4DEF-9336-F0F2DB94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E744D-818A-429C-B67B-9EE374C9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84264-53B0-41C8-A185-4EFAB3C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2F648-BF1C-44C4-9C63-C346CBB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42839-72C5-4F81-B380-C2C1F64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316BA-2E76-4ED9-BF2A-ED2B1CC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39F57-A4DF-420C-94FC-B342716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740E9-0507-410C-8607-77261A3D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AE33C-D384-4999-8DA1-7606D22E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D11AA-9BE8-4DC6-B7E7-01A89177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01_review_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</p:txBody>
      </p:sp>
    </p:spTree>
    <p:extLst>
      <p:ext uri="{BB962C8B-B14F-4D97-AF65-F5344CB8AC3E}">
        <p14:creationId xmlns:p14="http://schemas.microsoft.com/office/powerpoint/2010/main" val="13812657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A76E0-0378-42B9-830B-F86F954B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B888A-3A12-4A23-A803-89058559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771CE-79CD-413A-8D8A-0519CD68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21E1B-A234-4B17-ADD8-6DD9D051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AE7D8-D5B3-4025-8767-2618BB6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9366B-76A5-49E6-9BC1-5485146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45590-B8F8-40C1-AE34-818DA9CC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"severities": "P0/P1/P2/P3",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"focus_count": 4,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"ignored_count": 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"require_added_line":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"automatic_publish":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B9D1D-3E39-49C4-B8F4-5B677F92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5624F-C2A7-4077-9278-54EDBE0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9640E-DF5A-447A-B2D4-720DAD49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832B7-EB2E-4426-B4D3-FD2B17C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allowed_severities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2A0A8-ACE3-4313-AC7B-496EC53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CF93B-5649-45AD-9FCF-A1C387AC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44207-D1B6-41D3-81BC-BB1F040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required_finding_fields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7BC64-2F16-4D8F-B355-072CEDB5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CCAC9-CFCF-42F0-ADE6-274596D1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81E76-D35C-4797-9271-2F205D7D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require_added_line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BCF84-A848-447B-8430-7BA2C5B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1C891-F1C1-464C-8212-7920E0C4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20516-C20A-4009-AC1E-EC76AA22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7943313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9F63E-CD8C-4668-9688-390315E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72817-9BB3-4C13-A38C-76D6191C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7B4F3-DB8B-4B96-B2FC-B4C3DC1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D731F-8F9E-477A-8567-6771BD8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CEA96-3BA4-444D-9BC9-A76F0D5A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ACD47-4CF4-401F-A04D-A43D2AE9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2EDF2-5E52-4F0D-BC65-104F5C7B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F77F7-FE65-4CAC-90CA-DBD1BE4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labs.day3.review_copilot.contracts import ReviewPolicy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policy = ReviewPolicy()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contract = {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"policy": policy.to_dict(),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"required_finding_fields": [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"path", "line", "severity", "title", "impact",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"evidence", "correction", "rule_id", "source", "confidence"],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False,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save_json("01_review_contract.json", contract)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contract["policy"]["automatic_publish"] is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EC97E-C09E-4985-8386-512811ED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save_json("01_review_contract.json", contract)</a:t>
            </a:r>
          </a:p>
        </p:txBody>
      </p:sp>
    </p:spTree>
    <p:extLst>
      <p:ext uri="{BB962C8B-B14F-4D97-AF65-F5344CB8AC3E}">
        <p14:creationId xmlns:p14="http://schemas.microsoft.com/office/powerpoint/2010/main" val="11984355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715F9-9D3F-4E40-984D-2A6EE0B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1EE8C-D24E-4A21-9BB6-E17ABB3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Contract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9BD33-768F-4264-9753-1FF0E55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55DB2-FD7C-47D6-A500-6FFE90D5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915C7-19B7-45C3-BBC2-59ABE13D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2E191-AF4B-481D-9816-532CF4AD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CF7AB-95BE-491D-8B46-FF8A722B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6F9A2-5910-42F6-8AC9-98E23E29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160FA-674E-4255-A1E7-AF35DF9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4F003-EAE3-44A1-A55D-92F42214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0EA48-27DC-4724-8657-22378DE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BC051-9D95-4C9E-BFD1-2DA0B60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87C07-1093-477F-A23E-4C671717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리뷰 finding 계약과 severity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FFF55-8338-4C13-8850-210889EA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E8429-2BCF-4D44-B4B0-FCBCC317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C65BC-97DC-434A-92AF-B8A5C6B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AD043-8894-46AA-95BC-74E7D63C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contracts.py와 해당 focused test만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B236B-3B76-45A8-9D79-5293A84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B6E2A-72EE-4A34-8C65-1D7FCBF4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7F35C-84E9-4CE6-8A0C-E5F2DA02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D8368-2A08-43A7-95A8-5FD75D7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허용 finding과 잘못된 severity·자동 게시 차단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ADC38-46E8-4A4F-A30D-986CCE1C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6C0EE-910A-4341-A1C2-3F75FB0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9334F-EE47-4EC4-9F36-79512DC8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0E898-3619-416B-9891-7CA0F03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assertion 약화·외부 API·자동 commit·push</a:t>
            </a:r>
          </a:p>
        </p:txBody>
      </p:sp>
    </p:spTree>
    <p:extLst>
      <p:ext uri="{BB962C8B-B14F-4D97-AF65-F5344CB8AC3E}">
        <p14:creationId xmlns:p14="http://schemas.microsoft.com/office/powerpoint/2010/main" val="6940946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77E90-14F9-48CD-9073-966E6D7B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790E7-9BF2-49E3-9F0D-CAB9A456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A430E-13A3-4055-9E8B-8353707A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18296-56BE-42CC-99A8-7D579957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7FE6E-0ECC-4BF3-9A32-647B834C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437B4-F439-4E36-82EF-5FF0204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43CB2-3E9E-43A8-8844-B031C988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EA98E-64BE-48C0-8750-3064E20B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labs/day3/review_copilot/contracts.py의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8EB0F-45C7-4856-A4EB-0622E1F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B104A-A1C1-4421-B4AA-49B1DDE0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9DE55-710F-4AF7-B44B-DFCD22B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627BB-15D0-4476-B2F9-3A5B093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3469D-419B-48AC-ABCF-8A34EDA1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BC88A-B6DF-4E99-8D96-A7BB7CA3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8785-BED1-4E14-BAF3-D45CD9C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2EC41-3803-4C6E-B8F6-1883180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F7FE6-5210-4F5F-ABA0-9B5BB8E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01_review_contract.json</a:t>
            </a:r>
          </a:p>
        </p:txBody>
      </p:sp>
    </p:spTree>
    <p:extLst>
      <p:ext uri="{BB962C8B-B14F-4D97-AF65-F5344CB8AC3E}">
        <p14:creationId xmlns:p14="http://schemas.microsoft.com/office/powerpoint/2010/main" val="12687586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4CE1B-99A7-42E9-A60B-AF67D3BB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F5CAD-5EE7-442E-AB1D-A683D9B5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정책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4D60-7D66-4F11-A284-7AF043A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262BF-102F-4DCF-A8B7-6E1A1B99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E290A-5C63-4D12-BB1C-3C115A95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EA900-8B03-46B2-BA67-5546CDCC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11762-10EE-4D1D-A48F-59D1873F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0DFC8-315B-4E68-A568-D8E4379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1차시 Cell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B2977-2140-4B7C-93DC-C28D346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88BA8-428B-4EDF-8567-3E140181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65493-855F-44AF-9D19-CAB25FBF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focus·ignored 항목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F759F-638E-4C19-861E-0BF4D72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4308C-CE5D-4D06-92BE-B8E10B22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010A8-1AEC-475B-B55C-F7EDB2AC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01_review_contract.json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5FE13-3017-4F36-939E-F013E43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4BE59-D945-47AC-870A-352E9487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7871795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86B46-BE6D-4374-B295-6F966BAA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29227-3CE5-49CC-82F1-ED66EDE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 행동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B8420-C97D-40D0-9532-302C679F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11A0-F5E4-4954-A60C-69602312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582C1-4783-49BA-A440-916C3F0E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AAF65-2ACF-4676-968E-62469691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602A8-94B4-462C-950D-7ED090A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F36EB-F4B8-450B-A706-CA2C94D4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automatic_publish=true 입력 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3F8A1-49BB-4507-813E-988DFA33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FD1FD-F27F-456A-8E41-1A7F6F1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1CD72-F251-48AE-9ED6-F20C08E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 오류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DF87B-685C-4D15-AE63-5AA408F7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2CC65-76D2-4798-9640-C9A74E00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FA4BE-DF9B-448F-81A4-6A648E2F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원래 정책으로 복구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48EBC-C8AB-40D1-A127-D15C8A0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4D676-0168-4A47-9950-56BDBC1E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3842599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DA457-A1AA-48C5-BFD7-97980EC4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D76E9-C2B0-463D-AC80-BF5DF9A3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42D7D-9C48-429A-B477-CED6A997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BFA0A-F78B-4843-AF47-CAD89D0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095B4-5D75-4FC4-8CFF-5A25681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67A40-406B-460B-A447-39659B5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5DC4A-A1C1-442F-A51A-D08D8E3B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786CD-4CCD-4306-A3CE-B39C7F8C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D80F3-9ED6-4C3D-9E59-5259E97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EB369-182A-4526-975C-64AFF0B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1A666-CF00-4B6E-8AB5-21613A50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F889E-E995-4923-B9FA-8239622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FC6B6-3AB6-47EB-A64A-1B6D4F31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D9FD3-1E0E-492E-93E4-CA6510A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2DF59-7D99-4D6B-9411-25790DA0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정책·필수 field·severity가 구조화된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8B7CF-AFFA-44DC-A6BC-37815637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D4EC5-785A-49E2-AE13-F3E1A05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A5BEB-AB81-40DD-8AE5-4CE7B51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DA950-4307-4DE9-9384-805E468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013E4-65E4-4958-BBA8-D4537B0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4458D-BAAA-4989-B180-1B405D0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허용하지 않은 severity 또는 자동 게시 요청 차단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D592B-FDA7-48A1-A08B-662A8111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EE62B-3E63-48D7-BC69-4697ED5D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CF317-CB08-45DD-8225-4063FF4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EAA36-D9D7-4A9C-AAF0-33F42ACD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EFFE5-A5F6-400B-865E-40F7D17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701B7-DBF5-4B0E-BB4A-E8389BC7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결과의 자동 게시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CEFEC-0745-4DF3-8B52-FC9F7C4E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8A6CE-A00A-415F-A5A6-C5287060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정책 파일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054A27-BABA-41F5-890A-723E7BD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DCA6E-CFC5-4BD3-923F-119E850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7DE654-3FCD-4C01-910B-8043EB54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D7C44-C528-444C-BB32-0AC7A64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01_review_contract.json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4DBFFC-CD23-44BD-A721-194993A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E5D17-9280-455A-97AA-7B189577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5770195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A57E5-9046-4AC1-BCE0-247D1499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8FD18-377B-4094-B2B8-6F8AE652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BAEF7-DE2F-4EC3-9D84-007B14C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6847E-2505-4B06-8ABF-8BB9C3B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06A33-C4D3-46AE-ABA1-C151A14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A1C41-48CB-43D2-8A3C-CA96C313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0923C-36A7-4844-94A6-5273070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642A4-9490-4C56-857D-BF040F4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46FA5-A8F8-4BBD-B0DB-D3DD5140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567FB-FCB9-4F6F-8092-202BA66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99026-C773-4647-AE24-85F00519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Kernel 경로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EE4FF-D825-4A43-8DB6-1AA9D28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72AA8-FE8B-4F33-9A37-EEF05148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77DDB-98F2-45CF-8417-AD388AC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 field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971CB-C5A7-4236-977A-56CD7BE0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855A2-28A9-405A-8DE7-D203EB6B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D838C-9694-4FB1-8F6D-A2FC46E1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 재실행</a:t>
            </a:r>
          </a:p>
        </p:txBody>
      </p:sp>
    </p:spTree>
    <p:extLst>
      <p:ext uri="{BB962C8B-B14F-4D97-AF65-F5344CB8AC3E}">
        <p14:creationId xmlns:p14="http://schemas.microsoft.com/office/powerpoint/2010/main" val="17579987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315C5-A827-4BB0-92F8-063C38A8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7626E-6DC0-4302-AFCB-ECFAB458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B9A36-7827-4ED9-A416-4ABB61E3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F03DF-132D-4839-93B4-A9BE9C70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2A84-BE46-44C6-B06C-657D6D22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91B37-56BE-4252-B3F7-9AC819B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31EBC-35BE-404F-ADA3-50FDD0E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EA7B2-B706-40F3-9E1E-34F14448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5AB90-AF22-4C02-9003-E1E2CB6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677D1-38FF-48B8-AFAF-74CC74C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CDDCA-7C6E-4887-9969-70318A80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54DC0-0F12-4C6B-9406-3138300B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0867A-C7B7-47E0-AFD6-8D294687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165EE-BC57-4A90-B6D0-5430CD1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92D9C-B252-49A1-8075-B431A731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팀의 코드 리뷰 기준표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0488F-D7B5-47B0-AC14-174041D5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FE51-949F-4770-B859-56D12E8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0EEBC-3AC4-40B2-A681-A311F8B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3CB4F-5738-4403-8FD6-51412A4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7F0A1-0765-424E-A0CD-985A46A9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CEE2F-51BA-48C7-9B1D-49B43CF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정책·schema·boundary test 포트폴리오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E5FB1-55A1-451D-AB91-73C65EDC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FD164-9203-4653-B00C-50B85270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21467961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3292D-DAAC-40B7-896A-CCED661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C7D57-262D-4783-990F-E787627C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C47B6-5CEE-4A5E-8DD8-9D3BA254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40506-62DA-4953-901C-B8CA38CF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9A977-A26F-44C8-ABCE-5DC49010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69DA7-82CD-4763-B118-6CDBE09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D831B-7F14-467D-A23C-FD8883F6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76D98-9E96-483A-94B4-01AA6EC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87AFD-0943-4655-BA00-31D8696E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DA8CB-6512-4B4E-BD48-6F3E77E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FE6A3-0406-4014-8C13-4E9A9CBA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4A90A-9BC7-4C14-9FE9-F9C2D92F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F10F4-B123-4DC3-9AEB-1CCC248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255CD-5750-4762-B842-53F9EB20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6832C-7C2D-4231-9BDB-6D487850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Severity 변경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0B38A-7CC6-403A-8ABA-9A5C7FF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2B4D0-182C-4836-9098-52EC158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팀의 P1 기준 한 줄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F5A84-2283-40EC-BDED-E3EC63A4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86FC0-B97F-4EAA-AFFB-5BE02573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잘못된 severity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1FF86-DACE-4ED7-ADC4-E5DE129D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DA04A-626C-4522-A6BA-16202FD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FE245-9758-42AC-93F9-9CCA6F7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8EFB5E-DA2F-401C-A93E-FFF15CF3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Contract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19683926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A3A61-30CB-4846-9618-4B00C611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1차시 · 09:00-09:50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42326-1B60-4102-BB14-684E5F7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3E593-D2F9-4B91-ABEB-308AC4DF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07120-90FA-4A5A-8681-ABA56089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27297-5D48-4E43-924D-DFC90B6C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7734-53A5-4DF8-9A2A-51D64820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7D8C2-423B-4BA6-A47E-31C09C52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2DEA5-9733-4E95-A564-BDE21F1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P0~P3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06CA3-93F6-4FA6-B0F4-A98DE9E1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193CF-0C24-4EDC-8DC9-CD137680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DF3F6-B250-4CA9-9F8F-3716B72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허용·차단 Test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F9224-4775-4381-9BDE-61F4AF5C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6C56F-7E90-45C6-946B-CDC4A017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4B573-30BE-4C50-8BC2-A806277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01_review_contract.json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C325C-04C1-4F87-AD12-1D802E36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23BB6-733E-49D3-B008-2EC832E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Unified Diff</a:t>
            </a:r>
          </a:p>
        </p:txBody>
      </p:sp>
    </p:spTree>
    <p:extLst>
      <p:ext uri="{BB962C8B-B14F-4D97-AF65-F5344CB8AC3E}">
        <p14:creationId xmlns:p14="http://schemas.microsoft.com/office/powerpoint/2010/main" val="9321693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6A2A4-0E2D-4F9C-A07B-EB2F99F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09B0B-AF4A-44B5-8EEC-82D8697F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2차시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EC50F-6F26-4D97-898B-4C6104D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FD601-C9FA-4E83-ADB3-0CC3F7A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Unified Diff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EDD86-8600-48C2-A541-E0DCD3D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Hunk · Added Line · Line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008E3-538F-4950-B214-8DFDD7D2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18635-BAEB-4797-AFB0-C8A6B3E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E5D70-7D9F-4978-9BCB-A338AA29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D4B85-5133-4782-B574-3E60E6AB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10-18분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A7558-E6F3-416F-B729-68BA3159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C527D-835E-4804-AC7C-52F33B8A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18-44분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D8675-B73F-448B-A960-B49AC30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FD271-45D7-4AD6-8463-ABBEE449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BEE92-6FC4-4AB6-BDE9-18DEE40B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FADC1-83FB-4F4D-B888-5CDFCAA4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02_parsed_diff.json</a:t>
            </a:r>
          </a:p>
        </p:txBody>
      </p:sp>
    </p:spTree>
    <p:extLst>
      <p:ext uri="{BB962C8B-B14F-4D97-AF65-F5344CB8AC3E}">
        <p14:creationId xmlns:p14="http://schemas.microsoft.com/office/powerpoint/2010/main" val="17848092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C86A7-BAE1-4316-8A4D-D37C4461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ECEE1-9337-40ED-AA9E-EB48716D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라인의 복원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29848-2368-4680-9687-D145F2B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4D201-0847-4BE5-80CB-14F6EC0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CE27F-50B2-4586-9061-48B54AFD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BB63-CA5F-411C-8697-B7AC3E33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리뷰의 위치를 추측하지 않고 Unified Diff의 hunk 정보로 변경 후 line을 계산하는 parser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E18C9-DB27-4C82-99F7-28DE522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7197-D7F9-4254-A0BD-30D48B0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A5720-B9E4-423A-B4B2-02FADA0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내용이 맞아도 line mapping이 틀리면 GitHub comment는 422 또는 엉뚱한 위치에 붙는다.</a:t>
            </a:r>
          </a:p>
        </p:txBody>
      </p:sp>
    </p:spTree>
    <p:extLst>
      <p:ext uri="{BB962C8B-B14F-4D97-AF65-F5344CB8AC3E}">
        <p14:creationId xmlns:p14="http://schemas.microsoft.com/office/powerpoint/2010/main" val="6791413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67BF2-F121-402F-9B05-3F1C96E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7643F-BCD0-48F5-8502-7072F552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읽기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C3A49-02C4-49C5-9A79-41DEE359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B0DED-E99E-4DDD-AD98-9F1D435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82A20-653D-4EC5-B514-7219CF8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B7B27-33EF-45C4-BF57-4F3BEC8B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F3869-C716-4757-AADB-E36F488C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01CFC-59FC-4C80-8F42-65A5D9A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A0387-42B4-40E8-B115-7A33CA2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D4A57-9C32-4808-8971-57AD84B8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5F513-D36C-4574-AC31-5172BE9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A1DF6-2D8F-4241-9043-4795EFE5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C20BF-7317-4281-9C57-9EB31D58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7B381-3D60-4A0B-B5F5-920E04D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CF675-774F-455B-99B6-CA24002F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전후를 한 문서에 표현한 형식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C2C2A-750F-470C-AFE1-4E783AC1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93112-BB42-42AB-BFFE-9DAF36D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meeting_export_pr.diff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E4635-1AC9-49C7-93D6-68042F7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E4F84-7B0C-48F8-8C0A-55BC82ED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80C72-2A1D-4004-A1AB-94ABFB0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0115B-922B-4FA2-A658-9C584C90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@@로 시작하는 연속 변경 구간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B9BD5-DCB6-4A16-B27D-BA31D498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E502D-99C1-4357-979C-3A4BF621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parse_unified_diff()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FC0CF-7761-4021-AA4A-9BA3700D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6CB8E-E7EF-4243-B53B-AC13AC51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2A981-CD4B-46E6-BFF2-187F64B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69C15-F607-4C83-9EDC-FF5C9A9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+로 시작하는 변경 후 코드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5C3D6-8F2B-45F7-8619-877FB24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309EA-66D5-4EB9-B260-88D409A3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DBFE8-6E76-4CDC-B375-317DA79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A781DE-41AF-40AA-966E-E2926D29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Mapping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3D6FA-A974-40ED-B276-5415CD2F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4DAFDB-C83F-4AFD-A686-B7EF58B3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Diff의 줄을 새 파일의 실제 줄 번호로 연결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B839E-B96E-42E6-AE5D-45DB783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60E8DD-E45F-48DE-A1CD-970ABE2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DIFF_PATH_BLOCKED</a:t>
            </a:r>
          </a:p>
        </p:txBody>
      </p:sp>
    </p:spTree>
    <p:extLst>
      <p:ext uri="{BB962C8B-B14F-4D97-AF65-F5344CB8AC3E}">
        <p14:creationId xmlns:p14="http://schemas.microsoft.com/office/powerpoint/2010/main" val="8816611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27F1F-A5C2-484B-8553-335C4C42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A2591-1D9E-4702-B92E-5E70B56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 Diff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13B16-FCC4-47A1-A48F-D4DC2AF9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449AC-561A-48B1-987D-E62A7CB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7759E-C4C8-4AA7-9092-7BDF1251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F1292-7B49-457A-9562-324C98E4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D9ED3-B0A1-4FFC-913A-C1211FF7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8BC49-EFB4-47F2-BAB7-157E98C2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02F5-3EF1-4994-B602-B1A2122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B5A57-2F5F-4701-BF56-7FD05A9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4A063-34A7-45E8-B1A0-A4594C97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67B5-8D89-4086-8AC0-88C65BF2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 header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EE162-7819-486B-B044-4AFEF18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EDC25-ED29-4E35-9C96-17E4DB7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A089A-053A-425E-A787-1F07D3B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 header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FA26E-87AF-45D9-82F7-57D062F6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A04F3-537A-47DF-90AA-14AA1A70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669D0-2935-4407-A66B-7DC9C44A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counter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9FC37-60AB-4EE8-817F-968E1051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C8507-B81D-490B-96DC-40C3405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7C4CB-95B4-4963-9A8C-301FBC16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 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AFAEB-8D0B-4C7B-9E62-B51DD092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1EF1F-13AD-4C32-BB65-091D2EE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27585-DF21-4B0F-9766-68C1C925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2DA1F-D18E-4182-A0C4-662F3A86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02_parsed_diff.json</a:t>
            </a:r>
          </a:p>
        </p:txBody>
      </p:sp>
    </p:spTree>
    <p:extLst>
      <p:ext uri="{BB962C8B-B14F-4D97-AF65-F5344CB8AC3E}">
        <p14:creationId xmlns:p14="http://schemas.microsoft.com/office/powerpoint/2010/main" val="12827869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77EC12-7A00-4B05-BB74-7F1CB61E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920C4-F04A-417D-871C-CFF4293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기호별 Line 이동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FE543-FDBC-4290-961C-8309FEE1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A4BD0-A4F6-494B-9652-79E4D46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86C79-3B19-41AC-9FD1-B35EF6C5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20CBB-3E88-4BB4-82FA-0683BC9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7B2B6-158D-4C57-A90D-D5BA665D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BF3D1-4DDA-4075-8945-2CDF95A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9FAF9-0F59-4CF8-AFDF-3F9D49C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4CBAB-E8EC-47B4-84DF-8EAEE35A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6FDF8-1F25-4E34-AE2D-D192CE3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515F3-59BA-40F9-9DC9-E7301AF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BD369-77F4-45D1-AF1B-FA7186C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공통 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86122-B337-4FD5-B3F8-4FAC8AC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AC10A-9EA4-4F15-A2AB-46B1BD6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old +1 · new 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2F466-41B2-4543-801C-F747EF39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3A9F0-6AAF-4D7E-9010-927A089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문맥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C7DD3-EB63-4476-A1DD-5245A583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33603-1A75-4BDD-8539-D87ED7F1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삭제 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CA496-CC6F-46DB-9845-C14AD2E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5ACA9-2B19-47ED-B774-069CCC6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old +1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EC1BE-8AC4-41C3-BEC3-7944E357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CEB5F-CE08-4AD7-849D-2B09A85A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 위치 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3FC1E-F799-4A9F-9ADA-D79D543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CE977-BE70-4FC7-84AB-A7B33126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 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D405C-8C48-4156-9EC0-0C185DF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E3688-F305-4433-A219-69A55FDF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new +1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2060C-2AC5-433C-9C96-AC43C45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1E6F5-4C01-4A93-BF5B-4BF90BB4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 근거 후보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77AD7-4AD8-4A52-B62D-6F58337A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77CBE-A3C6-463F-9861-301DCFE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+++ header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11D0DA-EEB9-4174-A8E9-5ACC1BD2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E4800-0DE9-451A-BB7C-9F2E864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 줄 아님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75551-5F87-483E-9FE5-04780DC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855A55-0FC4-4B2E-92B6-8790845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 경로로 분리</a:t>
            </a:r>
          </a:p>
        </p:txBody>
      </p:sp>
    </p:spTree>
    <p:extLst>
      <p:ext uri="{BB962C8B-B14F-4D97-AF65-F5344CB8AC3E}">
        <p14:creationId xmlns:p14="http://schemas.microsoft.com/office/powerpoint/2010/main" val="7309026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1C0FD-CB49-448F-BA3A-B16E514A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EE7E-C148-4BC7-A675-9366BB17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Parser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59B1-151A-42AD-AB7C-5005850C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F9007-7007-41FD-AD23-B908C1D3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F8188-92BF-4478-9BA9-73029BF5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6A92A-E52D-41B6-AFF3-121A1500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040F0-AA64-4D9E-A233-4D10E39B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56E27-DB50-420A-A6AA-DD1E48D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66B65-CD7C-4BA5-9A02-A23977C7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7FEEC-1FFE-4D77-8530-62ECD403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1D4C3-FEF2-486F-A37E-4A87CE9F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00CE-BDFF-4B77-AF74-985400B8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FC129-0D34-4B2E-84C9-EB09AA66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labs/day3/review_copilot/fixtures/meeting_export_pr.diff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9C42B-4579-4314-A2A2-D47EF50E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F2F9B-A467-42C1-AE85-CF17992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DE2FE-CB96-46A2-B249-9B31E607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83417-3178-4D83-8C8E-BADD1DB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2차시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1DA13-AD29-45E7-965F-9E4384BD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1D8D3-A267-4A4E-BF68-CF2B808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4F419-6AF8-4054-ABAE-3108270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3A9CB-DDF8-4EF5-9227-2AA156CC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labs/day3/review_copilot/diff_parser.py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1FF93-4CB1-4F5F-B67D-ADB33673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035FA-99DA-40A0-9130-5A50C91E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41FE1-534B-4D3B-A1C3-B837323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58E87-5977-47F9-A5C9-C8B1B094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tests/test_day3_review_copilot.py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A636B-D982-4A51-952D-5CCCB99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038BF-8B84-459B-8DE4-6A02A0C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Diff Parser · 02_parsed_diff.json</a:t>
            </a:r>
          </a:p>
        </p:txBody>
      </p:sp>
    </p:spTree>
    <p:extLst>
      <p:ext uri="{BB962C8B-B14F-4D97-AF65-F5344CB8AC3E}">
        <p14:creationId xmlns:p14="http://schemas.microsoft.com/office/powerpoint/2010/main" val="12440661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B38AD-9AAE-4661-AD2E-A460F23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AC97-BE39-49F1-B7F4-B3735ED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Mapping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DBBEE-36EB-438F-8DE5-6F71A91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2D5B1-4732-4076-9B12-6F042F5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E48B1-D156-4B62-91A5-E3CF6091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f96530d7f4c1c"/>
          <a:stretch xmlns:a="http://schemas.openxmlformats.org/drawingml/2006/main"/>
        </p:blipFill>
        <p:spPr>
          <a:xfrm xmlns:a="http://schemas.openxmlformats.org/drawingml/2006/main">
            <a:off x="5219700" y="16771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7658-956A-4383-AAA8-185E6D53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화면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AD10E-FE6D-4B8C-A1D2-88D69929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2B56-1DB4-43B0-AC6A-014408F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A3AB5-C020-4252-A27D-855D6B8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meeting_export_pr.diff 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1A854-3816-4FA4-8247-D0FF305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836B0-C538-4DF5-9056-E24F2ED7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C3AC9-A0B2-435F-AB7D-5BCE7BF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051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추가된 7~12번 줄 복원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0BCA3-41EE-43C3-904C-F728565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1441A-8F20-407A-A10B-0DC12D82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46273-EDB3-4BC5-B0B2-D46BE86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719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이탈 입력 차단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EBA6E-52C2-4123-B50C-B70D2A54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CE793-F878-461A-8061-583B89E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변경 파일 1개 · 추가 라인 6개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이탈 차단</a:t>
            </a:r>
          </a:p>
        </p:txBody>
      </p:sp>
    </p:spTree>
    <p:extLst>
      <p:ext uri="{BB962C8B-B14F-4D97-AF65-F5344CB8AC3E}">
        <p14:creationId xmlns:p14="http://schemas.microsoft.com/office/powerpoint/2010/main" val="16506654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46110-07E7-4866-A102-ECBA7C33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1DD3F-1D6B-40BD-BA92-C92BA4D2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CBB04-DCD6-4384-999C-AF5F594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51706-9986-4EDE-A467-767E21E4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F5C16-C5ED-4126-AD6A-8167FC4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906FA-FAA8-4F14-A4F3-BD6DB767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3631C-060A-4D81-A4ED-FA1CC90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75949-DB81-48AD-BFD4-C4CF1490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labs/day3/review_copilot/fixtures/meeting_export_pr.diff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43310-4590-454D-A0A4-550B3228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EC0F4-23BB-4A72-B0CC-6F22A7FD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EB8F4-5B48-49C1-8B8C-17C14B8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F7972-5308-4560-BE93-B870148C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97E56-65C4-4D8F-87D6-828EDF72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AC9DE-5D40-462D-A278-326511FC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changed_paths · added_lines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90989-DC73-4571-A3FB-25739CD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FD2FA-7C6E-4F87-91AA-0A8842A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8DF02-9F19-4615-B249-02D93437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4497316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26204-BE37-4931-9578-D78BE2B9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8AD37-159A-44F2-A424-664F5A6B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312C8-7E3A-441E-81A3-19084509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42F9F-2009-4F6C-8507-270D0214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DE4F8-BEB7-4FB6-B1B5-B3C92A3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93365-74D9-478C-BA16-0B61B05C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36469-23A1-471B-A64C-46229478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F4664-4972-4F2D-B7EE-F715F8B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4CF65-75CB-4E4F-AF23-161C29F5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4E6EC-5139-42B4-BE00-91DB2C9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2852F-9B99-450C-A2B5-1B620CB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0210E-8A30-4AD4-B252-4CCBB94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774B-E669-4A6D-ADB2-A0149C6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37BDF-FF89-4113-BB5D-DDB563AA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7A8A3-B28A-49A4-A8D8-69D8EF3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AF909-6DA6-4B65-88A3-7C5B7609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3758C-DBDA-432A-9F9F-5C4EE690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A2E1F-2B1C-4D4E-97E0-937D9B1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A669-C64D-4AA1-AFEF-5695180B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D65C2-8229-4258-9CD1-1E149D88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diff.json</a:t>
            </a:r>
          </a:p>
        </p:txBody>
      </p:sp>
    </p:spTree>
    <p:extLst>
      <p:ext uri="{BB962C8B-B14F-4D97-AF65-F5344CB8AC3E}">
        <p14:creationId xmlns:p14="http://schemas.microsoft.com/office/powerpoint/2010/main" val="17940170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26A2C-FF50-4AEE-9374-1DEAE649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A0819-C969-4E8C-8090-914BAE04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0D7E3-A551-47D0-A5DE-CB6E46AA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5DB31-99F3-42CD-B606-887AB524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B0524-6AD3-4EBD-85BB-CC32A525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A386E-5EF1-413D-9D9C-12CA285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281E1-A465-4A10-B95D-7432883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"changed_paths": 1,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"added_lines": 6,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"first_added_line": 7,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"first_added_text": "    rendered = eval(action)"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1A34C-DCB9-4AD2-BCB1-1917964B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8FBF6-7D53-4B2D-97D9-58E679C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DC97F-9AD8-4B04-85DE-EA2E03EF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7531F-3DC2-4D5F-99EB-E8067FF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changed_paths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E72A0-F28E-4FEE-86FB-B2FD85F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FF00E-7298-4979-92FA-8302C7F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C268D-4A35-4F02-A55E-CE880286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added_lines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38ED9-AEF9-437D-BFEC-DB4C87A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FB7CB-47C3-43D9-911D-9970D1E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8BD99-CAA3-449F-9F13-A1C3FDB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line=7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06052-0493-47E1-A463-A2EF4A8B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876D2-A2BB-400E-80C1-EC54C24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8C660-9EDB-466F-B7D8-42D3B8B2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DIFF_PATH_BLOCKED</a:t>
            </a:r>
          </a:p>
        </p:txBody>
      </p:sp>
    </p:spTree>
    <p:extLst>
      <p:ext uri="{BB962C8B-B14F-4D97-AF65-F5344CB8AC3E}">
        <p14:creationId xmlns:p14="http://schemas.microsoft.com/office/powerpoint/2010/main" val="117691991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0178B-008C-44BD-9FF4-BA5355EE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1F472-0BF7-41A2-B1BA-871FB4D3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D75A0-5B7F-492F-BE3F-FD91AF0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826F5-D96F-4825-8DB1-284C6516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C67D7-FA6F-45BB-A75A-7AF246F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7A098-2B68-4CF0-B08D-096478F2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35F7A-526F-4DBE-BCFE-8F04130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CC4D5-F59D-46AE-BBD0-75CB731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labs.day3.review_copilot.diff_parser import parse_unified_diff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diff_text = (ROOT / "labs/day3/review_copilot/fixtures/meeting_export_pr.diff").read_text(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encoding="utf-8")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parse_unified_diff(diff_text)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{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"changed_paths": list(parsed.changed_paths),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"added_lines": [line.to_dict() for line in parsed.added_lines],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save_json("02_parsed_diff.json", result)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result["added_lines"][0]["line"] ==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C56D9-5079-48B7-8D5E-4389B167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save_json("02_parsed_diff.json", result)</a:t>
            </a:r>
          </a:p>
        </p:txBody>
      </p:sp>
    </p:spTree>
    <p:extLst>
      <p:ext uri="{BB962C8B-B14F-4D97-AF65-F5344CB8AC3E}">
        <p14:creationId xmlns:p14="http://schemas.microsoft.com/office/powerpoint/2010/main" val="188815608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998DC-BFE6-4F16-9280-1ED06272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B63DA-35FC-4F78-B1D9-DB76BC17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Parser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7F7B-38C7-4CBB-96E9-9DE1A4A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815EC-9BAC-46D3-BE83-9E3513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2A295-4AC1-459C-8737-7A26F7B7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4A2C4-5F71-4B08-804B-9FD6FAA2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C2708-96BB-4739-A9D4-C06616C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E57A4-72AA-44B6-AB88-C56CD98C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89FBF-2519-4B49-AD71-3EA715FE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3FD12-837F-480E-A040-D72B94D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D487D-5285-48ED-B8A9-29B9E08F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FF781-7217-42E1-B48C-84B07E64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33D6E-BE89-4F10-ADB8-65A8ABB8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Unified Diff 추가 라인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B80BF-F3F9-441F-8613-2062FB43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56D90-42FA-4C96-B00B-E1F516D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7E5BB-3904-4914-884B-988528F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EB6E8-43B7-4E92-9E6A-D05961F3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diff_parser.py와 parser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2EC35-BA8B-4BBF-9777-448CE130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8B620-58F2-4E9C-9C2A-6B59A25D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2476E-EFF1-463E-95D8-98E656AB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68AA4-48C9-4096-9F02-AC6F8370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new file·삭제 only·path escape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9720D-2126-4C0E-AC3F-A7C409A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B37C0-2183-488E-ADE6-A1960E3E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CE100-9BC7-4C05-9878-51B2409B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EBD11-611A-40B2-A1AA-B003D04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workspace 밖 읽기·실제 secret 사용</a:t>
            </a:r>
          </a:p>
        </p:txBody>
      </p:sp>
    </p:spTree>
    <p:extLst>
      <p:ext uri="{BB962C8B-B14F-4D97-AF65-F5344CB8AC3E}">
        <p14:creationId xmlns:p14="http://schemas.microsoft.com/office/powerpoint/2010/main" val="183982046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91358-C64B-42BD-9C9B-E05C605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36F78-0C64-4B89-92FA-7F1D0E0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A16F4-4CF7-4204-9DBE-BDA2000D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AF6D1-7E0E-4AB2-B058-A8CF524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D989-7380-4D0D-808E-B3C4B5A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7AE2C-78EC-4C97-8057-9833F41A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8CF53-FEC8-46AF-833E-28FB528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5E137-A305-4CEC-9921-746C860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labs/day3/review_copilot/diff_parser.py의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B7C33-B773-4A16-AA90-0394E753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841DC-C17F-472E-BC28-65554B2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BC604-E8A4-4233-864F-492236DD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D2C15-9B57-4FA9-B84F-B4DF401F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8B02E-A604-439B-984D-3D5E1C53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A607F-F4F0-438F-B1FD-5E8D166E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70C77-2148-490E-9F05-9C5C70A6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F931B-DDB0-48B7-B59F-42332C3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B076B-0A48-4EDD-B039-2BF764C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02_parsed_diff.json</a:t>
            </a:r>
          </a:p>
        </p:txBody>
      </p:sp>
    </p:spTree>
    <p:extLst>
      <p:ext uri="{BB962C8B-B14F-4D97-AF65-F5344CB8AC3E}">
        <p14:creationId xmlns:p14="http://schemas.microsoft.com/office/powerpoint/2010/main" val="174397490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827E5-6FA7-4E98-8B3A-FA26C69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D6872-B0FA-4BC4-A0E3-DCCA2F4B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D362B-7BB1-4DB6-B6F7-DE1D489D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65C16-59FE-4D9E-A6A4-0D6F7D2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B587E-19EB-4EA7-B26D-1B47064E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856E1-D2A8-4BFA-B749-28B8BDB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EEFE-43B6-4566-9C3D-6951A50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1E0D-F4EF-4C91-94DD-38DB7E9A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learner_added_line_map 직접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72B40-F775-4A13-A093-8D104229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CF292-3D68-4317-BD01-88A89950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DB0E3-2154-497D-B870-C84D1BC4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Hunk의 2·12번 line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13F93-C0CE-4884-95D2-EC370E3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D2F6A-FB81-4F23-A6A4-4545FF0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70628-1B55-4019-BA4B-0D19C92C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정본 Parser와 결과 대조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041A3-90CC-4E1F-8B9B-CBC7180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785F0-5C37-4863-B150-ECC7B820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9027238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12ACD-B7A9-4CBB-AB96-7240890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559B-2C84-4407-8AE6-48D105E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 Escape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1E711-596E-49C0-B9C1-740F37C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C0149-F462-4F93-BF20-E140AFF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5E565-A5AB-40B0-80FC-B072A8A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1DA67-BC9B-4E54-8FDD-D14A0BD9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6D62A-3F45-4224-8B23-94BA9B5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A82A5-396E-404A-882B-771E084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../secret.txt diff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5BA17-083B-4482-8120-13630A69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61AC8-4DD3-4DDA-80C2-7C91B10E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83DC-099E-48C2-8A78-2D92327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DIFF_PATH_BLOCKED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5D1CA-C71E-40BC-8DF0-A1FA413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A8E93-9983-4C39-8E5E-610994BB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CFFF8-0301-4B40-92BA-B8133C7D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02_parsed_diff.json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F91A9-06F6-4A64-AEBE-3452134C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456EA-C800-40C6-8413-8D965D2D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54978673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6C8C8C-3D7D-4FA9-96BC-C3C8779E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93D99-C0DE-43CE-A430-91C682E5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26C82-751D-42F6-8B46-C891D11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AB6B2-6EB0-4C50-BE07-4040D557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E7894-FA7A-42AF-8A75-708FFDD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4B700-425D-4DCB-ABF5-29A32D3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1BB0D-4F6B-4B11-8DB6-D9EAA30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C3F4D-39BA-484A-BBDF-708371E0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D936-34EA-4B0D-AEE7-E632757A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D7DA-6654-467A-9605-1FDB5964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65E70-42AC-466F-B0B9-71AA41C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535AF-CD80-4BAE-8D57-141E4293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A9C60-49AF-4CC0-9772-9D856CC7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EA084-C9F2-4FD7-8F97-7194CC9E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BF649-58A5-4F48-9577-99BF0FCE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추가 줄 번호와 코드가 함께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0199A-36A0-4F96-9DFD-C54AE95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E1F18-1582-4CC5-A17A-73BFBE50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27D67-A02D-492B-99BB-B4CEECEE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BD2E1-0266-4ED0-9879-6508E08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6E58A-527F-4104-AD82-559030F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A85C0-8911-449F-9E31-6A01B67F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workspace를 벗어나는 diff 경로는 DIFF_PATH_BLOCKED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A5B26-78EC-4B52-A42A-CE793541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8366D-9C2E-4FC6-8F37-96541EAF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24544-7FAE-4E0C-A8C2-C2A6D8A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D2C40-DB7B-49E4-9C38-D6BA005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2EB50-38C1-45EF-AEA1-BB7725B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A57AB-6007-4773-9712-1E6E3CFB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 경로는 repository 안에서만 해석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2F1D6-212A-4487-86B1-134D5987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FC69F-A350-429B-9FBF-1CEA27E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diff 분석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FE9E5-927C-450C-8219-9053823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7DD1B8-73A2-41E0-83BE-2F78D4C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11085C-E10A-4347-90C8-F046BC2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C20F2-C62B-4296-BD97-6D97D3B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02_parsed_diff.json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93F63-EACF-4534-BC14-54FD181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2E4424-F16C-4AE6-A2FA-19EA54A3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188519046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EC8E9-3DD7-427A-B115-12F40F8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D8C6D-3548-4D7B-ADFD-C07F9ED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E0410-E085-4C80-B815-3113AF0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69BF2-7D7E-44F4-BAF2-D7601643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DDDCF-80D5-449C-8BBA-19BE966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EFBDB-CB91-45B5-8559-A3D07022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EBD75-88AD-471D-A031-84500CF2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AE14B-6498-4BD0-AA60-C1EAE7EE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header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5DFBC-951F-4986-A930-208BAB0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5016-5C14-44A4-8AE0-87C9988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811DA-72AD-46B6-AE58-5B9FE89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@@ 범위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19B5A-4300-4534-986F-DF2D37E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2793C-44C8-43A9-A3C6-188074AF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A960B-7BFC-464A-8860-7140FAE5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줄 기호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45446-E531-46B1-A053-4516E466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9140B-4D0A-4B79-AE94-3EEED07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8666D-A0D0-42F8-9B92-CFB9AD2A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 error code 확인</a:t>
            </a:r>
          </a:p>
        </p:txBody>
      </p:sp>
    </p:spTree>
    <p:extLst>
      <p:ext uri="{BB962C8B-B14F-4D97-AF65-F5344CB8AC3E}">
        <p14:creationId xmlns:p14="http://schemas.microsoft.com/office/powerpoint/2010/main" val="1116340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5C6C9-5132-481B-B834-5E9E61C0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31B7-A6F1-421E-ACBC-A6A40678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BC696-1EB3-41B5-9988-0974D13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A8873-F263-4A6D-BBDF-4581CFA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FCB9E-1213-43A3-932A-BB885380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82F7-3CD8-4869-AE2E-FE4FE66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78C87-4735-437D-B30C-BA5D057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2CFCF-8F4A-4F09-95D4-3DC92F67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218EE-007A-4915-92D1-348033B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92E09-961B-4F85-9717-910B561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7AF65-E43A-4F71-BA69-62F250F7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D34CA-424B-46A9-9C0E-C2530EC7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EBAC7-A063-4D7A-8058-DE3011F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D4760-2A16-4E31-955B-6340847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069D0-52B0-4F98-86C5-C356563F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GitHub·GitLab 공통 diff 분석 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3A1C6-D430-42E7-BC27-ECE6CC1A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20D3C-127B-4C9C-ADA3-7B2524C6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C7BBA-7C65-4726-ADD8-37F8B01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1F121-EFA2-4C17-9CED-D5214B2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4A449-CD16-44FD-A334-C48BEEC1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84FB9-FE8E-4F77-97D0-0742DA7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parser와 boundary test 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09F42-77FD-43D5-BE73-4757B1F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EDB31-762C-469F-A46A-60EAE46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146415008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DC309-3AC1-49DC-8B6E-0B279C7C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4E0DC-E715-48BD-96B9-29B3368A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9AE85-443B-451B-A498-15C147A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651AB-693C-4371-8AF0-AC0DBBA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4DC7-38C3-45DC-BF59-68219D11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CC9B2-D3D5-4F20-A88F-F9B3ABE3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500FB-0CD8-4ECD-A333-10ECA3E7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68B4D-5EDB-4AD1-8918-68F401DF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94CBA-AD24-4CED-B77A-845A2051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E2EC5-F281-43D9-A248-206D487C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4833A-2BCD-4391-84E0-99832E8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638FA-0826-4C09-AB9C-54C03D0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ADEDA-E1B7-44B6-8894-C74DB40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90B49-4068-465B-A143-B3E7822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FD281-403A-470A-9343-0C9314DB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 변형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9ABEB-EA77-401C-8FCB-1BA02CD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3116B-127B-415B-9147-7E056E1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파일 diff 한 건 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ECC20-E1FF-4328-8B5B-57C5F136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AE5CF-C1DA-4E10-B76A-C690EBC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../ 경로 diff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83637-3A84-44D3-9F0A-5D6F062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C131D-28E1-4E45-82B3-BD7C60A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Mapping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828BB-7776-4844-B5B8-674D0F46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62697-6873-42AF-B6C2-DFA97377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Parser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76761880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B82AC-8AC8-4F5A-A5C2-9919729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2차시 · 09:50-10:40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3D049-9C0A-46FE-97E1-58411039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A56EF-2CFF-412C-8810-666DB8B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97086-1811-4DF4-9895-95FFB9E4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71938-2385-4585-8373-D89A178F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580DB-BB9A-4106-89DC-B511D3E8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90914-5824-404E-8A84-6B1F55C2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1A629-D21A-4445-A587-76245350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 계산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96067-5E48-456D-9D35-BFCDEB14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DAFED-2534-45F4-B3DC-86E7FF5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C0F81-C3EB-42DD-A9E9-A0F3B93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기본·path escape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F195C-452B-4C06-8BB6-0CAEF3BA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E2736-C54F-4E9E-BC2E-75B104D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EDE1B-A739-4BDA-A828-230BC959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02_parsed_diff.json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DBA40-E93A-4756-9A34-F5146FB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8326B-C180-4F63-8CDE-CA945B90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Context Pack</a:t>
            </a:r>
          </a:p>
        </p:txBody>
      </p:sp>
    </p:spTree>
    <p:extLst>
      <p:ext uri="{BB962C8B-B14F-4D97-AF65-F5344CB8AC3E}">
        <p14:creationId xmlns:p14="http://schemas.microsoft.com/office/powerpoint/2010/main" val="72961193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C11D7-DFE4-474E-9F62-E6D6D3B1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83089-7C2E-418A-B37E-F92D952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3차시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3A66F-18B7-4431-9541-E8BB3E2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53A5-6E1A-4FB4-8877-A4393F0A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Context Pack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5B334-C29B-4368-BCE0-A5E5ECDF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Changed File · Test ·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652AB-E557-4A8D-9E88-8B67E92A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F17B3-8BC5-49AE-92D2-D7CF7C2D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0-11분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46595-D305-4290-917F-2EAC040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A6C4F-DB60-4F17-A686-0EDB0791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11-19분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6A292-3AE5-42EB-A814-ED2646A5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22912-5060-4D60-B239-F755984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19-44분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36AD0-E170-4CCC-B6B5-81DE04A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564EC-5BE5-45CC-B887-D79E280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FBF7D-04B7-4A10-B43B-72BB831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C61F6-3F51-48B8-9573-33D8DD0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03_context_pack.json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145061545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9FAC1-B17B-4C4D-A46B-7D8C550C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3ED7-E72A-4028-99AD-A2DACEB5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문맥의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89E05-0F0E-4CED-BE2D-76AC69B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8CC3F-0597-4034-9F10-01E34EC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8058B-C8AE-4B9F-BAD1-4528DD31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E7475-2A75-439B-9857-2DEF94E5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전체가 아니라 변경 파일·가까운 test·업무 정책만 골라 정확도와 비용을 함께 관리하는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FC805-6064-4FF0-8912-47F8127C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D239E-FD48-4028-8506-32FE544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CFB14-981E-40D9-9802-0A422A15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파일을 많이 넣으면 정확도가 자동으로 오르는 대신 비용과 상충 정보가 늘어난다.</a:t>
            </a:r>
          </a:p>
        </p:txBody>
      </p:sp>
    </p:spTree>
    <p:extLst>
      <p:ext uri="{BB962C8B-B14F-4D97-AF65-F5344CB8AC3E}">
        <p14:creationId xmlns:p14="http://schemas.microsoft.com/office/powerpoint/2010/main" val="95414849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C7B85-EB93-4719-AEC7-84390838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BAC58-0FC0-4ECA-BC1D-3384F751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FCEE-5535-4239-91C5-941F0929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6FB80-A4B6-401F-9F10-1947784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287D1-E9AE-4FAF-B629-AB8FD2D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A9738-7F13-463E-9BA6-1406B857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D21C0-0EB3-4373-AED3-81D8E64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0D587-1170-4A8F-997B-B45947DA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0E380-406A-4D4E-96D8-1B7833F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E9415-F5CB-470F-A82A-05413A63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39C75-A2D1-4BD4-B8AC-3039B4A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DBF33-6DE1-49BC-98F4-F88ED48C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8E74-E89B-4923-AD8E-52166335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42012-D836-4C86-B6A5-E8150729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5C5A2-B359-457C-AFB1-9E599A2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판단에 필요한 최소 자료 묶음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EBB87-1231-4ED9-BB0E-B447F61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7ACC5-ED60-4D86-BB1F-57B2142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build_context_pack()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045B8-53C0-4164-9677-D02B28D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AED74-ACFF-47FE-B4ED-BC914F6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12250-448A-435C-BAF7-4F19D5B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3D8DA-7A06-46CC-AE53-712815D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번에 모델에 전달할 문맥 한도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6C91F-C72D-4656-9E5D-62036869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C69B2-61EE-4E85-960B-F11C935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added_line_count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6468F-99FE-47B5-9458-01D3009D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3CD3C-D37B-477D-8F1D-79B9AA1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Candidate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023D2-F9FE-402D-8942-8DA89C2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0F4A6-371B-410F-B228-721A91BC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동작을 직접 확인할 가능성이 높은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17C93-D751-4236-AA0A-85FCD13E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EA5F5-A4AB-4AEA-AAE0-FF68479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test_candidates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19BED-C6CE-435D-8E41-21DA0BD5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3C03C-C275-40BF-B8ED-153A374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Excluded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0300A-B32B-4ED8-91F9-69C1A158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11BBD-A70C-4B6E-ACB3-73164EA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비밀값·생성물·무관 파일처럼 넣지 않을 자료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BAC7D-447A-4079-841F-1FE82816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163A68-75FA-433E-994E-B293FC1C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excluded_data</a:t>
            </a:r>
          </a:p>
        </p:txBody>
      </p:sp>
    </p:spTree>
    <p:extLst>
      <p:ext uri="{BB962C8B-B14F-4D97-AF65-F5344CB8AC3E}">
        <p14:creationId xmlns:p14="http://schemas.microsoft.com/office/powerpoint/2010/main" val="213925840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7D396-4330-42FE-AA4D-D266CBF0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199A-EF6E-48C4-863F-C9B04D45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B5F1D-AD8D-4995-A0FB-D16A4D18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DE510-141E-4CFA-9222-11E98DD6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5AE55-DF33-4C78-97DF-1C2CC1F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D93DE-4FFE-4BFB-8AA8-44C267A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8CFFC-4C69-45EA-B092-1F0609F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9F347-C0C6-4565-94FE-0A9BE679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5FFFE-1B37-47A5-A5F9-67D04BA4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4A7E8-6A4F-4565-8536-50F8094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29021-F6C5-4E39-97B5-F179E1F5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4D837-514C-4565-A8A0-20689D85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BBBE8-986B-4DB2-9458-AFB9367D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31AF6-E404-4CD5-AF1D-85A4019F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3C733-0C74-40A3-9EDE-83A8180C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AA2DA-FF3C-4D6C-B297-4DBB5E40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124B3-C25E-4D64-AA28-A0473848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5DB12-CA0F-49F4-AD33-07151D76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nearby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1D8FD-BFF5-47C3-83D5-F3698A09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A41CF-7D11-4B8D-8D74-E3C101B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3A192-C4A7-441C-84CA-6565B575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project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42D3D-A175-47CE-AC9E-277F4926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913AC-B3DF-44A3-BF30-A4421D8F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E9397-3D88-4EB4-80AE-031EC62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exclude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3564F-F370-4AAC-A341-E0A34124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03_context_pack.json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41705363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D028BB-02E6-4296-AB47-035B539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936B2-C518-44A2-A6AC-7552DEE6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포함·제외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8F35-9FBB-46EE-A01A-5E1C2625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3FA95-BA13-41F4-A172-A33E170C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F5FA-EF83-4392-A84B-4DA4AD9A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5A56E-5760-4C9D-8AE0-2DD3D46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EB0CD-6FE3-4661-9CD6-57CD748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D6075-044C-459A-BBAF-7FDD9820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4E8B9-881D-4276-BF7C-ABCD9F8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9FD96-E259-43C7-BE97-F29C88A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5213F-F68F-4356-B714-63EAE75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EC5CB-3D15-41CF-99C9-35571296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35015-7626-4D25-88CB-7884DB06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2C8A1-A8DE-4936-95E6-B08823CA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81D0A-0733-4177-B5F1-E3140DF0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DA610-2CFF-4F58-9617-801123AF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3991D-60B0-46A0-BD2E-FA3D69B3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리뷰의 직접 대상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4C2B5-F6D6-400C-926B-7212F9AA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C88DB-1A8D-4CF1-8F4A-489833E8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가까운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36E07-4D1C-48AE-B44F-D4795148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E84C5-FF81-42A8-B58B-171715CE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60B51-BFD5-49DE-8B71-232AFE8E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1A5A9-BBD9-4283-BC51-093D01F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동작 증거 후보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2202E-FEDE-403C-84C9-8C5B471B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11A53-5331-4987-A9BD-4EE117E5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2D5CE-38E0-4FE5-9CFF-DEAB8988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3A9ED-5F11-4A05-8EEC-7072F42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2F5C9-5008-406D-AB1B-29871863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3BC05-AB2E-49A1-AF5D-BC72AEA3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팀의 정책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925F8A-675C-4E5E-BABF-A49F591C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B07AD-6AA7-40DA-8BC5-B5F8CEF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.env·credential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FB6FC7-C64F-4E3C-9DCC-8AE9FA71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E01092-0F89-4E49-82F0-5C5DDB66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95852A-0B28-4B0D-B105-2A08B913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E00848-C0E6-44D9-AB6A-C1DF5E4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비밀값 보호</a:t>
            </a:r>
          </a:p>
        </p:txBody>
      </p:sp>
    </p:spTree>
    <p:extLst>
      <p:ext uri="{BB962C8B-B14F-4D97-AF65-F5344CB8AC3E}">
        <p14:creationId xmlns:p14="http://schemas.microsoft.com/office/powerpoint/2010/main" val="132610491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007BC-3A17-4F0B-80FB-E5979580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83A04-B288-43DA-A8B5-C8C31642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D77FB-DDF9-4AFA-A81D-DC05180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B95CE-FF3F-4286-A7C3-A44EC62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F4CDB-E9A8-40A2-94AB-8D5784AB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A52CF-229E-4C37-BF31-138F7580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2E479-D500-4EBD-ACDB-FFD65BF3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FD39C-2897-4CCE-ABC0-26C1114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A8A49-5710-4B7F-8A5D-2674CFD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D836E-50AA-4AD0-98FA-BA1BD80F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B99A1-6FCF-408F-8317-08FD6F8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D0332-3310-4064-8E6F-1C8EBF41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FBE0C-2BBC-4671-8214-57D8F0E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CD5FA-7493-44B0-95DC-3AC0A9C3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5ECE2-CB50-4CBF-9D6D-6DFA179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D6993-1407-4271-89AE-24668DCF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E9B0C-855A-4360-9709-FFA2983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3차시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A133F-D4E3-4291-B3F1-C911BA2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79E6E-C89F-4CA1-BEBF-41F3FC2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F6BBE-0027-41ED-8E9F-A5BFD9F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EA355-1716-488A-B2C1-7FD04C1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labs/day3/review_copilot/context_builder.py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39E3C-E8F4-43FC-AE41-C0DD7473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32489-C304-43DE-AAF1-6AE4B055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보호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BC0A7-B721-4BCD-B6E8-10DD143F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ABEBF-30DA-41E7-BEFC-BC43089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labs/day3/review_copilot/workspace.py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18DF6-2121-4FF9-885E-A46B2F09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823D66-AF74-4F9B-8EB6-6CEE44C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Context Builder · 03_context_pack.json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81890401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B346A-9E30-4782-986A-63F631FB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0B753-7045-4712-8A16-3EB3F645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77E59-98DB-4068-A938-6CD84C0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20A43-8A55-4BA5-BDBE-7BEA2F2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6CFB-A670-4D04-9365-C41A39CF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d9771e52941a7"/>
          <a:stretch xmlns:a="http://schemas.openxmlformats.org/drawingml/2006/main"/>
        </p:blipFill>
        <p:spPr>
          <a:xfrm xmlns:a="http://schemas.openxmlformats.org/drawingml/2006/main">
            <a:off x="5219700" y="1477181"/>
            <a:ext cx="6191250" cy="38845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B8C03-42F5-4877-8E28-566E5C31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화면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27262-05AE-47F3-AE9E-47AF42C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D83C5-5C87-447B-903E-1D2E85EB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E6966-EB49-4BB9-BD99-6FA0FB63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 diff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724E2-C056-4DF2-A905-6FA1665E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84A59-6207-48A2-8D00-C42A05FD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8AFAA-E5E1-4FCA-A99F-CC59C3B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051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test_candidates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EED98-B973-4A60-B83F-1B62C818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74FDD-DC4B-4511-B851-6179DC89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880B4-3BA8-4B3A-BBE2-76C8560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719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excluded_data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46515-4403-4981-A94C-3F60772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6FD40-DE67-47FE-9363-9BD7583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변경·test·정책만 포함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credential 제외</a:t>
            </a:r>
          </a:p>
        </p:txBody>
      </p:sp>
    </p:spTree>
    <p:extLst>
      <p:ext uri="{BB962C8B-B14F-4D97-AF65-F5344CB8AC3E}">
        <p14:creationId xmlns:p14="http://schemas.microsoft.com/office/powerpoint/2010/main" val="68146270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3F085-13F6-4D55-9E0D-44CA48E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D7A0B-90BE-4AB4-83CB-6D75CBAF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45921-18A8-4C65-9090-F837C3D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BC6D-A1E0-42D8-8B53-2AD2A027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1A6D4-78F8-4D22-8897-0C1B3BF8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29332-5044-4BE9-AB35-509A131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B1F9B-975A-4ED7-BCBB-2848A2B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2FE1B-FE42-485A-A698-DCF4F65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93943-7C94-4A37-A517-03950C3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2C6EF-2A56-4266-B88D-C99C2E23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CBCAE-2BD8-47E8-8512-BF8A41C1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465B2-2F34-4078-A128-709C39FE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BEA28-FCCA-4F8E-9742-8D8F32F1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65702-C27C-4B95-B880-2F1A5F2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added_line_count=6 · test_candidates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F99F8-08D2-44CE-AC97-67FEF5C7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B7D55-4D28-47D6-AB79-C9C0442E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CA151-1629-4682-9D4F-D0DED24F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120773881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4F2B4-4075-4154-8427-4A028CE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27355-5826-4D45-AD30-1E59044C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FDAC-5277-44A0-9978-E3CB2A4F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0294F-BD61-4314-8781-74E2BB10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368B7-BD17-458C-82CC-6C32DB44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EC028-CE59-447E-9C7C-54CF9AEC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83C76-8256-466D-8B52-E80FAE10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4E203-A55B-4DBF-85E4-970736BB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30C7F-FC02-4147-844A-F9CCA69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65239-1596-4010-AB64-73007470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58F92-D071-48F1-83F1-8CD85EE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ED091-261B-43F7-9C53-F0F27F5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A5C58-812A-49CF-95BE-585AD40F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F3842-0232-4CD6-B959-E66CD11B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7C79F-E35E-482B-A556-15F25C9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D29C3-5746-4B3F-8407-A030568C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967F0-D2D1-47F5-9C6E-3E0543BE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96A18-AD44-4568-A120-346E8CA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868A5-D31B-44AB-8FEF-48793401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E92B4-3639-4685-9FA3-FE52BF4E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pack.json</a:t>
            </a:r>
          </a:p>
        </p:txBody>
      </p:sp>
    </p:spTree>
    <p:extLst>
      <p:ext uri="{BB962C8B-B14F-4D97-AF65-F5344CB8AC3E}">
        <p14:creationId xmlns:p14="http://schemas.microsoft.com/office/powerpoint/2010/main" val="30787762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E5927-7857-47A7-9988-2C8C0420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5A9A1-857E-43BB-BD3B-8A74803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39772-1ED1-4B8E-B061-D5AA959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2C4D6-6D85-4209-8645-A2A78D29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AF426-1F5D-44F5-8893-5C08CD7E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37A4B-B567-4CFA-8FE9-0FAEF9BF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732B9-CB57-4510-8B51-121986A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"changed_paths": [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"labs/day3/review_copilot/fixtures/repository/meeti...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"added_line_count": 6,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"test_candidates": [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"labs/day3/review_copilot/fixtures/repository/test_...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"tests/test_meeting_export.py"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"excluded_data": [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"credentials",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"environment_values",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"unrelated_files"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E716C-AA4D-4634-9664-4923234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00C91-65DD-4586-805C-DBF82EA9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1A1B0-6A55-4138-A273-B14CAB5B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CE89E-BB72-40A9-AC60-A7951A4C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added_line_count=6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CC897-E956-425A-B285-56D15E7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50C84-54F9-4F10-84D7-3BC170D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57C23-D88C-4569-B4A0-ABD8B948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test_candidates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D6D1B-569A-4DB8-846E-ADDD7DB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0ACBE-B006-43DE-A450-89B48F9C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A9532-2EA8-4B34-B4A1-B8F7293B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project_context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6145D-6139-42C1-9905-8E263CE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07061-FE7B-4E20-A77B-D9DD960B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26289-2D87-434C-A5EC-6B80BA6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credentials 제외</a:t>
            </a:r>
          </a:p>
        </p:txBody>
      </p:sp>
    </p:spTree>
    <p:extLst>
      <p:ext uri="{BB962C8B-B14F-4D97-AF65-F5344CB8AC3E}">
        <p14:creationId xmlns:p14="http://schemas.microsoft.com/office/powerpoint/2010/main" val="124228947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774CA-6638-437D-9221-379D33A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CD707-A973-4D9B-8C29-EB17D0B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623A3-6089-4903-A50F-E6F58BAB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FAE0F-A035-46F1-AC01-D9E15BD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702B3-9110-4152-BBA4-520E9C5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09D9B-786B-411B-AFD2-BFF0F6BB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B4B52-F199-41D8-834C-E355238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370CA-841E-49B5-895E-7E5B6E2E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labs.day3.review_copilot.context_builder import build_context_pack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project_context = json.loads((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ROOT / "labs/day3/review_copilot/fixtures/project_context.json"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).read_text())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context_pack = build_context_pack(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parsed, policy=policy, project_context=project_context,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save_json("03_context_pack.json", context_pack)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context_pack["added_line_count"] == 6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context_pack["repository_context"]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context_pack["existing_tests"]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"credentials" in context_pack["excluded_data"]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A697F-3C44-4D61-B73F-40F42532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save_json("03_context_pack.json", context_pack)</a:t>
            </a:r>
          </a:p>
        </p:txBody>
      </p:sp>
    </p:spTree>
    <p:extLst>
      <p:ext uri="{BB962C8B-B14F-4D97-AF65-F5344CB8AC3E}">
        <p14:creationId xmlns:p14="http://schemas.microsoft.com/office/powerpoint/2010/main" val="135218203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2E4C3-F201-458E-AD84-8D5F0A9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DA959-E0EB-4575-B7B5-4ECCF4C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최소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8E83B-BE58-416B-B99F-971D066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212B-5E87-4C66-A735-D352A4B7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AD0A6-0716-47B5-9E64-79752DA5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DACD7-5FF7-462B-9DE8-849B7530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A1EE4-A68B-46E6-A465-7A235B39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D4E67-8595-4E34-B935-10C8734C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E7A26-0BBE-4F86-97C3-DF1FA7E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61FA6-822B-4B15-9191-EC80B17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EE0A9-DB42-4391-ABE2-07936F50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2F2B6-E367-49E6-A184-4FF53BF6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4D8A5-4E79-43D7-A1FF-28A25EAE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최소 review context 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2B79B-3D35-4613-B9B0-91E7C132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81CBE-3022-4141-999F-BF90FDAC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F770B-76AB-4299-9053-C2C68E9D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E2FB3-BAA8-451D-B92D-299405D8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context_builder.py·workspace.py·test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B7994-0812-45C1-AABD-A1F87767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5837E-92F8-4B69-B561-A70BD2FF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A8907-7F16-4EA2-ABF5-29B3C62C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5AEAE-51A7-4F4F-A5A6-793421CD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가까운 test 선택·.env·path escape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5326D-BCBA-435E-9F8F-619DBB77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ED8FE-BF33-4096-BE12-1F33CEF2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B609D-A8E2-481A-93B9-892B2846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05D03-CE98-4787-A136-A02DF367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env 값·대용량 output 읽기</a:t>
            </a:r>
          </a:p>
        </p:txBody>
      </p:sp>
    </p:spTree>
    <p:extLst>
      <p:ext uri="{BB962C8B-B14F-4D97-AF65-F5344CB8AC3E}">
        <p14:creationId xmlns:p14="http://schemas.microsoft.com/office/powerpoint/2010/main" val="203432519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43301-7762-4C7D-BA9D-C6F269F5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DFE5F-CF65-4DA9-875B-8036305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33C68-5835-4F65-B2A5-CC0ADAB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9D341-E8A0-46F0-96B9-26A7EA48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5BF28-3A16-4893-BC56-86DDFA9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05017-7BAA-4194-92BB-0751DA15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820BD-E68B-4F74-AF95-C062018E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06649-BFCE-4FA4-8025-901E8BDF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labs/day3/review_copilot/context_builder.py의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665C7-E40A-46FB-8604-B365ED5E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706AE-8E79-47B3-81B5-7AE7BFF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74A1C-AB8E-4FD8-A073-F8E1481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7914A-6B94-4737-A007-7AEA7464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80011-E118-4D34-AEF5-E5CAEDE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78F32-AA4E-4FC4-90B0-A6C3602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713E1-6314-48C3-8C6B-7AA66B11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69DE9-222E-4C08-A800-5E98C7D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33AE5-E3ED-4202-9059-8B4971C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03_context_pack.json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175463872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BDAE-121C-436E-B79E-DE166BF2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A4EDD-04B8-414F-A0C0-43D217E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BA3C9-7A34-4089-AC3A-2CAF12A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BE1B9-DCF8-4084-B58C-B122F08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6FAA1-B3BD-4342-870D-E63899F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438C-AC6B-4035-886A-2D2CBCE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77305-0C41-4031-BC3E-50E0ECF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88276-E029-44E2-A797-D49210D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learner_public_context 직접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F14D-B21A-4AB0-85C8-E18E6E0B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8BB2-94A1-4AA3-8CA4-1A11136F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6057B-B44A-48E5-A8EA-4BA7C020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field·실제 test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90471-9738-47E6-A03D-75135C36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B61F9-5662-4D72-BE5B-8B1D58F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4FA0D-6AC2-4096-B21F-B2D0864F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03_context_pack.json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EEA37-49C1-4EE6-BAD7-D12FA311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B2876-48D5-4BFF-ADB6-9C31585F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98786529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5E664-E79F-44D8-A2AD-E5619397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90E20-B622-4055-93E8-72D118B4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 정보 제외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E7D14-FB65-4A35-9A11-C466385E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1DF89-0E83-4148-8BC1-266E2B5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8BF2F-4019-4AAE-BA5A-F7BD21D0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40B7E-A3D0-476A-964A-46A30E82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C1C60-19C1-4188-8B4D-D7122E7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83C5B-A2CB-4163-B8A7-F3BD616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.env를 context 후보에 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84CC6-8827-44AD-93C1-764BF542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6413B-CA93-4E58-961D-7A3C308D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63242-3147-4721-9EE0-651B6343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 경로 제외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44FAB-A156-4564-8EE7-D28B5C41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50709-C660-4AE9-96E5-EFED6BF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B5352-05A0-47AF-A459-8A389B76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excluded_data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A1A7C-C732-4954-99E6-CC682A2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D4EAF-BE0E-4763-930D-0647C0F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48149646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EA803C-8190-48A3-B972-B5F19EF1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97B13-DB8F-4E34-B8F5-B2A2EBF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40A69-9502-45BC-AEB8-324E61B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6BF08-2400-46D7-B476-CC20FA3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8C499-2C19-43D8-A30D-DA7734B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C5790-7C42-42D9-ABCF-E03F0042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92B8B-08B0-4B58-B5B3-8F5EF652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1409A-5ED1-496C-829E-5F9EAA3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F4695-CAD9-4AB4-A078-1002A8E1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109AB-D8B9-4215-855C-7967123B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46FE4-0E35-4C53-84F4-F7412CC1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86E78-FF10-4C32-B517-025320D6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7E3F1-20C1-487F-AE7C-51B1139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CBDEF-2786-4194-A727-C50D860C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18756-B8E2-40F1-955F-1BD99D1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변경·test·업무 정책을 담은 최소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3686B-8C70-42AC-B5D6-64D1942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B8B7A-3ACC-4319-A249-4F60B04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5AB6B-06E0-4A28-8DD1-D79B88C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955D4-D082-40E8-9CDA-8A9A334A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EBAD6-470A-4FD3-8496-291A1A5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A0ECC-91BB-4FA4-8E37-86B8629A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 경로와 민감 정보는 입력 후보에서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EB663-1EC6-4C0D-98D2-FF2234B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16E57-B769-43A6-A30C-BB787FA4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C8670-0644-4B50-9B91-A501154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A00F5-92AA-4DFC-9915-52117ED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AE4BF-4A42-495A-97F5-328493C8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55E8D-1BA9-4CA3-B5F7-8C7B645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생성 중 네트워크·외부 조회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D2855-9871-4CC9-8CA4-217395AD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15CB1-91D0-443E-BFA8-10B1E986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context 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EEF49-4423-4875-AD50-4DC5CD06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79500-6C57-447A-9698-315F6A1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9EB63-E6FA-4F80-86F5-0103BAC6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054D62-AAE6-4801-88FA-EDEBD62E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03_context_pack.json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CB782E-D0C9-45C7-9A0C-82A9EB2D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C541E2-2A0E-41FB-9E96-BC8CF5C1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4224751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75DE2-FF00-4809-9F2F-92474321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F8B87-F3CD-448B-9597-54243026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3B5D3-9230-4C63-9DD9-F13502D0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372B6-9739-425B-99F4-0F71C50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0C3F0-8829-42C6-B352-E01E914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09386-7F5B-487A-95A6-2EF85849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49478-0160-4B90-B9A1-CECE65DC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CFE3D-5142-472F-9266-4F159E1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changed_paths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C3673-9820-4081-8E75-219A3F4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2289E-8953-451B-8801-046D7B3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49BFE-0E1F-468F-BFCF-D3D4309C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이름 규칙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2DDAD-0E61-4464-B3BD-3EF1ACCF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C80B1-AA20-496F-8CC2-8F401401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CE360-202A-4706-9E85-6ECD7E02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excluded_data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8C0F-AF19-4606-B474-3B3EC91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834D6-CFFE-481A-BC07-737AE704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E9DE5-6EA1-4BC1-8516-C75AADF6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Test 재실행</a:t>
            </a:r>
          </a:p>
        </p:txBody>
      </p:sp>
    </p:spTree>
    <p:extLst>
      <p:ext uri="{BB962C8B-B14F-4D97-AF65-F5344CB8AC3E}">
        <p14:creationId xmlns:p14="http://schemas.microsoft.com/office/powerpoint/2010/main" val="21734698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783C3-82E5-47A5-BD52-261770E4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D7B81-A405-43CC-8C5F-EB40FA5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6A643-D967-4F20-8C6A-B468388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2B362-90D4-4A8E-B9C3-7BC32E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EB94C-0A53-4C16-B0D7-E785E99B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E8D5A-BD96-45BE-8EDD-068B21F3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FF5B8-F41A-4A98-A949-36FFFB1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80F64-7D8F-481C-AE22-E21BBBFE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E822E-68C8-4250-9EEA-11826158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A1B8C-2811-4D65-A901-41A1D5E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0C86B-2A41-472E-89F0-FFE73F40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3E39D-9234-4F74-B903-1C83AED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0634C-9DFF-4B90-96D0-AA7266A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EC36E-CB9D-45DC-915C-80DE6613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D8777-4F03-4395-ADF5-A1749F4F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대형 저장소의 리뷰 비용·latency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541FC-5B42-44F2-958C-9548FB3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50B6A-BD95-400F-A56D-79B7FCEB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5C6BC-4C77-4341-B695-7DB5386B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A9AEB-FE32-4CE3-9FC3-57733C40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1DDC1-DB15-4E47-BCF9-370D64AB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66DFF-98F0-40DD-8575-C1AB6CB6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검색·선택·보안 정책이 있는 context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CE961-0F4D-4FE3-A85B-568FB2D0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6E481-4B62-40C2-AAFD-4BF723E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53398301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AFA14-68DD-4462-A2F5-A71007F7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50986-34F7-43CB-AD31-9665CA3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52F96-E706-4E4D-9D6F-5DFF07E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AB56-9428-4E4C-BD97-2B6FB06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D2F5E-F020-4EEF-AC64-B8E12F0F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6E5DD-864B-4F90-974D-7CE3A32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E52A7-9215-4B8C-8527-5FD08B83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9AD90-9944-48EE-91E5-509CBBE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1456F-6A21-4121-9FED-D23DD3EE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150E1-5F20-4CCC-A145-649BBFF8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C5677-2439-47B1-9324-E0510FCE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60A5F-6D82-4E80-8B19-A334681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5205C-F17D-4D99-B20B-EDB85B5C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093F4-1BD0-44AF-BD6A-B63699E9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D8221-8ACD-4CCB-B55B-D4E0B7CC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Budget 축소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BBAC6-35A1-424B-93B2-D3A9BC7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6713D-F1FC-4A17-9562-BA356F68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max_bytes를 20으로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88209-8502-4C15-B604-F387C7B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0B370-CD46-4855-A6E2-421A714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private_* field 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7AAF8-187E-4708-84D7-4AC6375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920E4-55FE-4D1C-8E55-D016C91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CONTEXT_BUDGET_EXCEEDED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C7A54-69B9-4F2C-BBBD-A2122B8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DC15A-B275-4DE4-85F9-D566BCDD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Builder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195363553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00B36-3015-4D26-9D36-8014705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3차시 · 10:40-11:30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ABC54-9E1E-4033-8057-B72169D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6B0D8-5ACF-4E0F-B097-0EF2A77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CD563-05E1-4D84-A9A5-CF165224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28FF7-382D-44BD-BEF0-77D27F37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E07A8-7F52-4B33-A1B1-CBF9A09A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18DBE-FAD9-41B6-A764-4492F33E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C57F9-AA84-4847-9160-5DAA6AC3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포함·제외 기준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0D5D5-2936-4E95-B51A-D33339F7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CC593-DA68-4579-B3F3-95572F99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00BE1-CF34-4ABE-BD40-63E29FA4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민감 경로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7978F-7103-4656-B007-648CED7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EC34C-BB6D-45E1-9260-A84C3B6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DF67F-F54D-49F2-BCC2-CCCF2CB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03_context_pack.json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C4180-CF7E-4A56-B1B7-79926511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B0827-EA30-4CDC-8DA8-27A3CD6B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Provider Adapter</a:t>
            </a:r>
          </a:p>
        </p:txBody>
      </p:sp>
    </p:spTree>
    <p:extLst>
      <p:ext uri="{BB962C8B-B14F-4D97-AF65-F5344CB8AC3E}">
        <p14:creationId xmlns:p14="http://schemas.microsoft.com/office/powerpoint/2010/main" val="69261581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309D7-92DF-4DE8-889C-F04E89E8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F304E-20B9-4503-A389-7C4F6401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4차시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98249-58D9-413C-9AAE-23CBE82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13:00-13:50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08C84-EB84-4060-AF62-8A8A2E8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Provider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751E9-36F3-4B49-94A3-676F9F1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Fixture · OpenAI · Ollama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C623F-68B0-4DD6-A246-FF18DE1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7F8AB-E553-4999-87D2-CD8E54C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8501C-BBC5-40E3-B62D-123EA2E9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4290-3636-4F67-9726-08B50DB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10-18분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A3253-CAEF-4962-BBB6-F24CC281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72F51-BD22-4315-964A-E0CDC534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18-44분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CC697-AEAF-4B16-8BE8-CDF0FEC4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5096F-261B-45B8-A982-A6C4BBD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D901B-49E5-4A6B-9D50-F005A32B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25618-157D-4968-BEE7-7FEAB7D5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04_candidate_review.json</a:t>
            </a:r>
          </a:p>
        </p:txBody>
      </p:sp>
    </p:spTree>
    <p:extLst>
      <p:ext uri="{BB962C8B-B14F-4D97-AF65-F5344CB8AC3E}">
        <p14:creationId xmlns:p14="http://schemas.microsoft.com/office/powerpoint/2010/main" val="58033919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BAA20-E61B-42EA-8CC4-368D76AB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84C77-EA81-465A-84C4-29704F5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독립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5508E-9D3F-4315-83F5-47F17D22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176B-6368-4C3C-8112-9F6DF689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7A662-F856-4BFD-8154-3E498856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E314F-9361-47D3-B92A-0216A2D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호출을 하나의 adapter 뒤에 두고 실제 사용 모델·fallback 이유를 결과에 남기는 실행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D9720-5C97-49EF-8E1A-9DBDB19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DD276-78A6-48DB-80E2-63199FF2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3B359-40A4-4062-BDB1-F3E45884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 문장은 deduplication·line comment·평가에 다시 쓰기 어렵다.</a:t>
            </a:r>
          </a:p>
        </p:txBody>
      </p:sp>
    </p:spTree>
    <p:extLst>
      <p:ext uri="{BB962C8B-B14F-4D97-AF65-F5344CB8AC3E}">
        <p14:creationId xmlns:p14="http://schemas.microsoft.com/office/powerpoint/2010/main" val="187112775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449441-4A9B-41BE-ACC9-E717F0E3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A39C8-08B3-4966-9100-5FD138C8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Adapter와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4BCE6-69C0-4609-99E7-8B9A02A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3A62F-4738-4A91-B318-854425A5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4343-C1C4-4BDD-B009-7F50CA31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65F40-C35F-4238-AB95-50F9554B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97348-41EE-4974-A072-7F0766C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721F0-2FAA-4262-8AC1-0F302CE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A7DC8-193E-4B41-BB1C-42B4F26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03460-DE9C-40EB-9204-265FBDA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397B0-BF7B-4B08-B0A0-4F6DE0EE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3FCFE-EB63-412C-885A-B3AFD0CE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C8244-D624-4E83-AB32-2D6416E7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830D5-DF2E-4FE6-8B41-AB53DAD4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3E3C2-B160-4EE7-850D-8F284A1A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모델별 호출 차이를 숨긴 동일 인터페이스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358B-BA7B-421A-8986-2536C225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8B778-2B3A-4B5E-94F3-B906B515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C4BB2-EAEC-499C-90D7-B5F49CE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6311E-2F4B-46F4-863A-6D5A827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205E7-64FE-48BD-8A0F-BAB230B9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0EDB3-CAEE-4DC5-BBD3-57729CB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토큰·네트워크 없이 같은 결과를 내는 수업 기본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EA2CC-0968-4304-9C81-2118A5A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BBE68-E520-466F-B87B-B6A31D28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CC9BA-EBBC-442A-980C-D1FD059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C99AD-F10B-42CF-A9B5-34A8C45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96C98-C46A-4C6C-8D33-78EA591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1F45E-D101-4578-8563-DF3E1A5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provider 실패 뒤 명시적으로 대체 경로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C02D4-D4DE-4ACC-ACEE-3CA51D92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3F76A-75BB-41E0-A1AC-CF8D4566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schema_valid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0B565B-BEDB-44B3-AFC5-3077B7A4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95560-8CC7-4D86-BAB6-532014EC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Provenance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264A0-F1E6-42F4-8DF3-C5D551F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D36648-8E88-4FC4-B8F3-8A696230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실제로 어떤 provider·model·경로를 사용했는지의 기록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14148F-F320-4FBD-9918-AE34FD3C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E6F8A-FC13-4D77-B157-8A5DBDD7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fallback_reason</a:t>
            </a:r>
          </a:p>
        </p:txBody>
      </p:sp>
    </p:spTree>
    <p:extLst>
      <p:ext uri="{BB962C8B-B14F-4D97-AF65-F5344CB8AC3E}">
        <p14:creationId xmlns:p14="http://schemas.microsoft.com/office/powerpoint/2010/main" val="183933984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86FDF-DD1F-4029-B738-52E5F8A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24123-5A7A-4F8D-9B7E-BF963A1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실행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985B-662A-4E85-8C1E-F2D8A26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4DF76-46C5-456A-977D-A9EA341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3E528-FD13-4452-9A49-9C867828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791B5-A609-4359-ABEB-9F467536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46436-805B-4B73-892E-6FD60B0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8B0F5-B79D-4C06-8E53-B02F1406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29D66-1B5F-45C1-A1EA-DAD0CE2C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5A6F3-7287-4E71-A718-1D78995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68C21-4A4A-4617-91DA-2DCC752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47695-5787-4D40-9EE8-53AB5D12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06B4B-EBC8-46CF-8F13-91B8A0CA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0962B-719D-414E-B5D4-91BEC130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ADCFF-F91B-4F84-8D6D-761C4131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FCB30-7FEB-44B9-8838-AEFA5FD1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7AD52-CD19-461F-917C-A352CAC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E5ACD-EF7E-4BDA-A88E-B728B9B7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candidate 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471F1-854B-40FC-97DF-98EF68C1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32115-F5EC-478B-9103-F1FD019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5958F-B85E-40B8-9139-AB873D3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4262B-8FE4-4BDE-AEE5-F0816928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BE7FA-5F49-4646-A541-19625038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EEE46-613C-45B7-97C0-9119543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36DBF-9F81-42B6-A2D2-ECF54579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04_candidate_review.json</a:t>
            </a:r>
          </a:p>
        </p:txBody>
      </p:sp>
    </p:spTree>
    <p:extLst>
      <p:ext uri="{BB962C8B-B14F-4D97-AF65-F5344CB8AC3E}">
        <p14:creationId xmlns:p14="http://schemas.microsoft.com/office/powerpoint/2010/main" val="17276084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7F500D-F6A4-4C40-920A-773CDF8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3EF20-B36A-4CAB-AE48-03456452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F578E-1B4D-4B5D-9AFA-DDB6444B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B227B-4882-4F7B-82A3-E1E7C497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742A1-D6A9-4133-86F9-0DD7CF5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28873-966E-42F2-8BBB-DCED30ED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F57C8-D2BD-4553-A6EF-24661A7B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A3FF6-4D68-42FD-B630-AD028AA4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E281-AE95-471C-A4E1-16CC762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8BE7A-AAF8-449B-ACFE-F125AEC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D7FD6-9A75-47FE-9492-44B56E3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71912-898F-429C-9062-F6B71EF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77596-9930-4997-BC42-272BA67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21FF7-A19A-4655-B39D-4F070C5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D335F-7761-4B52-B013-EC3B0062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전원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C167D-8DC0-4815-AAFB-C45B29B0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ED20B-D7C5-4862-ADFC-13DA7AE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결정론·무료·오프라인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6A9C2-32F1-47E5-A8A3-41E01B7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89D1C-EE48-4C14-80B7-4CBFC65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DE561-79E9-4A3D-8193-9131C514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4A6AD-E40F-4A2B-AF07-6D2ED5B2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72922-366D-490F-9F23-7504D1A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E4485-DDD4-4173-B2B0-F4513136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model 품질 비교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6D06B-1703-4AB3-B7AD-DE7B899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D25F9-3DFD-4690-BBD1-E8AEBBB2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29A12-DB7C-4E46-8649-50E45C3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DAD85-FCE0-468C-BC62-DC998FCC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E5161-1EB2-45E6-8085-1FB3041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463B0-FDBA-4B24-9D60-B16FC3AE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비용·secret 관리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990B1-D1A2-4A46-8101-B9E9F812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92653-25C6-45E2-9D0A-2CF939A2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20A97-5091-4D02-B4AD-EAC2F8E2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4DD285-A143-4145-9D17-F0D2F4D0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명시적 fallback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EF9716-901A-443E-853D-09FF4F42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91CB0A-43AD-4F2A-AB31-2E76CDB3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성공으로 숨기지 않음</a:t>
            </a:r>
          </a:p>
        </p:txBody>
      </p:sp>
    </p:spTree>
    <p:extLst>
      <p:ext uri="{BB962C8B-B14F-4D97-AF65-F5344CB8AC3E}">
        <p14:creationId xmlns:p14="http://schemas.microsoft.com/office/powerpoint/2010/main" val="204309356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84188-1F9B-48FA-906A-FF52F545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596BA-4753-4210-8AF1-F0B90550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47A4B-D41E-4AD1-A1AC-1D2F8E5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E0585-F305-495F-A93F-92F85383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D76CC-7BDD-4D50-B27C-1C98BFAE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648B5-742B-4539-8637-61E76B1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47E53-88C7-4CD6-BA03-F68B6451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97B7A-C938-4C26-888D-9ADBFAF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C7914-C29C-4E28-9D99-04280821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B5300-391F-491E-9CFE-47A7BBB9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48F7F-DE5C-4482-BB18-83A01746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BC9A9-5005-4510-8C05-44F97EF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EB947-5965-44DD-89E6-1B09E67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labs/day3/review_copilot/providers.py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56EED-40E2-4130-BAAA-2AE5E439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671B4-CC7D-441B-83EC-A004C3C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B11FC-4904-4C89-930A-07C65CC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33250-11FE-4E3D-8248-90103FC7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4차시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D7D0C-454B-43DA-8FF3-60997D5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30164-0D31-4748-A040-521CA74D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14E15-1C00-40FD-8225-DFC433E9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B6064-75D8-4535-B3FA-AFB522C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03_context_pack.json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66A08-7D43-493F-B9F8-5FDCBA9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5DD21-9086-422B-B64D-E81BD0B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E58BD-C7C5-4906-8097-B208C9B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E8705-E161-49B3-8F36-EBC792E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tests/test_day3_review_copilot.py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FD53D-D704-442C-8145-71E4E75D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26DEC-595D-4186-BDBA-4762E287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Provider Adapter · 04_candidate_review.json</a:t>
            </a:r>
          </a:p>
        </p:txBody>
      </p:sp>
    </p:spTree>
    <p:extLst>
      <p:ext uri="{BB962C8B-B14F-4D97-AF65-F5344CB8AC3E}">
        <p14:creationId xmlns:p14="http://schemas.microsoft.com/office/powerpoint/2010/main" val="110324362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75F86E-AB6F-4C18-913E-536F6E8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FC018-AFDC-4D89-8023-A0114521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Provider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353D8-BB28-49C3-87B5-2ED551A3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AAAB2-46A5-4F73-8CA7-A1C5BC0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68093-2E53-45E9-8E20-37D9C595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38F3-6323-4DD0-8FF0-27FA7E75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39E7D-1F0F-416B-84D9-91F9F741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0F0A6-9883-4DC0-B32F-54D55281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621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10336-5D5C-484E-A316-9A8EBDE3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43775-6D97-4BD5-B072-9900EE3E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621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92BDD-E6F5-46D2-AB31-40F266FF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4837D-B8DE-40AD-934A-F2E4BC8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621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E01AA-0847-4520-A436-DB5E25F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F1E82-348F-4EA1-A98B-5A1E019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B3154-CD18-403C-861B-ACD3660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0E10F-BC92-4618-8016-C255500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764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56E9D-CE4C-47AF-8727-1DB44329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조건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6C53B-FF85-4AFB-B224-4EFB39D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49DC8-2FEA-4EBB-8E8C-6B9DBED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provider_used=fixture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F2FB0-9ACF-4778-9837-6E3490EC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F34CE-B511-41C6-8F13-EF4B917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전원 필수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A3BFD-AF73-4D34-814E-6219783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DBE63-D5BE-4B91-9479-8361053B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Ollama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828BE-7B2B-4A5C-ADEA-D6DA106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186BA-5DB1-46ED-9DD2-1D88025B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051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+ opt-in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BE6D5-07E8-4743-847A-703ED0A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08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C54DC-5212-4191-A999-7D261022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used 또는 fallback_reason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5C757-ACEE-4830-834F-0503B0A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9085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4E040-203F-448B-ACCD-29CD02A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051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E0F70-7453-4EF4-8E0A-A2AC8526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3E897-AEB1-4061-A5CB-1F963570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0BC9C-EBA9-4094-AAE8-2726D14C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052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92215-81B1-4BC0-8851-729FF40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195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secret + opt-in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C165E-F5CC-4E3E-AB5E-5F87D5B0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438B1-02B9-4E82-894F-736E38C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used 또는 fallback_reason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F1EC7A-445D-42A0-8449-9611DA2E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9EE94C-2A8B-4CCB-B5B5-98CB31C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선택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4D5553-9751-4C9A-A216-9783FD4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A5178B-51A5-4091-B039-2593B28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호출 실패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5659F3-CD01-4E15-8F28-A6E29DDC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196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890BDB-CAAC-4881-AF4F-0AFF906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339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timeout · schema 오류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5393D4-5157-43AE-9771-B59EB797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196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8CF12D-F393-4117-B127-126EC471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339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EXPECTED_FAILURE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9831E4-0068-402C-AED8-6FC98A86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965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3E931A-1BCE-4478-85D5-AA7732C1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339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기록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FA60EC-EA50-4407-BF60-A7F6F8C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B36707-C49B-4DEA-80EC-5D6DBC1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Fixture 기본 · 실제 사용 경로와 fallback 이유 공개</a:t>
            </a:r>
          </a:p>
        </p:txBody>
      </p:sp>
    </p:spTree>
    <p:extLst>
      <p:ext uri="{BB962C8B-B14F-4D97-AF65-F5344CB8AC3E}">
        <p14:creationId xmlns:p14="http://schemas.microsoft.com/office/powerpoint/2010/main" val="124129968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6E8E5-A0DD-4DBB-955D-F7AD44F6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68FE7-FE05-4C9C-B731-82E414F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8F29C-A288-4FBA-97D5-A42DEC8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14949-7847-4F0A-8626-A590F12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105D-0AD5-407C-B8CB-385CC24C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EA002-4E26-4388-800F-DA41F52D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FDF7F-1D51-4A7C-A7FB-C022EE7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97B8F-F2E5-4483-8CD5-08142F0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labs/day3/review_copilot/providers.py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85B80-6E9D-40F2-8627-71F706BD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26150-1029-4687-9F51-9F55A943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9918E-A3C5-4796-8CAB-168795F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13746-476B-4DAE-9E66-D463F5F9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8AC84-1160-4A76-B625-574DA9EE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D1DC7-66B2-492F-95D1-B29A267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status=SUCCESS · model·schema_valid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42A2F-0C37-4A25-A2DF-E261EFB1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59172-A14D-4330-8CBB-8D4EAF3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9E272-D91E-4362-BFBA-37F6821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88099288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4031C-A98D-4676-A953-9E22EC41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F5BE0-F3EE-4600-8DA7-CF838616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69D65-1155-4C09-9160-2F38FCD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91F8A-F684-4C3F-9D7E-DB462F09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CCA75-4643-40DD-A866-DCED80CE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44841-5A93-4CAA-B637-4218A97D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40462-2E7F-44E4-976F-8C1C367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1A589-D314-440C-B5E2-7BBCF56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B12F6-FD85-449D-BF39-7BD11A9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69788-6EA2-4608-B4F1-76A4300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530B0-58F6-4370-86BB-2B589C2F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9B364-BC15-4C6F-86F5-2AD5ECC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13D46-9866-40AC-8DA0-2C9C7AC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E0842-2720-41EB-91CA-0092EFB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31552-952B-4C11-AE69-6DC45B1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90983-2327-41ED-B962-355E6C1B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FC49B-2FD0-4D9E-90D2-FCF3EF05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1F839-1399-43F2-8BB7-953E05A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B514E-1363-4D56-AEA1-CA4971E1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2C1F4-8412-4945-A51A-D548F16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</p:spTree>
    <p:extLst>
      <p:ext uri="{BB962C8B-B14F-4D97-AF65-F5344CB8AC3E}">
        <p14:creationId xmlns:p14="http://schemas.microsoft.com/office/powerpoint/2010/main" val="138114924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87355-0DB5-4852-8A52-23A600F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25D7B-0EF2-43F1-B359-EEBD4AE6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120BF-3C5C-4D7B-A397-362F18D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DF192-31D7-41FB-8017-1F44EBA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7B255-08BB-46F5-B840-AFA9C1B1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581FC-26F8-4CC6-A233-E2D11C24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ED2BC-8023-49F4-9215-039325DF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"SUCCESS",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"provider_requested": "fixture",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"provider_used": "fixture",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"deterministic-review-fixture-v1",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"schema_valid":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"fallback_reason": null,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"candidate_count": 2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56BB0-C9A5-47DB-8A9B-4DCFF31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2D040-9D68-4C0B-A316-7D38BBE2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B5342-8517-4F35-A21B-7760E7A1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AABA7-A541-47F9-AD62-A4D460AD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status=SUCCESS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C7D45-876E-42EE-ABCD-A7621841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37071-BDCF-4B18-9285-0FE17B9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0A57A-6B64-4D04-8794-A3AEB9BD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model·schema_valid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1055E-C586-4C36-B631-CD2B9BCC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65A78-905C-42DC-AF06-FD5549F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2B5F1-656D-41AC-AA9F-2671107C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candidate line=999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E7E99-6E3B-460B-B37D-D071A46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2A5F6-4518-4971-B7A4-EA674696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8594A-7A5B-4A6A-A0C1-45EFA35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fallback_reason</a:t>
            </a:r>
          </a:p>
        </p:txBody>
      </p:sp>
    </p:spTree>
    <p:extLst>
      <p:ext uri="{BB962C8B-B14F-4D97-AF65-F5344CB8AC3E}">
        <p14:creationId xmlns:p14="http://schemas.microsoft.com/office/powerpoint/2010/main" val="13239019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91D5A-9C09-4232-BCB3-E8047DA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F01B5-317B-4732-B066-DEBEDCC1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9ECE7-A304-4C36-A046-5064B52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D68E8-1CD3-401C-97D1-543E3748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B229E-3855-4369-8D16-021DAC2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AFF8D-BBAC-405D-8F18-015F5ED5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E0D94-B33E-4352-91EA-13F64DE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43C3C-A532-4CED-AA80-83B4064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labs.day3.review_copilot.providers import 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FixtureReviewProvider, run_provider)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fixture_payload = json.loads((ROOT /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"labs/day3/review_copilot/fixtures/provider_fixture.json").read_text())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fixture = FixtureReviewProvider(fixture_payload["responses"])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candidate_review = run_provider(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requested=fixture, fallback=fixture,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prompt={"case_id": fixture_payload["case_id"], "context": context_pack},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allow_fallback=True,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save_json("04_candidate_review.json", candidate_review)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candidate_review["provider_used"] == "fixture"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candidate_review["schema_valid"] is True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candidate_review["model"] == "deterministic-review-fixture-v1"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CB30A-4E94-4836-A162-1EC1D5B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save_json("04_candidate_review.json", candidate_review)</a:t>
            </a:r>
          </a:p>
        </p:txBody>
      </p:sp>
    </p:spTree>
    <p:extLst>
      <p:ext uri="{BB962C8B-B14F-4D97-AF65-F5344CB8AC3E}">
        <p14:creationId xmlns:p14="http://schemas.microsoft.com/office/powerpoint/2010/main" val="152846031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F4407-7306-42A5-BB95-2D024E5F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A3364-84DA-4DE8-86DC-226FFC4F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Provider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8217A-59B7-41BC-92E5-32A2E54F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DBD73-DAAA-4659-8B85-0FEAF5DA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5F953-5ACC-4540-BD16-DE76BBB1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16D18-9217-4DCB-868C-C3D2433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6022-A8F7-43A2-BFF8-AE43CA8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DFC82-F634-4182-9514-0E893C8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99E6F-724D-44A4-9EF7-4D70AF1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645A4-1DD7-427A-BB24-8F60FDA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AFC5C-6BCC-4DFE-BC0F-A6D2706E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E8C0C-D5C5-4B51-A819-1FD58C1C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A8464-1E2D-494C-88DC-D1289643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provider adapter와 명시적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F6706-C40A-4035-9F8F-F757207F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08977-63AA-4144-8104-441656C3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3DFB6-256E-428B-A74C-F4E1EEA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C7867-9FDE-4386-8896-E35DF83D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providers.py와 provider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F29D1-A66A-4EC5-947E-E528F0F3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C2DB9-926D-4C5C-9204-3720CC1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D3026-A0C8-48C6-883D-411B1F6C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47FB1-ABAE-4D43-809A-D7A7A181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fixture 응답·timeout·잘못된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A49BF-9DE7-4290-91DD-2731DA11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5D4DE-99A4-4514-820B-76ED77EF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D7CE2-3400-4A87-95C6-B911E6E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B4D15-02FC-44CB-82BE-0839AD27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key 출력·silent fallback·실행하지 않은 결과 표기</a:t>
            </a:r>
          </a:p>
        </p:txBody>
      </p:sp>
    </p:spTree>
    <p:extLst>
      <p:ext uri="{BB962C8B-B14F-4D97-AF65-F5344CB8AC3E}">
        <p14:creationId xmlns:p14="http://schemas.microsoft.com/office/powerpoint/2010/main" val="108699883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2BD17-AEAD-435F-B4FB-E53FF6CC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2913-8D88-4D42-B9CF-E6BC62E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71450-0CE2-4E48-9BAB-3958137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F27E-4106-40B2-81FD-155FBD1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736DF-19BC-4E01-9269-7AD53DD9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1CE3F-AF12-45B9-9ED7-D28F97D5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BF73D-EF88-4AE2-88D6-457131EC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C23E7-B25F-421D-813F-CA58FF1C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03_context_pack.json의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9BDC0-C28A-4AD8-B390-F3CE679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0C562-0F4A-4FC8-8741-5F53E1CE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9DECC-AB40-4B19-B57E-9BDBD11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1E3D5-2D5F-4A54-9ED4-20E25571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5E1BC-B859-42DF-A62D-9F28AB86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0656C-80A8-4CE4-AFC4-B8E4AF0A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D5137-9EBF-443D-A2FA-3D37FB53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D9EB0-C144-4148-8843-CD988DA4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35B44-8FC2-4D5A-A736-B4310F9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04_candidate_review.json</a:t>
            </a:r>
          </a:p>
        </p:txBody>
      </p:sp>
    </p:spTree>
    <p:extLst>
      <p:ext uri="{BB962C8B-B14F-4D97-AF65-F5344CB8AC3E}">
        <p14:creationId xmlns:p14="http://schemas.microsoft.com/office/powerpoint/2010/main" val="52479821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7BED6-B6EB-4A74-B646-F74EDE64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9C9A5-D643-4355-AECF-03A40D80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Provider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0A336-8F37-46A9-BC42-BF183DA5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602B0-79AE-4B05-8CF4-EBB0F22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94BAD-A0F2-41AC-9635-E4CC5E1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79BAA-C595-4A6F-A4AD-407088F0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FE2D9-78F7-4189-8535-CAF3C04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89878-62E1-41EE-8098-49579A04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4차시 Cell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BA09B-EE6C-4D13-A499-E9B8543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B211-1C88-4C12-8833-0F52B79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E13BA-83EE-4B97-BC5D-60DE560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candidate 2건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71D91-69D3-49A1-8254-A0811F4D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66D12-26E1-4B1D-BDEF-5DA36D4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C4F79-9FBD-4430-9873-554551CA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04_candidate_review.json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4375-074A-4DE9-BEF2-6281EFB0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B9F44-BD9F-411C-9F4C-43FA5B6D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76085335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26E9A-6291-4CD9-BAEA-5B50776F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BFC76-0178-4F34-846A-694AF9CA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 상태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5B64C-7E83-4AAD-8D3E-057A3ABF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565EC-643E-4776-B386-E6F396FD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3B4B4-F415-4E9A-B651-D5E975A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19C8F-9A16-4AFC-BC84-0F06D208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BAC57-CB36-421B-AD2E-69EFCD35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CC4E4-0284-4394-8C20-191830A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provider 주입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7FFBF-7555-4605-8E9C-B30C06EC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07452-7228-4C13-83C5-A6F57AAD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3F86B-A64F-49EA-A9A5-9E51C7D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fallback_reason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DB54B-A73A-47EC-9657-3DA68FED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8445E-574D-4D38-9915-EE0E1D4C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5EFA1-710D-4311-BA03-DC4E8C3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전용 평가 없으면 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FE025-5C39-42D6-B730-405AEC4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E70AB-8388-457D-B5BE-792E2D45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39039597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098E8E-CA2D-4D09-91C3-23E7DB6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EAF6-6191-4E10-A8B5-46E1118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CFE12-5B07-4B62-BFAD-6D1AABB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367C-1999-4115-B6DC-BDB7771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58DE7-DFA0-45C9-90F5-2B7AC045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74328-FCDF-42CC-9B10-6C917722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9DCF2-44DF-4D0F-BD64-2CE9D1B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C6691-4CC6-438E-BE04-0393E0B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BE507-7B1F-4659-BAC7-371805D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AD0E7-35C3-4BC7-B218-C63CB53A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CA159-189C-4989-8A65-6C682105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B9354-8527-4FDF-BF44-7DD6BF3E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D135E-6C67-4AB9-8457-A777C843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A75E2-7748-42A4-B67A-5E46F71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49DB0-EC5A-451C-92B5-EB67061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 finding과 provider provenance가 함께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64FFB-5A7F-4BF5-9D05-7655D15C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C503D-BDB7-424F-9DFE-F597FD95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A0C45-FDC5-4E91-A443-35E5B04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73416-A5C2-4471-B065-AA24CAC7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55D94-8C18-45AF-B4C4-A81A973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8BA55-E389-4227-BF97-868EEDD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오류는 fallback_reason 또는 안정적 error_code로 노출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8B306-DC7E-4BF5-8A9C-AB37B0E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F1B8E-4491-4288-91F2-A30FAA6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D6589-010F-4A2A-B10D-BA76B5D4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B7461-42C4-4949-AB7F-41B442FC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4CD8C-87DC-4E1C-8473-B72CFC86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0FDC6-736B-442D-A94E-3688EC38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 Fixture 경로는 API·network 호출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63650-4AC1-4974-B619-536CF166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120EE-08A1-4B5F-9D1E-91692D4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provider_used=fixture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41127-1AD0-4D82-BCD4-7BC7FB4E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9DBB4-35F4-443A-A33A-A362DFF7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0E30C1-8F9D-4B1D-8F6D-9159A106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D1AD7-0432-45CF-8CE4-A0E23B0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04_candidate_review.json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20648-ADAC-4F57-BDE6-BD3255F0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3B830-62D8-44E7-AA99-823A22B7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49895329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471F2-DDA1-4CF7-8DC2-BB59205E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D2295-A0A8-4108-BA45-5AD8A5BB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A23F6-0BF5-4F5D-97B5-2C235CE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E36AB-9C0B-4048-8C82-65E9B7D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E0C85-79B0-4FBD-A627-405A095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FCACD-3514-43FB-88F5-E723B74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0AECD-470F-4A6F-BC7B-0B110E5E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718DF-D03B-40E6-8814-63DA6D0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이름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A66A7-CDB4-4393-952F-A59D64C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2CA4A-756F-49AF-B5B4-1537478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D4FCE-E705-4406-9029-54319935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live opt-in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681B2-821F-4A45-8181-2026BA7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FAF01-0A6E-46DA-8B3A-426ED7C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42DB9-E3C6-4E0C-93E8-E92FE1BF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오류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C5D6D-A80B-4BEF-ABB8-A5B831D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00528-1B4C-4904-B8CF-B6FCFA92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C5F28-2E80-49F0-809F-70E70F1A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fixture로 재실행</a:t>
            </a:r>
          </a:p>
        </p:txBody>
      </p:sp>
    </p:spTree>
    <p:extLst>
      <p:ext uri="{BB962C8B-B14F-4D97-AF65-F5344CB8AC3E}">
        <p14:creationId xmlns:p14="http://schemas.microsoft.com/office/powerpoint/2010/main" val="1809877832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D6D78-7A75-46A8-9BF9-6708DC80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8F87F-4C48-4A60-8443-BF00B5B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8C7AE-0342-4882-BEB7-6F85228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61705-98C5-4D27-8CF6-834BF13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CBDC8-5AD0-47B7-9DFA-354B1605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2635-0D5B-4C2A-8750-C4C2527E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8639-9A3D-482D-8002-315FFBF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61934-A36C-433F-A323-346A2A73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73B6A-F325-4D58-AFD2-FCEEE11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3DB9F-E2A9-475A-89BA-26D98E18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A291F-ADEF-410E-B624-0F9D9BE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C8206-848A-4255-A0CB-6E518B2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A1A90-ACDE-4007-ACD3-1B3B3D80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4FD14-7256-48B0-9FFA-11C7C3C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FABF-4FD5-49FC-9103-72C141C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교체와 비용 비교가 가능한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4828A-9B15-4FE0-B071-6DAEAC95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00D94-1BC7-4D80-B406-4B133EC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506C2-8C8F-46E3-B072-1BB1666A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E2F0D-BC5F-429B-A164-D8B69316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76BFB-1B41-40C7-8A39-F77FC972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0D077-0F1A-4530-8D16-DEF2594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fallback·provenance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17DA6-49FB-496E-B026-67CF4025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424D6-E44C-49D2-BA1B-6B9E9A95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141737504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EA994-EF0A-440F-AFFF-01C1FFBD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D9B5E-8D51-4B7F-9A43-A80ABBC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BF11B-1EAE-4120-A39B-0EAC47CF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9FAB0-D8B5-4D24-8BE5-170D394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F2E7F-B4AE-4697-914E-5B12DC03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AD0C1-CC11-497C-9232-CD97827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83C72-5F1B-4F9B-A0AB-4203A190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A9B8-D105-48F4-9291-61BBB1D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22C5-2ADA-4997-9D3D-73DCE71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15932-ECA2-4CC9-937C-E1501B37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2371B-9B22-46AA-AE8E-284C506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D175E-A16B-4D04-AD08-6812E8D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BF6AF-5BBA-4D2B-8901-DCDC726B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BC7E7-5B82-41FD-AE10-778AD1C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E8167-6B9F-43D2-96CC-3F279C2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482ED-D15D-4577-BECD-485F03BB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C7C1C-69DA-498C-A67B-095F7EA2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UnavailableReviewProvider 주입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CFD30-7975-46B1-BD03-D135282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C31A4-C8AB-4BA7-9D98-FB60FA15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allow_fallback=false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AC2B6-0A8E-4526-BDE0-7285BD0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A43B0-B019-453E-A40F-7297908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provenance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7419E-69EE-4C50-AB02-3035EA87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12237-79FB-49FD-9772-17EE411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191603983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B5B33-EC1D-48EB-A8AE-06769F9A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4차시 · 13:00-13:50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B0EDE-8682-4442-82C4-865ABE3F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C2FAB-B400-4F0D-A74A-F7CD5F71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6D530-79EC-48EC-ACAB-DB986DA9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687D4-4046-499B-B3FF-16766B6E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D5F91-AF50-4DED-861E-2DB5A3C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9B6DB-01F6-45AF-8D23-9BD8F40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A6CFD-ABA4-496E-AB69-5005A08B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역할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18146-C933-415A-A02E-558190D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ACD94-1770-4160-9E2C-806B3F6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42E2F-E55D-4F0A-ACD2-347C3A7C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model·schema·fallback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8A395-5149-400D-8B6D-E816BDB3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930F-6B76-4DAA-9189-00245875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D44E2-8E94-4332-B4D3-7302559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04_candidate_review.json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4D5CD-D758-4857-A136-D4CFA070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999A0-3FCC-4EBC-B855-468050C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Hybrid Review</a:t>
            </a:r>
          </a:p>
        </p:txBody>
      </p:sp>
    </p:spTree>
    <p:extLst>
      <p:ext uri="{BB962C8B-B14F-4D97-AF65-F5344CB8AC3E}">
        <p14:creationId xmlns:p14="http://schemas.microsoft.com/office/powerpoint/2010/main" val="165402253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E9DAD-A3AF-4EE8-9A65-0C2A489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11991-9C16-421D-8088-FDA5DA02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5차시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E55B6-7D7F-4C83-871F-368FFF7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13:50-14:40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986F1-BD73-4D7A-B4BA-AEFB6154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Hybrid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82751-12D1-4CBC-8FBB-0511F140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Rule · LLM Candidate ·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ECEBE-EF9C-4D69-8528-E8ED6E8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5536E-DE94-4F30-B42D-366E2E5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A7E00-2EF2-4C11-B6AC-48AFDBB7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6C86F-875D-43FF-BB83-0364C8C4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10-18분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56CE1-3227-4873-963D-A784803C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89C1B-6663-463D-84EA-54241ED6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18-44분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83ECE-EB9B-49C6-97CE-C5D4DECE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5A903-317B-44A1-A4D3-CCD404B1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ED962-2B22-42F9-B27B-A47F1A4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EA516-B35F-4FBD-9ECE-6E1F9129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05_hybrid_review.json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1552623511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723DF-1BBA-458C-9CDE-857206B4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CD242-CC9E-498A-916D-00F1F02D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결정론과 의미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F3BAB-5B4B-4FED-8C80-2F9E9B4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5710A-2853-40B0-8AAD-8B10CF7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5E1B0-0E82-4454-A578-A90CC0ED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74174-B443-46FE-A460-A896956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빠르고 안정적인 rule과 맥락을 읽는 모델 후보를 합치되 변경 라인 근거가 없는 결과는 버리는 review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A6865-78AB-405D-BED8-1E99CDC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6A658-6871-4082-88B7-2B64CB21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59F52-DE06-4AA0-8AE5-8DCA05E6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PR만으로 튜닝하면 무엇이 개선됐는지 비교할 정답이 없다.</a:t>
            </a:r>
          </a:p>
        </p:txBody>
      </p:sp>
    </p:spTree>
    <p:extLst>
      <p:ext uri="{BB962C8B-B14F-4D97-AF65-F5344CB8AC3E}">
        <p14:creationId xmlns:p14="http://schemas.microsoft.com/office/powerpoint/2010/main" val="42237499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28D26C-4C47-429E-B261-F33A49BF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6F060-F0FD-4349-897A-A7CE01B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80139-79AE-4A47-8EB7-6F6202C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81C77-8BE1-4B9C-9240-496CF22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F4C40-6868-4046-9BD7-F94E45B4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57B6B-1B5B-44E4-B8E6-BC540975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236BE-3BB6-46EE-AE5D-18B1A911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DDA63-29DC-4723-BBD7-84A0C63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D5BC0-C262-4CE9-A4CC-46ECA7F0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2E9A9-8529-4DF5-8F6C-9EC52BBB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24D48-D661-40A9-92B9-A3C31A2B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23111-7E75-48B3-8AFF-CA6FF182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0D582-6D93-440A-98EB-5BE76F4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427CE-F72B-43F4-9F79-B66D42E0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1ECFB-B336-4731-8FFC-A0675420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동일 입력에 같은 finding을 내는 기준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B0048-88A2-45ED-8992-7F8D659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2245B-513D-440F-9E0B-EE9CB566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rule_findings()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20455-5553-4F4C-90F2-46F3C72F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C0583-DE58-496B-8281-60804DDF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06783-96E2-435A-9667-C418080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CA142-1550-4BE3-AEBE-62233071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업무 맥락을 반영한 모델의 검토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EEDB0-32C2-46EE-85FF-7F5A854E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5FE4F-074D-49E5-9204-EC4A65CB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candidates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FF989-3B84-4911-8E6D-AC37589E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8C0E6-6A96-4F50-8838-D7FBCC6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AC774-FCD8-42E9-9248-D8532C72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A122C-260C-4A43-852B-7929E06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변경 라인·test 결과처럼 재현 가능한 근거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10207-8295-415E-97F5-D913AAA6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A3F02-5B74-4AE7-B286-EA18DB4E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validate_evidence()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9D679-7D06-4FCC-9F68-46CBE6A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16695-0104-4A4E-93CA-9154887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Deduplication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BA455-4FBC-40DE-B3F8-8CE337C8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FF17F-34AD-410A-8983-249BF2DF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문제를 안정 key로 한 건만 유지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3B332-77E0-4D54-8232-34659368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0BBA5-B702-41CC-8AD5-597DE51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build_hybrid_review()</a:t>
            </a:r>
          </a:p>
        </p:txBody>
      </p:sp>
    </p:spTree>
    <p:extLst>
      <p:ext uri="{BB962C8B-B14F-4D97-AF65-F5344CB8AC3E}">
        <p14:creationId xmlns:p14="http://schemas.microsoft.com/office/powerpoint/2010/main" val="33546180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FDB5F-ACAD-45A7-AE03-3B1F33B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9DBE5-9549-4545-AB65-0B95DD9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 검증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26B8E-7839-4EF5-8EEA-CD55AEF0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082C2-1750-43A7-B7D2-EA8FCE57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4D4EF-771C-4E73-9265-A452C72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034F2-C02E-4189-9C77-F269AD6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BF21C-C1B5-41A4-A32C-7707809F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48FD8-8DF8-4864-81C7-10C22031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8855C-17BC-488F-BEDA-3BA5AEA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882E0-074B-47D3-98CA-C63A92F4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72A54-5309-4E15-A2F0-E27FB7F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7F212-56B6-4F37-83D1-CD1949BD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 finding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5C188-C2B5-48DE-BB14-6368354F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5BFEE-F6A4-4CE8-8780-10C73E0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E993C-3F3F-4764-B4FD-9160674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94DC-6090-4223-AFD1-23E7D255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C1BAF-76C3-43B4-AB57-BED50C1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DCE35-43FC-4F72-A468-3FB0D2BB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46BE1-C7FF-4755-9210-E184A2E3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07614-09FF-42F5-857F-8D1BA20E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A5A0C-911B-449E-BECB-440E9A8E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03F3A-7B94-4D52-B1CD-97930DAE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D7CB4-6BCD-4064-94F7-E66F6549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12467-50F5-4CD3-B867-79B35D2A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72988-8F87-42FD-8E9E-8B5781B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05_hybrid_review.json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6126056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94F2B-F1AE-48E0-95C4-95B951F7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B0EB-F7B8-4E4B-BB05-EB47F7D6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 채택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DA913-3710-4B74-9B83-A1221F0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719CC-96C1-4F99-BD07-E543B18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FEC6E-739D-4728-9190-F11DB0D3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10B6F-5C15-4148-9C92-F24A003A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BF5C5-76BA-4DE2-87C1-040CB0C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C725F-3E53-46BF-81E8-99F4E510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8CCB6-3A04-40B1-BC60-8DE37025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31B47-E4D6-49EF-B552-070F0F7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0EC84-CD74-459B-AC48-E2DF11C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35072-F1B6-4D64-B985-850DA640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CABC4-CCA8-4209-A7A4-DB71623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added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E6C77-68D7-4435-95B8-BAF84C6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EEAEB-7833-4761-84BB-70F3490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채택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30DC5-61A3-4129-939E-D3D0FE44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A674D-52E4-48F2-9D2F-CD09CCE9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CC43E-619B-48B5-9ACC-9579A2E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298F2-DC47-4466-B949-224925F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line=999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F0E25-C4DC-4C52-A510-D581CE0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CB5E4-F5E1-47B5-B3D4-A9B98A94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2D616-D16D-4C84-8458-94E2C15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F3ABE-D891-4581-A92C-0F0FAAC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근거 없음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D7FDE-1F8D-4752-938D-A0077DA2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0E358-8E57-422F-A512-89639BBE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rule_id·path·line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B5DD5-34A4-4FAC-91DD-18107FCA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84BBD-ABDF-4B8E-BB5D-DA961AEB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중복 제거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BA33F-09E8-4660-BE6A-53D642E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3E95E-02A9-4649-938B-A2F7CF9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finding 유지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883C3A-9400-44C8-A6D5-77398D6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10E64-1DDB-4A5E-9AAB-14EB5949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스타일만 변경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736A9-3BAA-476C-B25E-E508430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03E2A-ED25-419F-A10C-56300735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F2C1FC-657F-45FF-956D-B0D49C1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4B2EF2-B010-42F6-B264-37D3842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품질 핵심 아님</a:t>
            </a:r>
          </a:p>
        </p:txBody>
      </p:sp>
    </p:spTree>
    <p:extLst>
      <p:ext uri="{BB962C8B-B14F-4D97-AF65-F5344CB8AC3E}">
        <p14:creationId xmlns:p14="http://schemas.microsoft.com/office/powerpoint/2010/main" val="54454921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1CDDB-F5B8-4305-BD3A-F43EB8D2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6910B-E3B6-4AB7-B205-DB7179A5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11A54-B26B-4735-A03F-60AC78CF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8E495-C7A3-4344-8F13-58C78835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C92FF-87BC-455D-8083-85FF6428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96B54-B0D8-4A37-8E15-EE1BAD4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1EF2-1D78-49B2-A73C-1AFC5B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A8281-813C-4785-920F-0FAB16C2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42B2C-AD3D-400F-93CD-CAD0A7C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546F-77B3-44DD-BA25-6B7FE6C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DF3EE-D5B8-4A41-8983-297783C1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D4093-7BE5-417A-AD91-DAB44250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8EEED-B961-4345-9346-4F82C858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labs/day3/review_copilot/review_engine.py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4E9A0-DFB3-47C1-98B7-A3E72195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F9BB4-691C-4351-84B3-4C03FAD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6E16C-80AE-433F-ABCE-0B5F4A1A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30D3C-9EB0-45B1-8ACE-358C154C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5차시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91C90-4D17-4B46-9719-A0AE47D3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989EF-75EA-4403-B356-922D9B0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D2612-9574-419E-8C1F-1BEBF96C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C8711-5707-4059-A851-12EB3BC5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02_parsed_diff.json · 04_candidate_review.json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66A64-C292-43BD-937B-B1546F37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CD714-1DC6-4302-A7BB-603F1158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1884F-8E4F-49D7-A838-E09A73A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BCB4F-BFAC-4180-9A2D-FC97A79D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tests/test_day3_review_copilot.py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148F6-FD6A-460F-90AB-9CB5F677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C07FD-15A9-4C6D-9518-81E9756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Review Engine · 05_hybrid_review.json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562221060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07536E-2DD7-4725-BD4D-725D4A2F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409F5-4446-47C2-9615-1D645852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Finding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20B53-0B26-4376-B111-49180EC6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06056-E8DC-46D3-9BF9-934384D0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D7D57-FEA9-4B7E-97F1-884F8884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176F9-AD2B-4F53-B2E9-6BBC480E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2781E-E656-4D17-9E22-6D80023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808D5-41C1-40A6-83DD-86DFFB4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621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8AF0F-78D4-4E89-8B8B-CE4EB4D9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764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0BBC9-423E-4EC0-A62E-7D6A900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E2EFF-C5CE-4E0C-8F8B-7BF6974E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Diff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4F7E-7A93-4A43-AFD4-EAEB914B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2100"/>
            <a:ext cx="2686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BA336-49F6-4270-8B1E-035B587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764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6FC16-75BA-4AE3-BD0F-54C735F8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91AB9-0784-42B7-992B-BD1DE93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eval(action)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807A5-0A42-4FC3-B549-4B33D1B4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764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2FF5A-F1F9-4E5B-B8E8-E1B6CDB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13334-BF2A-4EE4-A849-8CF007F6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EFE4D-C515-4F18-A98D-BA440ECC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EF7BC-8AB2-4E3E-897D-F3BB30EF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53DCB-EB04-4F23-BF6C-92E1637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EBC12-6CE1-46BD-A61E-EB8CAA2A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7C138-7022-46A6-9A27-AA135B2D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requests.post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D27EE-3F8C-4A21-9A71-8E83518B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E7BCE-2CFF-4CAC-B8BE-5B9F9022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 + 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E57BE-F63A-494A-B87D-F310F428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63843-66D1-42D9-BF84-D82D8381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0E025-6043-4195-B908-B499BA00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908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E2A9B-3FD3-402F-BAA4-B08F9EE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P1 한 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36271-CE0A-41BC-A72E-2208B34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C00B2-7D73-4377-B054-F6BB83B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except Exception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B1F687-1257-4C09-AD0C-196FCFC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A38BAE-0D6A-4F35-951A-E2CE0EB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195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5E6545-D50C-442A-AA8F-7C151B7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DDF6D-FD46-4102-9DEB-92E951C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342FD3-3712-4419-9B9C-428779E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163E1A-1921-499A-B676-EF4EAD49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P2 유지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C09C9-EDE0-4957-8B2D-87A8DF7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4501E6-AEE7-4E8C-8D2F-B8ACA470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존재하지 않는 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4C680D-5429-4F9A-BBDD-2FE92C7B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196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7ABDE7-B31C-4BEF-B1B8-3EB7F42D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339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0FF98A-3235-4724-AE7E-8C85FA2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97D2D-F08E-4615-9F6C-001C46B8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339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999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594D79-D5D6-4743-8E21-CB534D89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96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B13EEC-07FE-4F59-9656-CF00DAB4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F84C4F-76A6-4522-A92F-27FB2DD2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F39F1D-B4A0-4F7E-99D7-2BBA4B10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P0·P1·P2 세 finding · 실제 added line 근거</a:t>
            </a:r>
          </a:p>
        </p:txBody>
      </p:sp>
    </p:spTree>
    <p:extLst>
      <p:ext uri="{BB962C8B-B14F-4D97-AF65-F5344CB8AC3E}">
        <p14:creationId xmlns:p14="http://schemas.microsoft.com/office/powerpoint/2010/main" val="33634359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DE39C-265B-4646-B8E1-6A9B31CF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033AA-8D2E-464D-8938-2AD8F05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509C2-6CDE-4D95-8BDC-36BC6DCC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C68E4-77B2-486F-9D5A-CD4B9EF6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8FA0B-B84D-4850-9367-0F981FF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4ED27-2239-4279-8327-85080623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39645-A5F9-4A04-81AA-6C98E35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8A347-5D6D-41E2-BF55-02BD0FC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labs/day3/review_copilot/review_engine.py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1EC22-E809-4B97-968A-64A8575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FF0C0-A5E0-4298-8AC5-6C399CC5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618C1-F8D4-4937-AD93-E9B03E12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3A94B-59FB-4EAB-B0E2-0892948C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9D327-3978-40B0-9513-181B2D9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87B3A-0436-41B4-9EA4-D68ED5B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status=DRAFT · finding_count=3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58C7C-5C4D-4ECF-885D-9F0E0A84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78BDF-1FA5-44C7-8440-AE41CDD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97D7A-FDDC-48D3-B54D-85E58F1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136332231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39723-B22B-4321-B0DA-EFCACA80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584F0-7054-46D2-93C7-9633263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CC33B-5C25-45EC-A313-9B5D4787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84280-2A23-4DCA-ACBF-908F825A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A5738-9DCC-491F-A094-5A86ADAF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FF-4FA4-48E4-B3A9-B696B8B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35BED-3A80-4539-A410-3A65E53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3229B-E7CD-45EF-913F-4346C20A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2687C-B2BE-4735-A8B2-46B0A014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13B87-4F2C-4CA5-87AC-AF6270B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F9795-74C9-4CB7-A469-B7D2C8CE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C2FD2-AE51-448D-A4DE-2DDED46B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7B39A-AF84-4DFE-9458-7150651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186D9-6517-4961-A3CA-1D0B531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FBD70-99DC-4452-9593-9F01044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1B8A8-E23C-444E-B5D1-0E661040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01231-CFF5-42C8-899B-FDB05929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0EC34-F9CD-4F3E-AB60-9041C4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4B5DB-D803-49EA-AB75-8832C1C1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2A6D3-A728-4208-85E4-FBCEE10D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05_hybrid_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</p:spTree>
    <p:extLst>
      <p:ext uri="{BB962C8B-B14F-4D97-AF65-F5344CB8AC3E}">
        <p14:creationId xmlns:p14="http://schemas.microsoft.com/office/powerpoint/2010/main" val="137262775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DE58E-E221-406A-A9F9-AFB45B3A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0BFB7-0B2B-4A57-ACF9-0F66649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2EB5F-E4EE-4DCC-91F9-9462E16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38D85-0CC0-4CAE-82F7-B827FAD8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04435-DD4F-4DE4-BD3B-E446633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CC60E-5E60-4CAF-AAAB-ADB94AC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7C763-2394-48A0-A732-0100D3C3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"DRAFT",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"finding_count": 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"severities": [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"P0",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"P1",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"P2"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"automatic_publish": false,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82BC4-CE50-4EC8-BD14-BAEF487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69717-0DDC-4838-96BD-2B95D57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DD249-D071-4FDB-BB4E-EC26CE3D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7BA8D-4056-45CE-B1CD-B6001BA1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C0E20-38FC-4845-8870-D83C2E6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E3CA3-4690-442C-9032-DF92CEA0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DC908-05CF-4DEA-A5A1-DE2EB95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finding_count=3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0A9D4-6A59-4F58-B73B-7CAFCDDD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0B719-3801-4550-8D66-3AB4511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B1DEE-4A72-43EA-879D-369D6267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source=rule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BC36E-EB11-41D6-8D83-FE46128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AE595-F1C1-49D7-A336-9C8404F2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EBF6E-50A8-431A-8DE1-763539F6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automatic_publish=false</a:t>
            </a:r>
          </a:p>
        </p:txBody>
      </p:sp>
    </p:spTree>
    <p:extLst>
      <p:ext uri="{BB962C8B-B14F-4D97-AF65-F5344CB8AC3E}">
        <p14:creationId xmlns:p14="http://schemas.microsoft.com/office/powerpoint/2010/main" val="202805835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78F69-C63A-425E-94F4-B7EC1F4C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504F9-DE55-4864-962E-5FECFB92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2FC38-1218-4897-912A-D6954192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84DC-1516-4833-ADE8-EFE41EE0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E75D-8B91-47A7-BBE2-14D21351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4EF1C-6B09-4DC3-B730-9F9C7BA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FEC84-4613-4646-B30C-73F3697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46757-886D-4B4E-B3BD-970A947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labs.day3.review_copilot.review_engine import merge_grounded_candidates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labs.day3.review_copilot.test_evidence import collect_focused_test_evidence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draft = merge_grounded_candidates(parsed, candidate_review)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test_result = collect_focused_test_evidence(workspace_root=ROOT)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hybrid_review = {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**draft.to_dict(),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"test_evidence": test_result,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save_json("05_hybrid_review.json", hybrid_review)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hybrid_review["status"] == "DRAFT"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test_result["executed"] is True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test_result["exit_code"] == 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len(hybrid_review["findings"]) ==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83A62-26B5-424E-A0C2-2F879BCB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save_json("05_hybrid_review.json", draft)</a:t>
            </a:r>
          </a:p>
        </p:txBody>
      </p:sp>
    </p:spTree>
    <p:extLst>
      <p:ext uri="{BB962C8B-B14F-4D97-AF65-F5344CB8AC3E}">
        <p14:creationId xmlns:p14="http://schemas.microsoft.com/office/powerpoint/2010/main" val="524920428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AE7CB-5AA2-477E-8AF4-59E5CCC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E7F3B-F493-41C2-B44F-C2C2CAE9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Evidence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1976B-8855-4F35-ADCC-B1A491C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DA24A-800D-40EA-9A4A-068C8BA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E4EB3-43B7-4E05-8919-ECCDEB4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9DBDC-0A66-40ED-B4D1-13FB6F0B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AA61B-F018-4F2D-BCA9-1EFF701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1E217-C63D-420E-BC6F-084C1A0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EB45D-7FB5-4D33-9D68-F6C06FBC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CEE57-925C-4C13-B969-89B99BF6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59E63-C360-4D58-9F1E-9BE20E81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7B120-8CC4-43B7-8B4B-96573D50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C0B7E-6BC4-4B19-A1E0-5EBF749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rule·candidate hybrid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AC396-EE7F-4AB3-A7F1-F6D044E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198C5-A3AC-49AE-99AC-5C9F9D6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C9D6C-92E3-4A07-B2AE-4126CA6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55808-83AF-47D4-8CF0-0FCD12F9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review_engine.py와 engine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50F95-07A1-462C-8251-8AE230D3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20F13-AFC4-44A5-BC57-16EDD73A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CA0A1-8455-4ACC-AD7C-C308959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F9570-090E-4BF3-AEEA-4DF4AE9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중복·없는 line·빈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4E4A3-EF7A-4277-B635-102ED0C1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BDAC1-0CA3-4FF5-A06A-208F0F97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3FC18-18D6-4FCB-9412-25FE825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1346A-D59E-4DA5-A13C-D5576522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raw traceback·근거 없는 finding 채택</a:t>
            </a:r>
          </a:p>
        </p:txBody>
      </p:sp>
    </p:spTree>
    <p:extLst>
      <p:ext uri="{BB962C8B-B14F-4D97-AF65-F5344CB8AC3E}">
        <p14:creationId xmlns:p14="http://schemas.microsoft.com/office/powerpoint/2010/main" val="166742912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BA9FC-E51E-40CF-8F1F-BD4764EA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F6D5B-3870-4016-9956-98CC7D9D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B8BCB-DE3C-4207-B1B6-398FEED2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38866-37F0-43E5-8811-BA5D2957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4DE1E-8AD3-4B25-A2CC-73010FBC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A557F-A082-43D7-B984-8CABDCC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BB1AA-6CB7-447D-B7FD-CF09154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53D7C-276D-4BDE-9045-432E12E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02_parsed_diff.json · 04_candidate_review.json의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7A310-13AE-4A05-8DAC-6723B8D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2E2CD-6491-4C56-9452-4E2C802F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01FE3-38A8-40A8-87EA-6E6C0C5F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B508C-BBC2-4ECC-8B1F-98A04250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A0A9B-A071-4E98-82B7-42D465FC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474AC-A697-4B78-96D6-8C71615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hybrid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7BA06-6426-4E10-A0FD-4203BD4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1E68B-9944-4614-914B-9B18246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B1A46-A1C1-41CE-AA29-603FE38C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05_hybrid_review.json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1130584190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645DC-A52B-4BF7-B453-28322AC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49657-3616-4B41-ACE4-5AD51F9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2D184-9D62-409F-B060-63AA84E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DFBC5-9A44-4FBB-96B7-0C4C3E2E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3863C-FEE4-43CC-BA19-5133FE0D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13213-8892-48EC-B071-DDA39CA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28C15-7EE3-4831-9794-0596E40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35AC2-38EC-4721-BEC2-125A685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learner_grounded_candidates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DD7B-C9C5-4B59-A400-113BA788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FBAE5-1573-4438-BFCE-6C9D355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1F58-69FE-41DD-8BE9-81F7B443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Rule·Candidate 결합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6640C-1D7B-4837-B2DB-9D41607A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DED9B-749E-4031-814B-5630321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4C4C0-EBD0-46D5-85EC-36153FFF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05_hybrid_review.json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9EB58-2F37-489A-A1DA-74A64E3D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F3D75-B7AB-4943-9273-9D9DD39E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54457983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72963-F7A0-4484-8CBD-E18E6BF1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8276-4D07-4B76-AA50-09DC9A49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후보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2BDBC-DA25-4D90-BC09-3A7FD5FC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E81F5-3A37-4186-88F8-41CD74BB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C9FDE-FEEF-4513-8C42-D82E0C6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A6930-306C-4E2A-AB53-2738C654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D0782-4AC7-498F-A579-51AAD7B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4F3EC-4AD3-498D-9C97-226292BB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line=999·중복 후보 투입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FBCCC-9B35-4AA9-A074-9155D3D2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BB3AB-A6A6-4A45-8582-02DF7AB2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89A2D-66BF-4201-A28F-B9310D88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1건만 유지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1E275-6AA7-43D4-8B40-7AA7926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74362-4D0F-48EA-B1F5-3FCAD75A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E4426-251A-4640-8DAA-40E65634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Test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29BE8-724F-42B2-AEED-CB6BFCEF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8C4D4-F499-416A-8DB3-DBE19A81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69565208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2034D-73F9-421E-9AF2-CBF967E7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FEBA6-AFE7-4991-9397-5D8D7B5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A4C29-4AA3-4116-9937-FFC761D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3D195-F33F-4F5F-A8A7-685E87B7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B75E6-5A2C-4CB8-9008-91D27A2D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D1C0C-D436-4C62-9F99-86F69978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021A3-7472-4183-9A2E-F5424E7A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ED9F3-8F03-4DA6-B8C1-7374D0F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9B633-A385-4E4C-91B7-62B4037A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4AACA-267A-410B-90F1-AE5520B5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04176-5EDE-4E88-A5A3-228FD3B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5BE9A-7808-4382-BAEB-D8C5597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DA00B-494D-475B-B549-9A84BEE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C3F7D-7C88-4AE4-B7D7-261B93D0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96534-C06D-419A-9F32-C9E7146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P0·P1·P2 세 finding과 실제 added line 근거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E9E2B-0F6E-4B34-8016-9DEDC9C8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CF6E0-0C7F-46FC-A205-B279A1BF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17C47-4939-4D45-AC63-B5861327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DFAD9-1376-4EDD-87AD-25D16CE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75FE7-5D29-4561-AAAF-48BA3486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2CD28-7D4A-4788-8AAE-66F6E62D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빈 diff는 EMPTY_DIFF, 근거 없는 후보는 결과에서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4B386-CF12-40B5-87C4-E708585D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4C13E-5244-42D7-A20B-C196F4EF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87B87-17C8-489E-A0A5-372646A3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0EFC5-3C84-4ED5-AD4B-5CED9885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6A37D-2A3C-4640-B2AC-BC1D261B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56AEE3-22AF-472F-BA52-F7D8AC4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review의 자동 comment·게시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A4EB3-169A-462B-ADE3-DEE568B2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5F68E-3B4A-42C9-BBDB-C00134D3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E79DD-B0AE-4DCD-A8AC-55E49278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A4C99C-5399-4FA6-B568-18B94D6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5E9079-2F8B-4AEA-AD5A-BA1B5C92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D0A081-6EAD-41AC-96D8-B487159E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05_hybrid_review.json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46FE7D-928A-4B76-96CC-8AA4B4B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8AD03-F482-4293-9D27-05E689F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2008566940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9CF0F-67A1-4C1D-967D-8DC48B2B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C15D8-AEEE-4B4E-B4CE-88756A44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773BA-4D62-4ACA-9F51-9D03812B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8A54-3740-4247-B368-2C80C64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7FD02-EE53-49DF-A0D1-5536DDEE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D6568-AC29-4102-80FA-F5D36C5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003F3-E31A-4917-9A0C-3337411F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AD5F0-D86D-42EF-B4D2-90FB6B16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 diff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F6D37-991D-4481-B355-D5AEE477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BF582-F0E8-4D8C-9931-9C20D960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7590D-3D33-4D77-88A0-DE092D5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candidate line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C78FF-D797-4256-9CCE-8DB78C20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3B496-7039-4D17-A42D-3D945DA8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B6086-4EF2-45E5-B26B-21F1D77E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rule_id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ACF0D-32D7-4EF6-B7CD-4669614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F7312-F232-4F42-853B-72EBB1E0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74148-E97B-4CCC-8CFE-16867DB0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engine Test 재실행</a:t>
            </a:r>
          </a:p>
        </p:txBody>
      </p:sp>
    </p:spTree>
    <p:extLst>
      <p:ext uri="{BB962C8B-B14F-4D97-AF65-F5344CB8AC3E}">
        <p14:creationId xmlns:p14="http://schemas.microsoft.com/office/powerpoint/2010/main" val="93228116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19F2D-510D-43EF-B857-8F7C2A57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A2BAA-7E1F-438A-A194-7A7AF689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75123-21A8-40A0-B9CE-0D61118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BBD09-7FD1-465E-8451-A651BA1E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16295-D6E8-4BEC-8877-6D4C07BC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17612-2303-4E9E-954D-CC8A618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9C17D-EB93-4A5C-B618-2B04D0A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99A22-2B38-4E3B-BD35-595DD624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42979-A725-42CE-9B60-6AB82C76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F992B-B6EF-4A78-AFC1-50BB0C24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8AB2B-60EA-494C-A1A7-E93EF98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F733-32E0-4E63-AEFF-01B7137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BBFAB-CF27-401D-A82E-9A550DC4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4AE4F-1681-46ED-B01E-F59032C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2BD10-28B3-42C5-BDF7-BFDE5673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정적 검사와 LLM 의미 리뷰 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B5958-D2E2-4EC1-8645-AE5903E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F0073-F389-4CD1-BB36-E4122A15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02D77-37AB-4898-AB4C-48106D11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A2BD9-0A69-4706-BDAA-9BA4FD6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33065-408A-4A9F-BA45-41DA4562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9C73B-AB1A-48CC-9D92-035DA90B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validation·deduplication 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02403-10F5-4A41-942E-4A3C9396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8DEF1-E193-4797-A665-D6CC0AE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187054882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0E879-18C3-40D1-8C75-0AA19285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1B9EE-AFBA-49E1-B1F5-1AF5598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06CB2-1D8F-4415-85FF-8C2DE11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6636A-6018-4F6C-86AF-6D25CE92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BBB63-F5AF-415A-8732-6739B97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D6B3A-7A49-4B93-95ED-B7FF748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2E7A8-9C97-41C1-8925-C7155CC9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B3324-06DF-4BD0-B8FF-08001802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079D6-D91E-4041-8802-F4743164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4A519-32C1-47A6-82AC-23280DDF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C4922-A98D-4363-AC87-8ECA4D8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C4E57-1CE4-453B-B06A-4F010E0C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3E157-F70A-4926-9604-3864686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3CB26-73CF-4EC6-941B-109C8B5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5D9A9-7DE4-4384-B360-2430C972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 중복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0062D-B746-4A9D-B5F7-E73E9B72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44EC7-551C-412E-8B79-34DEE8D8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path·line·rule_id 두 번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3D32F-3916-4408-82B5-67862478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12840-DB9D-47DA-BB78-0664591C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line=999 후보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254D4-71F9-4475-83DC-E4C291CE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C93C3-3781-4827-AE48-5C1F82DE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3개 finding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37EED-7004-4032-9E5A-6A581825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2FEE3-8C43-40E4-9ACA-1D6BA6EC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Engine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2110517577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A9956-C1FE-432C-8A09-5EB6228D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5차시 · 13:50-14:40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3FA2E-7B93-41C9-BACB-6EDB27D6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0A6C2-BCF7-4405-B001-E6B241CB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8CDC3-BC1F-49CD-8BB5-DEAC8179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A1E55-4BF1-434A-A0C3-4EC5B4FB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CFF78-DBB8-4CA7-85A4-46D114C1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6FBD2-6128-45F6-901B-0DDC56C5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EE37C-ED11-4ED0-B22A-E5EC95F9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역할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EBC52-D23C-4F6A-A438-68A8AFEF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26EE5-5941-495B-AD8C-5B9BF10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DD4D-EEAD-45C9-90FD-007EBA5A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후보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654D5-62F6-45BE-B75C-AF59FF1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C81AB-358E-4B4A-B996-716AA0E1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6835C-CFFE-416D-881E-B817CAC7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05_hybrid_review.json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FC726-C719-4DD0-98D0-93A1836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74E4B-46DB-4B9C-B2F5-3EE26B8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Human Review</a:t>
            </a:r>
          </a:p>
        </p:txBody>
      </p:sp>
    </p:spTree>
    <p:extLst>
      <p:ext uri="{BB962C8B-B14F-4D97-AF65-F5344CB8AC3E}">
        <p14:creationId xmlns:p14="http://schemas.microsoft.com/office/powerpoint/2010/main" val="145041319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FB1CC-54AE-4FA3-B25F-01F6B34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7C935-1E4D-4C17-9DB9-B0420BEE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6차시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B5056-02AC-4188-8C60-A28C640C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15:00-15:50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6906D-2945-476D-A7EA-FE318CBF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7FA4D-D4C0-4681-B0AB-F4714F1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Approve · Edit · Reject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15546-6A34-46ED-89BB-3728BCE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7981B-9559-403B-B3BB-FBD00BE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0-11분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354DA-C7D4-4CBB-A02F-A3FB70A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562BC-B47F-44C5-9B7E-E05AACDE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11-19분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91A6D-E4E2-4DBF-A7AA-B00F1930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7EEA9-1C78-4C64-A779-EF5BC7EC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19-44분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82F85-1B77-4631-B5FC-547384F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6F733-4116-4D75-B685-77D8D3C9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87FA2-4012-44AF-B13D-393E68F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06FAB-56EE-4F33-9E43-746D8AE3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06_human_review.json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589479913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874DF-D07D-4AE6-9F39-7CC2D7DB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BC388-DE85-49E8-890F-023B467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판단의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ED8BF-9C2B-4DAC-A0D3-2D703C06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20A7C-19ED-473A-AD2C-A07E5D38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0B6E8-5DE9-4380-8318-66393ACB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A845-1A8C-41DC-8E1D-664ED85B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AI 초안을 바로 게시하지 않고 근거를 본 사람이 승인·수정·거절한 뒤 다음 상태를 결정하는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3D7B9-BE02-4235-8ACE-E49D681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36FC4-D9BA-4C03-B7D2-0771A93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0CDA8-79C6-462D-AF4C-592F9CF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문법·unused import까지 LLM에 맡기면 느리고 일관성도 낮다.</a:t>
            </a:r>
          </a:p>
        </p:txBody>
      </p:sp>
    </p:spTree>
    <p:extLst>
      <p:ext uri="{BB962C8B-B14F-4D97-AF65-F5344CB8AC3E}">
        <p14:creationId xmlns:p14="http://schemas.microsoft.com/office/powerpoint/2010/main" val="172196220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311D98-2F6B-4E28-94E9-97063995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C2EA8-3A82-4700-AB1C-56BB90B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상태 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C2517-46E4-4195-9E34-7C2A55BF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1C5E-4C26-4241-AE37-365E3C56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D8CA1-4CBA-443F-A4C5-D8DC02C1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227E8-03BE-4036-B6FD-AC15CB03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18EDF-B141-4FF3-853A-B81947ED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B70E5-D576-41B6-9F0A-C32FEDAF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898E8-3559-4E14-8EF7-894D61F5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4B9B4-DBED-4089-BE84-0B86C81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71BEC-07A2-403B-8961-66DAA58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214CA-D849-4514-9632-7FE1D4BD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2E85E-47BD-4DF6-875D-3A076DDC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3E4CC-2D08-4C91-985F-B1CED729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60473-47F5-478E-B7D4-59A23CFB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 사이에 전달되는 명시 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3C932-CF63-4F32-A905-A397BB2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2832D-25FC-4C78-8CA9-973BB99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37FD2-3B64-4222-9C1E-76CB74E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F947E-9390-4BBD-866D-2EAF465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89588-5FF3-4A80-B9CC-3EDA935D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B32F4-F68B-4C1B-89EF-199EFC18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입력이 올 때까지 실행을 멈추는 지점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9D3CC-78D1-40A3-9059-05ECD07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E953C-8DC5-4DD8-AF96-1C83122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8B0C4-0FA4-44E7-B975-1427ED6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0A050-C227-4878-ADC3-DA5F7C5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1133F-3CD7-413A-808E-684A33FA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86B03-AE19-48D3-A207-27C0817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thread_id로 저장 상태를 이어 실행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7B523-92F2-4A96-93FB-10C20F5A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0AAB1-3E6F-4A2E-8FE8-77E8DAC4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3188B-C858-4DCB-9B17-414DAF5F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4A986-0875-4FF9-AEEA-57B25C78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06394A-238B-4F55-9F87-04C6BBBD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A560F2-E59D-4A76-ADCE-E494F9D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결과의 근거·대상·행동을 사람이 최종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AD03A-BF54-4CAF-93EE-1C830C5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A7352-07FD-4F1A-9E0B-96B0BA6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resume_review()</a:t>
            </a:r>
          </a:p>
        </p:txBody>
      </p:sp>
    </p:spTree>
    <p:extLst>
      <p:ext uri="{BB962C8B-B14F-4D97-AF65-F5344CB8AC3E}">
        <p14:creationId xmlns:p14="http://schemas.microsoft.com/office/powerpoint/2010/main" val="1418919128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6D868-A16D-425E-98A6-4ECFDC4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8FE70-AD77-4400-8BC5-70F61C5C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Interrupt와 Resume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199DA-4565-4A40-BDAC-09C04153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D2223-3D8A-4D94-B270-802F9748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F7D1-5C3F-4B21-A3D3-AABA7BB8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F457C-5474-472E-B0A6-F9A81D17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F8304-F8B7-4EF0-9BD2-C00AF475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D6D34-615E-441F-AF74-1AA1F07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E90C2-6BD8-4E1A-A2E3-A0554FE6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F52FE-10C1-45D3-A712-FCEBCDE0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763D3-36E5-4E19-9346-ECDA9B0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3613E-3C6C-42DD-ACB3-BF53AE1D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D9772-8378-4D91-BFE7-788CAF77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BBB04-70E6-4FF3-ABF7-70404E71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91B10-C728-4072-85DF-B0CEF7E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A1CD3-3AD8-4B03-9654-404E8199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3F70C-6F01-42F8-A16A-8A408C3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0B5A7-5FF3-4D34-875F-6CEB9BC4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6A293-7D93-4466-96B9-BBE6DC5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879D9-263D-4499-BB7D-D717619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7B74C-8161-4D32-9D17-B5B35B9A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D6585-EFEB-4AC0-B8A0-CE4753F7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98E6E-5C35-4D12-971D-B68691A3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85388-65CE-4442-8ECD-56F0F06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 external 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D0727-7BB1-4A88-A3EE-FA7DE9C1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06_human_review.json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656487584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00CBE-5CCA-4B51-8E3D-09861715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265AF-529C-4D96-BFF8-0B94313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가지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464D2-29B9-44C8-940E-D45917F6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400BC-57CD-47D6-863B-10C568CE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8DD3B-FFC4-4342-A22F-59D723C7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378CB-7600-4F95-BF66-7F4F40FC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17A70-0DA4-4A12-A87B-D03B9F6C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3AEE6-F349-4621-9D5C-79EF5E5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CFF66-79E9-4E13-B38B-7F703D4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60227-1374-4A39-86C9-D224909C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FCAFE-6466-4D2D-A814-BD8A6F3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CF314-D0DB-42FC-A6AF-F9B4298F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B52F6-26B4-4ED5-9C31-89DB20F6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2953E-D949-4BFC-B99E-B30578B7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170A1-23BD-46F6-880D-E6FB86F1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DRY_RUN_READY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78843-385B-4023-B4A7-D7E18B98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49B39-1324-40E3-A3EC-6B6EE4ED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근거와 교정 수용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D9B03-BDE2-49D7-9921-BDAF84A0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BD92E-CE7F-4236-9397-C57698A7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947FF-1337-406F-BEA8-1ADE430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5EAD6-DE1E-4903-BAEB-49AB502B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DRY_RUN_READY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54635-9211-4928-A5CC-52E741FF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0E005-F7DD-47BE-8023-6A1045F1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검증된 수정 내용 반영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6F2B6-00E0-4497-AFE0-BF77527F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65620-6A64-4728-9AB7-FDC7FDDC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8CDF8-FAD0-43CF-8278-3E0D46C3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5F97C-1AB0-495C-9410-10A08D7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BLOCKED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8F2D2-80CD-4A9A-A7E6-3AF748C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39F71-C1D3-4EEF-95C1-51626D04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 단계 중단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79C10-E691-4161-BA01-F6F68DE4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3D362-3CF6-4E75-A0F8-E27063C8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미결정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D192E6-81AD-4A38-A3B3-30FCD19B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115B6-C5B0-4648-BCC7-02EA30F1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REVIEW_REQUIRED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45905-8940-4687-A966-02D3B24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11FE4-1401-4C0B-8A51-3131D96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Resume 전 대기</a:t>
            </a:r>
          </a:p>
        </p:txBody>
      </p:sp>
    </p:spTree>
    <p:extLst>
      <p:ext uri="{BB962C8B-B14F-4D97-AF65-F5344CB8AC3E}">
        <p14:creationId xmlns:p14="http://schemas.microsoft.com/office/powerpoint/2010/main" val="127394866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334DF-3C67-4973-8A4E-F6665516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D9E46-74AA-4F63-AEF3-28F42AFF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7E96C-3CA6-46E9-A68A-92D6C6A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1F397-0606-405D-879B-254CE888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F6552-A03D-4F5A-A5C0-F4BBCDBD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192A4-4A1C-4140-A58E-06A3613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7D26E-64BA-490A-BAF0-E49FC61A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041F2-BF1E-49FD-82F7-860CA9F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E98B1-97A1-4327-999E-AA8E8205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9DC5A-B51E-49D1-A6A2-15FC250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44FF8-824F-4B13-B502-3BBA5BF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4D317-1390-48B7-906E-232533A6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2D2CE-B0D3-4CB0-936B-7AAB3DF1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labs/day3/review_copilot/human_review.py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5E77B-2006-43AF-A6AD-38FB1F18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51E2A-C005-4DF4-B1BF-68D1F4F5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1384F-09A4-46C1-B6E7-AC7EF976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26E40-32B0-44E9-B90A-B96A7F68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6차시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077E2-EEB4-4FBD-9D72-D157DD1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70456-5CEF-44C3-8AC6-81DD734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F6283-5BEC-4315-A12F-5C37E1D6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BFCE2-7BD1-4190-B1B9-81EA930A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labs/day3/review_copilot/workflow.py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61F07-EE16-4B8F-939E-FBD781D3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9D445-6FC9-4EA7-8223-84451DFE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C64BD-E2DB-4AD1-B0DB-65E71FC8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7D371-52D9-4406-A103-2BAE66B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tests/test_day3_review_copilot.py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76863-0CE9-4D68-AAC7-0AF62925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D2E4D-D0A7-4EC8-8031-20DBD0F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Human Review · 06_human_review.json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5088109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0188A-92BB-4CFD-9121-97C7EBC8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2D858-83DE-4583-BDDC-C4247BD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Review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E4F5C-61C2-4B24-8FD8-79208CFB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E3228-1762-49E3-B4DE-257D4DC7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0896C-86E4-47B3-BAF3-B9FB84CD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22538452e4945"/>
          <a:stretch xmlns:a="http://schemas.openxmlformats.org/drawingml/2006/main"/>
        </p:blipFill>
        <p:spPr>
          <a:xfrm xmlns:a="http://schemas.openxmlformats.org/drawingml/2006/main">
            <a:off x="1746807" y="1257300"/>
            <a:ext cx="8698385" cy="4895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1FABA-71B0-4FD2-B6F5-20CF7E4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12476-A440-4962-A96F-5CB3A60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Approve·Edit·Reject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외부 서비스 변경 없음</a:t>
            </a:r>
          </a:p>
        </p:txBody>
      </p:sp>
    </p:spTree>
    <p:extLst>
      <p:ext uri="{BB962C8B-B14F-4D97-AF65-F5344CB8AC3E}">
        <p14:creationId xmlns:p14="http://schemas.microsoft.com/office/powerpoint/2010/main" val="75617890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221AC-22EA-4C6C-964C-B40657FC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B4A1D-5BB3-4739-B727-3FEA5E6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6BFDB-82FA-40E6-B207-322AE4ED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FBF7A-9ACC-4332-A2A0-8B88BB33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12329-AAEE-401B-B44C-869B9DCA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F6AE2-BF88-4E84-B622-A2E2A0B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13C67-4179-46FD-B63B-27B0488B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F2724-C239-495E-8BEC-299D3799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labs/day3/review_copilot/human_review.py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0F24F-9EB2-4274-B753-BB0085D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8C2C6-006C-449C-8958-13CC15F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F425A-E43B-4DDE-8331-BBC96A7C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 run --run-tests --decision 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B14A3-D329-4315-9465-81F8D1F1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45DB3-3807-4B99-BC67-29C0E036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80770-3531-443D-B0A5-1BD22C0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human_reviewed=true · decision=approve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50025-623F-41EF-9DF2-0CAD277F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70450-BEB8-4333-B32D-84D1775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87F1E-4987-48F5-BD3D-7B79F075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21372347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B1679-B3B3-4E85-8D4C-E800A9A1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75E4A-5E84-4AE0-B6E1-1575113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F437B-53FB-4C09-B96A-1AD79504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F1A56-745B-4EFA-B732-534E453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52112-BCE5-4AD0-898A-D51F5BF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875AF-CE6B-4F56-9236-91E0551A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2E20C-FB98-4E49-AE35-45E09124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9769-E574-45EB-8DC3-19337F15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human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225F0-0845-4E8D-85A5-ACEB85F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A5F9E-BF31-431B-8844-8AE4D864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22D3A-29E9-45A0-BCB1-683C5D0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F5685-E44F-4A66-88DF-09B0C648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F733C-87A3-4185-8DF8-3DDC033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F732F-768C-453B-A8FF-627DA00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58857-C8DC-4F08-9BE6-97916271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2B68F-424C-496F-8DF6-13910E3E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C8B4E-9BCB-4D8F-AC94-E6611FE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4E069-6DF8-4EEC-B964-E28372C1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EF5B6-EE51-4864-9858-9C6A6C0F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97514-CB6F-4452-BC53-2B9ACF71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</p:spTree>
    <p:extLst>
      <p:ext uri="{BB962C8B-B14F-4D97-AF65-F5344CB8AC3E}">
        <p14:creationId xmlns:p14="http://schemas.microsoft.com/office/powerpoint/2010/main" val="836929056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5E822-8448-4599-B27B-44923C7E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6F0DD-3683-4DCE-821F-236CD644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2E832-81F7-405C-9F38-ABD1BCD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CE2E0-72C4-4DD2-BEA9-1FA56148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6B359-1591-4BEC-B4C0-9F59E088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B9C1A-5F8A-459B-86AB-6B91C06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298BE-7669-428B-BFF4-DC03BD9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"APPROVED",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"approve",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"수강생",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"human_reviewed":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81795-7562-4E89-A8C5-A2E925F6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0E0E-6FDD-46B3-9879-48125455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4B080-0D9B-4098-9322-F7C2DA9C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54B74-43EA-4BA9-9715-A721C3D5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human_reviewed=true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B00E7-0A9B-42CB-91F5-ABD6AD23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25A3B-858E-4F4E-AA9D-33824E3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40C30-E8A3-4C97-AD66-91C72167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decision=approve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6C1CC-8A78-4371-86C0-F5B49D04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5C66A-4605-462D-9968-65AC2DCE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1DDD9-434F-4500-ADCA-079D2B5C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status=APPROVED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245E2-F080-41BF-A186-B95C81D4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0FCF9-5946-4959-A09B-FB9194D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F48D8-2BD5-4840-B74A-7BDABB7C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564875833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1D1CE-A05F-4310-AB42-CDBF744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49B53-A5FF-4127-B28E-695D8E3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4D100-7A0E-41B5-B4E6-C90675F5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00335-0CC9-4577-ACD5-A64584B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CD420-86F3-4C5D-A3A0-39395BFD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301B6-7262-4FC2-8CCA-BAD9A16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860D8-11F3-415A-A0F6-DFE4B33B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E1343-3F4A-445C-B950-CAAFD9C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labs.day3.review_copilot.human_review import apply_human_review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pending = apply_human_review(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hybrid_draft, decision=None, reviewer=None, rationale=None)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pending.status == "REVIEW_REQUIRED"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REVIEW_DECISION = "approve"  # 직접 선택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reviewed = apply_human_review(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hybrid_draft, decision=REVIEW_DECISION, reviewer="수강생",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rationale="근거 라인과 최소 교정을 확인했습니다.")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save_json("06_human_review.json", reviewed.to_dict())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reviewed.external_write is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0751B-320A-4F59-8E00-41E70FF3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save_json("06_human_review.json", reviewed.to_dict())</a:t>
            </a:r>
          </a:p>
        </p:txBody>
      </p:sp>
    </p:spTree>
    <p:extLst>
      <p:ext uri="{BB962C8B-B14F-4D97-AF65-F5344CB8AC3E}">
        <p14:creationId xmlns:p14="http://schemas.microsoft.com/office/powerpoint/2010/main" val="1587361948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5AF19-A919-4360-8243-0C1882C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8E92F-8CB3-488D-B369-BFECD25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State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08009-5887-4A54-80DC-35DE4267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29123-4DAE-4DFC-B30F-9474071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73E0A-0F57-4617-BB65-EAF875F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47604-CAA2-40AC-BDCF-F2B4DD3E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7E5A5-8352-46DC-8016-27E283D0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03CAF-5D4D-45E6-B12A-33D66FA6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96221-F6DA-4E11-87BB-284360F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047AA-FA5C-4097-A399-25B8989B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5D5C4-3BB7-4317-88C1-B4BD2B16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95193-2BAD-40F7-9454-37C0367E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BF808-AD0A-49C0-93F2-744CAB31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Human Review state transition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AB348-CF80-4015-BF91-B1A4FE9B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1C45A-AC8A-4E30-A87A-EA847D9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36988-EBC3-4FA9-B5F6-5DAC2E0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84FBE-A806-4E89-B9BA-7E856FF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human_review.py·workflow.py·test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0C8FD-780A-42F0-BC9C-0DFCBDF3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E5D95-6D3D-48B0-BD99-0800ECA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297D4-1A42-49FA-A47F-3E6FB23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AA090-4C60-459A-9F33-77E71DE1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approve·edit·reject·미결정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7C4F9-C355-40AF-8DAD-381E352A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A7684-EDB6-44B4-B1E0-89EE933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FAB9B-4AAE-4792-83F7-9738A2A4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E423A-9E09-419F-9FB1-6487B5C3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승인 전 publish node·state에 secret 저장</a:t>
            </a:r>
          </a:p>
        </p:txBody>
      </p:sp>
    </p:spTree>
    <p:extLst>
      <p:ext uri="{BB962C8B-B14F-4D97-AF65-F5344CB8AC3E}">
        <p14:creationId xmlns:p14="http://schemas.microsoft.com/office/powerpoint/2010/main" val="1529298759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56BFA-278C-4E28-8CDF-A5D467BC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3EA99-7130-4017-91C0-70EFD180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3FE51-DB5B-43D1-987B-219151B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79098-6EA6-4CAA-A706-1921A5C4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C96DF-8BC8-433E-89FD-A9ED8A3A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1E60F-0B4F-4272-8CEF-1E461364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A22F6-301D-42C6-9D1A-6BA29DE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1B555-5A4B-4FFA-B3FB-59F80470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labs/day3/review_copilot/workflow.py의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4FCD5-5C6C-42EE-B27F-18720049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12D06-8030-4EDD-8571-B8C6B65E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D04E8-F834-4A2D-ADA0-1C1ABF2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B6A38-C952-4FEA-A38A-B0FCC823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A7C6B-18F5-4FFD-B32E-AA01BB68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E5134-9823-4372-9CD6-B2B505B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human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A7593-7D58-4270-B302-E18B0303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925AA-1ED1-4D4D-87E6-475C0065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72492-CC71-4F97-9444-043D1C65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06_human_review.json</a:t>
            </a:r>
          </a:p>
        </p:txBody>
      </p:sp>
    </p:spTree>
    <p:extLst>
      <p:ext uri="{BB962C8B-B14F-4D97-AF65-F5344CB8AC3E}">
        <p14:creationId xmlns:p14="http://schemas.microsoft.com/office/powerpoint/2010/main" val="1380690863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3E1B9-F52B-441B-B9C2-CBC5034A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53584-1B5D-4386-A644-59ED8B43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 경로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4AFC3-CF59-475A-81FE-CCE7BA4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35538-10EB-4845-9155-66FEF675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ED1BC-7E92-4AB9-B8CD-4D48BC7F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D6B63-39E6-4768-B12F-6081BBB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41ED7-9D06-40D5-ACCD-FB6D5E71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6F5B2-667C-4758-B5B7-C55DF205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Start Cell·interrupt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FE719-3A58-4490-B4B2-92ACF67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744BD-2C47-4862-B8C3-4501BEA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750D4-7E47-411C-B3CB-DEDBC52E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 한 번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7CAD6-3BC2-4580-B151-EA21F46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2BB94-5D1E-405A-A872-3FB3B132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A847A-5BDE-4853-8F5D-D52E912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06_human_review.json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58A50-7678-4BA3-9CD6-2433EDC7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66E27-95FD-4191-9919-48D9B622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52365891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2ACA3-7FCD-4DBB-A369-F40C0816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2B414-837D-4911-B66C-9890935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Edit·Reject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D12B5-0A86-4B05-93A7-245C333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A8FDC-BAA8-4E3D-9072-01D0F645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3A96D-48AF-43DE-B864-36776F2B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563A4-2F65-435B-8816-95C2028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2ECB4-F5EB-4B7C-A130-1221FE1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28EFA-D9A8-405B-A16C-787F2708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Edit·Reject는 새 thread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3F544-1B3E-4220-9904-FE0ACCFD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C5EC0-2BD3-46FD-BCFC-A13771A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3ACCD-51B6-4DF3-B2BA-B61CC5B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Gate까지 결정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F75B9-820D-44DC-BEA8-4E19CC98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DB4D3-2FF0-4E8C-A35E-813BAD0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DC079-14CA-41F9-8F8D-661DBA9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reject=HOLD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FB1BD-6523-4D68-BFB7-FA002D14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DDE1E-D030-47E6-848C-EB006971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858233291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93585F-C931-4011-8559-8A1C2396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B4521-D937-42D0-8B83-1F76AB1D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5A5E9-3388-4D0D-816F-441D9D85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C99D-B27C-47A7-B896-A64AFFF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3B914-2B4B-479A-8B1F-28575F35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3CAE1-6F70-4EA4-93D3-87B181B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B92DA-D13B-4A64-AA24-598B3DC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73171-8B9C-40F0-A45D-7B85BBEC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E0085-6330-4CFA-8A63-FF68D316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854DB-7031-40E0-A8E7-472021A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2F0EC-EFB9-43CF-924F-8F24B4C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26AE1-F189-4097-ABEB-DB76BAC0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88F-0529-4DD6-943F-6B67FC7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3B73C-AB41-479E-995A-56E46AAB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58924-B7EB-48D5-AFB5-74450669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결정·검토자·근거와 외부 서비스 변경 없음이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B2FE7-4210-412E-9764-2B86C5C6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B977F-AB9A-475F-BB67-30F7D247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B1201-5270-4F91-A944-A77B5820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F38D3-36DF-4E02-9109-652E6A1B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0F6BB-7CAA-431E-B11F-BF6F75E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9D3DC-CC7F-4BA4-A016-C6DF6B53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알 수 없는 decision은 HUMAN_REVIEW_DECISION_INVALID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64D0B-8919-4BB0-BDB4-8DC0733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0F52F-BD17-485D-8D66-B3D4212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05956-C6D5-49F4-9B8B-A4FAEEFE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A5B5B-2EC1-4718-8CCF-330EBFE2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91D55-8231-419C-83D9-1CF3F432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673B5-2778-41ED-81C5-CBE1BA65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승인도 게시가 아니라 dry-run 준비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3B387-ED18-49C2-A8CF-E715F2D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BFC13-AF99-4342-B7F8-FA0AD24E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DRY_RUN_READY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C462E-2FF3-4139-BFE4-9B8C47C9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8E8A6-159A-41A9-A83E-651D7AA0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8F5EA6-5668-4236-8FB6-32596F8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9319D-780F-4C8A-9BED-3A2637DC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06_human_review.json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0E2C60-72AD-44DF-83D3-81256A59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87DF4-A5A5-4E54-BD81-800D86A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826115849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BBA6F-BE28-4448-A31E-80FCD50A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86245-70F4-48B9-9EBA-2C407A7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94143-6CBD-4043-B7F5-CB483EA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E8BD7-E39A-4105-B5AD-9604FAC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3577D-E491-40A7-A462-1DE513EB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E1E1F-2B7C-457F-92A7-EF47645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99C88-5500-49F5-952A-8ABBC8D3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1BC6F-1421-4079-91CA-830CDFC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thread_id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152D7-E220-4560-B689-F5D04A1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AEA26-1EE4-4E40-A5D1-92AE4EE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17D20-E5FF-4D47-A853-D1D3FE79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payload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0CFC3-1D68-4C16-B333-D4B1A0F1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EA0C8-23B3-40A7-B723-C897A24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DA224-7B80-4B29-9007-3A8BA3A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decision 값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9F69D-641D-4252-97AA-EF5E6DF9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E760B-C402-406A-9C33-DDCAF032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D0374-0BBE-4F6D-9CEE-4FF921A6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동일 thread로 resume</a:t>
            </a:r>
          </a:p>
        </p:txBody>
      </p:sp>
    </p:spTree>
    <p:extLst>
      <p:ext uri="{BB962C8B-B14F-4D97-AF65-F5344CB8AC3E}">
        <p14:creationId xmlns:p14="http://schemas.microsoft.com/office/powerpoint/2010/main" val="1795294313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44B2F-04D8-4103-AD93-A586AD4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DAF19-DAFF-49CE-8C68-04D6F1D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DE9B0-CB75-417A-829A-AA31C694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E9854-2C19-4D8B-86B7-F6C1364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A158F-AE13-44D3-940C-1A77C11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AE262-B04D-4564-9CC0-94092A8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3E275-6B92-4669-805F-22E520F1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3AD6A-D950-44BC-872C-5AF1CB7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4D57A-D589-4E8B-8EB9-B3295DF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ECD7C-4AB8-440A-8D0D-D189F2EF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A69E5-0A88-4A46-BCEA-973E78A4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0AD99-C2D1-4F61-88E1-ACD8376D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C7829-4C29-4F55-A75D-23BDB97A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F115D-8CD1-407C-9051-252ABF2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0782C-7477-41AA-BAB2-E972121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PR·문서·메일의 공통 승인 패턴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DEBA-54D1-456D-8343-6C672C67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09942-4476-41A8-B5C4-0AA1C37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6C77F-D989-494E-8C81-787189CD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94842-8DF5-465B-B051-C0B642A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53146-B83F-4565-B77E-22792806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11E6D-DA78-4E61-984B-1EC3F43C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상태 전이와 회귀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F2E69-D3A1-40F6-991D-67FC807C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9F906-72E3-416F-B1CA-1607E6FF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1850857064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24C27-019C-4225-B39F-31BE46F8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8FF36-6AF4-4F19-BB6D-A0714F8D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15576-77D8-476F-9804-9CA7AF52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4833A-0E92-47B2-A9AF-FBA1A2A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3B64C-D7A0-4151-BC4D-2EDCE70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BDB7-FE4E-40B2-9E29-A70CA14B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D30B9-4FA3-4E99-B846-16179282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4D77-BE25-4A29-BE16-E4C4723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4DB77-9220-47C7-8616-6CF1432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0F183-13FC-4020-99D6-9C4EA273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9CEEE-87CB-4ABA-B910-48F6CE9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75360-B5CA-459D-AC71-B105404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12013-C99D-4F13-B276-14BA2494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F5040-1AE0-43A9-BDE6-D201BEE8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B4B3D-247F-4721-AAE8-75B7725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수정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28267-0C41-4688-9F90-7483167C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9C308-50E8-4929-AF9E-7A0F14B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Edit로 finding 문구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76E1B-BD11-4C24-AF96-5362AC0D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CED22-C962-4EA2-BE68-8E5ECF3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알 수 없는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31086-ADE6-4CB1-8F06-DE05A711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FFBE9-9278-47F2-8579-A3B9884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terminal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E526A-5672-46F8-B555-FC7B687D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604AE-7456-43C3-8CEB-10628921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2020856313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FE7D5-21F7-460A-99F1-1B74E55F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6차시 · 15:00-15:50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A47C4-1B3A-49A9-AF02-9C8BCB1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BDBEB-E67C-4BF6-891A-593C8575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51C33-595C-4E09-B2FC-C06C154E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5443C-A317-4E58-93F3-CBEF42A3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32DF3-5376-499D-881C-63AD9614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89197-6870-4866-97D6-6741C923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3CBB6-4A9C-423A-9C28-5A0C7A1A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Interrupt·Resume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E8EB3-4F51-4F6C-962F-3612F2A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D556E-3445-4816-81A1-947C4F7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781A9-2B5C-491A-BD55-A03825E5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결정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A8906-639B-47B6-BD73-CA35D8F0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AC705-6CD1-4690-8867-A61A270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CF546-E866-4B2D-9500-0D58AD4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06_human_review.json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A234E-3CA7-4F60-9059-F57003CA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15C43-A56E-4E17-9D2F-7CBC3895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Golden Set Evaluation</a:t>
            </a:r>
          </a:p>
        </p:txBody>
      </p:sp>
    </p:spTree>
    <p:extLst>
      <p:ext uri="{BB962C8B-B14F-4D97-AF65-F5344CB8AC3E}">
        <p14:creationId xmlns:p14="http://schemas.microsoft.com/office/powerpoint/2010/main" val="1412900995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047B2-14DA-404D-B250-7003EEC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18A2A-26E0-4F5A-96D2-685576BD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7차시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B5801-E1DB-4D7A-AEB4-58D80A8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15:50-16:40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8BFB7-E65D-4156-BADD-43C7EF2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Golden Set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541D4-CCE2-410A-85E8-12D080B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Precision · Recall ·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AD72A-0CCE-49A6-9D89-E0F6639B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0184B-0230-41B5-8F2C-E4AA8BC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B8EA0-D55E-4835-89E0-DACEDED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C3E66-3A8E-4113-9BE6-6418336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10-18분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5DF4A-5410-4F2F-A683-1AD9F77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D1138-59DC-434D-892A-47518175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18-44분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7CF53-B34E-4A46-AB03-58308D23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B636E-56CF-4753-A04E-303E4F8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44-50분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BA6F7-C8AF-4C4A-AA18-47B01F06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F8FD5-8A1D-4EC2-8B87-5305B46C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07_evaluation.json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181501261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591B0-D5AB-475C-AD48-F9B55EB3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ED256-50E8-4400-A929-434B11E6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품질의 측정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B05DF-ADCD-4E6A-80F8-2B7B8675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F155D-9AC2-49E6-9F17-E8200A4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C1E3-8360-4249-8B6F-E829723B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613C-39DD-4EC2-AF4F-7F215B5B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개수나 말투가 아니라 합의된 8개 case의 precision·recall·F1과 실패 Case로 release를 판단하는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9C218-7D8D-43AF-B943-62C03FA9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1AF10-AF3F-4DE8-8700-6BCA6D5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62C83-C067-44B0-B96B-1AA4BA8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많이 지적하는 reviewer가 실제로 더 좋은 reviewer라는 보장은 없다.</a:t>
            </a:r>
          </a:p>
        </p:txBody>
      </p:sp>
    </p:spTree>
    <p:extLst>
      <p:ext uri="{BB962C8B-B14F-4D97-AF65-F5344CB8AC3E}">
        <p14:creationId xmlns:p14="http://schemas.microsoft.com/office/powerpoint/2010/main" val="1236700462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1E5A1-2DF4-4A8B-9319-7FCEB86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15E3-A6B6-4BD4-9CF0-13224A6A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74297-CF5F-4E61-8836-42F7DB37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73525-21FD-49EB-AEEF-A9484C40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D756-4544-4D77-ACCF-5797D5C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C80C1-4BDB-4D88-B014-91E7C4D7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D0625-458E-4C41-A992-22F88FE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2A3E-F671-4061-9FDB-CF80BAD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E2E03-D220-4349-B28D-203753F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0232C-0725-4D47-A702-F66C3826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B3F84-20B9-49C3-A3E8-2B5AC58D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71B40-8515-47FF-BCED-994AFAA1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59E74-5AF8-4D8D-A4F9-C6653E9A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0341E-1EB9-4941-8DFC-E925D64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D266D-3233-41A2-8CAF-9E0C5E0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팀이 기대 결과를 합의한 고정 평가 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6C394-D69F-45A8-9DD9-F206E7F3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DFCBA-CC7A-488C-B0CC-F3E75D5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golden_findings.json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05604-8F81-4B0C-9628-E4199DEC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09C98-255E-4F68-B030-9AC1789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A305E-0536-4ECE-B304-BC516353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E7E2E-7B87-4076-B494-9B1578B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제기한 finding 중 맞은 비율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D2F4C-1E8C-4C71-B787-363EF4FE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75EA4-9998-43AB-A445-70864A5C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evaluate_case_set()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002AF-1B84-45AE-AF07-E87F051C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7B239-281F-4694-B84D-ADB6DDAB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2693D-6CB2-4638-BE54-E6CC98A2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BF7185-D0A0-48B6-B384-C6692FA9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잡아야 할 finding 중 찾은 비율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C3811-DED5-44B6-8E7D-D96876E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1A2DC-CF7F-4EA1-9468-C6929ED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precision·recall·f1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C8B33C-8EDC-4A90-A7A9-9FAAA476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F2187D-BA9F-48D7-BC60-A589190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F4B963-8CA2-4E80-BBB8-89B6C4C4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4360A-B28C-4B7E-9E6E-BE733867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Precision과 Recall의 조화 평균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85A752-3D8A-4F9B-8404-014FFB83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0511AC-5E02-4762-A7BE-0600B7E3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release_decision</a:t>
            </a:r>
          </a:p>
        </p:txBody>
      </p:sp>
    </p:spTree>
    <p:extLst>
      <p:ext uri="{BB962C8B-B14F-4D97-AF65-F5344CB8AC3E}">
        <p14:creationId xmlns:p14="http://schemas.microsoft.com/office/powerpoint/2010/main" val="2020767093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DAD88-48C5-490B-ACD3-CC1D607F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DB4D9-7D70-4031-822C-493374E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5E2F2-68FE-491D-8809-45853F7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04E4-50F3-4A0B-B580-DFAB951F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1FC93-37F6-4563-B0B8-C475EF1F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0ED10-B940-4259-BFFC-E46D458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D0CC2-BA42-4FD5-BD96-A9867D33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C83DC-B324-4F74-9509-4D1C4913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2F406-7537-452D-851E-43F303EB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9426A-4635-4464-AC23-9DF10B10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27F34-36A1-4249-A648-ACEEA742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0EBCD-FA43-41EA-A862-EF5A77EE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28E3A-45BA-4A8B-B4EC-0939B6C4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19C63-9D94-4B7A-A395-43A378E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249E1-007E-4D02-83C2-9AFC216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3E222-D495-44D9-B336-B8C14486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4947C-B172-4631-A385-23C882B5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09BFA-16A7-4D4A-B0F3-A20B2C0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exact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AF682-7479-48FC-B5DB-C0A873A9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2ACA4-4281-4094-82F1-93CDD29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B6564-AB72-446B-9B7C-92332435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8FEA0-575E-4FD7-A869-516C0232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63AC5-EC3E-41FC-AC77-93A4FB2C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79B2E-B394-4FD1-B441-C09C6A06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 or 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124CA-EFA2-4C15-8686-0FD28A86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07_evaluation.json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958329873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24B49E-3115-4EDD-A760-A1294367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0E5E1-F013-44A1-89EF-DF50010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F5AFC-4252-4CBB-B3D4-CB9E8C6A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DEF8E-81C3-4B5C-8D3B-F2BEB70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563F6-E81B-4AA4-B7C3-ECEFEC3B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78E90-94EE-4B72-A67A-600302E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7D9D8-C7F7-4E89-8398-2E823C76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8B0E7-6C17-4AE1-8734-5E086EAB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AB004-CAD8-4E31-8889-0004F782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처리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5402D-43A6-40E0-BA4A-6F34BC85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E8698-D7BC-415B-982B-02D69C39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외부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2B1A0-52A5-4DC6-8A23-A313028B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082F-CCE8-4FB6-ABEE-05E3E05A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8개 Case 전체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E03B4-C909-43C9-94DE-B0BE19F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FD354-914C-4945-AE1B-E7FBACEF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92F11-F039-4ABA-9161-54BF4ECD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63142-13D5-466D-84A5-E74B7AA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Case별 계약 일치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92241-2DA3-4D9A-9079-1B9177E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089DD-B5CA-4DEC-ABD4-B4115359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F1 ≥ 0.9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09C9A-C95A-40BF-A27E-352F2FDF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FF301-D509-48B9-A29C-BBDC037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균형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71CC9-9D0C-4396-B6D0-DF88760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3C256-BBC4-454A-AB48-C5EA1B8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오탐·누락 함께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43928-9FFA-4AA3-B0A9-4E827572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19D6D-78E4-4B6B-8AF2-80247B89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 failure 통과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AFBC0-3B77-41EF-AF0D-51DFF73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00732-148B-4D05-BE59-A75D182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차단 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8C114-B7E8-42CB-9AE8-AF259825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27766-4ABD-4779-8AD3-34D5C5E8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 차단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241C8-534F-4D45-97A1-E931332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68751-C6F2-417E-9573-0AB7E8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하나라도 미달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256EE-9E06-43E4-88FD-D76C3239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89AB7-CC70-4EB2-989D-7265EC14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785A58-E772-417D-BEC5-3E4DF497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625983-F056-43F5-88F4-16FF237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Case 수정</a:t>
            </a:r>
          </a:p>
        </p:txBody>
      </p:sp>
    </p:spTree>
    <p:extLst>
      <p:ext uri="{BB962C8B-B14F-4D97-AF65-F5344CB8AC3E}">
        <p14:creationId xmlns:p14="http://schemas.microsoft.com/office/powerpoint/2010/main" val="50429766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12F32-56A3-4A30-A453-154B1778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5C90-F10D-4CDB-8118-99CBDFF5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Evaluation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35E97-BC8C-430F-A5AB-62A4EA1B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35DE0-0483-4DDB-A098-C367C00A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03C18-93B8-4342-8A56-04437483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5CE77-D504-492D-ABB7-9B05EF5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B74BE-33B7-4E00-AB6F-C3B2C68F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A2563-283E-43AB-A67C-311A825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10818-3401-4289-85C7-E6A13235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36224-C587-4EF0-9855-D9EBEB1B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33A3E-0D72-4D93-BC74-A97F66AE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AC31F-5D8A-463A-9E6C-8CCD032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0409E-7941-4B7E-8BD7-CC38CBE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labs/day3/review_copilot/fixtures/golden_findings.json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EA9AE-7896-4C2F-9346-AFB50EB1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52D91-753F-4715-AC48-9647933C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D8E59-5333-4ED7-8342-D289BD5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11052-1292-486C-BF03-39EFE0EA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materials/day3/day3_review_intelligence_lab.ipynb · 7차시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12CEF-0D1D-48FE-9551-076B396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85085-01F7-4858-B7D9-1CD6DE6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0C01D-6235-4DF6-BA47-7BFF834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C4848-B78A-4918-9C4D-B635751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labs/day3/review_copilot/evaluation.py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46BFC-ABBF-42DB-A439-1E42903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1BFBF-5884-4DAC-82D7-F82E4E3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CF319-6CE6-4570-9B98-CECF5FC4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F16D6-2568-493C-BB79-826A099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tests/test_day3_review_copilot.py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A8444-77D8-4281-8C50-691B730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0BC6D-D87C-4C29-A708-8CBE8B31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Offline Evaluation · 07_evaluation.json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1226556891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5C577-02A4-4338-BC39-60E8CB87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746C-5A11-4E11-A0B4-81F5B3FD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8개 Case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81385-6589-475A-9B87-0A166237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66920-ABE9-4651-B7F4-F9E913F1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8C033-1E82-4DDB-8E74-944BD221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9ACB7-EDCF-47C9-8056-BAB3D683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86CCB-6872-4092-802A-6FADA20D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Golden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51D54-21FB-4CAE-B308-4BA63EA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7660E-CF79-44F7-B896-68156A30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1925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6F855-D69C-4AC2-97EA-5B5083CF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28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CF8FD-ECC6-4810-91C3-48CBE9E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479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6B8F0-C54D-490D-9F44-DA98E0E3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7789E-577C-4447-8A3E-DA0A410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FP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967FC-C41A-4D3A-9FB7-9A5E8150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6C715-55C3-4011-90FC-DAD0AC6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06C24-69A6-46F6-999C-2718927E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FN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16EE3-558C-48F7-AA80-6E293DA7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2418F-9C9F-4BD4-B9E3-51ABC5C0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DA7A4-7725-4742-AD1F-B7BA1C6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EB2B0-FC7C-470E-9AD7-771DBD08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F8AC0-E2A1-4E5D-89D8-4F265A03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F6633-149E-4513-9333-39D40EB8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38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Recall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AFD86-7825-43EE-B5F2-D6E0DD04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576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872CF-4B8F-4AD3-9864-C24A5942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34FEE-27A5-4623-9C17-E3FFE649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41BD9-F6EF-43F4-B1CC-5D466FA6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2A7A4-39B8-4E19-8AA9-4E4B8D3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457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CC642-B298-4F2C-8223-A46BE273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Expected failure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D70F7-A261-41DB-9A42-C924A41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1/1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B43D1-F8AF-451A-9E9B-1D9A740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125C8-AC06-4A92-9483-76C4F457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Release Gate · READY</a:t>
            </a:r>
          </a:p>
        </p:txBody>
      </p:sp>
    </p:spTree>
    <p:extLst>
      <p:ext uri="{BB962C8B-B14F-4D97-AF65-F5344CB8AC3E}">
        <p14:creationId xmlns:p14="http://schemas.microsoft.com/office/powerpoint/2010/main" val="2061079386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18053-6236-4A5B-94BE-BEBB0EE7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F899-8374-481E-8D31-EF9592EF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4AF73-3D75-4750-BF3D-452CEFDA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048C1-321F-4000-9270-CE915CF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0C2F3-964C-4FE6-A4C0-F0C4BB5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259C2-298C-4570-B22B-D417A1AA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C8D4A-F6CA-40ED-8660-2BEB82B2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4B4E7-5252-4C0C-80EC-348F78FA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labs/day3/review_copilot/fixtures/golden_findings.json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DE90-4009-409C-BF7A-9DD1D36C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EF71F-70AC-4699-B557-6A542854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103EE-4EFA-4DB1-ADDF-D0623315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2C5F6-B83F-4CCB-818E-F312843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418C9-DC78-4FF0-9820-31BB04AB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51F1A-FD99-4CC7-8A5E-B9D3433C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case_passed=8 · precision=1.0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6A223-CEA2-4C67-BE73-EE61F603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B7EEB-FD07-443A-9538-51AED38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1F110-C314-4EB6-90F0-EF5DCCBF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 Case 실행</a:t>
            </a:r>
          </a:p>
        </p:txBody>
      </p:sp>
    </p:spTree>
    <p:extLst>
      <p:ext uri="{BB962C8B-B14F-4D97-AF65-F5344CB8AC3E}">
        <p14:creationId xmlns:p14="http://schemas.microsoft.com/office/powerpoint/2010/main" val="38895520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18EB5-85C4-4226-9B55-BDE088BB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C6CCC-C0FE-4427-AF00-1B00C13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224F3-C828-438F-9749-615EA0F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0BF20-1C68-441A-99F5-A66A9E71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8CD29-A863-41B7-A0E0-5CC01C5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D79C9-9A9B-42B8-90CB-BC4052B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AD2A-4855-4E78-928B-C2FD30B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98753-DF48-4AE9-AA8D-E207691F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  -k golden_set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2EE9B-0D86-4420-8707-E5F2A37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1EE25-51C7-4138-A28E-57AEC22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97B70-D21D-4AA2-8B1D-AD5DCB2A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136C4-089E-4D08-96D4-ABA09688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BA720-D52D-450F-98C0-900F409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D21BC-3E4E-4BB4-8800-EF4D8F4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0B588-074B-4EA5-BD40-E90ADDE0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B759C-C464-437C-93AD-B716156F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9840F-7147-484E-8844-B42AF0DD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A422D-B244-4C68-B743-CB6FF784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72320-0307-43D0-89A4-59F088B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319C0-8A6A-423A-BCDF-A8DA2E9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331156476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AEDBD-7C18-4BE8-8983-A163000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DF283-3460-4B42-A08C-728810D0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57C31-1853-4AA0-B5EE-F71E6FA6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086AA-A5A2-41D5-8DBA-71498A7B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B9BC7-E5A7-4F42-A0E8-5BA663E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3C3A2-177C-4FF2-9C61-2556848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AFC8E-A593-47E5-89EE-A4BC594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"cases": "8/8",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"precision": 1,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"recall": 1,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"f1": 1,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"expected_failures": "1/1",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"release_decision": "READY"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69DF7-5966-44BE-81A7-91E1FAAF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060DB-06FB-458D-9DDC-B401FD4F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2EDE5-74CF-415A-B667-B6CB14C6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C0846-FB9B-43BF-8282-0AD13B7B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case_passed=8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2C8B9-8FFD-433A-8C4E-34B779C1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C5FCD-65F3-406D-8A57-67DBF8AA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DACD9-E14F-4E3D-B591-8C20B161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precision=1.0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EB1B9-B8A0-4654-B801-1348101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6BB2C-7C28-416A-80F7-17BBF8AA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7EDE0-9CC1-4C92-9F12-466E6F36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recall=1.0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8BFDF-2D9B-450E-8E96-F32D24A8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03204-770A-40C4-9A41-68C301F0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F22D7-0D39-4B07-BA9D-A3F8620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release_decision=READY</a:t>
            </a:r>
          </a:p>
        </p:txBody>
      </p:sp>
    </p:spTree>
    <p:extLst>
      <p:ext uri="{BB962C8B-B14F-4D97-AF65-F5344CB8AC3E}">
        <p14:creationId xmlns:p14="http://schemas.microsoft.com/office/powerpoint/2010/main" val="1556335535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2CC6E-B115-48E1-84C7-4CEEF3A3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44877-ABF1-49C1-8906-13E73CB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979EE-F1E5-4180-BF20-99AAB150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AB2D8-ADC0-4434-A5EC-88E03073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8BFDB-3C9B-4C6E-AC18-E4CB3CB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7656F-CBDA-4D77-BBE0-CFB554C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DCB46-D730-4F8F-9016-A09AADB9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48883-ED32-46FE-9D8D-D938AF4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labs.day3.review_copilot.evaluation import evaluate_case_set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evaluation = evaluate_case_set(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manifest_path="labs/day3/review_copilot/fixtures/cases.json",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golden_path="labs/day3/review_copilot/fixtures/golden_findings.json",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save_json("07_evaluation.json", evaluation)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evaluation["case_passed"] == 8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evaluation["release_decision"] == "READY"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FE3AA-C73F-4D34-9668-E34BC053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save_json("07_evaluation.json", evaluation)</a:t>
            </a:r>
          </a:p>
        </p:txBody>
      </p:sp>
    </p:spTree>
    <p:extLst>
      <p:ext uri="{BB962C8B-B14F-4D97-AF65-F5344CB8AC3E}">
        <p14:creationId xmlns:p14="http://schemas.microsoft.com/office/powerpoint/2010/main" val="61353467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F17D8-D1C0-406B-9099-8100DC77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BDDCE-9113-416B-BB6E-5CF1F30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Eval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30816-057C-45D4-A92D-9516A8F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7D93E-8710-41B1-A20C-605753E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5306D-E1C9-4F46-91BD-3DB138E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776D-7D6D-4E16-A242-AE21CEAE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4A13-E369-4589-A7B3-9967EE51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34B1D-4ABA-4659-827E-3B602C77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B661E-D0B2-4438-A696-AD47EB1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8010-998E-4285-8C64-15483B5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25297-4142-4B87-B099-171844F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4B58A-376A-4DB7-BE5E-C547FB6C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0B4A0-DAFA-4F64-9F66-FC9CE8C0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golden set offline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9D7A0-9EDF-42C4-9B12-976BA7F9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E46E3-B572-4CA7-A540-E215D79B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909F8-1CAF-4F0B-886B-9F8F8E7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15AEC-F908-4CAD-A0B2-0A23A681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evaluation.py·golden fixture·test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DCEC1-D97F-464B-8082-44BC418F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14924-5607-4F51-9927-AFF79A6A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E9C8C-CE4D-41CE-ABBD-FC036328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ED049-E028-4330-8801-D2CDEEEF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empty expected·empty predicted·path escape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61FB9-4848-446D-8344-B1D306D3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D4261-0EBF-407C-B65E-52ACAEF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FB618-01D5-4F1E-9F1E-3E3380E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D0AD7-8295-419D-92CD-A80B50A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점수 위해 golden·assertion 약화</a:t>
            </a:r>
          </a:p>
        </p:txBody>
      </p:sp>
    </p:spTree>
    <p:extLst>
      <p:ext uri="{BB962C8B-B14F-4D97-AF65-F5344CB8AC3E}">
        <p14:creationId xmlns:p14="http://schemas.microsoft.com/office/powerpoint/2010/main" val="86687912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DE075-8DAA-4546-B23C-CD86420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DA610-E237-4ED8-ADA2-9ADDEB60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4B9C7-8483-43AC-A3D9-C25313DF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18559-01BF-4BB0-B711-E2769FB4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078E7-214F-4AAE-9BFF-9BA91C0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CDEFE-77EA-48EA-9928-A305AC8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124BA-7187-42B1-826A-F95FE675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1EAD4-7A2B-4EC7-A8CA-C4C6F66D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labs/day3/review_copilot/evaluation.py의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5B2DD-BC4E-4624-AC11-595023E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ECA67-9474-4EE0-8438-999D6788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B0C7C-6991-4572-9A3A-E00918CA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6F605-4B12-4291-8902-6CF32CC6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00F06-8621-49C5-9AD2-6F2CF3AC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F59FF-7AD3-4DD7-A5A8-20224817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tests/test_day3_review_copilot.py \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  -k golden_set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71D60-4281-4B90-A06B-87848B24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A528E-0FC2-40C4-9454-0FFC536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B847C-59A5-41BE-8DE9-4F5AB34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07_evaluation.json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199777756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CDDA0-A243-4187-9A5D-68913C1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A5780-C37D-4715-93DA-79359026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A0388-9343-4D84-B78A-2E6227F4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7E0B1-B0F7-4A63-8C64-9A96D38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4480D-83A3-48D8-8643-83E0D22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5CE21-213F-403B-AD2A-3ECE4E0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508E1-39F3-4976-94FE-611591B6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23440-ED34-406C-B8F7-322C0E7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learner_review_metrics 직접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77EB1-1249-4CAD-B27E-3C2D9595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20A04-B7F4-429F-BAB6-0E950878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311E1-A56A-4807-9923-9872F45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정본 지표와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CEC42-1263-4F72-90D0-5E537EA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C4265-E9C7-4BDD-AD3F-95A67EF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6E477-927B-4E27-A073-1DAC949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07_evaluation.json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1FAF-CADF-4CA4-AF21-040DE2C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2B11D-355E-4CE0-B099-1DB442A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13365856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11263-1E7E-4893-AF80-B0AFD4BD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A7C2C-BB34-4121-818E-A8A83ED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 Failure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02594-9D46-4AA5-8A08-B608DF8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2F9EE-7F7F-4EB8-B86E-CB488D4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9CBD4-ED2A-49CB-9B48-9822CE6B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58CE0-D61A-4A77-B88C-91B166C9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E85BF-B823-4F81-BB9A-81A6BAF2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5BADB-6931-4FDE-8BAA-D3ADB791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TP=7·FP=1·FN=1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8728D-0BF5-4CC0-8912-B0E5F03C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50D26-3036-4430-8DB5-C64B6A9A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AAB66-C13B-4DB4-8DA3-D68058D1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F1=0.875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4755E-6AEC-41A1-82FC-A41EA6F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CA31B-8109-4D5C-A4FD-7D34203F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8E193-3DFA-476A-A589-1F75C504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HOLD 기준 설명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1CB50-DD6E-428C-9DFC-803E016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FFEA-2492-41F1-9E7D-473FF08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684276161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572AC-8555-4B76-8BB4-A590AC2C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D6FF-B283-400D-8CD9-F633CBB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55C64-D1C7-42BC-9D2A-BC6F91A4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05DCC-8018-4F16-ABFB-80437D9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29F6C-58B1-46C0-89EC-E41B41E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547C0-A82F-47E7-8365-CC161F6C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E5499-DCB7-4212-A8BF-B2780F25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5CC97-2721-4AD3-86E9-F4058224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22B71-6332-49F4-95DA-23AB6AAF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8716A-2084-4701-8865-82B7A971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61D7D-3D5D-41E7-B7C9-8C550DC2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C6FCB-F1FD-4D83-84A9-A8820307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198A1-7A51-4EFA-AB22-1927780F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CA35F-6975-408A-971E-69BAA992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08603-7680-472D-B7EB-7257C92A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8/8·Precision 1.0·Recall 1.0·F1 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5CC48-EA4F-4822-9601-407211F6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DB0CA-7C32-48B1-8A3C-433C5FEA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F93F4-8FEC-4480-8728-09CB851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9CABA-EA55-448B-B682-2FC9491C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27B39-457A-4B1E-ABFB-C0B29628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58626-B533-43C6-A3E6-05D21161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DIFF_PATH_BLOCKED case도 예상된 실패로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7F741-F010-40E4-9AC2-41DE9969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3E27C-FAC4-42E4-99A4-08E47ABB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8C457-8B38-41EE-A587-E5FADBE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2622E-D7E9-401D-B460-EDDD001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110C7-32E9-462B-A5CD-05D6ED48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3E967-4F4A-41F1-A280-B29FB08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결과는 local JSON, 자동 배포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7B9D4-F74F-46E5-8810-4C7D2B6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F471B-750E-4CE0-9AE1-9064873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7283E-4E23-4A61-8FEB-72A164F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EFD4E-3AE4-43F0-82DD-1A832930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84F63-EE90-4FEA-A691-BB133231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820D88-EC12-437A-9960-30192E0F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07_evaluation.json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0C1FC-E52E-457A-888D-875C792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21D319-19C8-42EF-8F7F-00923CA9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189641152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9E004-5091-4CB5-AFD1-9F56DDD8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3C9B4-EF8F-44F7-876D-4C712F28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207AF-A7D2-4048-B404-E6F9D7D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99327-4E6C-4C5F-B230-3020C57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D4551-7BC0-4875-B164-C7212274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BDABC-1D6B-481B-94E1-39AC1346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1356C-7507-4713-BD7D-8215D76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277DC-4BE9-464C-922B-A5B4493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path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42C7E-7558-4AA6-83C3-2352C579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BA7F0-5A67-4395-AA55-0844E5EB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0D2A2-B087-4898-866F-02DAE1B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stable key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A373C-DDB8-4BCD-BB6C-6E11E2E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1C034-77E2-4C9E-810D-B4C7EDB2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1513A-01F9-4D19-B363-90DBDD6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FP·FN case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D9BB8-7561-483F-ADD5-B1CEC304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529CC-D351-4BD0-B223-66CFB7D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6B86B-DBCE-46E7-A846-5491A3E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threshold 확인</a:t>
            </a:r>
          </a:p>
        </p:txBody>
      </p:sp>
    </p:spTree>
    <p:extLst>
      <p:ext uri="{BB962C8B-B14F-4D97-AF65-F5344CB8AC3E}">
        <p14:creationId xmlns:p14="http://schemas.microsoft.com/office/powerpoint/2010/main" val="788439578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A6FAC-8E0D-4108-BE92-DB628992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00919-B446-4D6D-B984-6CD2168B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7A4BF-1F71-404D-8BB9-3C97375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6DFB2-56D3-4687-BB1B-09F4A45B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7F253-8485-44F8-AC7D-BCED1510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4CD2-5CC9-4D66-A268-BB61E255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B2E0B-FE17-44F6-BF3D-1494281A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4FFC0-5391-4322-A522-2507C829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8A3DC-6A4B-4B15-AB4B-FE0C31E4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1021A-4CBA-4543-B2BC-19605015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9B1FB-FB9E-417B-A8BD-6355A2BE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06110-3CAA-4C59-A907-486A438C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7B0AA-66DA-4377-90BB-40823CE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98869-5ECF-41F6-8C9B-675B059E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5C4E3-558A-4331-A404-DADC1AC6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모델·prompt 변경 전 회귀 평가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9DD40-128F-43C9-87D1-85B44625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44F9E-9CEC-40AF-B91B-E87FEC8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27571-45CF-4C86-AA19-0D685F22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13A56-5F3B-4A32-8D83-84270823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07894-F9B6-4C2B-9445-86FF1360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99557-BAE0-45E7-9D08-E48B0B8F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정량 지표와 error analysis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65701-9864-41E4-96F4-E56567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48C97-5F8F-4B18-A608-7D569FE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1131868365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EBE0E-8499-4B26-9774-EA8CB381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1DBA9-E983-40FE-88F3-09735D1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8AFF0-8E0C-412C-AF7A-F3B69F98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99C57-79B2-4C39-8458-B15365D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A1F4F-F70D-4C3B-BF4B-2E7A930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FFB12-7732-46D1-AA9E-2ED9EE59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DF721-B1CC-4379-A5EA-DD1978EB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073CF-E8D0-493A-A9DB-8EEB1AEF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EE67A-8AC3-407D-8C2D-FC88786C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CFC3F-EB68-498C-969E-CAF4B1B7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FAF4B-61D1-436D-8046-59FB740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6F71C-2E87-4311-8512-F91416D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5B725-CD4B-4309-9F15-B915E9BA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876E-4471-421A-9D5E-E2AE1873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E055E-E520-4FE7-BBD4-D2ECFAC1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지표 미달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41C37-DD74-4331-A7F6-F35933AF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8C0AF-8C3D-482E-8CD3-07F668C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TP=7·FP=1·FN=1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52891-37CC-4400-BE81-A3B5191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D4B54-7CD4-478F-82CC-90737E12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safe-negative finding 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CD84A-037B-474C-B7B9-534E3A9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4160A-7A35-42ED-AADF-2E181C97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F1=0.875·HOLD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3A428-AFC0-464F-B7AB-7EE7F709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2D0A1-92B1-40B7-917F-D24B0EBB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Offline Evaluation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49881520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62F05-8914-4D18-BB35-5E0A73E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7차시 · 15:50-16:40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0159F-506D-4012-8396-5703ED28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DB979-D66A-4E68-B15A-6A6054B6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2FC59-AE5F-43D7-8ABB-9AB74F9B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9E514-5F21-4DFE-B147-E9E1B61D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0AFCA-5AC1-4A42-8CA5-0962E0B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95A70-CEC8-4F5A-A669-6EEEABF7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0788D-220A-4847-A64E-21A5E89A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지표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DFA03-1166-4986-95A1-556D820D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4BDE6-C593-4FA6-88EA-59B7A8D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0570C-0B99-4A00-924E-F3751C3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8개 case·예상 실패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D6378-1017-495F-9238-3201A54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E1148-CA6B-4395-BC98-4CBFB019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6227E-8E2E-47DC-B835-D732355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07_evaluation.json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A61E3-70EF-483F-BE77-436B7053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E7C7D-F828-4DE7-A2B4-853380FC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Localhost · GitHub PR</a:t>
            </a:r>
          </a:p>
        </p:txBody>
      </p:sp>
    </p:spTree>
    <p:extLst>
      <p:ext uri="{BB962C8B-B14F-4D97-AF65-F5344CB8AC3E}">
        <p14:creationId xmlns:p14="http://schemas.microsoft.com/office/powerpoint/2010/main" val="1832588135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1500F-406A-4F15-AA61-DF342344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92D63-504D-444F-A2C9-277623E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8차시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F5C4D-E378-4D9A-AA49-ADE167EA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16:40-17:30  (50분)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B2E6D-16D4-40F0-9665-06A5A01C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Localhost · GitHub PR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45D57-3E1C-4A58-90FB-C6D2753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Local UI · Draft PR · CI · 사람 Merge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D76FF-39AD-46BE-829F-B379164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B313C-874B-4ECE-B4E6-C8A86DAE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0-9분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DB041-CDCC-4A97-A792-65ED0EE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핵심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F442C-F78C-4A9A-8FB6-B969B133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9-17분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124C0-38B9-4B2A-8586-863C4C7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강사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6FA79-C819-49B4-97D3-ABB8E062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17-43분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27B43-B9CF-4B5E-89FF-A0DD4198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94782-E4E3-4E4C-AC4B-FF1DE235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43-50분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9D634-99D5-4C9F-94A2-AA06060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D782D-1EC2-4515-A39D-12A0D15F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완료 결과 · 08_release_evidence.json</a:t>
            </a:r>
          </a:p>
        </p:txBody>
      </p:sp>
    </p:spTree>
    <p:extLst>
      <p:ext uri="{BB962C8B-B14F-4D97-AF65-F5344CB8AC3E}">
        <p14:creationId xmlns:p14="http://schemas.microsoft.com/office/powerpoint/2010/main" val="1403135557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A2C37-85E6-4F94-B48C-714C4A6B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3A1D-B31A-4C95-8241-73F95539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결과의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21E81-062F-43A3-AFFE-E4E2DE23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1B52B-58EB-4611-8CC3-2ED6DAC1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7C651-BDFB-4983-B816-6D47D7E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FBF69-9C2A-4AA0-9846-F515D68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021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로컬 분석·사람 검토·Golden 평가를 evidence로 묶고, 선택한 branch만 Draft PR과 읽기 전용 CI로 연결하는 release 절차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2E761-599D-46D7-953D-336336EB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FB90A-64EC-47B3-9DBF-721320F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핵심 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D418D-906D-459F-88FB-A6741DC2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44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점수만 보면 특정 언어·파일·위험 유형의 반복 실패가 보이지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8890996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F1F899-6532-4AD0-8035-5B578CED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CCB62-D0B4-4567-B09B-205C3A08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PR·CI·Review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CD687-7207-474C-927D-42A8FC78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AB695-57F3-4004-AC2E-25C261BD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1E145-E95E-4CB2-955F-05E97A93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2D853-6367-4E9F-B2C2-5EBD8264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36C3E-5FB5-4450-BD76-3F12367D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02E6E-8925-4E64-9F8D-37A0848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F688E-B244-4114-A398-F857B51A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수업에서의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6F560-3A9B-40A2-BB5C-0A2F27DA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97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07E8B-6B79-44E5-A6AE-8888A02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430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 ·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619D3-0C81-4D94-9766-8332B56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1B57E-711E-43ED-A6AC-BA6DA842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1BDF2-6182-430A-B7EE-1CA1C59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AB0B2-AA8D-4ABB-8772-42A7E526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전 검토를 위해 연 변경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0C48A-970D-4AA9-AD40-6F91F64D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3431C-C7BD-40B9-9739-18509868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web_app.py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37360-94DA-4FDD-8637-3266E3A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DFAA4-FA12-4412-AF27-05DC6E14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4257F-885A-4264-8C89-3F7CCF3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8C02F-30A7-43EB-AED2-8C6C5DEA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PR마다 test와 정책 검사를 자동 실행하는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62886-DEFA-4C3F-B167-375432A9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BDB4F-168F-475A-8F43-60D411F7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day3-pr-quality.yml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7C33A-5DFA-4B7B-A83E-3D2D4D2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1CE82-462D-4059-8934-BABA690D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CODEOWNERS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B86BF-EE9E-45BC-943E-54A9554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8B16F-F7FE-4592-A8BA-35B83E2C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특정 경로의 사람 reviewer를 지정하는 파일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12BCEA-B227-4A87-A0B2-D93CE88F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972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A59CB-BE02-4E49-94E3-8A8E4C0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CODEOWNERS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4261C-DB7C-429C-A0A6-2A87C68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6AE8C-8944-4F9D-B1B7-F078418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9BB6B6-13BA-4246-BB08-B40E5AA8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96169-6CC1-4354-A7E4-A933E3CA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7205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push·comment 없이 target과 payload만 검증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98D6B-2317-47E6-8B15-9DD8E07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97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41070-66DB-40CB-B5C4-96B9FA65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70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08_release_evidence.json</a:t>
            </a:r>
          </a:p>
        </p:txBody>
      </p:sp>
    </p:spTree>
    <p:extLst>
      <p:ext uri="{BB962C8B-B14F-4D97-AF65-F5344CB8AC3E}">
        <p14:creationId xmlns:p14="http://schemas.microsoft.com/office/powerpoint/2010/main" val="666224607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F37A6-74F4-4F27-AB2C-E7B3FA30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494BB-A592-4DCA-AAEB-76C64E43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Localhost에서 Draft PR까지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CCB8A-8EA7-49F0-9614-28F1870F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7289F-E5B3-4D95-A5FB-676CDF2C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28AAB-0462-4F22-93BC-87D24C6E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4DAD3-4F86-4F6D-95C9-CF71F4FE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1A540-BAC3-4BAC-97F2-BF8C6D82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014A5-889B-472E-8354-B2F83A7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629F3-6457-42E0-939F-4A3A0E2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044C-52EE-4F50-86A8-1E3336D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FC9FA-4DF4-46C9-A027-1D569E50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4B3CB-1BF6-4824-A346-DE48F3A4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F4E00-D323-4447-AD44-E606302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559DB-F1BE-41DD-B6D7-82340A31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C1209-9B8E-406C-B2DA-FC1BF1B9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09D0A-F1A3-46C2-96F6-4E27929D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C6F74-A4E3-43D4-AA45-58A0B61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85E04-F84E-4DF4-984F-4F9D10A1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274E3-9F6F-4ADC-BA75-E9B01FC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40D6E-A835-40CD-A499-2096811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CDFEC-2496-4D56-869A-705F360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PR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6EC5B-A6C8-42AE-9BC1-3C81572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9F216-89DA-407D-8D40-6875325F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B8EC3-B4E5-45E3-9B35-C2364AE2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CI + human 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BB841-E93E-4F00-B71C-2D25DEA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 · 08_release_evidence.json</a:t>
            </a:r>
          </a:p>
        </p:txBody>
      </p:sp>
    </p:spTree>
    <p:extLst>
      <p:ext uri="{BB962C8B-B14F-4D97-AF65-F5344CB8AC3E}">
        <p14:creationId xmlns:p14="http://schemas.microsoft.com/office/powerpoint/2010/main" val="151293269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E9F239-14A5-43D6-B6C9-5B61B60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2027-9D7E-418E-8EFF-3D22A6CE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필수·선택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D5781-233F-4782-931D-361A75D3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CC27-D6CB-4AE5-A192-74CD3C3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9CC9B-9440-4306-8D58-A4E24725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3ABC3-AB41-4C36-A6B3-26B5B8C1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8A70C-5707-43FE-9F6B-7CC5FA41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9F671-D6A7-4DE8-B088-E4AD1FB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4C301-FE0C-44E3-B9BE-9B79C960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7FDCE-8133-4420-B8F3-06718B0D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459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4604E-B99C-41E1-A376-123E6F53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이유 ·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30A59-2E01-4F02-B825-A372C71D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CA5B6-3063-4F63-90CF-ADF771D0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필수·무료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15E94-EDED-41A2-80CE-94EB6DE8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61958-E81A-4B6C-8107-40FC651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+ local UI + GitHub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309F1-5176-48FF-B416-7C39593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90942-89E9-406D-A26A-8F083036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key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F34CA-7EDE-45F0-B64B-E20F8BE1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4521C-D352-403C-94E4-4ED6CADE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 Codex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A3D34-C758-4165-9422-FEAF069C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37ADB-96F1-48BD-BBCF-A6045138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workflow_dispatch + opt-in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7D953-8262-4E14-A072-C2558CC4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E0FEA-C7DA-4528-B164-F6C15805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read-only artifact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583AB-538A-486E-995D-45053B5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02BB8-B051-4389-8072-97F443B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서비스 변경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32AA1-2D37-47F1-8F5A-37F72AB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EB2E1-D77E-4F95-98D7-601AAA5D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명령만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C63E8-17AB-429F-A998-B750B82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36B66-FF91-47B3-BB5F-7E43B663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push·comment·merge 없음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29004-FA55-4818-BB91-6FD1906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68682E-C836-48E8-B491-814AB4D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Merge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1D734-32BB-44C4-9660-7338B23F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1AC21-5870-4226-982F-3F0A1EA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21725C-DF92-4399-A20B-1858AB9E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3E2157-9DF5-4E69-9538-A7FFC98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diff·test·target 재확인</a:t>
            </a:r>
          </a:p>
        </p:txBody>
      </p:sp>
    </p:spTree>
    <p:extLst>
      <p:ext uri="{BB962C8B-B14F-4D97-AF65-F5344CB8AC3E}">
        <p14:creationId xmlns:p14="http://schemas.microsoft.com/office/powerpoint/2010/main" val="1885382332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ACCBB-A077-4634-9144-D407C2E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277E-4C39-40F9-B684-F815A418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22A05-7528-4895-8610-1DCCE825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64659-C437-4BD6-B736-A233136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27D4A-3CF4-4C52-A046-34CBF5A0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C51B8-60C4-4EC1-B886-65EFCC4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92426-4869-4D56-A189-134A5208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B6011-E756-4E01-9CCC-DA9950F5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906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9E9B6-00F3-45FD-8763-8949327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049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 · 준비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7B1E8-E5E1-4213-89CA-93DFFDDD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93122-79F7-4DCE-AE03-28EB9E4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5B7C2-A800-47BB-AFCB-0324783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050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832B5-3AE6-4320-85EA-0FAD380F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labs/day3/review_copilot/web_app.py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024D4-5BF5-4F52-9A6A-169E666D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E2E1A-95FA-4305-9BF8-7E096DE1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340A0-7765-4BED-92EE-F9159B7A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27100-091F-4918-952C-6B2669ED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http://127.0.0.1:8765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F2065-586C-4BDA-A311-5E9E4990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64423-5EF4-435F-B75A-09FEE93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정책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9D30C-473A-4CF7-993F-4696652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78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58223-F1E0-4D5F-B72E-76AD590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.github/pull_request_template.md · day3-pr-quality.yml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AB6E4-04CB-46F3-B23A-226A411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52810-FD56-4640-A673-ABFE3B5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0B75D-41B7-43B0-9DEC-7E9D2E0D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8782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B143E-2968-4456-8A88-B5B497F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1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materials/day3/GitHub_PR_자동화_런북.md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A14FE-375D-40DA-97DC-DC66A8CF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B7260-5A3A-410B-8071-47737EF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72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 Kernel · Release Evidence · 08_release_evidence.json</a:t>
            </a:r>
          </a:p>
        </p:txBody>
      </p:sp>
    </p:spTree>
    <p:extLst>
      <p:ext uri="{BB962C8B-B14F-4D97-AF65-F5344CB8AC3E}">
        <p14:creationId xmlns:p14="http://schemas.microsoft.com/office/powerpoint/2010/main" val="1261568868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4CFF1-EF4D-4A0B-9278-FF71045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502D9-1E4E-4AFA-96D6-93F3DF22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Copilot Localhost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78E75-3C2C-4CBE-BAC6-236AB588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26622-5C65-43AE-865C-E1377F8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B664E-CFC9-41DE-A406-57A06F7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05c5c20b4423"/>
          <a:srcRect xmlns:a="http://schemas.openxmlformats.org/drawingml/2006/main" l="0" t="9206" r="0" b="9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257300"/>
            <a:ext cx="10668000" cy="4895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420B1-85E8-46DB-818B-87700AE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747F1-7744-4218-83BB-3588C2F7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Localhost · Draft PR · CI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Merge</a:t>
            </a:r>
          </a:p>
        </p:txBody>
      </p:sp>
    </p:spTree>
    <p:extLst>
      <p:ext uri="{BB962C8B-B14F-4D97-AF65-F5344CB8AC3E}">
        <p14:creationId xmlns:p14="http://schemas.microsoft.com/office/powerpoint/2010/main" val="1470033880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D5334-3603-487B-A72E-9456270F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284DB-4037-4E4B-AD16-025D8B88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Demo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72FD2-0F6D-4190-BAF9-23E1444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60F27-0760-4625-8305-8DAC65C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BB465-A3FC-490E-B6D8-723841D6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533CC-395A-4A7F-9A99-E3A31387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FE920-0F7D-4D19-8140-8B159E4B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1D9A5-3566-4DB5-8063-72A62F3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430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labs.day3.review_copilot.web --port 8765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BACEE-443E-4401-ACEB-64E2001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14CF7-D44C-4D3C-A46C-8CA1E311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7F27A-C9D3-445A-BD54-A35BE13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브라우저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http://127.0.0.1:8765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7A594-3859-4739-AA61-B941DF6B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5121C-742E-4553-970E-55838EE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AE07D-28D3-45BD-9C09-A41D2264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샘플 자동 로드 · 분석 · 전체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1E9C3-8163-48B4-B4CE-1AB18A55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5BEF2-7DDC-4B3D-9E5C-E07E9C20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40F1B-FB4D-4855-A7C6-566A2866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확인·종료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APPROVED · DRY_RUN_READY · Terminal Ctrl+C</a:t>
            </a:r>
          </a:p>
        </p:txBody>
      </p:sp>
    </p:spTree>
    <p:extLst>
      <p:ext uri="{BB962C8B-B14F-4D97-AF65-F5344CB8AC3E}">
        <p14:creationId xmlns:p14="http://schemas.microsoft.com/office/powerpoint/2010/main" val="10980638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604CB-04DE-4621-BDCF-B400A4A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F3306-CB2E-4A89-AFF7-376258BC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Test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46FB6-1E18-4B55-9944-B3BA9C9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94E82-F8BF-4AB3-8920-F80B842A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DFECD-BD2E-4D99-AF0D-2123EBC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E8A72-B7D0-40B4-880F-E207479D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C1656-0DA9-45BB-B799-4B6C9C0F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18AC3-0DE9-4397-A527-CADB32D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9201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pytest -q tests/test_day3_pr_guard.py tests/test_day3_review_copilot.py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D1FA9-8BCB-4D0D-AF75-6262761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CB695-C70E-42C8-82A9-5C2ABFD8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A735B-EAB2-46A6-8DED-69C4143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2255D-8B21-4D01-8037-96F1596A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보안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AECC2-176D-442E-B051-B942AE41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E4AE9-D864-4F08-9951-8A1F2F9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뒤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6FD6F-C17A-4BDC-84BF-BD58357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D2955-587B-4E7B-8768-2D48B58D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F3358-2651-4672-B81A-0A448D0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E720C-1BCF-4E2E-8C26-FA7B2E2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· Key 출력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AC88E-E6B0-4CA3-BCCE-2CBE5B6F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E7DC2-2510-44F6-9F05-806D0A79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08_release_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evidence.json</a:t>
            </a:r>
          </a:p>
        </p:txBody>
      </p:sp>
    </p:spTree>
    <p:extLst>
      <p:ext uri="{BB962C8B-B14F-4D97-AF65-F5344CB8AC3E}">
        <p14:creationId xmlns:p14="http://schemas.microsoft.com/office/powerpoint/2010/main" val="857258947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DA528-25ED-447D-A76C-ED9B97E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938EC-E3D4-47D1-9302-587D4FD8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검증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4C0EB-B4A9-4221-AA8D-501A5F1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84D7-54D5-42A6-9BCC-CA3B7A40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D1C5B-4915-4860-B526-6A9A4532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4B52-3686-4BB5-85C0-8C89577F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6EB7A-2A22-48B6-976C-48A05084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1150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"finding_count": 3,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"human_review_required": true,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"rule_baseline": "READY",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"provider_candidate": "NOT_REQUIRED",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"github": "DRY_RUN_READY",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"READY_FOR_MANUAL_GITHUB_STEP",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"external_write":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C67DC-9827-4AD8-944C-FE4EA024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파일에서 확인한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C52D5-C9C0-4BC9-8414-750272BA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C60B8-C9A3-4269-B5D5-0BAC2EA4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DB07D-9691-4594-A849-CF314A4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finding_count=3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F3105-69D6-4E5B-9A2A-BD8DCA46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0CFE1-B86B-4690-BE77-EF7EDAC8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D68F2-ACB0-497C-88AB-50E7A68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provider_candidate_gate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785D1-858D-45B5-8C86-635FB60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7E1D2-54A9-4904-9603-5B5AD636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63C98-3C25-4212-8125-26A8506A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github_dry_run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94B8F-69D6-420B-909A-F905734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30658-D47F-4D74-9567-30EAB57D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98098-0047-4755-8413-5C8E354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1759779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DB450-4099-4893-A846-1B238D57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BE148-25A8-4FDE-A312-4BCFB145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DF72-8C0D-4634-B72E-99332B23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D48AA-912E-4569-A4A2-E555D5C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B861E-3E59-4DBC-9FFB-F232EF6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F28AC-E66D-413E-99BC-23D9FBB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materials/day3/day3_review_intelligence_lab.ipynb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7441A-E255-4631-AA2C-7B46A71B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20CF2-D3A2-4766-A286-88C120E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labs.day3.review_copilot.workflow import run_review_workflow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LAB = "labs/day3/review_copilot/fixtures"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workflow_result = run_review_workflow(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workspace_root=ROOT, diff_path=DIFF_PATH,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project_context_path=f"{LAB}/project_context.json",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fixture_path=f"{LAB}/provider_fixture.json",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decision=REVIEW_DECISION, test_evidence=component_test_evidence)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release = workflow_result["stages"]["08_release_evidence"]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release["external_write"] is False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release["decision"].startswith("READY_")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save_json("08_release_evidence.json", release)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9FC6E-757B-457D-A743-B4A182F1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결과 저장 · save_json("08_release_evidence.json", release)</a:t>
            </a:r>
          </a:p>
        </p:txBody>
      </p:sp>
    </p:spTree>
    <p:extLst>
      <p:ext uri="{BB962C8B-B14F-4D97-AF65-F5344CB8AC3E}">
        <p14:creationId xmlns:p14="http://schemas.microsoft.com/office/powerpoint/2010/main" val="1320426484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8CC72-A1E9-4857-A106-8D9CB7C6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ABDC2-4172-4765-90DF-8FAFD757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Task · PR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29AA7-739F-47FA-9E79-A768655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9D165-F9C3-464C-A9AE-267B4EE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08944-2958-4DD7-AF49-8B9C9775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0348F-09BC-41F8-B775-FC8FD9B1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037EB-225A-464F-ABFF-3D2AD490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8DFC1-DFCD-4541-8C8D-7225FBF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897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FEE67-7025-4AD4-B9FC-B82C303D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62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Codex에 전달할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12DC3-085D-4033-8905-523007EB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E1BC5-37C3-49EE-830E-B93901D9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9A7E3-4DA3-4693-B354-D96922A8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0E642-9F02-4FC8-ADBB-8F6592B3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목표: PR guard 허용·차단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85C22-E638-4E7B-A4D6-F1448B48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37A9B-1EF7-4C98-B593-982F3DED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2879D-B6D2-4D5A-826A-C2E5455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E6EE5-1FA4-47D7-8997-755F1FE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허용: day3_pr_guard.py·해당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8FE74-DA41-4376-A7C9-0C8817C0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13B40-B1C0-473C-BD75-4BF1A6FD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CFC6C-9ED1-40F1-ACFA-784DD53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897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A73C0-ACAB-43D9-A31E-7E44902A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Test: PR contract·sensitive path·workspace escape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EB7F6-8CC1-4DF0-BCBC-A2BB995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B6578-84A6-42BB-A1B5-56AAB543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Do 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701EA4-DAD0-4A2E-B8A1-11585B4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897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88E5D-E71F-43E8-ABD2-EC3FA9B3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금지: secret 읽기·자동 push·comment·merge</a:t>
            </a:r>
          </a:p>
        </p:txBody>
      </p:sp>
    </p:spTree>
    <p:extLst>
      <p:ext uri="{BB962C8B-B14F-4D97-AF65-F5344CB8AC3E}">
        <p14:creationId xmlns:p14="http://schemas.microsoft.com/office/powerpoint/2010/main" val="1094456336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00524-D83C-4C5B-9AE8-F17BB11B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5DC6A-DB36-4F2E-AB82-87774F2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Codex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12CE8-596B-4E54-81B2-19E7C9BD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40094-85C1-4DCB-9EAC-C8CA707D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19B9B-841E-415B-B180-9E6CEB0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422F6-FD3C-4B40-8B5D-EE17A3EC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C7F98-2445-445A-900A-124C898A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3FA5F-A06B-4BAC-B4BD-0D137F50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.github/pull_request_template.md · day3-pr-quality.yml의 현재 Role과 영향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73A71-3D1B-4C11-B619-5C5AEF4E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1C29E-E294-4606-A91F-B46A1945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BD293-351B-4A8C-9709-2B48F79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허용 범위·Test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A1AF3-1369-4234-B44C-B0641928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20A56-06EA-4017-8BCE-A7153E82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A93F4-C422-4333-A615-CB026AAA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tests/test_day3_pr_guard.py tests/test_day3_review_copilot.py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12F6C-A29F-4970-8EBE-1E784057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E358B-C37B-407A-BCAB-925D3FF4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CC5E-38F6-467E-9F4F-AA52ACDD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· 08_release_evidence.json</a:t>
            </a:r>
          </a:p>
        </p:txBody>
      </p:sp>
    </p:spTree>
    <p:extLst>
      <p:ext uri="{BB962C8B-B14F-4D97-AF65-F5344CB8AC3E}">
        <p14:creationId xmlns:p14="http://schemas.microsoft.com/office/powerpoint/2010/main" val="1581873058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FD5C5-D176-4B3D-8770-1334B3A8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A3B6E-7FBD-48BF-8E4C-118E660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AA8ED-2DE1-4CAA-A113-8D758172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A982-BB30-4062-98BD-659ACF02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969EC-E2AE-45EE-BEC7-A6B84D22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1D80A-1B7E-45F1-88ED-30B35B9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B6FD4-7AAD-4E85-98C1-921BB958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03D5D-1173-4A42-A869-E5432AB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 server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CCA7E-AAAE-432C-B4F1-F1097380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DEF69-A71A-4765-8102-E2A001E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A725C-1EC1-4E49-805F-EAF05653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127.0.0.1:8765 접속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55B69-1808-4C23-984B-132CF3D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AAC27-8FDB-49AD-8938-8AA313A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E057F-55C2-4C3E-B2A9-569C32D3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분석 · 전체 유지 후 JSON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77DAA-C8CB-4972-A83C-FAA3A7A9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74ACA-8242-40E8-B318-02B82CE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· BUILD A 실행 로그</a:t>
            </a:r>
          </a:p>
        </p:txBody>
      </p:sp>
    </p:spTree>
    <p:extLst>
      <p:ext uri="{BB962C8B-B14F-4D97-AF65-F5344CB8AC3E}">
        <p14:creationId xmlns:p14="http://schemas.microsoft.com/office/powerpoint/2010/main" val="1911019484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F76C4-D1BF-4BC2-9D0A-9B737592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4DCBA-C400-4610-B8C2-581FFB5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PR·CI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35ED9-E963-4114-94F3-97DD1A9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193D-9A4F-48DC-B13E-8EBE62BA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65B23-D520-4CCA-A067-B15B5F07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D83F4-8E46-4003-933F-26F20060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26D2A-A8ED-42CA-857E-031A570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4980F-8B17-4222-97A8-8A2CBE3E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00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 branch·focused 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C864E-8C0F-49DB-A4EB-04CFA17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ED8EB-4DB7-472E-AFA2-0533016B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81D0C-BE08-4006-9197-F4D0CA4E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Draft PR 템플릿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F02DD-832C-49A8-83E2-579B459F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685BA-BD2F-437E-A153-ED70DE5D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D855C-7CE8-4544-8D25-5A8ACA9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Checks와 사람 reviewer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5DCF7-DCDE-4D22-861B-B3FA9C3D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A33EB-4AE9-48B0-8BD7-FCB60C4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· BUILD B 실행 로그</a:t>
            </a:r>
          </a:p>
        </p:txBody>
      </p:sp>
    </p:spTree>
    <p:extLst>
      <p:ext uri="{BB962C8B-B14F-4D97-AF65-F5344CB8AC3E}">
        <p14:creationId xmlns:p14="http://schemas.microsoft.com/office/powerpoint/2010/main" val="276890750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C2D928-B028-4012-A37C-FF9CC4D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157CD-7C34-4AC6-9D80-2BDAD65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성공·오류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B68C9-AA46-4018-8C68-584FD181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7AC43-7DCC-4C38-B616-4B574C42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D0769-710E-4911-BD67-CA6EFB3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02058-C626-4158-ADA3-7269B1C0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D3867-6FD2-460F-823A-949F9A0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3C38-A82B-4F91-8AF7-81BF855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66850"/>
            <a:ext cx="573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E1432-0F05-4D34-ADF5-7BCC65A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811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71515-5AB9-42A4-BC65-C42C9472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4CFDE-9400-4206-BA70-E75E20B7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E00C9-E79C-44E4-A4BA-369890C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14AA7-4979-438E-8F48-8F042CB2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32228-9414-436D-8B77-82ECEBCC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5BDAC-4803-4794-AAC7-EE0F0BB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UI·Golden 8/8·DRY_RUN_READY·external_write=false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CF473-E12F-45C4-BAF7-108178AC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1627C-F806-4688-9C8B-94CB32A7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F4DCF-5911-4C98-83CD-F1A8D18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FAF10-B306-4CC5-8042-069D16E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예상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262C0-C1F1-4B12-9459-F895608C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ADEEC-5A25-4C61-ACF2-A5D631F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86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본문·test·review focus 누락은 안정 error code로 CI 실패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90EAE-7E6B-4823-934A-B469FD3E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BB2C7-54B4-4429-951F-9BBCA0B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B20C8-0B15-4E24-8BF8-1C81ACF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627DD-6A7C-4045-90B7-5EB377E3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저장·발송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10DC7-AFA0-4F32-B9DD-D579D69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73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7D945-96CA-46E1-BB03-A5159A9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767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push·PR 생성은 본인 branch 확인 뒤 사람이 실행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AD3D4-5242-401A-8300-CF803BB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624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4D10D-9BD3-4632-9D01-812D600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READY_FOR_MANUAL_GITHUB_STEP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CBBC0-BB30-4071-A34E-A44FE17A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D0AB9-AB1A-44CE-A9FD-8DFA3E1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Execution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EE2F9-599C-4B67-81B9-5A5E3BB1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000"/>
            <a:ext cx="573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5D41C9-4CBC-4E80-99DF-07F5E178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· error_code · 08_release_evidence.json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E6333-45B5-433F-861F-B5D3F679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DD7CCC-5638-4020-9967-CE7EC8E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가능</a:t>
            </a:r>
          </a:p>
        </p:txBody>
      </p:sp>
    </p:spTree>
    <p:extLst>
      <p:ext uri="{BB962C8B-B14F-4D97-AF65-F5344CB8AC3E}">
        <p14:creationId xmlns:p14="http://schemas.microsoft.com/office/powerpoint/2010/main" val="759910040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95ED8-0089-435A-98CC-A2BC97A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D3FB0-DCAD-4AB9-A46D-76179D9D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오류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0D4B0-77D1-42F2-9841-5FC39105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636BB-A1D8-4801-BCBB-F7877D8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D0A7B-048B-4A18-93B2-89AA472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90A25-F234-4B1E-9A43-E4B80405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36D8C-A14F-426F-A362-AC0A520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BD732-2548-4F1D-AA28-84D1A7A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port 8765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EC501-FBBF-47ED-A158-D9FDFE82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A95F6-E1C4-4FC5-80AF-458CC0E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2A981-710E-46BD-9DF5-ACDF29B4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서버 Terminal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81718-0402-4CB8-92C1-912980F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D9477-F24A-4412-A98B-386B9CE2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9FA97-38DB-4F12-B41F-4C7FD9C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576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error code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BBF55-9022-47AE-81D6-69B0075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2B870-5542-485A-90CE-08223822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A9E67-350E-47CB-AF5E-3CC6AA8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24400"/>
            <a:ext cx="901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branch·remote 재확인</a:t>
            </a:r>
          </a:p>
        </p:txBody>
      </p:sp>
    </p:spTree>
    <p:extLst>
      <p:ext uri="{BB962C8B-B14F-4D97-AF65-F5344CB8AC3E}">
        <p14:creationId xmlns:p14="http://schemas.microsoft.com/office/powerpoint/2010/main" val="2084159874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ADB6FA-31F4-4556-B7C6-30A46F24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05BB-E959-468D-9B74-03B253A4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243E9-3E4E-4E1C-ACB6-1D667A7D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1EEC7-5754-4885-BEFB-7E27C0A7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3C56A-CB1D-463A-8456-84BAADF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4C0BE-150D-4B68-8033-CFB31D0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F4B20-3197-4E3C-87CA-DB8496A3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8AB9B-66BE-40FB-96E5-77CF4914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764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FF979-2EFF-451D-812C-6867E36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F4ED3-7ED1-4BB5-AD78-889AE9E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D8DB5-3775-4C7E-B38E-AFC9035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설명할 핵심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1DCDF-BD28-4B25-B369-6335BDF5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62F45-0CD6-4669-9B80-624F7DA3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F1DA0-8FD8-4D1F-86D4-A674667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54C49-7A30-4F2A-9140-CECD3D15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 PR의 1차 검토와 사람 merge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082C1-F81B-4B25-A11D-8334A6B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C98D7-4BA9-48A2-98C5-9403989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업무 오류·승인 위치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FFA7A-F573-46C8-B4C5-0E987DD1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90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BA62F-D4DF-4804-967B-3B105243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BAD5B-BE2D-48F2-BF12-220DFE46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B48AF-B983-4B35-9691-7AE06317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563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 app·CI·Draft PR까지 재현 영상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E1325-64EA-4B31-93A3-0C9E4E63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98EA1-9774-4340-999C-369FCCF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Code·Test·결과</a:t>
            </a:r>
          </a:p>
        </p:txBody>
      </p:sp>
    </p:spTree>
    <p:extLst>
      <p:ext uri="{BB962C8B-B14F-4D97-AF65-F5344CB8AC3E}">
        <p14:creationId xmlns:p14="http://schemas.microsoft.com/office/powerpoint/2010/main" val="67857841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6FB55-0042-40A9-B7E9-D8A2BB4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1AFA0-E948-4CD5-B480-0AAA77E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확장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F1406-E0AF-4827-B1C1-78B09002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BE33D-5B5A-464A-A778-9DCC90E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02726-47F9-4BC4-9F00-4DDF6865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F2225-C94F-4E74-B7CF-B1CFFE8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5556-A975-439F-AB5D-1ADDFED9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0F85C-6C9D-43BA-BBBD-3CAFAE5F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109D5-3E14-47F8-886A-68C7F259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직접 바꿀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E4D32-D97F-45AF-B8F9-54FA110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4B3D7-F891-4A07-9D26-765739D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실패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09B22-3A0E-4578-B97F-C47B72B3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A75A6-6C6B-46E2-AF20-80C53F12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88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A815B-4B06-4C05-8F2E-0D9E2351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48141-4B1F-4E59-B727-8BFDBA8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7DAE7-81EE-48C5-8757-3694686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77D87-D649-420A-8BD4-1E8A9A62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3162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focus를 비운 Draft PR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03D5A-EBFA-4B95-B8CC-132526D9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9A869-D608-400A-A834-E4B00946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76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변경 경로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EA619-F3B1-4214-84F3-5AE3575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97E19-9B33-4483-84A9-6620EA7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안정 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439EF-DAEC-450F-A9C2-00F5052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5310A-C3C9-42F2-982D-1879162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Evidence 원본 Cell → 값 한 개 변경 → 결과 비교 → 원복</a:t>
            </a:r>
          </a:p>
        </p:txBody>
      </p:sp>
    </p:spTree>
    <p:extLst>
      <p:ext uri="{BB962C8B-B14F-4D97-AF65-F5344CB8AC3E}">
        <p14:creationId xmlns:p14="http://schemas.microsoft.com/office/powerpoint/2010/main" val="1396352782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340EA-C64B-48F9-ACE7-D39189E3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8차시 · 16:40-17:30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3891-8F10-4EA1-859F-AB71E455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4CEAD-0840-4CB4-9A28-A3003BEA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97EA1-167E-470D-BEEE-A4B0E6A5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44145-456E-4826-BF8D-D00495B1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96197-8CCB-45D3-B3AD-36B94E38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6BCF7-C932-40CF-8676-B77DEAF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010C6-B8C9-4E82-8051-ADB50B64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14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화면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78908-F66A-4242-ABBC-1FF7235A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2F4E0-1D3F-4CF4-966F-F47AAD7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B6F04-A397-49E5-AFD2-E5B7136A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guard Test 통과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A9237-DA7C-41FF-B9CF-45D6057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8A01B-40C0-48EA-9AD6-AF026CA4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5DF83-9739-4934-A700-8A7B8741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9010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08_release_evidence.json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B34F7-8F7A-4023-B4D9-9D99939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D48FB-6058-4E46-B67F-22D24707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연결 · Q&amp;A와 전체 복구</a:t>
            </a:r>
          </a:p>
        </p:txBody>
      </p:sp>
    </p:spTree>
    <p:extLst>
      <p:ext uri="{BB962C8B-B14F-4D97-AF65-F5344CB8AC3E}">
        <p14:creationId xmlns:p14="http://schemas.microsoft.com/office/powerpoint/2010/main" val="714808995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6A4538-299E-462F-9DE8-47D6E909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6A50E-4AF7-4DBD-A70E-773DC7ED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1~4차시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EE2EC-3AE4-4F27-BAE2-50C5A72F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8A0FD-D2D5-4947-A8CF-DCF8978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DC07E-AD7F-4F1B-869C-26C169F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0BDC7-4C60-4543-AC73-A7F70B3E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162CF-CCA7-4993-97EA-0BCFC9D6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260A6-2152-4B89-A3E2-9F2A621C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85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1FBA8-FD6E-4ABD-B8C0-3A6B0DD3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CB39A-04D1-4C63-AEEE-C162DE1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563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7C839-7474-4C27-93ED-5F7803D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537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DD88C-9751-48C9-9545-1F45C19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EB33B-E27A-4BE4-BC8C-F0500663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7FDEF-0FD4-4C4C-B7A3-3446D49D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725C9-C236-42F1-B466-6E385D16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01_review_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7EF5F-4301-4C26-8FF2-81B803AC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C0381-B043-44CA-B9A2-9C9D2B04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allowed_severities · required_finding_fields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1E59E-0AA8-447B-BD38-5EB9627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EF3AB-817B-4921-96A3-B15669CC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6B27F-CFBD-4DCD-9131-A5AE019B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6732E-D801-40BC-BB73-6ABFF7ED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02_parsed_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A65DF-83B6-4BA9-B45B-ACDD95B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B85D2-7BD1-47F2-A40B-293751A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changed_paths · added_lines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635EB-15DE-430D-8096-1F3F4E0A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6BD0B-E2C1-4F89-ACF6-1505D66F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F6BF1-5244-4AD5-8D34-74FD4CB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10CDE-3EDC-41E2-9AC0-A5AF922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03_context_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pack.json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2D486-F262-4A04-8EA8-C57CCD67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6CF50F-3BD7-493D-BC3E-FF2D6B5C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added_line_count=6 · test_candidates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8ED55-9CD2-40C1-AB83-51631256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8FED4-6150-4D77-8666-1E2ED03F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4CC52-F1DF-4796-B71C-47900B0B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720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DD971-1E3D-4E27-A1E2-7173B33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04_candidate_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DD9652-4A2F-4991-B2CB-3C066627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720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AC9DD0-FC59-4D3C-9CFD-F18CCD5A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status=SUCCESS · model·schema_valid</a:t>
            </a:r>
          </a:p>
        </p:txBody>
      </p:sp>
    </p:spTree>
    <p:extLst>
      <p:ext uri="{BB962C8B-B14F-4D97-AF65-F5344CB8AC3E}">
        <p14:creationId xmlns:p14="http://schemas.microsoft.com/office/powerpoint/2010/main" val="32949550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0B03B-06F0-4444-A8F0-E9C49173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E28BB-593A-4FCA-9018-451070D0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5~8차시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84DC8-A55A-4F45-B833-441725D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5BBCA-0695-4694-935D-005196AA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9A770-3B29-4C29-B801-44ACC5BC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0DDD4-F999-41BA-8940-ED536EFB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EBE36-82B5-4EE7-B084-17437B0A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D0B50-7FEC-4982-8577-3A5AD2C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85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D0043-340F-4EE6-961A-5F2AC02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71551-81AF-492C-9E08-6B541260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563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8F78B-04DD-4A1C-B909-0C4A5B4F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537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3CC23-7F40-4289-9D9F-2FA1F83A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7B9A2-995D-42AE-8A14-2C024ECA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01E14-689A-4C16-AD2E-8056F66E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B56A-089F-4484-AB83-AA64DDE0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05_hybrid_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AC90A-41A7-4102-A2A3-7D7F89A7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E6078-4E0C-424C-B256-5334535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status=DRAFT · finding_count=3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D6EFB-6892-4AFC-960E-326000BB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09638-6F07-4892-A174-2563DDAC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53BD5-E40F-4994-9492-BB93CCC1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EA3FC-ABBB-4BC7-9453-DBE5F9C6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06_human_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9C8B8-57BE-4C71-8861-B62DEA8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B841D-25F4-49C9-B639-78C7206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human_reviewed=true · decision=approve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9E4B2-EC0C-450F-A777-8AF6402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8B524-7311-42E9-8259-74EC1389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5EE59-5B12-4AF2-9C87-2C2A3EF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939B1-0B82-46F1-8BA4-47C78F1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07_evaluation.json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0DE9E-26F7-4A10-8914-D6EC81D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5638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710AB4-4C09-483A-907C-DBAE4F42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case_passed=8 · precision=1.0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8E1A5-2E15-4DA8-BF8F-6C066B11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D5579-B477-4016-9EB8-D3F1C98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5E71E-CB9B-4C39-8080-135BAE9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720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62415-D81F-48D0-AD94-4289465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08_release_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FCC85-C47C-455A-B9E8-EA67B8B5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72050"/>
            <a:ext cx="5638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663A09-E0D7-4F5A-B78F-27DB4F4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finding_count=3 · provider_candidate_gate</a:t>
            </a:r>
          </a:p>
        </p:txBody>
      </p:sp>
    </p:spTree>
    <p:extLst>
      <p:ext uri="{BB962C8B-B14F-4D97-AF65-F5344CB8AC3E}">
        <p14:creationId xmlns:p14="http://schemas.microsoft.com/office/powerpoint/2010/main" val="938460701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214B6-03C2-4105-B895-25140C6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4C605-3428-4DCD-ADAA-40825809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복습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D01BF-0E04-45CA-85DE-D4C95A2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3A75B-1E85-4DE4-8BC3-9083FEA3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38AAD-4453-4BCB-A70A-C8D9B3C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98897-920F-42E2-B137-F61F7DF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EE034-9F91-4D31-BFCB-31C2D430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주제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7A3AC-428A-4656-8C8C-ADD1E31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85900"/>
            <a:ext cx="8020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7748D-B4B0-460B-9D31-798D5A2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00200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공식 문서·영상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8C146-1406-437F-AA92-DEE0F3AE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9FAF6-9637-4FC5-9374-739F5FF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 3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6D10B-9E4A-4D22-805D-26588549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8020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B73F1-4DA0-4E47-A853-535CA12C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local:labs/day3/review_copilot/README.md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49A78-4427-4A80-B6CB-0D2ACCB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5FB54-BBBC-407A-8B15-BBF03300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 PR·CI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F29D2-95A1-49C3-98F9-5D2ED342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802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0D3FA-311F-4187-95B7-22EAF2E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local:materials/day3/GitHub_PR_자동화_런북.md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5A63D-D727-42FD-8C01-4BE3D7C6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82B8E-1DCB-4137-8005-41100A02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 Pull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35A3B-9302-463D-838E-33BFBD3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90950"/>
            <a:ext cx="8020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B4ED5-C184-4B0A-BD36-1698EC61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https://docs.github.com/en/pull-requests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C3675-7A7B-48D8-907F-14BF9CF8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868AF-ED84-4C51-BDCA-7D14D2A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E2028-1E75-45AE-AFD1-86282A6F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86300"/>
            <a:ext cx="802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9477C-615B-4F0A-9FB8-89CBFC2C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https://docs.github.com/en/actions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BA58E-BC59-4C98-A1FD-00470C39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A9DE2-26FB-4C53-ACB4-5FA10AE2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Interrupt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CD80C-EFB6-462A-B854-FA427837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81650"/>
            <a:ext cx="8020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D8027-A932-46EA-9EAF-D9302FE8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9595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https://docs.langchain.com/oss/python/langgraph/interrupts</a:t>
            </a:r>
          </a:p>
        </p:txBody>
      </p:sp>
    </p:spTree>
    <p:extLst>
      <p:ext uri="{BB962C8B-B14F-4D97-AF65-F5344CB8AC3E}">
        <p14:creationId xmlns:p14="http://schemas.microsoft.com/office/powerpoint/2010/main" val="1346094824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9E2C4-8B6E-49B5-AE6F-5EE69BC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09:00-18:00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87C2A-BED5-4355-8DE3-825AF64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전체 실습 재실행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79D32-1EC4-4186-8494-7EE06DD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CD4A5-4A65-4497-89DA-521C526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AE651-85C0-4970-AA14-23257903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F478C-3722-4785-AF5D-15E50BE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EBCB5-1E66-4241-A84A-6F84BA93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FAAD4-9388-437E-8D39-24803C1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09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 root · .venv312 · Notebook 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9B4FC-5BD3-4EEE-B85A-FE1A32E8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14850-B81F-45A2-80E1-233F465B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A2A96-4723-4C0C-92BF-58CB967C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1~8차시 Cell 순서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D91C8-782D-4CDB-9F4C-B5CD75A7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FF117-DC91-444F-8AC3-972A051D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19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D4DE2-68F1-44CF-BAF3-0EC00CEB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33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output/course-labs/day3-v2/student-run · 8개 JSON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D6D17-4544-45B7-93E2-991145D5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818FE-43A9-4889-BFA3-5606E815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3FC81-74FC-462F-AC0D-9A965F8C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95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scripts/run_day3_preflight.py --full-suite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3257E-EB6C-4573-95BB-88D0D5EE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92C43-D46E-4BEA-B2D9-B8608A9C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7024A-E07A-473D-85E5-97F70F4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57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Localhost · 8765 · APPROVED·Golden 8/8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13C22-33B2-4062-A0D4-E5F40CFE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86705-7370-40DD-812B-3FF4448E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054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CE2F8-3982-4CA4-8ADF-A525C57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19700"/>
            <a:ext cx="901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 branch · Draft PR · CI · 사람 Merge 판단</a:t>
            </a:r>
          </a:p>
        </p:txBody>
      </p:sp>
    </p:spTree>
    <p:extLst>
      <p:ext uri="{BB962C8B-B14F-4D97-AF65-F5344CB8AC3E}">
        <p14:creationId xmlns:p14="http://schemas.microsoft.com/office/powerpoint/2010/main" val="439549947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36DA3-0DE7-4C01-9840-F3137D40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E2ED5-B4AD-42D8-B984-E2B8FFD8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17:30-18:00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F0EF4-5D6F-481D-942D-9F725C2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Q&amp;A · 실습 복구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53CFA-05C6-4A46-894A-C9CC59FC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질문 형식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00C80-6EE8-4F32-978A-DEBE132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 번호 · 실행 명령 · Error 첫 줄 · 기대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7339-3096-4219-9E43-5A7D87C3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09FBF-CE2A-4826-8964-3398B464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29466-63A0-4703-88BF-9B41CF3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1490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Notebook · 8개 JSON · Localhost · Draft PR · Test</a:t>
            </a:r>
          </a:p>
        </p:txBody>
      </p:sp>
    </p:spTree>
    <p:extLst>
      <p:ext uri="{BB962C8B-B14F-4D97-AF65-F5344CB8AC3E}">
        <p14:creationId xmlns:p14="http://schemas.microsoft.com/office/powerpoint/2010/main" val="1680026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2026-09-04T15:59:04.0600000Z</dcterms:created>
  <dcterms:modified xsi:type="dcterms:W3CDTF">2026-09-04T15:59:04.0600000Z</dcterms:modified>
</coreProperties>
</file>