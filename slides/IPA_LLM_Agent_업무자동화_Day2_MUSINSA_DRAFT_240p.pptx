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  <Override PartName="/ppt/slides/slide205.xml" ContentType="application/vnd.openxmlformats-officedocument.presentationml.slide+xml"/>
  <Override PartName="/ppt/notesSlides/notesSlide205.xml" ContentType="application/vnd.openxmlformats-officedocument.presentationml.notesSlide+xml"/>
  <Override PartName="/ppt/slides/slide206.xml" ContentType="application/vnd.openxmlformats-officedocument.presentationml.slide+xml"/>
  <Override PartName="/ppt/notesSlides/notesSlide206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07.xml" ContentType="application/vnd.openxmlformats-officedocument.presentationml.notesSlide+xml"/>
  <Override PartName="/ppt/slides/slide208.xml" ContentType="application/vnd.openxmlformats-officedocument.presentationml.slide+xml"/>
  <Override PartName="/ppt/notesSlides/notesSlide208.xml" ContentType="application/vnd.openxmlformats-officedocument.presentationml.notesSlide+xml"/>
  <Override PartName="/ppt/slides/slide209.xml" ContentType="application/vnd.openxmlformats-officedocument.presentationml.slide+xml"/>
  <Override PartName="/ppt/notesSlides/notesSlide209.xml" ContentType="application/vnd.openxmlformats-officedocument.presentationml.notesSlide+xml"/>
  <Override PartName="/ppt/slides/slide210.xml" ContentType="application/vnd.openxmlformats-officedocument.presentationml.slide+xml"/>
  <Override PartName="/ppt/notesSlides/notesSlide210.xml" ContentType="application/vnd.openxmlformats-officedocument.presentationml.notesSlide+xml"/>
  <Override PartName="/ppt/slides/slide211.xml" ContentType="application/vnd.openxmlformats-officedocument.presentationml.slide+xml"/>
  <Override PartName="/ppt/notesSlides/notesSlide211.xml" ContentType="application/vnd.openxmlformats-officedocument.presentationml.notesSlide+xml"/>
  <Override PartName="/ppt/slides/slide212.xml" ContentType="application/vnd.openxmlformats-officedocument.presentationml.slide+xml"/>
  <Override PartName="/ppt/notesSlides/notesSlide212.xml" ContentType="application/vnd.openxmlformats-officedocument.presentationml.notesSlide+xml"/>
  <Override PartName="/ppt/slides/slide213.xml" ContentType="application/vnd.openxmlformats-officedocument.presentationml.slide+xml"/>
  <Override PartName="/ppt/notesSlides/notesSlide213.xml" ContentType="application/vnd.openxmlformats-officedocument.presentationml.notesSlide+xml"/>
  <Override PartName="/ppt/slides/slide214.xml" ContentType="application/vnd.openxmlformats-officedocument.presentationml.slide+xml"/>
  <Override PartName="/ppt/notesSlides/notesSlide214.xml" ContentType="application/vnd.openxmlformats-officedocument.presentationml.notesSlide+xml"/>
  <Override PartName="/ppt/slides/slide215.xml" ContentType="application/vnd.openxmlformats-officedocument.presentationml.slide+xml"/>
  <Override PartName="/ppt/notesSlides/notesSlide215.xml" ContentType="application/vnd.openxmlformats-officedocument.presentationml.notesSlide+xml"/>
  <Override PartName="/ppt/slides/slide216.xml" ContentType="application/vnd.openxmlformats-officedocument.presentationml.slide+xml"/>
  <Override PartName="/ppt/notesSlides/notesSlide216.xml" ContentType="application/vnd.openxmlformats-officedocument.presentationml.notesSlide+xml"/>
  <Override PartName="/ppt/slides/slide217.xml" ContentType="application/vnd.openxmlformats-officedocument.presentationml.slide+xml"/>
  <Override PartName="/ppt/notesSlides/notesSlide217.xml" ContentType="application/vnd.openxmlformats-officedocument.presentationml.notesSlide+xml"/>
  <Override PartName="/ppt/slides/slide218.xml" ContentType="application/vnd.openxmlformats-officedocument.presentationml.slide+xml"/>
  <Override PartName="/ppt/notesSlides/notesSlide218.xml" ContentType="application/vnd.openxmlformats-officedocument.presentationml.notesSlide+xml"/>
  <Override PartName="/ppt/slides/slide219.xml" ContentType="application/vnd.openxmlformats-officedocument.presentationml.slide+xml"/>
  <Override PartName="/ppt/notesSlides/notesSlide219.xml" ContentType="application/vnd.openxmlformats-officedocument.presentationml.notesSlide+xml"/>
  <Override PartName="/ppt/slides/slide220.xml" ContentType="application/vnd.openxmlformats-officedocument.presentationml.slide+xml"/>
  <Override PartName="/ppt/notesSlides/notesSlide220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221.xml" ContentType="application/vnd.openxmlformats-officedocument.presentationml.notesSlide+xml"/>
  <Override PartName="/ppt/slides/slide222.xml" ContentType="application/vnd.openxmlformats-officedocument.presentationml.slide+xml"/>
  <Override PartName="/ppt/notesSlides/notesSlide222.xml" ContentType="application/vnd.openxmlformats-officedocument.presentationml.notesSlide+xml"/>
  <Override PartName="/ppt/slides/slide223.xml" ContentType="application/vnd.openxmlformats-officedocument.presentationml.slide+xml"/>
  <Override PartName="/ppt/notesSlides/notesSlide223.xml" ContentType="application/vnd.openxmlformats-officedocument.presentationml.notesSlide+xml"/>
  <Override PartName="/ppt/slides/slide224.xml" ContentType="application/vnd.openxmlformats-officedocument.presentationml.slide+xml"/>
  <Override PartName="/ppt/notesSlides/notesSlide224.xml" ContentType="application/vnd.openxmlformats-officedocument.presentationml.notesSlide+xml"/>
  <Override PartName="/ppt/slides/slide225.xml" ContentType="application/vnd.openxmlformats-officedocument.presentationml.slide+xml"/>
  <Override PartName="/ppt/notesSlides/notesSlide225.xml" ContentType="application/vnd.openxmlformats-officedocument.presentationml.notesSlide+xml"/>
  <Override PartName="/ppt/slides/slide226.xml" ContentType="application/vnd.openxmlformats-officedocument.presentationml.slide+xml"/>
  <Override PartName="/ppt/notesSlides/notesSlide226.xml" ContentType="application/vnd.openxmlformats-officedocument.presentationml.notesSlide+xml"/>
  <Override PartName="/ppt/slides/slide227.xml" ContentType="application/vnd.openxmlformats-officedocument.presentationml.slide+xml"/>
  <Override PartName="/ppt/notesSlides/notesSlide227.xml" ContentType="application/vnd.openxmlformats-officedocument.presentationml.notesSlide+xml"/>
  <Override PartName="/ppt/slides/slide228.xml" ContentType="application/vnd.openxmlformats-officedocument.presentationml.slide+xml"/>
  <Override PartName="/ppt/notesSlides/notesSlide228.xml" ContentType="application/vnd.openxmlformats-officedocument.presentationml.notesSlide+xml"/>
  <Override PartName="/ppt/slides/slide229.xml" ContentType="application/vnd.openxmlformats-officedocument.presentationml.slide+xml"/>
  <Override PartName="/ppt/notesSlides/notesSlide229.xml" ContentType="application/vnd.openxmlformats-officedocument.presentationml.notesSlide+xml"/>
  <Override PartName="/ppt/slides/slide230.xml" ContentType="application/vnd.openxmlformats-officedocument.presentationml.slide+xml"/>
  <Override PartName="/ppt/notesSlides/notesSlide230.xml" ContentType="application/vnd.openxmlformats-officedocument.presentationml.notesSlide+xml"/>
  <Override PartName="/ppt/slides/slide231.xml" ContentType="application/vnd.openxmlformats-officedocument.presentationml.slide+xml"/>
  <Override PartName="/ppt/notesSlides/notesSlide231.xml" ContentType="application/vnd.openxmlformats-officedocument.presentationml.notesSlide+xml"/>
  <Override PartName="/ppt/slides/slide232.xml" ContentType="application/vnd.openxmlformats-officedocument.presentationml.slide+xml"/>
  <Override PartName="/ppt/notesSlides/notesSlide232.xml" ContentType="application/vnd.openxmlformats-officedocument.presentationml.notesSlide+xml"/>
  <Override PartName="/ppt/slides/slide233.xml" ContentType="application/vnd.openxmlformats-officedocument.presentationml.slide+xml"/>
  <Override PartName="/ppt/notesSlides/notesSlide233.xml" ContentType="application/vnd.openxmlformats-officedocument.presentationml.notesSlide+xml"/>
  <Override PartName="/ppt/slides/slide234.xml" ContentType="application/vnd.openxmlformats-officedocument.presentationml.slide+xml"/>
  <Override PartName="/ppt/notesSlides/notesSlide234.xml" ContentType="application/vnd.openxmlformats-officedocument.presentationml.notesSlide+xml"/>
  <Override PartName="/ppt/slides/slide235.xml" ContentType="application/vnd.openxmlformats-officedocument.presentationml.slide+xml"/>
  <Override PartName="/ppt/notesSlides/notesSlide235.xml" ContentType="application/vnd.openxmlformats-officedocument.presentationml.notesSlide+xml"/>
  <Override PartName="/ppt/slides/slide236.xml" ContentType="application/vnd.openxmlformats-officedocument.presentationml.slide+xml"/>
  <Override PartName="/ppt/notesSlides/notesSlide236.xml" ContentType="application/vnd.openxmlformats-officedocument.presentationml.notesSlide+xml"/>
  <Override PartName="/ppt/slides/slide237.xml" ContentType="application/vnd.openxmlformats-officedocument.presentationml.slide+xml"/>
  <Override PartName="/ppt/notesSlides/notesSlide237.xml" ContentType="application/vnd.openxmlformats-officedocument.presentationml.notesSlide+xml"/>
  <Override PartName="/ppt/slides/slide238.xml" ContentType="application/vnd.openxmlformats-officedocument.presentationml.slide+xml"/>
  <Override PartName="/ppt/notesSlides/notesSlide238.xml" ContentType="application/vnd.openxmlformats-officedocument.presentationml.notesSlide+xml"/>
  <Override PartName="/ppt/slides/slide239.xml" ContentType="application/vnd.openxmlformats-officedocument.presentationml.slide+xml"/>
  <Override PartName="/ppt/notesSlides/notesSlide239.xml" ContentType="application/vnd.openxmlformats-officedocument.presentationml.notesSlide+xml"/>
  <Override PartName="/ppt/slides/slide240.xml" ContentType="application/vnd.openxmlformats-officedocument.presentationml.slide+xml"/>
  <Override PartName="/ppt/notesSlides/notesSlide2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ee6dc43a2f4a12" /><Relationship Type="http://schemas.openxmlformats.org/officeDocument/2006/relationships/extended-properties" Target="/docProps/app.xml" Id="R01dbf8d2be934b61" /><Relationship Type="http://schemas.openxmlformats.org/officeDocument/2006/relationships/officeDocument" Target="/ppt/presentation.xml" Id="R63072577fbf64e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bfdbc4038d4b61"/>
  </p:sldMasterIdLst>
  <p:notesMasterIdLst>
    <p:notesMasterId xmlns:r="http://schemas.openxmlformats.org/officeDocument/2006/relationships" r:id="R19b1a83e2bf64835"/>
  </p:notesMasterIdLst>
  <p:sldIdLst>
    <p:sldId xmlns:r="http://schemas.openxmlformats.org/officeDocument/2006/relationships" id="256" r:id="R6c1ab6f1050f446a"/>
    <p:sldId xmlns:r="http://schemas.openxmlformats.org/officeDocument/2006/relationships" id="257" r:id="Rba4b84429aee4d4e"/>
    <p:sldId xmlns:r="http://schemas.openxmlformats.org/officeDocument/2006/relationships" id="258" r:id="R8cc24dcd9cc6493b"/>
    <p:sldId xmlns:r="http://schemas.openxmlformats.org/officeDocument/2006/relationships" id="259" r:id="R13e58fb17ef14096"/>
    <p:sldId xmlns:r="http://schemas.openxmlformats.org/officeDocument/2006/relationships" id="260" r:id="R69f4d106236f4caf"/>
    <p:sldId xmlns:r="http://schemas.openxmlformats.org/officeDocument/2006/relationships" id="261" r:id="Rab3f805f5a0b4503"/>
    <p:sldId xmlns:r="http://schemas.openxmlformats.org/officeDocument/2006/relationships" id="262" r:id="R122b5330fad24fdd"/>
    <p:sldId xmlns:r="http://schemas.openxmlformats.org/officeDocument/2006/relationships" id="263" r:id="R68c472f36da1412a"/>
    <p:sldId xmlns:r="http://schemas.openxmlformats.org/officeDocument/2006/relationships" id="264" r:id="R201b09fb4e224047"/>
    <p:sldId xmlns:r="http://schemas.openxmlformats.org/officeDocument/2006/relationships" id="265" r:id="Rf4d473a352a444ab"/>
    <p:sldId xmlns:r="http://schemas.openxmlformats.org/officeDocument/2006/relationships" id="266" r:id="R12ffd6253d0c4535"/>
    <p:sldId xmlns:r="http://schemas.openxmlformats.org/officeDocument/2006/relationships" id="267" r:id="R16029ac312d346f7"/>
    <p:sldId xmlns:r="http://schemas.openxmlformats.org/officeDocument/2006/relationships" id="268" r:id="R5d097329ac3a41f2"/>
    <p:sldId xmlns:r="http://schemas.openxmlformats.org/officeDocument/2006/relationships" id="269" r:id="R9f0c514e7866419b"/>
    <p:sldId xmlns:r="http://schemas.openxmlformats.org/officeDocument/2006/relationships" id="270" r:id="R024e30cef0904737"/>
    <p:sldId xmlns:r="http://schemas.openxmlformats.org/officeDocument/2006/relationships" id="271" r:id="R9a03f6d9d9b24107"/>
    <p:sldId xmlns:r="http://schemas.openxmlformats.org/officeDocument/2006/relationships" id="272" r:id="Rba19e816ab0b43f9"/>
    <p:sldId xmlns:r="http://schemas.openxmlformats.org/officeDocument/2006/relationships" id="273" r:id="R0c26bebaaeb34552"/>
    <p:sldId xmlns:r="http://schemas.openxmlformats.org/officeDocument/2006/relationships" id="274" r:id="Rc3f2476272834765"/>
    <p:sldId xmlns:r="http://schemas.openxmlformats.org/officeDocument/2006/relationships" id="275" r:id="Rb499565cdc084fa4"/>
    <p:sldId xmlns:r="http://schemas.openxmlformats.org/officeDocument/2006/relationships" id="276" r:id="R0d5d9760978d42a4"/>
    <p:sldId xmlns:r="http://schemas.openxmlformats.org/officeDocument/2006/relationships" id="277" r:id="R9baf80c1f8614bba"/>
    <p:sldId xmlns:r="http://schemas.openxmlformats.org/officeDocument/2006/relationships" id="278" r:id="R9980d70e04c94102"/>
    <p:sldId xmlns:r="http://schemas.openxmlformats.org/officeDocument/2006/relationships" id="279" r:id="R079694c11edc4ea5"/>
    <p:sldId xmlns:r="http://schemas.openxmlformats.org/officeDocument/2006/relationships" id="280" r:id="R1fa693d7286942cc"/>
    <p:sldId xmlns:r="http://schemas.openxmlformats.org/officeDocument/2006/relationships" id="281" r:id="R44a649ff065a40cc"/>
    <p:sldId xmlns:r="http://schemas.openxmlformats.org/officeDocument/2006/relationships" id="282" r:id="R0bed0131f8714faf"/>
    <p:sldId xmlns:r="http://schemas.openxmlformats.org/officeDocument/2006/relationships" id="283" r:id="R28609916d4874682"/>
    <p:sldId xmlns:r="http://schemas.openxmlformats.org/officeDocument/2006/relationships" id="284" r:id="R13c786f8bafd42ec"/>
    <p:sldId xmlns:r="http://schemas.openxmlformats.org/officeDocument/2006/relationships" id="285" r:id="Rf1e432fa5ce64f10"/>
    <p:sldId xmlns:r="http://schemas.openxmlformats.org/officeDocument/2006/relationships" id="286" r:id="Rfcb17168aa024fe4"/>
    <p:sldId xmlns:r="http://schemas.openxmlformats.org/officeDocument/2006/relationships" id="287" r:id="Rf4d9edb0324f467b"/>
    <p:sldId xmlns:r="http://schemas.openxmlformats.org/officeDocument/2006/relationships" id="288" r:id="R7945f809a05545c5"/>
    <p:sldId xmlns:r="http://schemas.openxmlformats.org/officeDocument/2006/relationships" id="289" r:id="Raf76a851a98f4d5c"/>
    <p:sldId xmlns:r="http://schemas.openxmlformats.org/officeDocument/2006/relationships" id="290" r:id="R72cff02908454ab7"/>
    <p:sldId xmlns:r="http://schemas.openxmlformats.org/officeDocument/2006/relationships" id="291" r:id="Rbce7bee038e74bf3"/>
    <p:sldId xmlns:r="http://schemas.openxmlformats.org/officeDocument/2006/relationships" id="292" r:id="R489da0f0892b4867"/>
    <p:sldId xmlns:r="http://schemas.openxmlformats.org/officeDocument/2006/relationships" id="293" r:id="R9e2d94c3d9ca46e9"/>
    <p:sldId xmlns:r="http://schemas.openxmlformats.org/officeDocument/2006/relationships" id="294" r:id="R36ec089088d54b19"/>
    <p:sldId xmlns:r="http://schemas.openxmlformats.org/officeDocument/2006/relationships" id="295" r:id="R47f2ee98d32e45e5"/>
    <p:sldId xmlns:r="http://schemas.openxmlformats.org/officeDocument/2006/relationships" id="296" r:id="R4eda266fb9254518"/>
    <p:sldId xmlns:r="http://schemas.openxmlformats.org/officeDocument/2006/relationships" id="297" r:id="Rdeafd086dce94496"/>
    <p:sldId xmlns:r="http://schemas.openxmlformats.org/officeDocument/2006/relationships" id="298" r:id="R6c872a88af4a45d7"/>
    <p:sldId xmlns:r="http://schemas.openxmlformats.org/officeDocument/2006/relationships" id="299" r:id="R1719d547d1f24510"/>
    <p:sldId xmlns:r="http://schemas.openxmlformats.org/officeDocument/2006/relationships" id="300" r:id="R937bf0040f5a454d"/>
    <p:sldId xmlns:r="http://schemas.openxmlformats.org/officeDocument/2006/relationships" id="301" r:id="R85c0c93723524cc3"/>
    <p:sldId xmlns:r="http://schemas.openxmlformats.org/officeDocument/2006/relationships" id="302" r:id="Rf06aa96233e74990"/>
    <p:sldId xmlns:r="http://schemas.openxmlformats.org/officeDocument/2006/relationships" id="303" r:id="Re9b44539e5c4426b"/>
    <p:sldId xmlns:r="http://schemas.openxmlformats.org/officeDocument/2006/relationships" id="304" r:id="R89dddcef044d472e"/>
    <p:sldId xmlns:r="http://schemas.openxmlformats.org/officeDocument/2006/relationships" id="305" r:id="R6a685d389a1a4455"/>
    <p:sldId xmlns:r="http://schemas.openxmlformats.org/officeDocument/2006/relationships" id="306" r:id="R49e75739f9774962"/>
    <p:sldId xmlns:r="http://schemas.openxmlformats.org/officeDocument/2006/relationships" id="307" r:id="Re27560e0ab1d448c"/>
    <p:sldId xmlns:r="http://schemas.openxmlformats.org/officeDocument/2006/relationships" id="308" r:id="Ra76cdc5397de43cb"/>
    <p:sldId xmlns:r="http://schemas.openxmlformats.org/officeDocument/2006/relationships" id="309" r:id="Rfb1df7666e954af3"/>
    <p:sldId xmlns:r="http://schemas.openxmlformats.org/officeDocument/2006/relationships" id="310" r:id="Rdf089fd72af540fe"/>
    <p:sldId xmlns:r="http://schemas.openxmlformats.org/officeDocument/2006/relationships" id="311" r:id="R66c60b5cc4ca4edc"/>
    <p:sldId xmlns:r="http://schemas.openxmlformats.org/officeDocument/2006/relationships" id="312" r:id="Rb3666f2390b14abc"/>
    <p:sldId xmlns:r="http://schemas.openxmlformats.org/officeDocument/2006/relationships" id="313" r:id="Rfb666213f6334d30"/>
    <p:sldId xmlns:r="http://schemas.openxmlformats.org/officeDocument/2006/relationships" id="314" r:id="R69ad47ced78a46ca"/>
    <p:sldId xmlns:r="http://schemas.openxmlformats.org/officeDocument/2006/relationships" id="315" r:id="Ra0abc5a7262f4634"/>
    <p:sldId xmlns:r="http://schemas.openxmlformats.org/officeDocument/2006/relationships" id="316" r:id="Recd28c6ad0b641b0"/>
    <p:sldId xmlns:r="http://schemas.openxmlformats.org/officeDocument/2006/relationships" id="317" r:id="R350b2be456144a4e"/>
    <p:sldId xmlns:r="http://schemas.openxmlformats.org/officeDocument/2006/relationships" id="318" r:id="R9219eb5f32fd4259"/>
    <p:sldId xmlns:r="http://schemas.openxmlformats.org/officeDocument/2006/relationships" id="319" r:id="Reb9d298dc06b4c7c"/>
    <p:sldId xmlns:r="http://schemas.openxmlformats.org/officeDocument/2006/relationships" id="320" r:id="R393a158d65d44167"/>
    <p:sldId xmlns:r="http://schemas.openxmlformats.org/officeDocument/2006/relationships" id="321" r:id="R82bea5555e0a443a"/>
    <p:sldId xmlns:r="http://schemas.openxmlformats.org/officeDocument/2006/relationships" id="322" r:id="Rffaff8e6935d4f81"/>
    <p:sldId xmlns:r="http://schemas.openxmlformats.org/officeDocument/2006/relationships" id="323" r:id="R818707c070774e2e"/>
    <p:sldId xmlns:r="http://schemas.openxmlformats.org/officeDocument/2006/relationships" id="324" r:id="R23e503e410f049d5"/>
    <p:sldId xmlns:r="http://schemas.openxmlformats.org/officeDocument/2006/relationships" id="325" r:id="R7ff60bb6908c4357"/>
    <p:sldId xmlns:r="http://schemas.openxmlformats.org/officeDocument/2006/relationships" id="326" r:id="R30daeae412fe4bcc"/>
    <p:sldId xmlns:r="http://schemas.openxmlformats.org/officeDocument/2006/relationships" id="327" r:id="R891b368700f04a95"/>
    <p:sldId xmlns:r="http://schemas.openxmlformats.org/officeDocument/2006/relationships" id="328" r:id="R7d5ee301564f4390"/>
    <p:sldId xmlns:r="http://schemas.openxmlformats.org/officeDocument/2006/relationships" id="329" r:id="R3b713029418844a5"/>
    <p:sldId xmlns:r="http://schemas.openxmlformats.org/officeDocument/2006/relationships" id="330" r:id="R9662148bcd8b42b0"/>
    <p:sldId xmlns:r="http://schemas.openxmlformats.org/officeDocument/2006/relationships" id="331" r:id="R0db2aca2c418431d"/>
    <p:sldId xmlns:r="http://schemas.openxmlformats.org/officeDocument/2006/relationships" id="332" r:id="Rd45269bc25bf4e50"/>
    <p:sldId xmlns:r="http://schemas.openxmlformats.org/officeDocument/2006/relationships" id="333" r:id="R10fe0e9239784db9"/>
    <p:sldId xmlns:r="http://schemas.openxmlformats.org/officeDocument/2006/relationships" id="334" r:id="R37a00e600a024ffc"/>
    <p:sldId xmlns:r="http://schemas.openxmlformats.org/officeDocument/2006/relationships" id="335" r:id="R382d6f99e90d4275"/>
    <p:sldId xmlns:r="http://schemas.openxmlformats.org/officeDocument/2006/relationships" id="336" r:id="R9dbc10613f854912"/>
    <p:sldId xmlns:r="http://schemas.openxmlformats.org/officeDocument/2006/relationships" id="337" r:id="Re8b56e2476514147"/>
    <p:sldId xmlns:r="http://schemas.openxmlformats.org/officeDocument/2006/relationships" id="338" r:id="R799c194012bc4e92"/>
    <p:sldId xmlns:r="http://schemas.openxmlformats.org/officeDocument/2006/relationships" id="339" r:id="R55ee526e455b4793"/>
    <p:sldId xmlns:r="http://schemas.openxmlformats.org/officeDocument/2006/relationships" id="340" r:id="R802f260352a2411f"/>
    <p:sldId xmlns:r="http://schemas.openxmlformats.org/officeDocument/2006/relationships" id="341" r:id="R6e7158a937484a38"/>
    <p:sldId xmlns:r="http://schemas.openxmlformats.org/officeDocument/2006/relationships" id="342" r:id="R06631506e72a468b"/>
    <p:sldId xmlns:r="http://schemas.openxmlformats.org/officeDocument/2006/relationships" id="343" r:id="Rdd996b6862be4ba1"/>
    <p:sldId xmlns:r="http://schemas.openxmlformats.org/officeDocument/2006/relationships" id="344" r:id="R452f5eeecaac4bb7"/>
    <p:sldId xmlns:r="http://schemas.openxmlformats.org/officeDocument/2006/relationships" id="345" r:id="Ra154432e8188423a"/>
    <p:sldId xmlns:r="http://schemas.openxmlformats.org/officeDocument/2006/relationships" id="346" r:id="R0e177b682e514364"/>
    <p:sldId xmlns:r="http://schemas.openxmlformats.org/officeDocument/2006/relationships" id="347" r:id="R2d71587a74ca47d0"/>
    <p:sldId xmlns:r="http://schemas.openxmlformats.org/officeDocument/2006/relationships" id="348" r:id="R1501c5dcc7e54320"/>
    <p:sldId xmlns:r="http://schemas.openxmlformats.org/officeDocument/2006/relationships" id="349" r:id="Rdd538b2f57f44a35"/>
    <p:sldId xmlns:r="http://schemas.openxmlformats.org/officeDocument/2006/relationships" id="350" r:id="R40a9dd8c6daa430b"/>
    <p:sldId xmlns:r="http://schemas.openxmlformats.org/officeDocument/2006/relationships" id="351" r:id="R9da16a90ce214a19"/>
    <p:sldId xmlns:r="http://schemas.openxmlformats.org/officeDocument/2006/relationships" id="352" r:id="Rd4647d117872407c"/>
    <p:sldId xmlns:r="http://schemas.openxmlformats.org/officeDocument/2006/relationships" id="353" r:id="R89a585b9c90041d5"/>
    <p:sldId xmlns:r="http://schemas.openxmlformats.org/officeDocument/2006/relationships" id="354" r:id="Rf77d9a6321c347c3"/>
    <p:sldId xmlns:r="http://schemas.openxmlformats.org/officeDocument/2006/relationships" id="355" r:id="Re71b2a2f49654b97"/>
    <p:sldId xmlns:r="http://schemas.openxmlformats.org/officeDocument/2006/relationships" id="356" r:id="R666501493c434960"/>
    <p:sldId xmlns:r="http://schemas.openxmlformats.org/officeDocument/2006/relationships" id="357" r:id="Rf4126ab3572a4a81"/>
    <p:sldId xmlns:r="http://schemas.openxmlformats.org/officeDocument/2006/relationships" id="358" r:id="Rb0347edf723e436a"/>
    <p:sldId xmlns:r="http://schemas.openxmlformats.org/officeDocument/2006/relationships" id="359" r:id="Re66e912376e44238"/>
    <p:sldId xmlns:r="http://schemas.openxmlformats.org/officeDocument/2006/relationships" id="360" r:id="Rebcff94930034fd2"/>
    <p:sldId xmlns:r="http://schemas.openxmlformats.org/officeDocument/2006/relationships" id="361" r:id="R91b22819baa546df"/>
    <p:sldId xmlns:r="http://schemas.openxmlformats.org/officeDocument/2006/relationships" id="362" r:id="R36d3b420e09746f9"/>
    <p:sldId xmlns:r="http://schemas.openxmlformats.org/officeDocument/2006/relationships" id="363" r:id="Rd5da00e8223446de"/>
    <p:sldId xmlns:r="http://schemas.openxmlformats.org/officeDocument/2006/relationships" id="364" r:id="R4aa31c0c7c4f4107"/>
    <p:sldId xmlns:r="http://schemas.openxmlformats.org/officeDocument/2006/relationships" id="365" r:id="Rbdd3d2a41b0449e1"/>
    <p:sldId xmlns:r="http://schemas.openxmlformats.org/officeDocument/2006/relationships" id="366" r:id="R4cbc0a2244b34c8f"/>
    <p:sldId xmlns:r="http://schemas.openxmlformats.org/officeDocument/2006/relationships" id="367" r:id="Ra9af91de894f4167"/>
    <p:sldId xmlns:r="http://schemas.openxmlformats.org/officeDocument/2006/relationships" id="368" r:id="R71efd794a34e4aac"/>
    <p:sldId xmlns:r="http://schemas.openxmlformats.org/officeDocument/2006/relationships" id="369" r:id="R26b30bd72b3440b1"/>
    <p:sldId xmlns:r="http://schemas.openxmlformats.org/officeDocument/2006/relationships" id="370" r:id="R0faf79888b324e63"/>
    <p:sldId xmlns:r="http://schemas.openxmlformats.org/officeDocument/2006/relationships" id="371" r:id="Rc62744320fce40cd"/>
    <p:sldId xmlns:r="http://schemas.openxmlformats.org/officeDocument/2006/relationships" id="372" r:id="R144741c357bd4c57"/>
    <p:sldId xmlns:r="http://schemas.openxmlformats.org/officeDocument/2006/relationships" id="373" r:id="Rc24b9ccbb46d4c2d"/>
    <p:sldId xmlns:r="http://schemas.openxmlformats.org/officeDocument/2006/relationships" id="374" r:id="Rc0aee6cc28184b28"/>
    <p:sldId xmlns:r="http://schemas.openxmlformats.org/officeDocument/2006/relationships" id="375" r:id="R0880b66abb9b45de"/>
    <p:sldId xmlns:r="http://schemas.openxmlformats.org/officeDocument/2006/relationships" id="376" r:id="R82cc0ecea7294179"/>
    <p:sldId xmlns:r="http://schemas.openxmlformats.org/officeDocument/2006/relationships" id="377" r:id="R04ab8e5f6a7b4243"/>
    <p:sldId xmlns:r="http://schemas.openxmlformats.org/officeDocument/2006/relationships" id="378" r:id="R9d646739e1844cf9"/>
    <p:sldId xmlns:r="http://schemas.openxmlformats.org/officeDocument/2006/relationships" id="379" r:id="R9f507f5858d44ab4"/>
    <p:sldId xmlns:r="http://schemas.openxmlformats.org/officeDocument/2006/relationships" id="380" r:id="Rb779525115dd4cdf"/>
    <p:sldId xmlns:r="http://schemas.openxmlformats.org/officeDocument/2006/relationships" id="381" r:id="R2f1cf6c614e7476a"/>
    <p:sldId xmlns:r="http://schemas.openxmlformats.org/officeDocument/2006/relationships" id="382" r:id="R9e53257f48194d99"/>
    <p:sldId xmlns:r="http://schemas.openxmlformats.org/officeDocument/2006/relationships" id="383" r:id="R4daf4ba798b24bb8"/>
    <p:sldId xmlns:r="http://schemas.openxmlformats.org/officeDocument/2006/relationships" id="384" r:id="R80017e9333804e76"/>
    <p:sldId xmlns:r="http://schemas.openxmlformats.org/officeDocument/2006/relationships" id="385" r:id="Rb2f52e4163e74e5f"/>
    <p:sldId xmlns:r="http://schemas.openxmlformats.org/officeDocument/2006/relationships" id="386" r:id="Rff2c0745ad284073"/>
    <p:sldId xmlns:r="http://schemas.openxmlformats.org/officeDocument/2006/relationships" id="387" r:id="Rb9eee616b3514c96"/>
    <p:sldId xmlns:r="http://schemas.openxmlformats.org/officeDocument/2006/relationships" id="388" r:id="R5ab03ccbc4dd4a7f"/>
    <p:sldId xmlns:r="http://schemas.openxmlformats.org/officeDocument/2006/relationships" id="389" r:id="Rf38fa7606a394188"/>
    <p:sldId xmlns:r="http://schemas.openxmlformats.org/officeDocument/2006/relationships" id="390" r:id="R3efe353392264c3e"/>
    <p:sldId xmlns:r="http://schemas.openxmlformats.org/officeDocument/2006/relationships" id="391" r:id="R7fa26bfd3444408f"/>
    <p:sldId xmlns:r="http://schemas.openxmlformats.org/officeDocument/2006/relationships" id="392" r:id="Rbbe4449ab8b945a9"/>
    <p:sldId xmlns:r="http://schemas.openxmlformats.org/officeDocument/2006/relationships" id="393" r:id="R3e1a86de3f7f4bba"/>
    <p:sldId xmlns:r="http://schemas.openxmlformats.org/officeDocument/2006/relationships" id="394" r:id="R6eb42e31d8fa43f0"/>
    <p:sldId xmlns:r="http://schemas.openxmlformats.org/officeDocument/2006/relationships" id="395" r:id="R5e70b64826a445eb"/>
    <p:sldId xmlns:r="http://schemas.openxmlformats.org/officeDocument/2006/relationships" id="396" r:id="Rd1c6885fb84247ce"/>
    <p:sldId xmlns:r="http://schemas.openxmlformats.org/officeDocument/2006/relationships" id="397" r:id="R657844bc024a41d8"/>
    <p:sldId xmlns:r="http://schemas.openxmlformats.org/officeDocument/2006/relationships" id="398" r:id="R21d113bf79144214"/>
    <p:sldId xmlns:r="http://schemas.openxmlformats.org/officeDocument/2006/relationships" id="399" r:id="R0780407d95244405"/>
    <p:sldId xmlns:r="http://schemas.openxmlformats.org/officeDocument/2006/relationships" id="400" r:id="R689f42b600f94a21"/>
    <p:sldId xmlns:r="http://schemas.openxmlformats.org/officeDocument/2006/relationships" id="401" r:id="R0239cbb52978426e"/>
    <p:sldId xmlns:r="http://schemas.openxmlformats.org/officeDocument/2006/relationships" id="402" r:id="R3aff0ad4523f400b"/>
    <p:sldId xmlns:r="http://schemas.openxmlformats.org/officeDocument/2006/relationships" id="403" r:id="Ra564860a18934c43"/>
    <p:sldId xmlns:r="http://schemas.openxmlformats.org/officeDocument/2006/relationships" id="404" r:id="R3c59c47e39cb4759"/>
    <p:sldId xmlns:r="http://schemas.openxmlformats.org/officeDocument/2006/relationships" id="405" r:id="Rf18f502586df4087"/>
    <p:sldId xmlns:r="http://schemas.openxmlformats.org/officeDocument/2006/relationships" id="406" r:id="R8416dd09177a48d2"/>
    <p:sldId xmlns:r="http://schemas.openxmlformats.org/officeDocument/2006/relationships" id="407" r:id="R18a13f2f0d784111"/>
    <p:sldId xmlns:r="http://schemas.openxmlformats.org/officeDocument/2006/relationships" id="408" r:id="R7cbfac527d144be8"/>
    <p:sldId xmlns:r="http://schemas.openxmlformats.org/officeDocument/2006/relationships" id="409" r:id="Rfd90e9496fb945ba"/>
    <p:sldId xmlns:r="http://schemas.openxmlformats.org/officeDocument/2006/relationships" id="410" r:id="R4cf2b91640564f22"/>
    <p:sldId xmlns:r="http://schemas.openxmlformats.org/officeDocument/2006/relationships" id="411" r:id="Rb5dd022da10e48c6"/>
    <p:sldId xmlns:r="http://schemas.openxmlformats.org/officeDocument/2006/relationships" id="412" r:id="Radc7d13276a8416f"/>
    <p:sldId xmlns:r="http://schemas.openxmlformats.org/officeDocument/2006/relationships" id="413" r:id="Rad20fc79738043e4"/>
    <p:sldId xmlns:r="http://schemas.openxmlformats.org/officeDocument/2006/relationships" id="414" r:id="R65a02489e10f4fb4"/>
    <p:sldId xmlns:r="http://schemas.openxmlformats.org/officeDocument/2006/relationships" id="415" r:id="R7de148b6eb7848f9"/>
    <p:sldId xmlns:r="http://schemas.openxmlformats.org/officeDocument/2006/relationships" id="416" r:id="R79bd70caaed34265"/>
    <p:sldId xmlns:r="http://schemas.openxmlformats.org/officeDocument/2006/relationships" id="417" r:id="R373cb137c62647f6"/>
    <p:sldId xmlns:r="http://schemas.openxmlformats.org/officeDocument/2006/relationships" id="418" r:id="R9cf954eb462e4c73"/>
    <p:sldId xmlns:r="http://schemas.openxmlformats.org/officeDocument/2006/relationships" id="419" r:id="R6e0390e0266440ad"/>
    <p:sldId xmlns:r="http://schemas.openxmlformats.org/officeDocument/2006/relationships" id="420" r:id="R461072fe00b74f33"/>
    <p:sldId xmlns:r="http://schemas.openxmlformats.org/officeDocument/2006/relationships" id="421" r:id="R7d0f7141992945d0"/>
    <p:sldId xmlns:r="http://schemas.openxmlformats.org/officeDocument/2006/relationships" id="422" r:id="R74458bd9096648c4"/>
    <p:sldId xmlns:r="http://schemas.openxmlformats.org/officeDocument/2006/relationships" id="423" r:id="Rf5527e5bdd8e4510"/>
    <p:sldId xmlns:r="http://schemas.openxmlformats.org/officeDocument/2006/relationships" id="424" r:id="Rb60489b217fd4c69"/>
    <p:sldId xmlns:r="http://schemas.openxmlformats.org/officeDocument/2006/relationships" id="425" r:id="R50aec17407c94fa9"/>
    <p:sldId xmlns:r="http://schemas.openxmlformats.org/officeDocument/2006/relationships" id="426" r:id="R28fd2e3c04214e33"/>
    <p:sldId xmlns:r="http://schemas.openxmlformats.org/officeDocument/2006/relationships" id="427" r:id="Rd185c4347e7b42e4"/>
    <p:sldId xmlns:r="http://schemas.openxmlformats.org/officeDocument/2006/relationships" id="428" r:id="R71db295225e241e3"/>
    <p:sldId xmlns:r="http://schemas.openxmlformats.org/officeDocument/2006/relationships" id="429" r:id="Rad4e203a67564731"/>
    <p:sldId xmlns:r="http://schemas.openxmlformats.org/officeDocument/2006/relationships" id="430" r:id="Rbbbbbd0ff1e34a06"/>
    <p:sldId xmlns:r="http://schemas.openxmlformats.org/officeDocument/2006/relationships" id="431" r:id="Rc81ea6b661b54b0e"/>
    <p:sldId xmlns:r="http://schemas.openxmlformats.org/officeDocument/2006/relationships" id="432" r:id="R59b847ebaa7c46c9"/>
    <p:sldId xmlns:r="http://schemas.openxmlformats.org/officeDocument/2006/relationships" id="433" r:id="R3c4c184eb7da4145"/>
    <p:sldId xmlns:r="http://schemas.openxmlformats.org/officeDocument/2006/relationships" id="434" r:id="R211e552b83774c77"/>
    <p:sldId xmlns:r="http://schemas.openxmlformats.org/officeDocument/2006/relationships" id="435" r:id="R1f5cf57500f84bf9"/>
    <p:sldId xmlns:r="http://schemas.openxmlformats.org/officeDocument/2006/relationships" id="436" r:id="R8257f08b061c4d98"/>
    <p:sldId xmlns:r="http://schemas.openxmlformats.org/officeDocument/2006/relationships" id="437" r:id="R6d94b52d9ef94bbc"/>
    <p:sldId xmlns:r="http://schemas.openxmlformats.org/officeDocument/2006/relationships" id="438" r:id="R5fb4082bd65948b1"/>
    <p:sldId xmlns:r="http://schemas.openxmlformats.org/officeDocument/2006/relationships" id="439" r:id="R093ed5fad6f54e54"/>
    <p:sldId xmlns:r="http://schemas.openxmlformats.org/officeDocument/2006/relationships" id="440" r:id="Raa45490bb5ec41e3"/>
    <p:sldId xmlns:r="http://schemas.openxmlformats.org/officeDocument/2006/relationships" id="441" r:id="R91ec0065e79f45cf"/>
    <p:sldId xmlns:r="http://schemas.openxmlformats.org/officeDocument/2006/relationships" id="442" r:id="Reffd86cb26b948db"/>
    <p:sldId xmlns:r="http://schemas.openxmlformats.org/officeDocument/2006/relationships" id="443" r:id="R75c32345a4ab4f1b"/>
    <p:sldId xmlns:r="http://schemas.openxmlformats.org/officeDocument/2006/relationships" id="444" r:id="Rb89db4c649334994"/>
    <p:sldId xmlns:r="http://schemas.openxmlformats.org/officeDocument/2006/relationships" id="445" r:id="R324b498538b2473b"/>
    <p:sldId xmlns:r="http://schemas.openxmlformats.org/officeDocument/2006/relationships" id="446" r:id="R58788f29aab649c2"/>
    <p:sldId xmlns:r="http://schemas.openxmlformats.org/officeDocument/2006/relationships" id="447" r:id="R6e9dfeda0dd34f0a"/>
    <p:sldId xmlns:r="http://schemas.openxmlformats.org/officeDocument/2006/relationships" id="448" r:id="Ra9dd1e9490184a1a"/>
    <p:sldId xmlns:r="http://schemas.openxmlformats.org/officeDocument/2006/relationships" id="449" r:id="R78389c2e164a43cc"/>
    <p:sldId xmlns:r="http://schemas.openxmlformats.org/officeDocument/2006/relationships" id="450" r:id="R5d6690d70b06485a"/>
    <p:sldId xmlns:r="http://schemas.openxmlformats.org/officeDocument/2006/relationships" id="451" r:id="R1d9dd3d4952e4064"/>
    <p:sldId xmlns:r="http://schemas.openxmlformats.org/officeDocument/2006/relationships" id="452" r:id="Rfd1d0bf069e44503"/>
    <p:sldId xmlns:r="http://schemas.openxmlformats.org/officeDocument/2006/relationships" id="453" r:id="Reb98241b3df34ddd"/>
    <p:sldId xmlns:r="http://schemas.openxmlformats.org/officeDocument/2006/relationships" id="454" r:id="R6ebdbe09c0fc4828"/>
    <p:sldId xmlns:r="http://schemas.openxmlformats.org/officeDocument/2006/relationships" id="455" r:id="R94ebf3af535d4078"/>
    <p:sldId xmlns:r="http://schemas.openxmlformats.org/officeDocument/2006/relationships" id="456" r:id="Rc3955d1bc15543c2"/>
    <p:sldId xmlns:r="http://schemas.openxmlformats.org/officeDocument/2006/relationships" id="457" r:id="R4017d888d6a045c8"/>
    <p:sldId xmlns:r="http://schemas.openxmlformats.org/officeDocument/2006/relationships" id="458" r:id="R24bd39e12e2b488a"/>
    <p:sldId xmlns:r="http://schemas.openxmlformats.org/officeDocument/2006/relationships" id="459" r:id="R6a6ffd36047e4100"/>
    <p:sldId xmlns:r="http://schemas.openxmlformats.org/officeDocument/2006/relationships" id="460" r:id="R41fd189c2213457c"/>
    <p:sldId xmlns:r="http://schemas.openxmlformats.org/officeDocument/2006/relationships" id="461" r:id="Rcaf2c25db8d7424d"/>
    <p:sldId xmlns:r="http://schemas.openxmlformats.org/officeDocument/2006/relationships" id="462" r:id="R98022e9684bc4959"/>
    <p:sldId xmlns:r="http://schemas.openxmlformats.org/officeDocument/2006/relationships" id="463" r:id="R3e67fbe32877406d"/>
    <p:sldId xmlns:r="http://schemas.openxmlformats.org/officeDocument/2006/relationships" id="464" r:id="R611c0e6cf01d4028"/>
    <p:sldId xmlns:r="http://schemas.openxmlformats.org/officeDocument/2006/relationships" id="465" r:id="Rc1d6bfe854354bc4"/>
    <p:sldId xmlns:r="http://schemas.openxmlformats.org/officeDocument/2006/relationships" id="466" r:id="Rec74cb523e164ec2"/>
    <p:sldId xmlns:r="http://schemas.openxmlformats.org/officeDocument/2006/relationships" id="467" r:id="R8417c06ebb724ed7"/>
    <p:sldId xmlns:r="http://schemas.openxmlformats.org/officeDocument/2006/relationships" id="468" r:id="Rb644f521359f435d"/>
    <p:sldId xmlns:r="http://schemas.openxmlformats.org/officeDocument/2006/relationships" id="469" r:id="Rda3cc7ff6acb46d2"/>
    <p:sldId xmlns:r="http://schemas.openxmlformats.org/officeDocument/2006/relationships" id="470" r:id="R47ada1e3ffa74083"/>
    <p:sldId xmlns:r="http://schemas.openxmlformats.org/officeDocument/2006/relationships" id="471" r:id="R32da40e6bfda4156"/>
    <p:sldId xmlns:r="http://schemas.openxmlformats.org/officeDocument/2006/relationships" id="472" r:id="R2d280c76c5ef46df"/>
    <p:sldId xmlns:r="http://schemas.openxmlformats.org/officeDocument/2006/relationships" id="473" r:id="Rece604b1d3804686"/>
    <p:sldId xmlns:r="http://schemas.openxmlformats.org/officeDocument/2006/relationships" id="474" r:id="R86df86efe5674157"/>
    <p:sldId xmlns:r="http://schemas.openxmlformats.org/officeDocument/2006/relationships" id="475" r:id="R8d2a132836264179"/>
    <p:sldId xmlns:r="http://schemas.openxmlformats.org/officeDocument/2006/relationships" id="476" r:id="R5113f25bc48a435b"/>
    <p:sldId xmlns:r="http://schemas.openxmlformats.org/officeDocument/2006/relationships" id="477" r:id="R9e7ecbbff16d4654"/>
    <p:sldId xmlns:r="http://schemas.openxmlformats.org/officeDocument/2006/relationships" id="478" r:id="R36e738abe91b4747"/>
    <p:sldId xmlns:r="http://schemas.openxmlformats.org/officeDocument/2006/relationships" id="479" r:id="R400115524e674be8"/>
    <p:sldId xmlns:r="http://schemas.openxmlformats.org/officeDocument/2006/relationships" id="480" r:id="R3d8b2e6ecd32466c"/>
    <p:sldId xmlns:r="http://schemas.openxmlformats.org/officeDocument/2006/relationships" id="481" r:id="Reb30483acee34c4a"/>
    <p:sldId xmlns:r="http://schemas.openxmlformats.org/officeDocument/2006/relationships" id="482" r:id="R761707e8048048f0"/>
    <p:sldId xmlns:r="http://schemas.openxmlformats.org/officeDocument/2006/relationships" id="483" r:id="Rfb6f4b85153a4044"/>
    <p:sldId xmlns:r="http://schemas.openxmlformats.org/officeDocument/2006/relationships" id="484" r:id="R8df06dc895564f99"/>
    <p:sldId xmlns:r="http://schemas.openxmlformats.org/officeDocument/2006/relationships" id="485" r:id="R75ee2437627b4a64"/>
    <p:sldId xmlns:r="http://schemas.openxmlformats.org/officeDocument/2006/relationships" id="486" r:id="R1ad60c1094154714"/>
    <p:sldId xmlns:r="http://schemas.openxmlformats.org/officeDocument/2006/relationships" id="487" r:id="R05be864f63c34b40"/>
    <p:sldId xmlns:r="http://schemas.openxmlformats.org/officeDocument/2006/relationships" id="488" r:id="Rfff3ea096de04d63"/>
    <p:sldId xmlns:r="http://schemas.openxmlformats.org/officeDocument/2006/relationships" id="489" r:id="R440f7502ca5f41dc"/>
    <p:sldId xmlns:r="http://schemas.openxmlformats.org/officeDocument/2006/relationships" id="490" r:id="Rfcad6d4f8f984d94"/>
    <p:sldId xmlns:r="http://schemas.openxmlformats.org/officeDocument/2006/relationships" id="491" r:id="R931993d669c14bb6"/>
    <p:sldId xmlns:r="http://schemas.openxmlformats.org/officeDocument/2006/relationships" id="492" r:id="R436a379d23a1485b"/>
    <p:sldId xmlns:r="http://schemas.openxmlformats.org/officeDocument/2006/relationships" id="493" r:id="R9d8364ea990f48ce"/>
    <p:sldId xmlns:r="http://schemas.openxmlformats.org/officeDocument/2006/relationships" id="494" r:id="Re8438a2fb9234eef"/>
    <p:sldId xmlns:r="http://schemas.openxmlformats.org/officeDocument/2006/relationships" id="495" r:id="Ra6573f924cc849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2e2d4bbc8c4596" /><Relationship Type="http://schemas.openxmlformats.org/officeDocument/2006/relationships/slideMaster" Target="/ppt/slideMasters/slideMaster1.xml" Id="Rf8bfdbc4038d4b61" /><Relationship Type="http://schemas.openxmlformats.org/officeDocument/2006/relationships/notesMaster" Target="/ppt/notesMasters/notesMaster1.xml" Id="R19b1a83e2bf64835" /><Relationship Type="http://schemas.openxmlformats.org/officeDocument/2006/relationships/presProps" Target="/ppt/presProps.xml" Id="R5bc5e8e1b0e84f30" /><Relationship Type="http://schemas.openxmlformats.org/officeDocument/2006/relationships/tableStyles" Target="/ppt/tableStyles.xml" Id="Ra2a58c593e2047de" /><Relationship Type="http://schemas.openxmlformats.org/officeDocument/2006/relationships/slide" Target="/ppt/slides/slide1.xml" Id="R6c1ab6f1050f446a" /><Relationship Type="http://schemas.openxmlformats.org/officeDocument/2006/relationships/slide" Target="/ppt/slides/slide2.xml" Id="Rba4b84429aee4d4e" /><Relationship Type="http://schemas.openxmlformats.org/officeDocument/2006/relationships/slide" Target="/ppt/slides/slide3.xml" Id="R8cc24dcd9cc6493b" /><Relationship Type="http://schemas.openxmlformats.org/officeDocument/2006/relationships/slide" Target="/ppt/slides/slide4.xml" Id="R13e58fb17ef14096" /><Relationship Type="http://schemas.openxmlformats.org/officeDocument/2006/relationships/slide" Target="/ppt/slides/slide5.xml" Id="R69f4d106236f4caf" /><Relationship Type="http://schemas.openxmlformats.org/officeDocument/2006/relationships/slide" Target="/ppt/slides/slide6.xml" Id="Rab3f805f5a0b4503" /><Relationship Type="http://schemas.openxmlformats.org/officeDocument/2006/relationships/slide" Target="/ppt/slides/slide7.xml" Id="R122b5330fad24fdd" /><Relationship Type="http://schemas.openxmlformats.org/officeDocument/2006/relationships/slide" Target="/ppt/slides/slide8.xml" Id="R68c472f36da1412a" /><Relationship Type="http://schemas.openxmlformats.org/officeDocument/2006/relationships/slide" Target="/ppt/slides/slide9.xml" Id="R201b09fb4e224047" /><Relationship Type="http://schemas.openxmlformats.org/officeDocument/2006/relationships/slide" Target="/ppt/slides/slide10.xml" Id="Rf4d473a352a444ab" /><Relationship Type="http://schemas.openxmlformats.org/officeDocument/2006/relationships/slide" Target="/ppt/slides/slide11.xml" Id="R12ffd6253d0c4535" /><Relationship Type="http://schemas.openxmlformats.org/officeDocument/2006/relationships/slide" Target="/ppt/slides/slide12.xml" Id="R16029ac312d346f7" /><Relationship Type="http://schemas.openxmlformats.org/officeDocument/2006/relationships/slide" Target="/ppt/slides/slide13.xml" Id="R5d097329ac3a41f2" /><Relationship Type="http://schemas.openxmlformats.org/officeDocument/2006/relationships/slide" Target="/ppt/slides/slide14.xml" Id="R9f0c514e7866419b" /><Relationship Type="http://schemas.openxmlformats.org/officeDocument/2006/relationships/slide" Target="/ppt/slides/slide15.xml" Id="R024e30cef0904737" /><Relationship Type="http://schemas.openxmlformats.org/officeDocument/2006/relationships/slide" Target="/ppt/slides/slide16.xml" Id="R9a03f6d9d9b24107" /><Relationship Type="http://schemas.openxmlformats.org/officeDocument/2006/relationships/slide" Target="/ppt/slides/slide17.xml" Id="Rba19e816ab0b43f9" /><Relationship Type="http://schemas.openxmlformats.org/officeDocument/2006/relationships/slide" Target="/ppt/slides/slide18.xml" Id="R0c26bebaaeb34552" /><Relationship Type="http://schemas.openxmlformats.org/officeDocument/2006/relationships/slide" Target="/ppt/slides/slide19.xml" Id="Rc3f2476272834765" /><Relationship Type="http://schemas.openxmlformats.org/officeDocument/2006/relationships/slide" Target="/ppt/slides/slide20.xml" Id="Rb499565cdc084fa4" /><Relationship Type="http://schemas.openxmlformats.org/officeDocument/2006/relationships/slide" Target="/ppt/slides/slide21.xml" Id="R0d5d9760978d42a4" /><Relationship Type="http://schemas.openxmlformats.org/officeDocument/2006/relationships/slide" Target="/ppt/slides/slide22.xml" Id="R9baf80c1f8614bba" /><Relationship Type="http://schemas.openxmlformats.org/officeDocument/2006/relationships/slide" Target="/ppt/slides/slide23.xml" Id="R9980d70e04c94102" /><Relationship Type="http://schemas.openxmlformats.org/officeDocument/2006/relationships/slide" Target="/ppt/slides/slide24.xml" Id="R079694c11edc4ea5" /><Relationship Type="http://schemas.openxmlformats.org/officeDocument/2006/relationships/slide" Target="/ppt/slides/slide25.xml" Id="R1fa693d7286942cc" /><Relationship Type="http://schemas.openxmlformats.org/officeDocument/2006/relationships/slide" Target="/ppt/slides/slide26.xml" Id="R44a649ff065a40cc" /><Relationship Type="http://schemas.openxmlformats.org/officeDocument/2006/relationships/slide" Target="/ppt/slides/slide27.xml" Id="R0bed0131f8714faf" /><Relationship Type="http://schemas.openxmlformats.org/officeDocument/2006/relationships/slide" Target="/ppt/slides/slide28.xml" Id="R28609916d4874682" /><Relationship Type="http://schemas.openxmlformats.org/officeDocument/2006/relationships/slide" Target="/ppt/slides/slide29.xml" Id="R13c786f8bafd42ec" /><Relationship Type="http://schemas.openxmlformats.org/officeDocument/2006/relationships/slide" Target="/ppt/slides/slide30.xml" Id="Rf1e432fa5ce64f10" /><Relationship Type="http://schemas.openxmlformats.org/officeDocument/2006/relationships/slide" Target="/ppt/slides/slide31.xml" Id="Rfcb17168aa024fe4" /><Relationship Type="http://schemas.openxmlformats.org/officeDocument/2006/relationships/slide" Target="/ppt/slides/slide32.xml" Id="Rf4d9edb0324f467b" /><Relationship Type="http://schemas.openxmlformats.org/officeDocument/2006/relationships/slide" Target="/ppt/slides/slide33.xml" Id="R7945f809a05545c5" /><Relationship Type="http://schemas.openxmlformats.org/officeDocument/2006/relationships/slide" Target="/ppt/slides/slide34.xml" Id="Raf76a851a98f4d5c" /><Relationship Type="http://schemas.openxmlformats.org/officeDocument/2006/relationships/slide" Target="/ppt/slides/slide35.xml" Id="R72cff02908454ab7" /><Relationship Type="http://schemas.openxmlformats.org/officeDocument/2006/relationships/slide" Target="/ppt/slides/slide36.xml" Id="Rbce7bee038e74bf3" /><Relationship Type="http://schemas.openxmlformats.org/officeDocument/2006/relationships/slide" Target="/ppt/slides/slide37.xml" Id="R489da0f0892b4867" /><Relationship Type="http://schemas.openxmlformats.org/officeDocument/2006/relationships/slide" Target="/ppt/slides/slide38.xml" Id="R9e2d94c3d9ca46e9" /><Relationship Type="http://schemas.openxmlformats.org/officeDocument/2006/relationships/slide" Target="/ppt/slides/slide39.xml" Id="R36ec089088d54b19" /><Relationship Type="http://schemas.openxmlformats.org/officeDocument/2006/relationships/slide" Target="/ppt/slides/slide40.xml" Id="R47f2ee98d32e45e5" /><Relationship Type="http://schemas.openxmlformats.org/officeDocument/2006/relationships/slide" Target="/ppt/slides/slide41.xml" Id="R4eda266fb9254518" /><Relationship Type="http://schemas.openxmlformats.org/officeDocument/2006/relationships/slide" Target="/ppt/slides/slide42.xml" Id="Rdeafd086dce94496" /><Relationship Type="http://schemas.openxmlformats.org/officeDocument/2006/relationships/slide" Target="/ppt/slides/slide43.xml" Id="R6c872a88af4a45d7" /><Relationship Type="http://schemas.openxmlformats.org/officeDocument/2006/relationships/slide" Target="/ppt/slides/slide44.xml" Id="R1719d547d1f24510" /><Relationship Type="http://schemas.openxmlformats.org/officeDocument/2006/relationships/slide" Target="/ppt/slides/slide45.xml" Id="R937bf0040f5a454d" /><Relationship Type="http://schemas.openxmlformats.org/officeDocument/2006/relationships/slide" Target="/ppt/slides/slide46.xml" Id="R85c0c93723524cc3" /><Relationship Type="http://schemas.openxmlformats.org/officeDocument/2006/relationships/slide" Target="/ppt/slides/slide47.xml" Id="Rf06aa96233e74990" /><Relationship Type="http://schemas.openxmlformats.org/officeDocument/2006/relationships/slide" Target="/ppt/slides/slide48.xml" Id="Re9b44539e5c4426b" /><Relationship Type="http://schemas.openxmlformats.org/officeDocument/2006/relationships/slide" Target="/ppt/slides/slide49.xml" Id="R89dddcef044d472e" /><Relationship Type="http://schemas.openxmlformats.org/officeDocument/2006/relationships/slide" Target="/ppt/slides/slide50.xml" Id="R6a685d389a1a4455" /><Relationship Type="http://schemas.openxmlformats.org/officeDocument/2006/relationships/slide" Target="/ppt/slides/slide51.xml" Id="R49e75739f9774962" /><Relationship Type="http://schemas.openxmlformats.org/officeDocument/2006/relationships/slide" Target="/ppt/slides/slide52.xml" Id="Re27560e0ab1d448c" /><Relationship Type="http://schemas.openxmlformats.org/officeDocument/2006/relationships/slide" Target="/ppt/slides/slide53.xml" Id="Ra76cdc5397de43cb" /><Relationship Type="http://schemas.openxmlformats.org/officeDocument/2006/relationships/slide" Target="/ppt/slides/slide54.xml" Id="Rfb1df7666e954af3" /><Relationship Type="http://schemas.openxmlformats.org/officeDocument/2006/relationships/slide" Target="/ppt/slides/slide55.xml" Id="Rdf089fd72af540fe" /><Relationship Type="http://schemas.openxmlformats.org/officeDocument/2006/relationships/slide" Target="/ppt/slides/slide56.xml" Id="R66c60b5cc4ca4edc" /><Relationship Type="http://schemas.openxmlformats.org/officeDocument/2006/relationships/slide" Target="/ppt/slides/slide57.xml" Id="Rb3666f2390b14abc" /><Relationship Type="http://schemas.openxmlformats.org/officeDocument/2006/relationships/slide" Target="/ppt/slides/slide58.xml" Id="Rfb666213f6334d30" /><Relationship Type="http://schemas.openxmlformats.org/officeDocument/2006/relationships/slide" Target="/ppt/slides/slide59.xml" Id="R69ad47ced78a46ca" /><Relationship Type="http://schemas.openxmlformats.org/officeDocument/2006/relationships/slide" Target="/ppt/slides/slide60.xml" Id="Ra0abc5a7262f4634" /><Relationship Type="http://schemas.openxmlformats.org/officeDocument/2006/relationships/slide" Target="/ppt/slides/slide61.xml" Id="Recd28c6ad0b641b0" /><Relationship Type="http://schemas.openxmlformats.org/officeDocument/2006/relationships/slide" Target="/ppt/slides/slide62.xml" Id="R350b2be456144a4e" /><Relationship Type="http://schemas.openxmlformats.org/officeDocument/2006/relationships/slide" Target="/ppt/slides/slide63.xml" Id="R9219eb5f32fd4259" /><Relationship Type="http://schemas.openxmlformats.org/officeDocument/2006/relationships/slide" Target="/ppt/slides/slide64.xml" Id="Reb9d298dc06b4c7c" /><Relationship Type="http://schemas.openxmlformats.org/officeDocument/2006/relationships/slide" Target="/ppt/slides/slide65.xml" Id="R393a158d65d44167" /><Relationship Type="http://schemas.openxmlformats.org/officeDocument/2006/relationships/slide" Target="/ppt/slides/slide66.xml" Id="R82bea5555e0a443a" /><Relationship Type="http://schemas.openxmlformats.org/officeDocument/2006/relationships/slide" Target="/ppt/slides/slide67.xml" Id="Rffaff8e6935d4f81" /><Relationship Type="http://schemas.openxmlformats.org/officeDocument/2006/relationships/slide" Target="/ppt/slides/slide68.xml" Id="R818707c070774e2e" /><Relationship Type="http://schemas.openxmlformats.org/officeDocument/2006/relationships/slide" Target="/ppt/slides/slide69.xml" Id="R23e503e410f049d5" /><Relationship Type="http://schemas.openxmlformats.org/officeDocument/2006/relationships/slide" Target="/ppt/slides/slide70.xml" Id="R7ff60bb6908c4357" /><Relationship Type="http://schemas.openxmlformats.org/officeDocument/2006/relationships/slide" Target="/ppt/slides/slide71.xml" Id="R30daeae412fe4bcc" /><Relationship Type="http://schemas.openxmlformats.org/officeDocument/2006/relationships/slide" Target="/ppt/slides/slide72.xml" Id="R891b368700f04a95" /><Relationship Type="http://schemas.openxmlformats.org/officeDocument/2006/relationships/slide" Target="/ppt/slides/slide73.xml" Id="R7d5ee301564f4390" /><Relationship Type="http://schemas.openxmlformats.org/officeDocument/2006/relationships/slide" Target="/ppt/slides/slide74.xml" Id="R3b713029418844a5" /><Relationship Type="http://schemas.openxmlformats.org/officeDocument/2006/relationships/slide" Target="/ppt/slides/slide75.xml" Id="R9662148bcd8b42b0" /><Relationship Type="http://schemas.openxmlformats.org/officeDocument/2006/relationships/slide" Target="/ppt/slides/slide76.xml" Id="R0db2aca2c418431d" /><Relationship Type="http://schemas.openxmlformats.org/officeDocument/2006/relationships/slide" Target="/ppt/slides/slide77.xml" Id="Rd45269bc25bf4e50" /><Relationship Type="http://schemas.openxmlformats.org/officeDocument/2006/relationships/slide" Target="/ppt/slides/slide78.xml" Id="R10fe0e9239784db9" /><Relationship Type="http://schemas.openxmlformats.org/officeDocument/2006/relationships/slide" Target="/ppt/slides/slide79.xml" Id="R37a00e600a024ffc" /><Relationship Type="http://schemas.openxmlformats.org/officeDocument/2006/relationships/slide" Target="/ppt/slides/slide80.xml" Id="R382d6f99e90d4275" /><Relationship Type="http://schemas.openxmlformats.org/officeDocument/2006/relationships/slide" Target="/ppt/slides/slide81.xml" Id="R9dbc10613f854912" /><Relationship Type="http://schemas.openxmlformats.org/officeDocument/2006/relationships/slide" Target="/ppt/slides/slide82.xml" Id="Re8b56e2476514147" /><Relationship Type="http://schemas.openxmlformats.org/officeDocument/2006/relationships/slide" Target="/ppt/slides/slide83.xml" Id="R799c194012bc4e92" /><Relationship Type="http://schemas.openxmlformats.org/officeDocument/2006/relationships/slide" Target="/ppt/slides/slide84.xml" Id="R55ee526e455b4793" /><Relationship Type="http://schemas.openxmlformats.org/officeDocument/2006/relationships/slide" Target="/ppt/slides/slide85.xml" Id="R802f260352a2411f" /><Relationship Type="http://schemas.openxmlformats.org/officeDocument/2006/relationships/slide" Target="/ppt/slides/slide86.xml" Id="R6e7158a937484a38" /><Relationship Type="http://schemas.openxmlformats.org/officeDocument/2006/relationships/slide" Target="/ppt/slides/slide87.xml" Id="R06631506e72a468b" /><Relationship Type="http://schemas.openxmlformats.org/officeDocument/2006/relationships/slide" Target="/ppt/slides/slide88.xml" Id="Rdd996b6862be4ba1" /><Relationship Type="http://schemas.openxmlformats.org/officeDocument/2006/relationships/slide" Target="/ppt/slides/slide89.xml" Id="R452f5eeecaac4bb7" /><Relationship Type="http://schemas.openxmlformats.org/officeDocument/2006/relationships/slide" Target="/ppt/slides/slide90.xml" Id="Ra154432e8188423a" /><Relationship Type="http://schemas.openxmlformats.org/officeDocument/2006/relationships/slide" Target="/ppt/slides/slide91.xml" Id="R0e177b682e514364" /><Relationship Type="http://schemas.openxmlformats.org/officeDocument/2006/relationships/slide" Target="/ppt/slides/slide92.xml" Id="R2d71587a74ca47d0" /><Relationship Type="http://schemas.openxmlformats.org/officeDocument/2006/relationships/slide" Target="/ppt/slides/slide93.xml" Id="R1501c5dcc7e54320" /><Relationship Type="http://schemas.openxmlformats.org/officeDocument/2006/relationships/slide" Target="/ppt/slides/slide94.xml" Id="Rdd538b2f57f44a35" /><Relationship Type="http://schemas.openxmlformats.org/officeDocument/2006/relationships/slide" Target="/ppt/slides/slide95.xml" Id="R40a9dd8c6daa430b" /><Relationship Type="http://schemas.openxmlformats.org/officeDocument/2006/relationships/slide" Target="/ppt/slides/slide96.xml" Id="R9da16a90ce214a19" /><Relationship Type="http://schemas.openxmlformats.org/officeDocument/2006/relationships/slide" Target="/ppt/slides/slide97.xml" Id="Rd4647d117872407c" /><Relationship Type="http://schemas.openxmlformats.org/officeDocument/2006/relationships/slide" Target="/ppt/slides/slide98.xml" Id="R89a585b9c90041d5" /><Relationship Type="http://schemas.openxmlformats.org/officeDocument/2006/relationships/slide" Target="/ppt/slides/slide99.xml" Id="Rf77d9a6321c347c3" /><Relationship Type="http://schemas.openxmlformats.org/officeDocument/2006/relationships/slide" Target="/ppt/slides/slide100.xml" Id="Re71b2a2f49654b97" /><Relationship Type="http://schemas.openxmlformats.org/officeDocument/2006/relationships/slide" Target="/ppt/slides/slide101.xml" Id="R666501493c434960" /><Relationship Type="http://schemas.openxmlformats.org/officeDocument/2006/relationships/slide" Target="/ppt/slides/slide102.xml" Id="Rf4126ab3572a4a81" /><Relationship Type="http://schemas.openxmlformats.org/officeDocument/2006/relationships/slide" Target="/ppt/slides/slide103.xml" Id="Rb0347edf723e436a" /><Relationship Type="http://schemas.openxmlformats.org/officeDocument/2006/relationships/slide" Target="/ppt/slides/slide104.xml" Id="Re66e912376e44238" /><Relationship Type="http://schemas.openxmlformats.org/officeDocument/2006/relationships/slide" Target="/ppt/slides/slide105.xml" Id="Rebcff94930034fd2" /><Relationship Type="http://schemas.openxmlformats.org/officeDocument/2006/relationships/slide" Target="/ppt/slides/slide106.xml" Id="R91b22819baa546df" /><Relationship Type="http://schemas.openxmlformats.org/officeDocument/2006/relationships/slide" Target="/ppt/slides/slide107.xml" Id="R36d3b420e09746f9" /><Relationship Type="http://schemas.openxmlformats.org/officeDocument/2006/relationships/slide" Target="/ppt/slides/slide108.xml" Id="Rd5da00e8223446de" /><Relationship Type="http://schemas.openxmlformats.org/officeDocument/2006/relationships/slide" Target="/ppt/slides/slide109.xml" Id="R4aa31c0c7c4f4107" /><Relationship Type="http://schemas.openxmlformats.org/officeDocument/2006/relationships/slide" Target="/ppt/slides/slide110.xml" Id="Rbdd3d2a41b0449e1" /><Relationship Type="http://schemas.openxmlformats.org/officeDocument/2006/relationships/slide" Target="/ppt/slides/slide111.xml" Id="R4cbc0a2244b34c8f" /><Relationship Type="http://schemas.openxmlformats.org/officeDocument/2006/relationships/slide" Target="/ppt/slides/slide112.xml" Id="Ra9af91de894f4167" /><Relationship Type="http://schemas.openxmlformats.org/officeDocument/2006/relationships/slide" Target="/ppt/slides/slide113.xml" Id="R71efd794a34e4aac" /><Relationship Type="http://schemas.openxmlformats.org/officeDocument/2006/relationships/slide" Target="/ppt/slides/slide114.xml" Id="R26b30bd72b3440b1" /><Relationship Type="http://schemas.openxmlformats.org/officeDocument/2006/relationships/slide" Target="/ppt/slides/slide115.xml" Id="R0faf79888b324e63" /><Relationship Type="http://schemas.openxmlformats.org/officeDocument/2006/relationships/slide" Target="/ppt/slides/slide116.xml" Id="Rc62744320fce40cd" /><Relationship Type="http://schemas.openxmlformats.org/officeDocument/2006/relationships/slide" Target="/ppt/slides/slide117.xml" Id="R144741c357bd4c57" /><Relationship Type="http://schemas.openxmlformats.org/officeDocument/2006/relationships/slide" Target="/ppt/slides/slide118.xml" Id="Rc24b9ccbb46d4c2d" /><Relationship Type="http://schemas.openxmlformats.org/officeDocument/2006/relationships/slide" Target="/ppt/slides/slide119.xml" Id="Rc0aee6cc28184b28" /><Relationship Type="http://schemas.openxmlformats.org/officeDocument/2006/relationships/slide" Target="/ppt/slides/slide120.xml" Id="R0880b66abb9b45de" /><Relationship Type="http://schemas.openxmlformats.org/officeDocument/2006/relationships/slide" Target="/ppt/slides/slide121.xml" Id="R82cc0ecea7294179" /><Relationship Type="http://schemas.openxmlformats.org/officeDocument/2006/relationships/slide" Target="/ppt/slides/slide122.xml" Id="R04ab8e5f6a7b4243" /><Relationship Type="http://schemas.openxmlformats.org/officeDocument/2006/relationships/slide" Target="/ppt/slides/slide123.xml" Id="R9d646739e1844cf9" /><Relationship Type="http://schemas.openxmlformats.org/officeDocument/2006/relationships/slide" Target="/ppt/slides/slide124.xml" Id="R9f507f5858d44ab4" /><Relationship Type="http://schemas.openxmlformats.org/officeDocument/2006/relationships/slide" Target="/ppt/slides/slide125.xml" Id="Rb779525115dd4cdf" /><Relationship Type="http://schemas.openxmlformats.org/officeDocument/2006/relationships/slide" Target="/ppt/slides/slide126.xml" Id="R2f1cf6c614e7476a" /><Relationship Type="http://schemas.openxmlformats.org/officeDocument/2006/relationships/slide" Target="/ppt/slides/slide127.xml" Id="R9e53257f48194d99" /><Relationship Type="http://schemas.openxmlformats.org/officeDocument/2006/relationships/slide" Target="/ppt/slides/slide128.xml" Id="R4daf4ba798b24bb8" /><Relationship Type="http://schemas.openxmlformats.org/officeDocument/2006/relationships/slide" Target="/ppt/slides/slide129.xml" Id="R80017e9333804e76" /><Relationship Type="http://schemas.openxmlformats.org/officeDocument/2006/relationships/slide" Target="/ppt/slides/slide130.xml" Id="Rb2f52e4163e74e5f" /><Relationship Type="http://schemas.openxmlformats.org/officeDocument/2006/relationships/slide" Target="/ppt/slides/slide131.xml" Id="Rff2c0745ad284073" /><Relationship Type="http://schemas.openxmlformats.org/officeDocument/2006/relationships/slide" Target="/ppt/slides/slide132.xml" Id="Rb9eee616b3514c96" /><Relationship Type="http://schemas.openxmlformats.org/officeDocument/2006/relationships/slide" Target="/ppt/slides/slide133.xml" Id="R5ab03ccbc4dd4a7f" /><Relationship Type="http://schemas.openxmlformats.org/officeDocument/2006/relationships/slide" Target="/ppt/slides/slide134.xml" Id="Rf38fa7606a394188" /><Relationship Type="http://schemas.openxmlformats.org/officeDocument/2006/relationships/slide" Target="/ppt/slides/slide135.xml" Id="R3efe353392264c3e" /><Relationship Type="http://schemas.openxmlformats.org/officeDocument/2006/relationships/slide" Target="/ppt/slides/slide136.xml" Id="R7fa26bfd3444408f" /><Relationship Type="http://schemas.openxmlformats.org/officeDocument/2006/relationships/slide" Target="/ppt/slides/slide137.xml" Id="Rbbe4449ab8b945a9" /><Relationship Type="http://schemas.openxmlformats.org/officeDocument/2006/relationships/slide" Target="/ppt/slides/slide138.xml" Id="R3e1a86de3f7f4bba" /><Relationship Type="http://schemas.openxmlformats.org/officeDocument/2006/relationships/slide" Target="/ppt/slides/slide139.xml" Id="R6eb42e31d8fa43f0" /><Relationship Type="http://schemas.openxmlformats.org/officeDocument/2006/relationships/slide" Target="/ppt/slides/slide140.xml" Id="R5e70b64826a445eb" /><Relationship Type="http://schemas.openxmlformats.org/officeDocument/2006/relationships/slide" Target="/ppt/slides/slide141.xml" Id="Rd1c6885fb84247ce" /><Relationship Type="http://schemas.openxmlformats.org/officeDocument/2006/relationships/slide" Target="/ppt/slides/slide142.xml" Id="R657844bc024a41d8" /><Relationship Type="http://schemas.openxmlformats.org/officeDocument/2006/relationships/slide" Target="/ppt/slides/slide143.xml" Id="R21d113bf79144214" /><Relationship Type="http://schemas.openxmlformats.org/officeDocument/2006/relationships/slide" Target="/ppt/slides/slide144.xml" Id="R0780407d95244405" /><Relationship Type="http://schemas.openxmlformats.org/officeDocument/2006/relationships/slide" Target="/ppt/slides/slide145.xml" Id="R689f42b600f94a21" /><Relationship Type="http://schemas.openxmlformats.org/officeDocument/2006/relationships/slide" Target="/ppt/slides/slide146.xml" Id="R0239cbb52978426e" /><Relationship Type="http://schemas.openxmlformats.org/officeDocument/2006/relationships/slide" Target="/ppt/slides/slide147.xml" Id="R3aff0ad4523f400b" /><Relationship Type="http://schemas.openxmlformats.org/officeDocument/2006/relationships/slide" Target="/ppt/slides/slide148.xml" Id="Ra564860a18934c43" /><Relationship Type="http://schemas.openxmlformats.org/officeDocument/2006/relationships/slide" Target="/ppt/slides/slide149.xml" Id="R3c59c47e39cb4759" /><Relationship Type="http://schemas.openxmlformats.org/officeDocument/2006/relationships/slide" Target="/ppt/slides/slide150.xml" Id="Rf18f502586df4087" /><Relationship Type="http://schemas.openxmlformats.org/officeDocument/2006/relationships/slide" Target="/ppt/slides/slide151.xml" Id="R8416dd09177a48d2" /><Relationship Type="http://schemas.openxmlformats.org/officeDocument/2006/relationships/slide" Target="/ppt/slides/slide152.xml" Id="R18a13f2f0d784111" /><Relationship Type="http://schemas.openxmlformats.org/officeDocument/2006/relationships/slide" Target="/ppt/slides/slide153.xml" Id="R7cbfac527d144be8" /><Relationship Type="http://schemas.openxmlformats.org/officeDocument/2006/relationships/slide" Target="/ppt/slides/slide154.xml" Id="Rfd90e9496fb945ba" /><Relationship Type="http://schemas.openxmlformats.org/officeDocument/2006/relationships/slide" Target="/ppt/slides/slide155.xml" Id="R4cf2b91640564f22" /><Relationship Type="http://schemas.openxmlformats.org/officeDocument/2006/relationships/slide" Target="/ppt/slides/slide156.xml" Id="Rb5dd022da10e48c6" /><Relationship Type="http://schemas.openxmlformats.org/officeDocument/2006/relationships/slide" Target="/ppt/slides/slide157.xml" Id="Radc7d13276a8416f" /><Relationship Type="http://schemas.openxmlformats.org/officeDocument/2006/relationships/slide" Target="/ppt/slides/slide158.xml" Id="Rad20fc79738043e4" /><Relationship Type="http://schemas.openxmlformats.org/officeDocument/2006/relationships/slide" Target="/ppt/slides/slide159.xml" Id="R65a02489e10f4fb4" /><Relationship Type="http://schemas.openxmlformats.org/officeDocument/2006/relationships/slide" Target="/ppt/slides/slide160.xml" Id="R7de148b6eb7848f9" /><Relationship Type="http://schemas.openxmlformats.org/officeDocument/2006/relationships/slide" Target="/ppt/slides/slide161.xml" Id="R79bd70caaed34265" /><Relationship Type="http://schemas.openxmlformats.org/officeDocument/2006/relationships/slide" Target="/ppt/slides/slide162.xml" Id="R373cb137c62647f6" /><Relationship Type="http://schemas.openxmlformats.org/officeDocument/2006/relationships/slide" Target="/ppt/slides/slide163.xml" Id="R9cf954eb462e4c73" /><Relationship Type="http://schemas.openxmlformats.org/officeDocument/2006/relationships/slide" Target="/ppt/slides/slide164.xml" Id="R6e0390e0266440ad" /><Relationship Type="http://schemas.openxmlformats.org/officeDocument/2006/relationships/slide" Target="/ppt/slides/slide165.xml" Id="R461072fe00b74f33" /><Relationship Type="http://schemas.openxmlformats.org/officeDocument/2006/relationships/slide" Target="/ppt/slides/slide166.xml" Id="R7d0f7141992945d0" /><Relationship Type="http://schemas.openxmlformats.org/officeDocument/2006/relationships/slide" Target="/ppt/slides/slide167.xml" Id="R74458bd9096648c4" /><Relationship Type="http://schemas.openxmlformats.org/officeDocument/2006/relationships/slide" Target="/ppt/slides/slide168.xml" Id="Rf5527e5bdd8e4510" /><Relationship Type="http://schemas.openxmlformats.org/officeDocument/2006/relationships/slide" Target="/ppt/slides/slide169.xml" Id="Rb60489b217fd4c69" /><Relationship Type="http://schemas.openxmlformats.org/officeDocument/2006/relationships/slide" Target="/ppt/slides/slide170.xml" Id="R50aec17407c94fa9" /><Relationship Type="http://schemas.openxmlformats.org/officeDocument/2006/relationships/slide" Target="/ppt/slides/slide171.xml" Id="R28fd2e3c04214e33" /><Relationship Type="http://schemas.openxmlformats.org/officeDocument/2006/relationships/slide" Target="/ppt/slides/slide172.xml" Id="Rd185c4347e7b42e4" /><Relationship Type="http://schemas.openxmlformats.org/officeDocument/2006/relationships/slide" Target="/ppt/slides/slide173.xml" Id="R71db295225e241e3" /><Relationship Type="http://schemas.openxmlformats.org/officeDocument/2006/relationships/slide" Target="/ppt/slides/slide174.xml" Id="Rad4e203a67564731" /><Relationship Type="http://schemas.openxmlformats.org/officeDocument/2006/relationships/slide" Target="/ppt/slides/slide175.xml" Id="Rbbbbbd0ff1e34a06" /><Relationship Type="http://schemas.openxmlformats.org/officeDocument/2006/relationships/slide" Target="/ppt/slides/slide176.xml" Id="Rc81ea6b661b54b0e" /><Relationship Type="http://schemas.openxmlformats.org/officeDocument/2006/relationships/slide" Target="/ppt/slides/slide177.xml" Id="R59b847ebaa7c46c9" /><Relationship Type="http://schemas.openxmlformats.org/officeDocument/2006/relationships/slide" Target="/ppt/slides/slide178.xml" Id="R3c4c184eb7da4145" /><Relationship Type="http://schemas.openxmlformats.org/officeDocument/2006/relationships/slide" Target="/ppt/slides/slide179.xml" Id="R211e552b83774c77" /><Relationship Type="http://schemas.openxmlformats.org/officeDocument/2006/relationships/slide" Target="/ppt/slides/slide180.xml" Id="R1f5cf57500f84bf9" /><Relationship Type="http://schemas.openxmlformats.org/officeDocument/2006/relationships/slide" Target="/ppt/slides/slide181.xml" Id="R8257f08b061c4d98" /><Relationship Type="http://schemas.openxmlformats.org/officeDocument/2006/relationships/slide" Target="/ppt/slides/slide182.xml" Id="R6d94b52d9ef94bbc" /><Relationship Type="http://schemas.openxmlformats.org/officeDocument/2006/relationships/slide" Target="/ppt/slides/slide183.xml" Id="R5fb4082bd65948b1" /><Relationship Type="http://schemas.openxmlformats.org/officeDocument/2006/relationships/slide" Target="/ppt/slides/slide184.xml" Id="R093ed5fad6f54e54" /><Relationship Type="http://schemas.openxmlformats.org/officeDocument/2006/relationships/slide" Target="/ppt/slides/slide185.xml" Id="Raa45490bb5ec41e3" /><Relationship Type="http://schemas.openxmlformats.org/officeDocument/2006/relationships/slide" Target="/ppt/slides/slide186.xml" Id="R91ec0065e79f45cf" /><Relationship Type="http://schemas.openxmlformats.org/officeDocument/2006/relationships/slide" Target="/ppt/slides/slide187.xml" Id="Reffd86cb26b948db" /><Relationship Type="http://schemas.openxmlformats.org/officeDocument/2006/relationships/slide" Target="/ppt/slides/slide188.xml" Id="R75c32345a4ab4f1b" /><Relationship Type="http://schemas.openxmlformats.org/officeDocument/2006/relationships/slide" Target="/ppt/slides/slide189.xml" Id="Rb89db4c649334994" /><Relationship Type="http://schemas.openxmlformats.org/officeDocument/2006/relationships/slide" Target="/ppt/slides/slide190.xml" Id="R324b498538b2473b" /><Relationship Type="http://schemas.openxmlformats.org/officeDocument/2006/relationships/slide" Target="/ppt/slides/slide191.xml" Id="R58788f29aab649c2" /><Relationship Type="http://schemas.openxmlformats.org/officeDocument/2006/relationships/slide" Target="/ppt/slides/slide192.xml" Id="R6e9dfeda0dd34f0a" /><Relationship Type="http://schemas.openxmlformats.org/officeDocument/2006/relationships/slide" Target="/ppt/slides/slide193.xml" Id="Ra9dd1e9490184a1a" /><Relationship Type="http://schemas.openxmlformats.org/officeDocument/2006/relationships/slide" Target="/ppt/slides/slide194.xml" Id="R78389c2e164a43cc" /><Relationship Type="http://schemas.openxmlformats.org/officeDocument/2006/relationships/slide" Target="/ppt/slides/slide195.xml" Id="R5d6690d70b06485a" /><Relationship Type="http://schemas.openxmlformats.org/officeDocument/2006/relationships/slide" Target="/ppt/slides/slide196.xml" Id="R1d9dd3d4952e4064" /><Relationship Type="http://schemas.openxmlformats.org/officeDocument/2006/relationships/slide" Target="/ppt/slides/slide197.xml" Id="Rfd1d0bf069e44503" /><Relationship Type="http://schemas.openxmlformats.org/officeDocument/2006/relationships/slide" Target="/ppt/slides/slide198.xml" Id="Reb98241b3df34ddd" /><Relationship Type="http://schemas.openxmlformats.org/officeDocument/2006/relationships/slide" Target="/ppt/slides/slide199.xml" Id="R6ebdbe09c0fc4828" /><Relationship Type="http://schemas.openxmlformats.org/officeDocument/2006/relationships/slide" Target="/ppt/slides/slide200.xml" Id="R94ebf3af535d4078" /><Relationship Type="http://schemas.openxmlformats.org/officeDocument/2006/relationships/slide" Target="/ppt/slides/slide201.xml" Id="Rc3955d1bc15543c2" /><Relationship Type="http://schemas.openxmlformats.org/officeDocument/2006/relationships/slide" Target="/ppt/slides/slide202.xml" Id="R4017d888d6a045c8" /><Relationship Type="http://schemas.openxmlformats.org/officeDocument/2006/relationships/slide" Target="/ppt/slides/slide203.xml" Id="R24bd39e12e2b488a" /><Relationship Type="http://schemas.openxmlformats.org/officeDocument/2006/relationships/slide" Target="/ppt/slides/slide204.xml" Id="R6a6ffd36047e4100" /><Relationship Type="http://schemas.openxmlformats.org/officeDocument/2006/relationships/slide" Target="/ppt/slides/slide205.xml" Id="R41fd189c2213457c" /><Relationship Type="http://schemas.openxmlformats.org/officeDocument/2006/relationships/slide" Target="/ppt/slides/slide206.xml" Id="Rcaf2c25db8d7424d" /><Relationship Type="http://schemas.openxmlformats.org/officeDocument/2006/relationships/slide" Target="/ppt/slides/slide207.xml" Id="R98022e9684bc4959" /><Relationship Type="http://schemas.openxmlformats.org/officeDocument/2006/relationships/slide" Target="/ppt/slides/slide208.xml" Id="R3e67fbe32877406d" /><Relationship Type="http://schemas.openxmlformats.org/officeDocument/2006/relationships/slide" Target="/ppt/slides/slide209.xml" Id="R611c0e6cf01d4028" /><Relationship Type="http://schemas.openxmlformats.org/officeDocument/2006/relationships/slide" Target="/ppt/slides/slide210.xml" Id="Rc1d6bfe854354bc4" /><Relationship Type="http://schemas.openxmlformats.org/officeDocument/2006/relationships/slide" Target="/ppt/slides/slide211.xml" Id="Rec74cb523e164ec2" /><Relationship Type="http://schemas.openxmlformats.org/officeDocument/2006/relationships/slide" Target="/ppt/slides/slide212.xml" Id="R8417c06ebb724ed7" /><Relationship Type="http://schemas.openxmlformats.org/officeDocument/2006/relationships/slide" Target="/ppt/slides/slide213.xml" Id="Rb644f521359f435d" /><Relationship Type="http://schemas.openxmlformats.org/officeDocument/2006/relationships/slide" Target="/ppt/slides/slide214.xml" Id="Rda3cc7ff6acb46d2" /><Relationship Type="http://schemas.openxmlformats.org/officeDocument/2006/relationships/slide" Target="/ppt/slides/slide215.xml" Id="R47ada1e3ffa74083" /><Relationship Type="http://schemas.openxmlformats.org/officeDocument/2006/relationships/slide" Target="/ppt/slides/slide216.xml" Id="R32da40e6bfda4156" /><Relationship Type="http://schemas.openxmlformats.org/officeDocument/2006/relationships/slide" Target="/ppt/slides/slide217.xml" Id="R2d280c76c5ef46df" /><Relationship Type="http://schemas.openxmlformats.org/officeDocument/2006/relationships/slide" Target="/ppt/slides/slide218.xml" Id="Rece604b1d3804686" /><Relationship Type="http://schemas.openxmlformats.org/officeDocument/2006/relationships/slide" Target="/ppt/slides/slide219.xml" Id="R86df86efe5674157" /><Relationship Type="http://schemas.openxmlformats.org/officeDocument/2006/relationships/slide" Target="/ppt/slides/slide220.xml" Id="R8d2a132836264179" /><Relationship Type="http://schemas.openxmlformats.org/officeDocument/2006/relationships/slide" Target="/ppt/slides/slide221.xml" Id="R5113f25bc48a435b" /><Relationship Type="http://schemas.openxmlformats.org/officeDocument/2006/relationships/slide" Target="/ppt/slides/slide222.xml" Id="R9e7ecbbff16d4654" /><Relationship Type="http://schemas.openxmlformats.org/officeDocument/2006/relationships/slide" Target="/ppt/slides/slide223.xml" Id="R36e738abe91b4747" /><Relationship Type="http://schemas.openxmlformats.org/officeDocument/2006/relationships/slide" Target="/ppt/slides/slide224.xml" Id="R400115524e674be8" /><Relationship Type="http://schemas.openxmlformats.org/officeDocument/2006/relationships/slide" Target="/ppt/slides/slide225.xml" Id="R3d8b2e6ecd32466c" /><Relationship Type="http://schemas.openxmlformats.org/officeDocument/2006/relationships/slide" Target="/ppt/slides/slide226.xml" Id="Reb30483acee34c4a" /><Relationship Type="http://schemas.openxmlformats.org/officeDocument/2006/relationships/slide" Target="/ppt/slides/slide227.xml" Id="R761707e8048048f0" /><Relationship Type="http://schemas.openxmlformats.org/officeDocument/2006/relationships/slide" Target="/ppt/slides/slide228.xml" Id="Rfb6f4b85153a4044" /><Relationship Type="http://schemas.openxmlformats.org/officeDocument/2006/relationships/slide" Target="/ppt/slides/slide229.xml" Id="R8df06dc895564f99" /><Relationship Type="http://schemas.openxmlformats.org/officeDocument/2006/relationships/slide" Target="/ppt/slides/slide230.xml" Id="R75ee2437627b4a64" /><Relationship Type="http://schemas.openxmlformats.org/officeDocument/2006/relationships/slide" Target="/ppt/slides/slide231.xml" Id="R1ad60c1094154714" /><Relationship Type="http://schemas.openxmlformats.org/officeDocument/2006/relationships/slide" Target="/ppt/slides/slide232.xml" Id="R05be864f63c34b40" /><Relationship Type="http://schemas.openxmlformats.org/officeDocument/2006/relationships/slide" Target="/ppt/slides/slide233.xml" Id="Rfff3ea096de04d63" /><Relationship Type="http://schemas.openxmlformats.org/officeDocument/2006/relationships/slide" Target="/ppt/slides/slide234.xml" Id="R440f7502ca5f41dc" /><Relationship Type="http://schemas.openxmlformats.org/officeDocument/2006/relationships/slide" Target="/ppt/slides/slide235.xml" Id="Rfcad6d4f8f984d94" /><Relationship Type="http://schemas.openxmlformats.org/officeDocument/2006/relationships/slide" Target="/ppt/slides/slide236.xml" Id="R931993d669c14bb6" /><Relationship Type="http://schemas.openxmlformats.org/officeDocument/2006/relationships/slide" Target="/ppt/slides/slide237.xml" Id="R436a379d23a1485b" /><Relationship Type="http://schemas.openxmlformats.org/officeDocument/2006/relationships/slide" Target="/ppt/slides/slide238.xml" Id="R9d8364ea990f48ce" /><Relationship Type="http://schemas.openxmlformats.org/officeDocument/2006/relationships/slide" Target="/ppt/slides/slide239.xml" Id="Re8438a2fb9234eef" /><Relationship Type="http://schemas.openxmlformats.org/officeDocument/2006/relationships/slide" Target="/ppt/slides/slide240.xml" Id="Ra6573f924cc849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ca7ac651524f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42989bca4f4fca" /><Relationship Type="http://schemas.openxmlformats.org/officeDocument/2006/relationships/notesMaster" Target="/ppt/notesMasters/notesMaster1.xml" Id="Rb6383056531449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196f6b74a4441e" /><Relationship Type="http://schemas.openxmlformats.org/officeDocument/2006/relationships/notesMaster" Target="/ppt/notesMasters/notesMaster1.xml" Id="Rbe00764ffae14c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1f7d6d423f4883" /><Relationship Type="http://schemas.openxmlformats.org/officeDocument/2006/relationships/notesMaster" Target="/ppt/notesMasters/notesMaster1.xml" Id="Rfc93ba1eae5b4a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030a05cd84a08" /><Relationship Type="http://schemas.openxmlformats.org/officeDocument/2006/relationships/notesMaster" Target="/ppt/notesMasters/notesMaster1.xml" Id="Rde08c898ab394c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21569433524dc9" /><Relationship Type="http://schemas.openxmlformats.org/officeDocument/2006/relationships/notesMaster" Target="/ppt/notesMasters/notesMaster1.xml" Id="R06a0fb561fbc4f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c4b298ec1646bc" /><Relationship Type="http://schemas.openxmlformats.org/officeDocument/2006/relationships/notesMaster" Target="/ppt/notesMasters/notesMaster1.xml" Id="R565e806d304549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5b390a8aa8477f" /><Relationship Type="http://schemas.openxmlformats.org/officeDocument/2006/relationships/notesMaster" Target="/ppt/notesMasters/notesMaster1.xml" Id="R3127c57878b744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4dcada1a284813" /><Relationship Type="http://schemas.openxmlformats.org/officeDocument/2006/relationships/notesMaster" Target="/ppt/notesMasters/notesMaster1.xml" Id="R6e05fed3ff6948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088a7cc99040bc" /><Relationship Type="http://schemas.openxmlformats.org/officeDocument/2006/relationships/notesMaster" Target="/ppt/notesMasters/notesMaster1.xml" Id="Re5d6dd1256ba43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b8118ff52f4a1d" /><Relationship Type="http://schemas.openxmlformats.org/officeDocument/2006/relationships/notesMaster" Target="/ppt/notesMasters/notesMaster1.xml" Id="R5f53e465261f4c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fff7706940438d" /><Relationship Type="http://schemas.openxmlformats.org/officeDocument/2006/relationships/notesMaster" Target="/ppt/notesMasters/notesMaster1.xml" Id="Rc05bb5be39464d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b132c7b1fc4c75" /><Relationship Type="http://schemas.openxmlformats.org/officeDocument/2006/relationships/notesMaster" Target="/ppt/notesMasters/notesMaster1.xml" Id="R7939da3e38fe4f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d0d1b3a6bb47a8" /><Relationship Type="http://schemas.openxmlformats.org/officeDocument/2006/relationships/notesMaster" Target="/ppt/notesMasters/notesMaster1.xml" Id="R634b02694bbd43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30c08862684de1" /><Relationship Type="http://schemas.openxmlformats.org/officeDocument/2006/relationships/notesMaster" Target="/ppt/notesMasters/notesMaster1.xml" Id="Rcdc7cb8016084b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3fcae0616c4de9" /><Relationship Type="http://schemas.openxmlformats.org/officeDocument/2006/relationships/notesMaster" Target="/ppt/notesMasters/notesMaster1.xml" Id="Rc24fadefddea43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3672c51e794bc8" /><Relationship Type="http://schemas.openxmlformats.org/officeDocument/2006/relationships/notesMaster" Target="/ppt/notesMasters/notesMaster1.xml" Id="R9a693b89278e46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140e93510f54105" /><Relationship Type="http://schemas.openxmlformats.org/officeDocument/2006/relationships/notesMaster" Target="/ppt/notesMasters/notesMaster1.xml" Id="R73a7cae7b6f54d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c90d36b8aa48f8" /><Relationship Type="http://schemas.openxmlformats.org/officeDocument/2006/relationships/notesMaster" Target="/ppt/notesMasters/notesMaster1.xml" Id="R280ff1d6ffb04b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c1cd21f5bac4a93" /><Relationship Type="http://schemas.openxmlformats.org/officeDocument/2006/relationships/notesMaster" Target="/ppt/notesMasters/notesMaster1.xml" Id="Rdabce91a44144b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836ffd26e746a9" /><Relationship Type="http://schemas.openxmlformats.org/officeDocument/2006/relationships/notesMaster" Target="/ppt/notesMasters/notesMaster1.xml" Id="Ref259e7e532f49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6637be04aa4328" /><Relationship Type="http://schemas.openxmlformats.org/officeDocument/2006/relationships/notesMaster" Target="/ppt/notesMasters/notesMaster1.xml" Id="R7338ce8292b049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631a58df9d4a88" /><Relationship Type="http://schemas.openxmlformats.org/officeDocument/2006/relationships/notesMaster" Target="/ppt/notesMasters/notesMaster1.xml" Id="Recabdc0748154b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134971ef4e24915" /><Relationship Type="http://schemas.openxmlformats.org/officeDocument/2006/relationships/notesMaster" Target="/ppt/notesMasters/notesMaster1.xml" Id="Rf23b313c77e34a4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26686bf51e4896" /><Relationship Type="http://schemas.openxmlformats.org/officeDocument/2006/relationships/notesMaster" Target="/ppt/notesMasters/notesMaster1.xml" Id="R53ace608f5fe481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6ef928342a4276" /><Relationship Type="http://schemas.openxmlformats.org/officeDocument/2006/relationships/notesMaster" Target="/ppt/notesMasters/notesMaster1.xml" Id="R17fd3f6d79cf481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5b3fad92aa4e1c" /><Relationship Type="http://schemas.openxmlformats.org/officeDocument/2006/relationships/notesMaster" Target="/ppt/notesMasters/notesMaster1.xml" Id="R6a818fe046bb403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39819c69c1d4648" /><Relationship Type="http://schemas.openxmlformats.org/officeDocument/2006/relationships/notesMaster" Target="/ppt/notesMasters/notesMaster1.xml" Id="Rf4126b2a560a449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6e69851bdd548eb" /><Relationship Type="http://schemas.openxmlformats.org/officeDocument/2006/relationships/notesMaster" Target="/ppt/notesMasters/notesMaster1.xml" Id="R94a2756fbd8f418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e3c2099f81f4875" /><Relationship Type="http://schemas.openxmlformats.org/officeDocument/2006/relationships/notesMaster" Target="/ppt/notesMasters/notesMaster1.xml" Id="R93739c355dd8412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2f3e61e0954475" /><Relationship Type="http://schemas.openxmlformats.org/officeDocument/2006/relationships/notesMaster" Target="/ppt/notesMasters/notesMaster1.xml" Id="R356f41984eff4b3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230b3df233b4f7d" /><Relationship Type="http://schemas.openxmlformats.org/officeDocument/2006/relationships/notesMaster" Target="/ppt/notesMasters/notesMaster1.xml" Id="Rbf6d0da1d61141a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f4dbd52cb8a4547" /><Relationship Type="http://schemas.openxmlformats.org/officeDocument/2006/relationships/notesMaster" Target="/ppt/notesMasters/notesMaster1.xml" Id="R37df098688c546b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316b11e394443f2" /><Relationship Type="http://schemas.openxmlformats.org/officeDocument/2006/relationships/notesMaster" Target="/ppt/notesMasters/notesMaster1.xml" Id="R8bc74e572e3f44d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a52decde8cc41ac" /><Relationship Type="http://schemas.openxmlformats.org/officeDocument/2006/relationships/notesMaster" Target="/ppt/notesMasters/notesMaster1.xml" Id="R067e874e976b420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e8a338f8e1b4b53" /><Relationship Type="http://schemas.openxmlformats.org/officeDocument/2006/relationships/notesMaster" Target="/ppt/notesMasters/notesMaster1.xml" Id="R67674e6170b84b4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6fc2f8191f43ed" /><Relationship Type="http://schemas.openxmlformats.org/officeDocument/2006/relationships/notesMaster" Target="/ppt/notesMasters/notesMaster1.xml" Id="R813ea61641474ec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b7224b61f954acf" /><Relationship Type="http://schemas.openxmlformats.org/officeDocument/2006/relationships/notesMaster" Target="/ppt/notesMasters/notesMaster1.xml" Id="R1b8b8838c90f400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09219f6ffd54183" /><Relationship Type="http://schemas.openxmlformats.org/officeDocument/2006/relationships/notesMaster" Target="/ppt/notesMasters/notesMaster1.xml" Id="R0bae2678b91e4ad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4e9544d68d94601" /><Relationship Type="http://schemas.openxmlformats.org/officeDocument/2006/relationships/notesMaster" Target="/ppt/notesMasters/notesMaster1.xml" Id="R67ab3f0e3a7f4c4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d35efcf0ed54e06" /><Relationship Type="http://schemas.openxmlformats.org/officeDocument/2006/relationships/notesMaster" Target="/ppt/notesMasters/notesMaster1.xml" Id="R454200e0a5fb4a4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6e6f351f63d46ad" /><Relationship Type="http://schemas.openxmlformats.org/officeDocument/2006/relationships/notesMaster" Target="/ppt/notesMasters/notesMaster1.xml" Id="R6c62e6eb5b38473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9ce4812a9bf4162" /><Relationship Type="http://schemas.openxmlformats.org/officeDocument/2006/relationships/notesMaster" Target="/ppt/notesMasters/notesMaster1.xml" Id="R730da21990f84b6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182d9bde1b54f6a" /><Relationship Type="http://schemas.openxmlformats.org/officeDocument/2006/relationships/notesMaster" Target="/ppt/notesMasters/notesMaster1.xml" Id="R5fa866328878485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531c153c9ff49ef" /><Relationship Type="http://schemas.openxmlformats.org/officeDocument/2006/relationships/notesMaster" Target="/ppt/notesMasters/notesMaster1.xml" Id="Rc0d1a2be5eb74a2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06378fe2763436b" /><Relationship Type="http://schemas.openxmlformats.org/officeDocument/2006/relationships/notesMaster" Target="/ppt/notesMasters/notesMaster1.xml" Id="R572e5ed0f5274fb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0372b384e8d459a" /><Relationship Type="http://schemas.openxmlformats.org/officeDocument/2006/relationships/notesMaster" Target="/ppt/notesMasters/notesMaster1.xml" Id="R440b073880b34ae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f5de346b9f64f54" /><Relationship Type="http://schemas.openxmlformats.org/officeDocument/2006/relationships/notesMaster" Target="/ppt/notesMasters/notesMaster1.xml" Id="R1b73f3ae6ad74e5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94c2e66423b41a0" /><Relationship Type="http://schemas.openxmlformats.org/officeDocument/2006/relationships/notesMaster" Target="/ppt/notesMasters/notesMaster1.xml" Id="Rce31fb9f77074f2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886ef9cb89c42ef" /><Relationship Type="http://schemas.openxmlformats.org/officeDocument/2006/relationships/notesMaster" Target="/ppt/notesMasters/notesMaster1.xml" Id="R149cf05dc995473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4ff36dfe9b24e45" /><Relationship Type="http://schemas.openxmlformats.org/officeDocument/2006/relationships/notesMaster" Target="/ppt/notesMasters/notesMaster1.xml" Id="R0f4a36c56ab74b9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e0e17b2802b420c" /><Relationship Type="http://schemas.openxmlformats.org/officeDocument/2006/relationships/notesMaster" Target="/ppt/notesMasters/notesMaster1.xml" Id="R520c87921a2243c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39a3a4b7b8b4232" /><Relationship Type="http://schemas.openxmlformats.org/officeDocument/2006/relationships/notesMaster" Target="/ppt/notesMasters/notesMaster1.xml" Id="R905cb3b0de3b44f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b0296520448549b8" /><Relationship Type="http://schemas.openxmlformats.org/officeDocument/2006/relationships/notesMaster" Target="/ppt/notesMasters/notesMaster1.xml" Id="R34b28c640b2c4ec9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b3a01774e064ac9" /><Relationship Type="http://schemas.openxmlformats.org/officeDocument/2006/relationships/notesMaster" Target="/ppt/notesMasters/notesMaster1.xml" Id="R4e1cc0bf12c949d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a313893371847bb" /><Relationship Type="http://schemas.openxmlformats.org/officeDocument/2006/relationships/notesMaster" Target="/ppt/notesMasters/notesMaster1.xml" Id="Rc26a7068a2c24ca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8d21712e3294d6f" /><Relationship Type="http://schemas.openxmlformats.org/officeDocument/2006/relationships/notesMaster" Target="/ppt/notesMasters/notesMaster1.xml" Id="R9c911d7ddf2f40d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c9fa4f0dded488d" /><Relationship Type="http://schemas.openxmlformats.org/officeDocument/2006/relationships/notesMaster" Target="/ppt/notesMasters/notesMaster1.xml" Id="R3e776a72cc65432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7ee35c580e74afd" /><Relationship Type="http://schemas.openxmlformats.org/officeDocument/2006/relationships/notesMaster" Target="/ppt/notesMasters/notesMaster1.xml" Id="R26eb053ce6d14a59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696754cf9304d84" /><Relationship Type="http://schemas.openxmlformats.org/officeDocument/2006/relationships/notesMaster" Target="/ppt/notesMasters/notesMaster1.xml" Id="Rd6a33ecdd74e472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66cde7cc5e54114" /><Relationship Type="http://schemas.openxmlformats.org/officeDocument/2006/relationships/notesMaster" Target="/ppt/notesMasters/notesMaster1.xml" Id="Rb754ff5392de47f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2b127947b744bed" /><Relationship Type="http://schemas.openxmlformats.org/officeDocument/2006/relationships/notesMaster" Target="/ppt/notesMasters/notesMaster1.xml" Id="R8feb8e0cad4743d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ce21752289b04cda" /><Relationship Type="http://schemas.openxmlformats.org/officeDocument/2006/relationships/notesMaster" Target="/ppt/notesMasters/notesMaster1.xml" Id="Rc1637525b6624e53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934dd28376b4c0c" /><Relationship Type="http://schemas.openxmlformats.org/officeDocument/2006/relationships/notesMaster" Target="/ppt/notesMasters/notesMaster1.xml" Id="R2cbba921600d451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c12f0a469df4534" /><Relationship Type="http://schemas.openxmlformats.org/officeDocument/2006/relationships/notesMaster" Target="/ppt/notesMasters/notesMaster1.xml" Id="Rc887f2d93fa340af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d6fc9b396ac4ab2" /><Relationship Type="http://schemas.openxmlformats.org/officeDocument/2006/relationships/notesMaster" Target="/ppt/notesMasters/notesMaster1.xml" Id="R0361cab1b85c4ed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2f79ec3f2544577" /><Relationship Type="http://schemas.openxmlformats.org/officeDocument/2006/relationships/notesMaster" Target="/ppt/notesMasters/notesMaster1.xml" Id="R68c04d33a79442a4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59ea41919cb4ce2" /><Relationship Type="http://schemas.openxmlformats.org/officeDocument/2006/relationships/notesMaster" Target="/ppt/notesMasters/notesMaster1.xml" Id="Rd4383f7828ae429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537043ba5ed492c" /><Relationship Type="http://schemas.openxmlformats.org/officeDocument/2006/relationships/notesMaster" Target="/ppt/notesMasters/notesMaster1.xml" Id="Raefd872ffa594b0d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ac6fafb60a4944fe" /><Relationship Type="http://schemas.openxmlformats.org/officeDocument/2006/relationships/notesMaster" Target="/ppt/notesMasters/notesMaster1.xml" Id="R7a1d68f4cfa743dc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b850633e56104824" /><Relationship Type="http://schemas.openxmlformats.org/officeDocument/2006/relationships/notesMaster" Target="/ppt/notesMasters/notesMaster1.xml" Id="Rf9a390ea0200489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104ff50f7aeb4428" /><Relationship Type="http://schemas.openxmlformats.org/officeDocument/2006/relationships/notesMaster" Target="/ppt/notesMasters/notesMaster1.xml" Id="R564119bc22094b9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378f64dc99c4834" /><Relationship Type="http://schemas.openxmlformats.org/officeDocument/2006/relationships/notesMaster" Target="/ppt/notesMasters/notesMaster1.xml" Id="R8e6880d13b2a4467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b585574135b4b75" /><Relationship Type="http://schemas.openxmlformats.org/officeDocument/2006/relationships/notesMaster" Target="/ppt/notesMasters/notesMaster1.xml" Id="R61eea5ad30e848f9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0fe660df0d1e4caa" /><Relationship Type="http://schemas.openxmlformats.org/officeDocument/2006/relationships/notesMaster" Target="/ppt/notesMasters/notesMaster1.xml" Id="R76a0db4db200425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b3cbddfa253e4b34" /><Relationship Type="http://schemas.openxmlformats.org/officeDocument/2006/relationships/notesMaster" Target="/ppt/notesMasters/notesMaster1.xml" Id="R33da0431ee6d40fa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3460555744c420d" /><Relationship Type="http://schemas.openxmlformats.org/officeDocument/2006/relationships/notesMaster" Target="/ppt/notesMasters/notesMaster1.xml" Id="R8a9711e1523841a7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c13de93df7c44a37" /><Relationship Type="http://schemas.openxmlformats.org/officeDocument/2006/relationships/notesMaster" Target="/ppt/notesMasters/notesMaster1.xml" Id="R82d3d514f7a44017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90f996b92c04400e" /><Relationship Type="http://schemas.openxmlformats.org/officeDocument/2006/relationships/notesMaster" Target="/ppt/notesMasters/notesMaster1.xml" Id="R22340a1bff5145b2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58e7772d726d4f93" /><Relationship Type="http://schemas.openxmlformats.org/officeDocument/2006/relationships/notesMaster" Target="/ppt/notesMasters/notesMaster1.xml" Id="R1722e7d9f8ab4d6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1ad04997eb8e4e95" /><Relationship Type="http://schemas.openxmlformats.org/officeDocument/2006/relationships/notesMaster" Target="/ppt/notesMasters/notesMaster1.xml" Id="R94e9a89a78e943af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252044425e164bdd" /><Relationship Type="http://schemas.openxmlformats.org/officeDocument/2006/relationships/notesMaster" Target="/ppt/notesMasters/notesMaster1.xml" Id="R57e4a4433c664cb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61cf2b1a52124c90" /><Relationship Type="http://schemas.openxmlformats.org/officeDocument/2006/relationships/notesMaster" Target="/ppt/notesMasters/notesMaster1.xml" Id="Rb70ff9978b354bf5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30b58929eb014572" /><Relationship Type="http://schemas.openxmlformats.org/officeDocument/2006/relationships/notesMaster" Target="/ppt/notesMasters/notesMaster1.xml" Id="Ra73faf1a1b72429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c20154eb01346bb" /><Relationship Type="http://schemas.openxmlformats.org/officeDocument/2006/relationships/notesMaster" Target="/ppt/notesMasters/notesMaster1.xml" Id="R5335392af9684e99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22a6a499a2c4949" /><Relationship Type="http://schemas.openxmlformats.org/officeDocument/2006/relationships/notesMaster" Target="/ppt/notesMasters/notesMaster1.xml" Id="R433bfa8b72334117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2c80c5fd2da843b1" /><Relationship Type="http://schemas.openxmlformats.org/officeDocument/2006/relationships/notesMaster" Target="/ppt/notesMasters/notesMaster1.xml" Id="R51c8b26a2771484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3bca75c531ac4458" /><Relationship Type="http://schemas.openxmlformats.org/officeDocument/2006/relationships/notesMaster" Target="/ppt/notesMasters/notesMaster1.xml" Id="Ra87b7237b49a45c5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8883ced75fef4509" /><Relationship Type="http://schemas.openxmlformats.org/officeDocument/2006/relationships/notesMaster" Target="/ppt/notesMasters/notesMaster1.xml" Id="R50ab143e887f4492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bc0647168af14177" /><Relationship Type="http://schemas.openxmlformats.org/officeDocument/2006/relationships/notesMaster" Target="/ppt/notesMasters/notesMaster1.xml" Id="Rc7c115c89e9c4934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47e3794ab8724a73" /><Relationship Type="http://schemas.openxmlformats.org/officeDocument/2006/relationships/notesMaster" Target="/ppt/notesMasters/notesMaster1.xml" Id="R09280c4185dd47d8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38a2559f02541cc" /><Relationship Type="http://schemas.openxmlformats.org/officeDocument/2006/relationships/notesMaster" Target="/ppt/notesMasters/notesMaster1.xml" Id="Rce2e42de8d2042a7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39325da8588a4a84" /><Relationship Type="http://schemas.openxmlformats.org/officeDocument/2006/relationships/notesMaster" Target="/ppt/notesMasters/notesMaster1.xml" Id="Rdd1459004a934c85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6667dfc746974cd9" /><Relationship Type="http://schemas.openxmlformats.org/officeDocument/2006/relationships/notesMaster" Target="/ppt/notesMasters/notesMaster1.xml" Id="Ra97f80d4655741b7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94b9ffe265d3429b" /><Relationship Type="http://schemas.openxmlformats.org/officeDocument/2006/relationships/notesMaster" Target="/ppt/notesMasters/notesMaster1.xml" Id="R7c69096a17954fb3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3133059ffb184b4f" /><Relationship Type="http://schemas.openxmlformats.org/officeDocument/2006/relationships/notesMaster" Target="/ppt/notesMasters/notesMaster1.xml" Id="Re7adc6b61cde4d5d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e01fa5fe9144c87" /><Relationship Type="http://schemas.openxmlformats.org/officeDocument/2006/relationships/notesMaster" Target="/ppt/notesMasters/notesMaster1.xml" Id="Rc2f53f295f2c48d9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c1d7905a58cf4409" /><Relationship Type="http://schemas.openxmlformats.org/officeDocument/2006/relationships/notesMaster" Target="/ppt/notesMasters/notesMaster1.xml" Id="R52a6b99865b34e68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bdb8d5f53dbb432a" /><Relationship Type="http://schemas.openxmlformats.org/officeDocument/2006/relationships/notesMaster" Target="/ppt/notesMasters/notesMaster1.xml" Id="R291ad62b3c754cf5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98f265dfb6bb4e8c" /><Relationship Type="http://schemas.openxmlformats.org/officeDocument/2006/relationships/notesMaster" Target="/ppt/notesMasters/notesMaster1.xml" Id="Rd80fef0a00234bc4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5195b535b38f4948" /><Relationship Type="http://schemas.openxmlformats.org/officeDocument/2006/relationships/notesMaster" Target="/ppt/notesMasters/notesMaster1.xml" Id="R2417c75237ec4a5a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1c2fe21a25bd4706" /><Relationship Type="http://schemas.openxmlformats.org/officeDocument/2006/relationships/notesMaster" Target="/ppt/notesMasters/notesMaster1.xml" Id="Rf4a642d0ddd047fb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1a9dd14870a14c22" /><Relationship Type="http://schemas.openxmlformats.org/officeDocument/2006/relationships/notesMaster" Target="/ppt/notesMasters/notesMaster1.xml" Id="Rc7e3a4813b444226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908ce1040f5948e5" /><Relationship Type="http://schemas.openxmlformats.org/officeDocument/2006/relationships/notesMaster" Target="/ppt/notesMasters/notesMaster1.xml" Id="R5cdd347cfbf44378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59a133a6aa7f4f35" /><Relationship Type="http://schemas.openxmlformats.org/officeDocument/2006/relationships/notesMaster" Target="/ppt/notesMasters/notesMaster1.xml" Id="Rb9371644cb714c3a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026989c006b54120" /><Relationship Type="http://schemas.openxmlformats.org/officeDocument/2006/relationships/notesMaster" Target="/ppt/notesMasters/notesMaster1.xml" Id="R4f4d16c303314041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cbad112d0f1641a1" /><Relationship Type="http://schemas.openxmlformats.org/officeDocument/2006/relationships/notesMaster" Target="/ppt/notesMasters/notesMaster1.xml" Id="Rd44c8686e1ce483e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d07f6d7774d444ab" /><Relationship Type="http://schemas.openxmlformats.org/officeDocument/2006/relationships/notesMaster" Target="/ppt/notesMasters/notesMaster1.xml" Id="Rfabc84ca79c84f41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76b8f3b2357343cf" /><Relationship Type="http://schemas.openxmlformats.org/officeDocument/2006/relationships/notesMaster" Target="/ppt/notesMasters/notesMaster1.xml" Id="R2bbf1c431a6749ab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787a3d262b6644b9" /><Relationship Type="http://schemas.openxmlformats.org/officeDocument/2006/relationships/notesMaster" Target="/ppt/notesMasters/notesMaster1.xml" Id="Rcba931cce3ff4ef4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8d02ddaf09534a52" /><Relationship Type="http://schemas.openxmlformats.org/officeDocument/2006/relationships/notesMaster" Target="/ppt/notesMasters/notesMaster1.xml" Id="Ree5d7e66061946ed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50e2cfcc97504ad7" /><Relationship Type="http://schemas.openxmlformats.org/officeDocument/2006/relationships/notesMaster" Target="/ppt/notesMasters/notesMaster1.xml" Id="R8e8c6935c3a649e0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9483d07e134c4756" /><Relationship Type="http://schemas.openxmlformats.org/officeDocument/2006/relationships/notesMaster" Target="/ppt/notesMasters/notesMaster1.xml" Id="Rd36bafde05004561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8e081afa43e54846" /><Relationship Type="http://schemas.openxmlformats.org/officeDocument/2006/relationships/notesMaster" Target="/ppt/notesMasters/notesMaster1.xml" Id="R8883989c7a314acd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dedfddac1ff04715" /><Relationship Type="http://schemas.openxmlformats.org/officeDocument/2006/relationships/notesMaster" Target="/ppt/notesMasters/notesMaster1.xml" Id="Reef0bbcf10d6410a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1541cc921a624cbf" /><Relationship Type="http://schemas.openxmlformats.org/officeDocument/2006/relationships/notesMaster" Target="/ppt/notesMasters/notesMaster1.xml" Id="R7724b5a27b6341c8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c63af66d627c47c7" /><Relationship Type="http://schemas.openxmlformats.org/officeDocument/2006/relationships/notesMaster" Target="/ppt/notesMasters/notesMaster1.xml" Id="Rcc4b5b1267614d77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7bb27ce7f72b479d" /><Relationship Type="http://schemas.openxmlformats.org/officeDocument/2006/relationships/notesMaster" Target="/ppt/notesMasters/notesMaster1.xml" Id="Re335c1e533d74aed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1f549feb4a7644e4" /><Relationship Type="http://schemas.openxmlformats.org/officeDocument/2006/relationships/notesMaster" Target="/ppt/notesMasters/notesMaster1.xml" Id="R161ca8f95dd4433d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b4fd921d388940e3" /><Relationship Type="http://schemas.openxmlformats.org/officeDocument/2006/relationships/notesMaster" Target="/ppt/notesMasters/notesMaster1.xml" Id="Rb974f9b810c64081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721569c4e3fa4c30" /><Relationship Type="http://schemas.openxmlformats.org/officeDocument/2006/relationships/notesMaster" Target="/ppt/notesMasters/notesMaster1.xml" Id="R727a4b8981024edf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164b7aaf6ebe4d9c" /><Relationship Type="http://schemas.openxmlformats.org/officeDocument/2006/relationships/notesMaster" Target="/ppt/notesMasters/notesMaster1.xml" Id="Rc06f5e4e5b644e58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6d84c34a57a34f97" /><Relationship Type="http://schemas.openxmlformats.org/officeDocument/2006/relationships/notesMaster" Target="/ppt/notesMasters/notesMaster1.xml" Id="R7fc82b69cdfb41fe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65e902d682974425" /><Relationship Type="http://schemas.openxmlformats.org/officeDocument/2006/relationships/notesMaster" Target="/ppt/notesMasters/notesMaster1.xml" Id="R5a0acfbec7d54b19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37132aa714bd4e2f" /><Relationship Type="http://schemas.openxmlformats.org/officeDocument/2006/relationships/notesMaster" Target="/ppt/notesMasters/notesMaster1.xml" Id="R2ad1fcf71e1942a9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6d35b45339aa4b39" /><Relationship Type="http://schemas.openxmlformats.org/officeDocument/2006/relationships/notesMaster" Target="/ppt/notesMasters/notesMaster1.xml" Id="R2e65670d5ae64621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a35ac751ca1b4384" /><Relationship Type="http://schemas.openxmlformats.org/officeDocument/2006/relationships/notesMaster" Target="/ppt/notesMasters/notesMaster1.xml" Id="Rc05e57119d35468f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ebb29fbad2164ce7" /><Relationship Type="http://schemas.openxmlformats.org/officeDocument/2006/relationships/notesMaster" Target="/ppt/notesMasters/notesMaster1.xml" Id="Rc1b656c8bd6b4013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e7c11454d69b4078" /><Relationship Type="http://schemas.openxmlformats.org/officeDocument/2006/relationships/notesMaster" Target="/ppt/notesMasters/notesMaster1.xml" Id="R348a73a94c3e4431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fda0f38e71a74bab" /><Relationship Type="http://schemas.openxmlformats.org/officeDocument/2006/relationships/notesMaster" Target="/ppt/notesMasters/notesMaster1.xml" Id="R30b6864a64bd41a8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f9a71b2a36f649d6" /><Relationship Type="http://schemas.openxmlformats.org/officeDocument/2006/relationships/notesMaster" Target="/ppt/notesMasters/notesMaster1.xml" Id="R600d11c0d97e413b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1e7fc0d5aa434e0b" /><Relationship Type="http://schemas.openxmlformats.org/officeDocument/2006/relationships/notesMaster" Target="/ppt/notesMasters/notesMaster1.xml" Id="R242f557ffda344d8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04860b73d94d47a0" /><Relationship Type="http://schemas.openxmlformats.org/officeDocument/2006/relationships/notesMaster" Target="/ppt/notesMasters/notesMaster1.xml" Id="Rd27b13a70bd8436f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e5ce2ed4b10d4159" /><Relationship Type="http://schemas.openxmlformats.org/officeDocument/2006/relationships/notesMaster" Target="/ppt/notesMasters/notesMaster1.xml" Id="R18e3e7e8676d4db2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af4b1ffe6b3140b7" /><Relationship Type="http://schemas.openxmlformats.org/officeDocument/2006/relationships/notesMaster" Target="/ppt/notesMasters/notesMaster1.xml" Id="R1362e9e97a504769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06baee6cb7824fa8" /><Relationship Type="http://schemas.openxmlformats.org/officeDocument/2006/relationships/notesMaster" Target="/ppt/notesMasters/notesMaster1.xml" Id="Rd13af3f1aa3741ef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b5b0a41e063f4d1b" /><Relationship Type="http://schemas.openxmlformats.org/officeDocument/2006/relationships/notesMaster" Target="/ppt/notesMasters/notesMaster1.xml" Id="R2b560c583a014eb5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79f72156381044ba" /><Relationship Type="http://schemas.openxmlformats.org/officeDocument/2006/relationships/notesMaster" Target="/ppt/notesMasters/notesMaster1.xml" Id="R0fa6362ca0214e27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5d8a925f86804a31" /><Relationship Type="http://schemas.openxmlformats.org/officeDocument/2006/relationships/notesMaster" Target="/ppt/notesMasters/notesMaster1.xml" Id="Rea84e37957154440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4e5136166dbb4b41" /><Relationship Type="http://schemas.openxmlformats.org/officeDocument/2006/relationships/notesMaster" Target="/ppt/notesMasters/notesMaster1.xml" Id="R3e1f4bff67a74e7a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92b7cc6776af4ac3" /><Relationship Type="http://schemas.openxmlformats.org/officeDocument/2006/relationships/notesMaster" Target="/ppt/notesMasters/notesMaster1.xml" Id="R1bf6053e01224ce8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440ca0ce12594bf5" /><Relationship Type="http://schemas.openxmlformats.org/officeDocument/2006/relationships/notesMaster" Target="/ppt/notesMasters/notesMaster1.xml" Id="Rb80b9f437c4e4e1a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f6e72359847a4a52" /><Relationship Type="http://schemas.openxmlformats.org/officeDocument/2006/relationships/notesMaster" Target="/ppt/notesMasters/notesMaster1.xml" Id="R0b25e041f83e43ff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156e7dca39c345da" /><Relationship Type="http://schemas.openxmlformats.org/officeDocument/2006/relationships/notesMaster" Target="/ppt/notesMasters/notesMaster1.xml" Id="R182a8e6b51144533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998e760af6dc4ad5" /><Relationship Type="http://schemas.openxmlformats.org/officeDocument/2006/relationships/notesMaster" Target="/ppt/notesMasters/notesMaster1.xml" Id="R7a8c096074b54c00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304282d5b2a94c40" /><Relationship Type="http://schemas.openxmlformats.org/officeDocument/2006/relationships/notesMaster" Target="/ppt/notesMasters/notesMaster1.xml" Id="R315b741fa461461c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069631d8a873494f" /><Relationship Type="http://schemas.openxmlformats.org/officeDocument/2006/relationships/notesMaster" Target="/ppt/notesMasters/notesMaster1.xml" Id="Ref3beed2800146a8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788b3ca832654713" /><Relationship Type="http://schemas.openxmlformats.org/officeDocument/2006/relationships/notesMaster" Target="/ppt/notesMasters/notesMaster1.xml" Id="R2fa213095d934fb1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9694437173e74aeb" /><Relationship Type="http://schemas.openxmlformats.org/officeDocument/2006/relationships/notesMaster" Target="/ppt/notesMasters/notesMaster1.xml" Id="Rb5a92a61a0574534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54365ce434b64472" /><Relationship Type="http://schemas.openxmlformats.org/officeDocument/2006/relationships/notesMaster" Target="/ppt/notesMasters/notesMaster1.xml" Id="R768d1a9a0a434874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af3103d473bc4886" /><Relationship Type="http://schemas.openxmlformats.org/officeDocument/2006/relationships/notesMaster" Target="/ppt/notesMasters/notesMaster1.xml" Id="R7019ea555bca427f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7503f0f4212a4bb3" /><Relationship Type="http://schemas.openxmlformats.org/officeDocument/2006/relationships/notesMaster" Target="/ppt/notesMasters/notesMaster1.xml" Id="R12e4a13fa8314b51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dc1c6e36c3644b11" /><Relationship Type="http://schemas.openxmlformats.org/officeDocument/2006/relationships/notesMaster" Target="/ppt/notesMasters/notesMaster1.xml" Id="R0efe818f758e46ac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3c61675f063b4fff" /><Relationship Type="http://schemas.openxmlformats.org/officeDocument/2006/relationships/notesMaster" Target="/ppt/notesMasters/notesMaster1.xml" Id="R73a0d19ac33f4f67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b8b13204e5024c4c" /><Relationship Type="http://schemas.openxmlformats.org/officeDocument/2006/relationships/notesMaster" Target="/ppt/notesMasters/notesMaster1.xml" Id="R7d6c799ba2f84ec9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81f6dc7117d7403d" /><Relationship Type="http://schemas.openxmlformats.org/officeDocument/2006/relationships/notesMaster" Target="/ppt/notesMasters/notesMaster1.xml" Id="R0cb19ffae5684258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6ac1fa2f9b9d4920" /><Relationship Type="http://schemas.openxmlformats.org/officeDocument/2006/relationships/notesMaster" Target="/ppt/notesMasters/notesMaster1.xml" Id="R22a9f6959dac4cbd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c7f8bd2aa02a4e03" /><Relationship Type="http://schemas.openxmlformats.org/officeDocument/2006/relationships/notesMaster" Target="/ppt/notesMasters/notesMaster1.xml" Id="R982c15396d2245d3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67b8a7feed304cce" /><Relationship Type="http://schemas.openxmlformats.org/officeDocument/2006/relationships/notesMaster" Target="/ppt/notesMasters/notesMaster1.xml" Id="R25cec53572e140e8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3e1dbab2da1944b7" /><Relationship Type="http://schemas.openxmlformats.org/officeDocument/2006/relationships/notesMaster" Target="/ppt/notesMasters/notesMaster1.xml" Id="R2f3c56468f5b4b2e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9faf76e90abd414c" /><Relationship Type="http://schemas.openxmlformats.org/officeDocument/2006/relationships/notesMaster" Target="/ppt/notesMasters/notesMaster1.xml" Id="R804f01e155bd48f8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ef870d27aed1499d" /><Relationship Type="http://schemas.openxmlformats.org/officeDocument/2006/relationships/notesMaster" Target="/ppt/notesMasters/notesMaster1.xml" Id="R3ddd3a69d68c4750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50d1572e97104b5c" /><Relationship Type="http://schemas.openxmlformats.org/officeDocument/2006/relationships/notesMaster" Target="/ppt/notesMasters/notesMaster1.xml" Id="R24caa8916f4148f4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b76c3c750adb4da6" /><Relationship Type="http://schemas.openxmlformats.org/officeDocument/2006/relationships/notesMaster" Target="/ppt/notesMasters/notesMaster1.xml" Id="R9785d318179840e8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8d36ec7ec324482c" /><Relationship Type="http://schemas.openxmlformats.org/officeDocument/2006/relationships/notesMaster" Target="/ppt/notesMasters/notesMaster1.xml" Id="Rdc064af928a4476f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27a670dad4b048bc" /><Relationship Type="http://schemas.openxmlformats.org/officeDocument/2006/relationships/notesMaster" Target="/ppt/notesMasters/notesMaster1.xml" Id="R88facab92207459c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9f6fe30a02284a1d" /><Relationship Type="http://schemas.openxmlformats.org/officeDocument/2006/relationships/notesMaster" Target="/ppt/notesMasters/notesMaster1.xml" Id="R37e73c9ad7914b20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afec5368a2474ca1" /><Relationship Type="http://schemas.openxmlformats.org/officeDocument/2006/relationships/notesMaster" Target="/ppt/notesMasters/notesMaster1.xml" Id="Re7d1567ecd2649ed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c42b6c2b34d542ed" /><Relationship Type="http://schemas.openxmlformats.org/officeDocument/2006/relationships/notesMaster" Target="/ppt/notesMasters/notesMaster1.xml" Id="R2930780735724c4a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36cb84d0762a4a45" /><Relationship Type="http://schemas.openxmlformats.org/officeDocument/2006/relationships/notesMaster" Target="/ppt/notesMasters/notesMaster1.xml" Id="R5179b7e332e74b28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a4a567ef564f48ef" /><Relationship Type="http://schemas.openxmlformats.org/officeDocument/2006/relationships/notesMaster" Target="/ppt/notesMasters/notesMaster1.xml" Id="R2784c82702844b53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c7773e4f8be44e6a" /><Relationship Type="http://schemas.openxmlformats.org/officeDocument/2006/relationships/notesMaster" Target="/ppt/notesMasters/notesMaster1.xml" Id="R2b9cd99ed4954bf2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b95b295e08a84dea" /><Relationship Type="http://schemas.openxmlformats.org/officeDocument/2006/relationships/notesMaster" Target="/ppt/notesMasters/notesMaster1.xml" Id="Ra8bbcd37bdc34ae5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e91c4f6463894431" /><Relationship Type="http://schemas.openxmlformats.org/officeDocument/2006/relationships/notesMaster" Target="/ppt/notesMasters/notesMaster1.xml" Id="R0cc339705a3a4454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a21735e07e774533" /><Relationship Type="http://schemas.openxmlformats.org/officeDocument/2006/relationships/notesMaster" Target="/ppt/notesMasters/notesMaster1.xml" Id="R66e99e9444f44995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d1e045a1f80649d2" /><Relationship Type="http://schemas.openxmlformats.org/officeDocument/2006/relationships/notesMaster" Target="/ppt/notesMasters/notesMaster1.xml" Id="R4615fd2deee64e50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156cc1b1f68c428b" /><Relationship Type="http://schemas.openxmlformats.org/officeDocument/2006/relationships/notesMaster" Target="/ppt/notesMasters/notesMaster1.xml" Id="R0a3dd91dc2be456f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721335928a864483" /><Relationship Type="http://schemas.openxmlformats.org/officeDocument/2006/relationships/notesMaster" Target="/ppt/notesMasters/notesMaster1.xml" Id="Rc420209da7cd465c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3119e60d8ae24db6" /><Relationship Type="http://schemas.openxmlformats.org/officeDocument/2006/relationships/notesMaster" Target="/ppt/notesMasters/notesMaster1.xml" Id="Rabeaab31f642401e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a14e939a40854cfe" /><Relationship Type="http://schemas.openxmlformats.org/officeDocument/2006/relationships/notesMaster" Target="/ppt/notesMasters/notesMaster1.xml" Id="Rb78ccc185f504131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e3e4d64f5c2343e0" /><Relationship Type="http://schemas.openxmlformats.org/officeDocument/2006/relationships/notesMaster" Target="/ppt/notesMasters/notesMaster1.xml" Id="Rfcee115706aa4a99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c1f438e2162d40b8" /><Relationship Type="http://schemas.openxmlformats.org/officeDocument/2006/relationships/notesMaster" Target="/ppt/notesMasters/notesMaster1.xml" Id="R7519a0ecbc4f4232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22e8ab270cf34405" /><Relationship Type="http://schemas.openxmlformats.org/officeDocument/2006/relationships/notesMaster" Target="/ppt/notesMasters/notesMaster1.xml" Id="R2ff7c9d628ad4081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313fe76397114cce" /><Relationship Type="http://schemas.openxmlformats.org/officeDocument/2006/relationships/notesMaster" Target="/ppt/notesMasters/notesMaster1.xml" Id="R69adbfbab9914057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e87c04b4e8654c01" /><Relationship Type="http://schemas.openxmlformats.org/officeDocument/2006/relationships/notesMaster" Target="/ppt/notesMasters/notesMaster1.xml" Id="R7fe3b4cc2b724fd3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87ae3866396e47a9" /><Relationship Type="http://schemas.openxmlformats.org/officeDocument/2006/relationships/notesMaster" Target="/ppt/notesMasters/notesMaster1.xml" Id="Rd1fc123cdf4d48da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e76feb7d5edd431d" /><Relationship Type="http://schemas.openxmlformats.org/officeDocument/2006/relationships/notesMaster" Target="/ppt/notesMasters/notesMaster1.xml" Id="Rb7f50d354efa4871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3d4d8d99018a4d18" /><Relationship Type="http://schemas.openxmlformats.org/officeDocument/2006/relationships/notesMaster" Target="/ppt/notesMasters/notesMaster1.xml" Id="R55073428f6524d38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a79ba928098d4d16" /><Relationship Type="http://schemas.openxmlformats.org/officeDocument/2006/relationships/notesMaster" Target="/ppt/notesMasters/notesMaster1.xml" Id="Ra2de87a3cdde4f58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ff458f29e2354fb9" /><Relationship Type="http://schemas.openxmlformats.org/officeDocument/2006/relationships/notesMaster" Target="/ppt/notesMasters/notesMaster1.xml" Id="R7d9cc9fe408647aa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c56bd9d35eed431a" /><Relationship Type="http://schemas.openxmlformats.org/officeDocument/2006/relationships/notesMaster" Target="/ppt/notesMasters/notesMaster1.xml" Id="Rf32bc48190144df3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fb4c9fa694914ff9" /><Relationship Type="http://schemas.openxmlformats.org/officeDocument/2006/relationships/notesMaster" Target="/ppt/notesMasters/notesMaster1.xml" Id="R2dc8877198664b71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ae06cad747ff4aa8" /><Relationship Type="http://schemas.openxmlformats.org/officeDocument/2006/relationships/notesMaster" Target="/ppt/notesMasters/notesMaster1.xml" Id="R5d8870a543a64219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2b9bbb0376694cb7" /><Relationship Type="http://schemas.openxmlformats.org/officeDocument/2006/relationships/notesMaster" Target="/ppt/notesMasters/notesMaster1.xml" Id="R53e20633c4164934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971ce81f0b524bb8" /><Relationship Type="http://schemas.openxmlformats.org/officeDocument/2006/relationships/notesMaster" Target="/ppt/notesMasters/notesMaster1.xml" Id="Rfceb5c899e5043c5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21b0a7ffead440a5" /><Relationship Type="http://schemas.openxmlformats.org/officeDocument/2006/relationships/notesMaster" Target="/ppt/notesMasters/notesMaster1.xml" Id="Ra87e900a32bb4462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cb33d4dcbea94959" /><Relationship Type="http://schemas.openxmlformats.org/officeDocument/2006/relationships/notesMaster" Target="/ppt/notesMasters/notesMaster1.xml" Id="Rc8cc94a267b6405b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71ba686a4be64628" /><Relationship Type="http://schemas.openxmlformats.org/officeDocument/2006/relationships/notesMaster" Target="/ppt/notesMasters/notesMaster1.xml" Id="Re53edc478ba1471f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293cfc036e374164" /><Relationship Type="http://schemas.openxmlformats.org/officeDocument/2006/relationships/notesMaster" Target="/ppt/notesMasters/notesMaster1.xml" Id="R5c6ee7bb2cd54c76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fa71e08af03040d8" /><Relationship Type="http://schemas.openxmlformats.org/officeDocument/2006/relationships/notesMaster" Target="/ppt/notesMasters/notesMaster1.xml" Id="R2ea80dee646740b1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c37c0e2a56a94b79" /><Relationship Type="http://schemas.openxmlformats.org/officeDocument/2006/relationships/notesMaster" Target="/ppt/notesMasters/notesMaster1.xml" Id="R99128ce33ab44874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b888b509ef904464" /><Relationship Type="http://schemas.openxmlformats.org/officeDocument/2006/relationships/notesMaster" Target="/ppt/notesMasters/notesMaster1.xml" Id="R2860c3346d1b479e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20d63974b5814dea" /><Relationship Type="http://schemas.openxmlformats.org/officeDocument/2006/relationships/notesMaster" Target="/ppt/notesMasters/notesMaster1.xml" Id="Ra5b53cf2c3d64b5c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4902375c91c04510" /><Relationship Type="http://schemas.openxmlformats.org/officeDocument/2006/relationships/notesMaster" Target="/ppt/notesMasters/notesMaster1.xml" Id="Rbada17c2d1b24d37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14b068fd2eca4f03" /><Relationship Type="http://schemas.openxmlformats.org/officeDocument/2006/relationships/notesMaster" Target="/ppt/notesMasters/notesMaster1.xml" Id="R873e345e0daa48c5" /></Relationships>
</file>

<file path=ppt/notesSlides/_rels/notesSlide205.xml.rels>&#65279;<?xml version="1.0" encoding="utf-8"?><Relationships xmlns="http://schemas.openxmlformats.org/package/2006/relationships"><Relationship Type="http://schemas.openxmlformats.org/officeDocument/2006/relationships/slide" Target="/ppt/slides/slide205.xml" Id="R8dadb12dc4274ea3" /><Relationship Type="http://schemas.openxmlformats.org/officeDocument/2006/relationships/notesMaster" Target="/ppt/notesMasters/notesMaster1.xml" Id="Rd222e06189bd4e63" /></Relationships>
</file>

<file path=ppt/notesSlides/_rels/notesSlide206.xml.rels>&#65279;<?xml version="1.0" encoding="utf-8"?><Relationships xmlns="http://schemas.openxmlformats.org/package/2006/relationships"><Relationship Type="http://schemas.openxmlformats.org/officeDocument/2006/relationships/slide" Target="/ppt/slides/slide206.xml" Id="Rc250cec9fc454f6a" /><Relationship Type="http://schemas.openxmlformats.org/officeDocument/2006/relationships/notesMaster" Target="/ppt/notesMasters/notesMaster1.xml" Id="R0651f18ab7bd4a72" /></Relationships>
</file>

<file path=ppt/notesSlides/_rels/notesSlide207.xml.rels>&#65279;<?xml version="1.0" encoding="utf-8"?><Relationships xmlns="http://schemas.openxmlformats.org/package/2006/relationships"><Relationship Type="http://schemas.openxmlformats.org/officeDocument/2006/relationships/slide" Target="/ppt/slides/slide207.xml" Id="R92d4fd6af2a34e46" /><Relationship Type="http://schemas.openxmlformats.org/officeDocument/2006/relationships/notesMaster" Target="/ppt/notesMasters/notesMaster1.xml" Id="R84ce9ad2c7f84535" /></Relationships>
</file>

<file path=ppt/notesSlides/_rels/notesSlide208.xml.rels>&#65279;<?xml version="1.0" encoding="utf-8"?><Relationships xmlns="http://schemas.openxmlformats.org/package/2006/relationships"><Relationship Type="http://schemas.openxmlformats.org/officeDocument/2006/relationships/slide" Target="/ppt/slides/slide208.xml" Id="R397119d66e8f4ce3" /><Relationship Type="http://schemas.openxmlformats.org/officeDocument/2006/relationships/notesMaster" Target="/ppt/notesMasters/notesMaster1.xml" Id="Rb61aed9f33524815" /></Relationships>
</file>

<file path=ppt/notesSlides/_rels/notesSlide209.xml.rels>&#65279;<?xml version="1.0" encoding="utf-8"?><Relationships xmlns="http://schemas.openxmlformats.org/package/2006/relationships"><Relationship Type="http://schemas.openxmlformats.org/officeDocument/2006/relationships/slide" Target="/ppt/slides/slide209.xml" Id="R245afabad371460e" /><Relationship Type="http://schemas.openxmlformats.org/officeDocument/2006/relationships/notesMaster" Target="/ppt/notesMasters/notesMaster1.xml" Id="R3de81fadc29c4f14" /></Relationships>
</file>

<file path=ppt/notesSlides/_rels/notesSlide210.xml.rels>&#65279;<?xml version="1.0" encoding="utf-8"?><Relationships xmlns="http://schemas.openxmlformats.org/package/2006/relationships"><Relationship Type="http://schemas.openxmlformats.org/officeDocument/2006/relationships/slide" Target="/ppt/slides/slide210.xml" Id="Rcd78051797ba4129" /><Relationship Type="http://schemas.openxmlformats.org/officeDocument/2006/relationships/notesMaster" Target="/ppt/notesMasters/notesMaster1.xml" Id="R38979e273c0c4c5a" /></Relationships>
</file>

<file path=ppt/notesSlides/_rels/notesSlide211.xml.rels>&#65279;<?xml version="1.0" encoding="utf-8"?><Relationships xmlns="http://schemas.openxmlformats.org/package/2006/relationships"><Relationship Type="http://schemas.openxmlformats.org/officeDocument/2006/relationships/slide" Target="/ppt/slides/slide211.xml" Id="R7c5c1f633dfb43ff" /><Relationship Type="http://schemas.openxmlformats.org/officeDocument/2006/relationships/notesMaster" Target="/ppt/notesMasters/notesMaster1.xml" Id="R6cee89b22b5e4e25" /></Relationships>
</file>

<file path=ppt/notesSlides/_rels/notesSlide212.xml.rels>&#65279;<?xml version="1.0" encoding="utf-8"?><Relationships xmlns="http://schemas.openxmlformats.org/package/2006/relationships"><Relationship Type="http://schemas.openxmlformats.org/officeDocument/2006/relationships/slide" Target="/ppt/slides/slide212.xml" Id="R8cf194bacf544f69" /><Relationship Type="http://schemas.openxmlformats.org/officeDocument/2006/relationships/notesMaster" Target="/ppt/notesMasters/notesMaster1.xml" Id="R1442825e4fc547d9" /></Relationships>
</file>

<file path=ppt/notesSlides/_rels/notesSlide213.xml.rels>&#65279;<?xml version="1.0" encoding="utf-8"?><Relationships xmlns="http://schemas.openxmlformats.org/package/2006/relationships"><Relationship Type="http://schemas.openxmlformats.org/officeDocument/2006/relationships/slide" Target="/ppt/slides/slide213.xml" Id="R30da2b2020bd43ae" /><Relationship Type="http://schemas.openxmlformats.org/officeDocument/2006/relationships/notesMaster" Target="/ppt/notesMasters/notesMaster1.xml" Id="Rf5e65cf7384b4ede" /></Relationships>
</file>

<file path=ppt/notesSlides/_rels/notesSlide214.xml.rels>&#65279;<?xml version="1.0" encoding="utf-8"?><Relationships xmlns="http://schemas.openxmlformats.org/package/2006/relationships"><Relationship Type="http://schemas.openxmlformats.org/officeDocument/2006/relationships/slide" Target="/ppt/slides/slide214.xml" Id="R28314e081f354b90" /><Relationship Type="http://schemas.openxmlformats.org/officeDocument/2006/relationships/notesMaster" Target="/ppt/notesMasters/notesMaster1.xml" Id="R9e5eb4e61e78432e" /></Relationships>
</file>

<file path=ppt/notesSlides/_rels/notesSlide215.xml.rels>&#65279;<?xml version="1.0" encoding="utf-8"?><Relationships xmlns="http://schemas.openxmlformats.org/package/2006/relationships"><Relationship Type="http://schemas.openxmlformats.org/officeDocument/2006/relationships/slide" Target="/ppt/slides/slide215.xml" Id="Rbfd8c792f7ca47b7" /><Relationship Type="http://schemas.openxmlformats.org/officeDocument/2006/relationships/notesMaster" Target="/ppt/notesMasters/notesMaster1.xml" Id="Rd0acd1bdee8a46a7" /></Relationships>
</file>

<file path=ppt/notesSlides/_rels/notesSlide216.xml.rels>&#65279;<?xml version="1.0" encoding="utf-8"?><Relationships xmlns="http://schemas.openxmlformats.org/package/2006/relationships"><Relationship Type="http://schemas.openxmlformats.org/officeDocument/2006/relationships/slide" Target="/ppt/slides/slide216.xml" Id="R088042ccc4744bdc" /><Relationship Type="http://schemas.openxmlformats.org/officeDocument/2006/relationships/notesMaster" Target="/ppt/notesMasters/notesMaster1.xml" Id="Rbd19ee8d94134c10" /></Relationships>
</file>

<file path=ppt/notesSlides/_rels/notesSlide217.xml.rels>&#65279;<?xml version="1.0" encoding="utf-8"?><Relationships xmlns="http://schemas.openxmlformats.org/package/2006/relationships"><Relationship Type="http://schemas.openxmlformats.org/officeDocument/2006/relationships/slide" Target="/ppt/slides/slide217.xml" Id="Rbbb8b50602704b73" /><Relationship Type="http://schemas.openxmlformats.org/officeDocument/2006/relationships/notesMaster" Target="/ppt/notesMasters/notesMaster1.xml" Id="R3cb9ed3a86964db3" /></Relationships>
</file>

<file path=ppt/notesSlides/_rels/notesSlide218.xml.rels>&#65279;<?xml version="1.0" encoding="utf-8"?><Relationships xmlns="http://schemas.openxmlformats.org/package/2006/relationships"><Relationship Type="http://schemas.openxmlformats.org/officeDocument/2006/relationships/slide" Target="/ppt/slides/slide218.xml" Id="R7edca5e16def44ec" /><Relationship Type="http://schemas.openxmlformats.org/officeDocument/2006/relationships/notesMaster" Target="/ppt/notesMasters/notesMaster1.xml" Id="R3af0c8aa834a45b4" /></Relationships>
</file>

<file path=ppt/notesSlides/_rels/notesSlide219.xml.rels>&#65279;<?xml version="1.0" encoding="utf-8"?><Relationships xmlns="http://schemas.openxmlformats.org/package/2006/relationships"><Relationship Type="http://schemas.openxmlformats.org/officeDocument/2006/relationships/slide" Target="/ppt/slides/slide219.xml" Id="Rdc23f459edaf418b" /><Relationship Type="http://schemas.openxmlformats.org/officeDocument/2006/relationships/notesMaster" Target="/ppt/notesMasters/notesMaster1.xml" Id="R9255b67a5b8746dd" /></Relationships>
</file>

<file path=ppt/notesSlides/_rels/notesSlide220.xml.rels>&#65279;<?xml version="1.0" encoding="utf-8"?><Relationships xmlns="http://schemas.openxmlformats.org/package/2006/relationships"><Relationship Type="http://schemas.openxmlformats.org/officeDocument/2006/relationships/slide" Target="/ppt/slides/slide220.xml" Id="R953d1337b9214b09" /><Relationship Type="http://schemas.openxmlformats.org/officeDocument/2006/relationships/notesMaster" Target="/ppt/notesMasters/notesMaster1.xml" Id="R45ea39fb630d4992" /></Relationships>
</file>

<file path=ppt/notesSlides/_rels/notesSlide221.xml.rels>&#65279;<?xml version="1.0" encoding="utf-8"?><Relationships xmlns="http://schemas.openxmlformats.org/package/2006/relationships"><Relationship Type="http://schemas.openxmlformats.org/officeDocument/2006/relationships/slide" Target="/ppt/slides/slide221.xml" Id="Rde7606454a4145ca" /><Relationship Type="http://schemas.openxmlformats.org/officeDocument/2006/relationships/notesMaster" Target="/ppt/notesMasters/notesMaster1.xml" Id="Rd1d5f6a4c174478c" /></Relationships>
</file>

<file path=ppt/notesSlides/_rels/notesSlide222.xml.rels>&#65279;<?xml version="1.0" encoding="utf-8"?><Relationships xmlns="http://schemas.openxmlformats.org/package/2006/relationships"><Relationship Type="http://schemas.openxmlformats.org/officeDocument/2006/relationships/slide" Target="/ppt/slides/slide222.xml" Id="Rae3be71ecc2743a0" /><Relationship Type="http://schemas.openxmlformats.org/officeDocument/2006/relationships/notesMaster" Target="/ppt/notesMasters/notesMaster1.xml" Id="Rc4aaf2efa2ea4c37" /></Relationships>
</file>

<file path=ppt/notesSlides/_rels/notesSlide223.xml.rels>&#65279;<?xml version="1.0" encoding="utf-8"?><Relationships xmlns="http://schemas.openxmlformats.org/package/2006/relationships"><Relationship Type="http://schemas.openxmlformats.org/officeDocument/2006/relationships/slide" Target="/ppt/slides/slide223.xml" Id="R218b8495a6f5418a" /><Relationship Type="http://schemas.openxmlformats.org/officeDocument/2006/relationships/notesMaster" Target="/ppt/notesMasters/notesMaster1.xml" Id="Rade0ee182370474a" /></Relationships>
</file>

<file path=ppt/notesSlides/_rels/notesSlide224.xml.rels>&#65279;<?xml version="1.0" encoding="utf-8"?><Relationships xmlns="http://schemas.openxmlformats.org/package/2006/relationships"><Relationship Type="http://schemas.openxmlformats.org/officeDocument/2006/relationships/slide" Target="/ppt/slides/slide224.xml" Id="Rbfaa740e5aa94455" /><Relationship Type="http://schemas.openxmlformats.org/officeDocument/2006/relationships/notesMaster" Target="/ppt/notesMasters/notesMaster1.xml" Id="R6760178dc6a74a6d" /></Relationships>
</file>

<file path=ppt/notesSlides/_rels/notesSlide225.xml.rels>&#65279;<?xml version="1.0" encoding="utf-8"?><Relationships xmlns="http://schemas.openxmlformats.org/package/2006/relationships"><Relationship Type="http://schemas.openxmlformats.org/officeDocument/2006/relationships/slide" Target="/ppt/slides/slide225.xml" Id="R98e6c46af25f4510" /><Relationship Type="http://schemas.openxmlformats.org/officeDocument/2006/relationships/notesMaster" Target="/ppt/notesMasters/notesMaster1.xml" Id="Rfc2f56a3e4ce4c48" /></Relationships>
</file>

<file path=ppt/notesSlides/_rels/notesSlide226.xml.rels>&#65279;<?xml version="1.0" encoding="utf-8"?><Relationships xmlns="http://schemas.openxmlformats.org/package/2006/relationships"><Relationship Type="http://schemas.openxmlformats.org/officeDocument/2006/relationships/slide" Target="/ppt/slides/slide226.xml" Id="Rc3452ebb5a914777" /><Relationship Type="http://schemas.openxmlformats.org/officeDocument/2006/relationships/notesMaster" Target="/ppt/notesMasters/notesMaster1.xml" Id="Rf731ef351ded473f" /></Relationships>
</file>

<file path=ppt/notesSlides/_rels/notesSlide227.xml.rels>&#65279;<?xml version="1.0" encoding="utf-8"?><Relationships xmlns="http://schemas.openxmlformats.org/package/2006/relationships"><Relationship Type="http://schemas.openxmlformats.org/officeDocument/2006/relationships/slide" Target="/ppt/slides/slide227.xml" Id="R5359298613fd4f73" /><Relationship Type="http://schemas.openxmlformats.org/officeDocument/2006/relationships/notesMaster" Target="/ppt/notesMasters/notesMaster1.xml" Id="Rb1390a0adb814ee0" /></Relationships>
</file>

<file path=ppt/notesSlides/_rels/notesSlide228.xml.rels>&#65279;<?xml version="1.0" encoding="utf-8"?><Relationships xmlns="http://schemas.openxmlformats.org/package/2006/relationships"><Relationship Type="http://schemas.openxmlformats.org/officeDocument/2006/relationships/slide" Target="/ppt/slides/slide228.xml" Id="Rf7e45ca2df564095" /><Relationship Type="http://schemas.openxmlformats.org/officeDocument/2006/relationships/notesMaster" Target="/ppt/notesMasters/notesMaster1.xml" Id="Rf1f2f6de55d14258" /></Relationships>
</file>

<file path=ppt/notesSlides/_rels/notesSlide229.xml.rels>&#65279;<?xml version="1.0" encoding="utf-8"?><Relationships xmlns="http://schemas.openxmlformats.org/package/2006/relationships"><Relationship Type="http://schemas.openxmlformats.org/officeDocument/2006/relationships/slide" Target="/ppt/slides/slide229.xml" Id="R0f5740a427994303" /><Relationship Type="http://schemas.openxmlformats.org/officeDocument/2006/relationships/notesMaster" Target="/ppt/notesMasters/notesMaster1.xml" Id="Rba67e50f3cd14aae" /></Relationships>
</file>

<file path=ppt/notesSlides/_rels/notesSlide230.xml.rels>&#65279;<?xml version="1.0" encoding="utf-8"?><Relationships xmlns="http://schemas.openxmlformats.org/package/2006/relationships"><Relationship Type="http://schemas.openxmlformats.org/officeDocument/2006/relationships/slide" Target="/ppt/slides/slide230.xml" Id="R4bcb85d63fda4fd2" /><Relationship Type="http://schemas.openxmlformats.org/officeDocument/2006/relationships/notesMaster" Target="/ppt/notesMasters/notesMaster1.xml" Id="R8a8b376c486c4d70" /></Relationships>
</file>

<file path=ppt/notesSlides/_rels/notesSlide231.xml.rels>&#65279;<?xml version="1.0" encoding="utf-8"?><Relationships xmlns="http://schemas.openxmlformats.org/package/2006/relationships"><Relationship Type="http://schemas.openxmlformats.org/officeDocument/2006/relationships/slide" Target="/ppt/slides/slide231.xml" Id="R525389514829427b" /><Relationship Type="http://schemas.openxmlformats.org/officeDocument/2006/relationships/notesMaster" Target="/ppt/notesMasters/notesMaster1.xml" Id="Rb53c530cf1754102" /></Relationships>
</file>

<file path=ppt/notesSlides/_rels/notesSlide232.xml.rels>&#65279;<?xml version="1.0" encoding="utf-8"?><Relationships xmlns="http://schemas.openxmlformats.org/package/2006/relationships"><Relationship Type="http://schemas.openxmlformats.org/officeDocument/2006/relationships/slide" Target="/ppt/slides/slide232.xml" Id="R1009643a7d014cbb" /><Relationship Type="http://schemas.openxmlformats.org/officeDocument/2006/relationships/notesMaster" Target="/ppt/notesMasters/notesMaster1.xml" Id="Rc0381b0255e14b09" /></Relationships>
</file>

<file path=ppt/notesSlides/_rels/notesSlide233.xml.rels>&#65279;<?xml version="1.0" encoding="utf-8"?><Relationships xmlns="http://schemas.openxmlformats.org/package/2006/relationships"><Relationship Type="http://schemas.openxmlformats.org/officeDocument/2006/relationships/slide" Target="/ppt/slides/slide233.xml" Id="R6bcaa1c00e104d88" /><Relationship Type="http://schemas.openxmlformats.org/officeDocument/2006/relationships/notesMaster" Target="/ppt/notesMasters/notesMaster1.xml" Id="R5b57a45cd9ab4170" /></Relationships>
</file>

<file path=ppt/notesSlides/_rels/notesSlide234.xml.rels>&#65279;<?xml version="1.0" encoding="utf-8"?><Relationships xmlns="http://schemas.openxmlformats.org/package/2006/relationships"><Relationship Type="http://schemas.openxmlformats.org/officeDocument/2006/relationships/slide" Target="/ppt/slides/slide234.xml" Id="R922c6c5f867f493c" /><Relationship Type="http://schemas.openxmlformats.org/officeDocument/2006/relationships/notesMaster" Target="/ppt/notesMasters/notesMaster1.xml" Id="Ra40c7f3b19284841" /></Relationships>
</file>

<file path=ppt/notesSlides/_rels/notesSlide235.xml.rels>&#65279;<?xml version="1.0" encoding="utf-8"?><Relationships xmlns="http://schemas.openxmlformats.org/package/2006/relationships"><Relationship Type="http://schemas.openxmlformats.org/officeDocument/2006/relationships/slide" Target="/ppt/slides/slide235.xml" Id="R34118eac9dd74d00" /><Relationship Type="http://schemas.openxmlformats.org/officeDocument/2006/relationships/notesMaster" Target="/ppt/notesMasters/notesMaster1.xml" Id="R65b501b4f2f2467b" /></Relationships>
</file>

<file path=ppt/notesSlides/_rels/notesSlide236.xml.rels>&#65279;<?xml version="1.0" encoding="utf-8"?><Relationships xmlns="http://schemas.openxmlformats.org/package/2006/relationships"><Relationship Type="http://schemas.openxmlformats.org/officeDocument/2006/relationships/slide" Target="/ppt/slides/slide236.xml" Id="R78e31462c5d04ab2" /><Relationship Type="http://schemas.openxmlformats.org/officeDocument/2006/relationships/notesMaster" Target="/ppt/notesMasters/notesMaster1.xml" Id="R556b71d2003540f9" /></Relationships>
</file>

<file path=ppt/notesSlides/_rels/notesSlide237.xml.rels>&#65279;<?xml version="1.0" encoding="utf-8"?><Relationships xmlns="http://schemas.openxmlformats.org/package/2006/relationships"><Relationship Type="http://schemas.openxmlformats.org/officeDocument/2006/relationships/slide" Target="/ppt/slides/slide237.xml" Id="R12e2320a35e44674" /><Relationship Type="http://schemas.openxmlformats.org/officeDocument/2006/relationships/notesMaster" Target="/ppt/notesMasters/notesMaster1.xml" Id="R9e6562c106454c8b" /></Relationships>
</file>

<file path=ppt/notesSlides/_rels/notesSlide238.xml.rels>&#65279;<?xml version="1.0" encoding="utf-8"?><Relationships xmlns="http://schemas.openxmlformats.org/package/2006/relationships"><Relationship Type="http://schemas.openxmlformats.org/officeDocument/2006/relationships/slide" Target="/ppt/slides/slide238.xml" Id="Rb0d78954ee294a90" /><Relationship Type="http://schemas.openxmlformats.org/officeDocument/2006/relationships/notesMaster" Target="/ppt/notesMasters/notesMaster1.xml" Id="R01febce1be104040" /></Relationships>
</file>

<file path=ppt/notesSlides/_rels/notesSlide239.xml.rels>&#65279;<?xml version="1.0" encoding="utf-8"?><Relationships xmlns="http://schemas.openxmlformats.org/package/2006/relationships"><Relationship Type="http://schemas.openxmlformats.org/officeDocument/2006/relationships/slide" Target="/ppt/slides/slide239.xml" Id="R76568c4a43a047b4" /><Relationship Type="http://schemas.openxmlformats.org/officeDocument/2006/relationships/notesMaster" Target="/ppt/notesMasters/notesMaster1.xml" Id="Re54c7c7d6d0b4a7e" /></Relationships>
</file>

<file path=ppt/notesSlides/_rels/notesSlide240.xml.rels>&#65279;<?xml version="1.0" encoding="utf-8"?><Relationships xmlns="http://schemas.openxmlformats.org/package/2006/relationships"><Relationship Type="http://schemas.openxmlformats.org/officeDocument/2006/relationships/slide" Target="/ppt/slides/slide240.xml" Id="Raa5797e1ee424284" /><Relationship Type="http://schemas.openxmlformats.org/officeDocument/2006/relationships/notesMaster" Target="/ppt/notesMasters/notesMaster1.xml" Id="R76fbc483dc2e48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1차시의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현재 차시와 강의·시연·소프트웨어 실습 비중을 한 번에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https://github.com/SYSTRAN/faster-whisper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2차시의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local:requirements-stt-optional.txt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local:output/day2-stt-lab/transcript.json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https://github.com/ggerganov/whisper.cpp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local:requirements-stt-optional.txt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local:requirements-stt-optional.txt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local:output/day2-stt-lab/transcript.json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local:requirements-stt-optional.txt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local:output/day2-stt-lab/transcript.json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local:requirements-stt-optional.txt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local:output/day2-stt-lab/transcript.json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local:requirements-stt-optional.txt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local:output/day2-stt-lab/transcript.json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local:requirements-stt-optional.txt</a:t>
            </a:r>
          </a:p>
          <a:p xmlns:a="http://schemas.openxmlformats.org/drawingml/2006/main">
            <a:r>
              <a:t>- local:data/demo_meeting.wav</a:t>
            </a:r>
          </a:p>
          <a:p xmlns:a="http://schemas.openxmlformats.org/drawingml/2006/main">
            <a:r>
              <a:t>- local:output/day2-stt-lab/transcript.json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3차시의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local:output/day2-stt-lab/meeting_result.json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https://support.google.com/meet/answer/12849897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local:output/day2-stt-lab/meeting_result.json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local:output/day2-stt-lab/meeting_result.json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local:output/day2-stt-lab/meeting_result.json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local:output/day2-stt-lab/meeting_result.json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local:src/meeting_demo.py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local:data/demo_meeting_transcript.txt</a:t>
            </a:r>
          </a:p>
          <a:p xmlns:a="http://schemas.openxmlformats.org/drawingml/2006/main">
            <a:r>
              <a:t>- local:output/day2-stt-lab/meeting_result.json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4차시의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5차시의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local:data/meeting_sample_ko_12min.txt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https://jupyter.org/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local:data/meeting_sample_ko_12min.txt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local:data/meeting_sample_ko_12min.txt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local:data/meeting_sample_ko_12min.txt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local:data/meeting_sample_ko_12min.txt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- local:data/meeting_sample_ko_12min.txt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6차시의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local:requirements-local-llm-optional.txt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https://ollama.com/library/qwen3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local:requirements-local-llm-optional.txt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local:requirements-local-llm-optional.txt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local:requirements-local-llm-optional.txt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local:requirements-local-llm-optional.txt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local:src/langchain_lab.py</a:t>
            </a:r>
          </a:p>
          <a:p xmlns:a="http://schemas.openxmlformats.org/drawingml/2006/main">
            <a:r>
              <a:t>- local:src/openai_provider.py</a:t>
            </a:r>
          </a:p>
          <a:p xmlns:a="http://schemas.openxmlformats.org/drawingml/2006/main">
            <a:r>
              <a:t>- local:requirements-local-llm-optional.txt</a:t>
            </a:r>
          </a:p>
          <a:p xmlns:a="http://schemas.openxmlformats.org/drawingml/2006/main">
            <a:r>
              <a:t>- local:tests/test_langchain_langgraph_lab.py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7차시의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local:output/day1-meeting-agent-ollama/workflow_result.json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https://docs.langchain.com/oss/python/langgraph/interrupts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local:output/day1-meeting-agent-ollama/workflow_result.json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local:output/day1-meeting-agent-ollama/workflow_result.json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local:output/day1-meeting-agent-ollama/workflow_result.json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local:output/day1-meeting-agent-ollama/workflow_result.json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local:src/meeting_agent_workflow.py</a:t>
            </a:r>
          </a:p>
          <a:p xmlns:a="http://schemas.openxmlformats.org/drawingml/2006/main">
            <a:r>
              <a:t>- local:src/course_services/meeting_service.py</a:t>
            </a:r>
          </a:p>
          <a:p xmlns:a="http://schemas.openxmlformats.org/drawingml/2006/main">
            <a:r>
              <a:t>- local:tests/test_meeting_agent_workflow.py</a:t>
            </a:r>
          </a:p>
          <a:p xmlns:a="http://schemas.openxmlformats.org/drawingml/2006/main">
            <a:r>
              <a:t>- local:output/day1-meeting-agent-ollama/workflow_result.json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8차시의 목표와 실행 결과를 먼저 공유한다.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앞 차시의 결과 파일이 이번 차시 입력으로 이어지는 구조를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local:IPA_40H_상세_커리큘럼_및_무료실습_설계.md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이번 차시가 필요한 이유를 한 문장으로 먼저 이해시킨다.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학습 결과를 설명·실행·검증의 세 수준으로 나눈다.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영문 약어보다 업무에서 맡는 역할과 concrete example을 먼저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오류가 입력·처리·결과·검증 중 어디에서 생겼는지 구분한다.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각 단계의 입력과 다음 상태를 연결해 실행 순서를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결과와 가장 중요한 실패 결과를 같은 수준의 제품 계약으로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수강생이 notebook·src·tests·data의 역할을 혼동하지 않게 실행 전에 경로를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local:data/meeting_sample_ko_12min_expected.json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local:tests/test_observability_workflow.py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흔한 오해와 안전한 복구 원칙을 한 화면에서 대조한다.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용어를 나열하지 않고 역할과 선택 기준을 비교한다.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대표 실패를 숨기지 않고 사용자 영향까지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재시도·fallback·사람 검토·완전 중단 중 어느 경로를 선택하는지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Codex의 공식 use case를 현재 차시의 코드·test·review 흐름에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목표·허용 범위·test·금지 행동을 한 요청 안에 묶는 Harness 작성법을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https://developers.openai.com/codex/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Codex 실행 결과를 사람이 merge하기 전 확인할 네 가지 증거를 설명한다.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https://learn.chatgpt.com/use-cases</a:t>
            </a:r>
          </a:p>
          <a:p xmlns:a="http://schemas.openxmlformats.org/drawingml/2006/main">
            <a:r>
              <a:t>- local:AGENTS.md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수강생 실행 전에 입력·코드·명령·성공 신호를 강사가 한 번 연결해 보여준다.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local:data/meeting_sample_ko_12min_expected.json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명령을 복사하기 전에 실행 경로와 environment를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local:data/meeting_sample_ko_12min_expected.json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local:tests/test_observability_workflow.py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실행 성공을 파일·status·boundary 결과로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화면만 보여주지 않고 대표 실패와 안전한 복구 경로를 이어서 시연한다.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IDE·terminal·Codex에서 코드를 수정하고 test와 결과 파일을 남기는 실제 제작 구간이다.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local:data/meeting_sample_ko_12min_expected.json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local:tests/test_observability_workflow.py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1단계를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local:data/meeting_sample_ko_12min_expected.json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local:tests/test_observability_workflow.py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2단계를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local:data/meeting_sample_ko_12min_expected.json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local:tests/test_observability_workflow.py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소프트웨어 실습 3단계를 수강생이 직접 실행한다.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local:data/meeting_sample_ko_12min_expected.json</a:t>
            </a:r>
          </a:p>
          <a:p xmlns:a="http://schemas.openxmlformats.org/drawingml/2006/main">
            <a:r>
              <a:t>- local:src/observability_lab.py</a:t>
            </a:r>
          </a:p>
          <a:p xmlns:a="http://schemas.openxmlformats.org/drawingml/2006/main">
            <a:r>
              <a:t>- local:tests/test_observability_workflow.py</a:t>
            </a:r>
          </a:p>
          <a:p xmlns:a="http://schemas.openxmlformats.org/drawingml/2006/main">
            <a:r>
              <a:t>- local:materials/day2/day2_service_lab.ipynb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정상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실패 case를 실제 test 증거로 확인한다.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- local:tests/test_course_services.py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구직자 관점에서 같은 기술을 다른 증거로 연결한다.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품질·안전·복구·관측을 서비스 운영 질문으로 바꾼다.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장표의 역할: 차시의 설명·실행·증거를 확인하고 다음 입력으로 넘긴다.</a:t>
            </a:r>
          </a:p>
          <a:p xmlns:a="http://schemas.openxmlformats.org/drawingml/2006/main">
            <a:r>
              <a:t>진행: 제목을 먼저 읽고 화면의 근거를 위에서 아래로 확인한다.</a:t>
            </a:r>
          </a:p>
          <a:p xmlns:a="http://schemas.openxmlformats.org/drawingml/2006/main">
            <a:r>
              <a:t>온라인 진행: 발표를 요구하지 않는다. 실행 결과나 첫 오류 한 줄만 채팅으로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https://www.oppadu.com/tools/design-systems-site/brand/musinsa.html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9ec77753748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7f7e6acde24ceb" /><Relationship Type="http://schemas.openxmlformats.org/officeDocument/2006/relationships/slideLayout" Target="/ppt/slideLayouts/slideLayout1.xml" Id="R794503de10b54d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4503de10b54d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0b1c5575643a7" /><Relationship Type="http://schemas.openxmlformats.org/officeDocument/2006/relationships/notesSlide" Target="/ppt/notesSlides/notesSlide1.xml" Id="Rbbe8f60d264649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58faf83c64108" /><Relationship Type="http://schemas.openxmlformats.org/officeDocument/2006/relationships/notesSlide" Target="/ppt/notesSlides/notesSlide2.xml" Id="Re8826ec64a9c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651f0ea1a424f" /><Relationship Type="http://schemas.openxmlformats.org/officeDocument/2006/relationships/notesSlide" Target="/ppt/notesSlides/notesSlide3.xml" Id="Ra9ee731b271c47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5e04d9de1482b" /><Relationship Type="http://schemas.openxmlformats.org/officeDocument/2006/relationships/notesSlide" Target="/ppt/notesSlides/notesSlide4.xml" Id="R34021f4d7b6d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2956d07614afd" /><Relationship Type="http://schemas.openxmlformats.org/officeDocument/2006/relationships/notesSlide" Target="/ppt/notesSlides/notesSlide5.xml" Id="Rc6c5c61dd75349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191a4338b4a0b" /><Relationship Type="http://schemas.openxmlformats.org/officeDocument/2006/relationships/notesSlide" Target="/ppt/notesSlides/notesSlide6.xml" Id="R9c836bd319ba4f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473f77de74d56" /><Relationship Type="http://schemas.openxmlformats.org/officeDocument/2006/relationships/notesSlide" Target="/ppt/notesSlides/notesSlide7.xml" Id="R651a9c7eb5314d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51dc1fa6a4c8c" /><Relationship Type="http://schemas.openxmlformats.org/officeDocument/2006/relationships/notesSlide" Target="/ppt/notesSlides/notesSlide8.xml" Id="R49bc48c36cdd4a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46621251e4a6a" /><Relationship Type="http://schemas.openxmlformats.org/officeDocument/2006/relationships/notesSlide" Target="/ppt/notesSlides/notesSlide9.xml" Id="R437bd8c696224a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0824463c3441a" /><Relationship Type="http://schemas.openxmlformats.org/officeDocument/2006/relationships/notesSlide" Target="/ppt/notesSlides/notesSlide10.xml" Id="R92eb5207c38a40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6f004d2844b4e" /><Relationship Type="http://schemas.openxmlformats.org/officeDocument/2006/relationships/notesSlide" Target="/ppt/notesSlides/notesSlide11.xml" Id="Rfeaf7bb3678643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16641d6cc433a" /><Relationship Type="http://schemas.openxmlformats.org/officeDocument/2006/relationships/notesSlide" Target="/ppt/notesSlides/notesSlide12.xml" Id="R6bce7b6c891844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cc93faa004144" /><Relationship Type="http://schemas.openxmlformats.org/officeDocument/2006/relationships/notesSlide" Target="/ppt/notesSlides/notesSlide13.xml" Id="R4a064436052e43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fe5623114606" /><Relationship Type="http://schemas.openxmlformats.org/officeDocument/2006/relationships/image" Target="/ppt/media/image.jpeg" Id="R30f54846b846423d" /><Relationship Type="http://schemas.openxmlformats.org/officeDocument/2006/relationships/notesSlide" Target="/ppt/notesSlides/notesSlide14.xml" Id="R670c5082389247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aae7fda9e4c42" /><Relationship Type="http://schemas.openxmlformats.org/officeDocument/2006/relationships/notesSlide" Target="/ppt/notesSlides/notesSlide15.xml" Id="R817520ab27d747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ecaac418c4338" /><Relationship Type="http://schemas.openxmlformats.org/officeDocument/2006/relationships/notesSlide" Target="/ppt/notesSlides/notesSlide16.xml" Id="Rb7fea14ad32e474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f1f7d0921422e" /><Relationship Type="http://schemas.openxmlformats.org/officeDocument/2006/relationships/notesSlide" Target="/ppt/notesSlides/notesSlide17.xml" Id="R1bf53d4c7d3648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095af229a43d5" /><Relationship Type="http://schemas.openxmlformats.org/officeDocument/2006/relationships/notesSlide" Target="/ppt/notesSlides/notesSlide18.xml" Id="R440fcaf483db4b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71b52f26a4672" /><Relationship Type="http://schemas.openxmlformats.org/officeDocument/2006/relationships/notesSlide" Target="/ppt/notesSlides/notesSlide19.xml" Id="Rc578ebb8c81748e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5c112b96d41dc" /><Relationship Type="http://schemas.openxmlformats.org/officeDocument/2006/relationships/notesSlide" Target="/ppt/notesSlides/notesSlide20.xml" Id="R06369aaf9675475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1fe7ee8a74721" /><Relationship Type="http://schemas.openxmlformats.org/officeDocument/2006/relationships/notesSlide" Target="/ppt/notesSlides/notesSlide21.xml" Id="Rd2dd9b08c2ae4fc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37a72e4414a3a" /><Relationship Type="http://schemas.openxmlformats.org/officeDocument/2006/relationships/notesSlide" Target="/ppt/notesSlides/notesSlide22.xml" Id="Rf27a7ccfa568439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03018172c4d5b" /><Relationship Type="http://schemas.openxmlformats.org/officeDocument/2006/relationships/notesSlide" Target="/ppt/notesSlides/notesSlide23.xml" Id="Rddf6193ebbcf49d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adcc01f9348b6" /><Relationship Type="http://schemas.openxmlformats.org/officeDocument/2006/relationships/notesSlide" Target="/ppt/notesSlides/notesSlide24.xml" Id="R8aed7deece6c4eb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fa47260184736" /><Relationship Type="http://schemas.openxmlformats.org/officeDocument/2006/relationships/notesSlide" Target="/ppt/notesSlides/notesSlide25.xml" Id="R6227d4956fd34bb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90e87a8414382" /><Relationship Type="http://schemas.openxmlformats.org/officeDocument/2006/relationships/notesSlide" Target="/ppt/notesSlides/notesSlide26.xml" Id="Rf140ce7c276b4e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c3efbc5df484d" /><Relationship Type="http://schemas.openxmlformats.org/officeDocument/2006/relationships/notesSlide" Target="/ppt/notesSlides/notesSlide27.xml" Id="R7a0b78b5640d462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6f5b51cc1479e" /><Relationship Type="http://schemas.openxmlformats.org/officeDocument/2006/relationships/notesSlide" Target="/ppt/notesSlides/notesSlide28.xml" Id="Rab90671f783f475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3cc71f87e4bb7" /><Relationship Type="http://schemas.openxmlformats.org/officeDocument/2006/relationships/notesSlide" Target="/ppt/notesSlides/notesSlide29.xml" Id="R45f5fd5156fb4e7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f5b00ae5a4145" /><Relationship Type="http://schemas.openxmlformats.org/officeDocument/2006/relationships/notesSlide" Target="/ppt/notesSlides/notesSlide30.xml" Id="Rfffbc152e4d64a2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287aab38e40aa" /><Relationship Type="http://schemas.openxmlformats.org/officeDocument/2006/relationships/notesSlide" Target="/ppt/notesSlides/notesSlide31.xml" Id="R3526aee11e1a47e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a91793f0542c9" /><Relationship Type="http://schemas.openxmlformats.org/officeDocument/2006/relationships/notesSlide" Target="/ppt/notesSlides/notesSlide32.xml" Id="R18614042627d453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0f49240824643" /><Relationship Type="http://schemas.openxmlformats.org/officeDocument/2006/relationships/notesSlide" Target="/ppt/notesSlides/notesSlide33.xml" Id="R29e9f2edb5ed4be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e72f4c22a4c18" /><Relationship Type="http://schemas.openxmlformats.org/officeDocument/2006/relationships/notesSlide" Target="/ppt/notesSlides/notesSlide34.xml" Id="R1fabeee43db9422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0f09f5b71484a" /><Relationship Type="http://schemas.openxmlformats.org/officeDocument/2006/relationships/notesSlide" Target="/ppt/notesSlides/notesSlide35.xml" Id="R1766c23572a3416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53fd227124e3e" /><Relationship Type="http://schemas.openxmlformats.org/officeDocument/2006/relationships/notesSlide" Target="/ppt/notesSlides/notesSlide36.xml" Id="Rfbf2c3bdfa8f4c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58cc50e3c462a" /><Relationship Type="http://schemas.openxmlformats.org/officeDocument/2006/relationships/notesSlide" Target="/ppt/notesSlides/notesSlide37.xml" Id="Ra2106d2cb3a2416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096bbbeaf4565" /><Relationship Type="http://schemas.openxmlformats.org/officeDocument/2006/relationships/notesSlide" Target="/ppt/notesSlides/notesSlide38.xml" Id="R6fd193408334415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9604482114c6f" /><Relationship Type="http://schemas.openxmlformats.org/officeDocument/2006/relationships/notesSlide" Target="/ppt/notesSlides/notesSlide39.xml" Id="Re399a46e28ae4fd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d5b4b9d9c4f21" /><Relationship Type="http://schemas.openxmlformats.org/officeDocument/2006/relationships/notesSlide" Target="/ppt/notesSlides/notesSlide40.xml" Id="R5f4db95248d94ed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76ccfe46e4080" /><Relationship Type="http://schemas.openxmlformats.org/officeDocument/2006/relationships/notesSlide" Target="/ppt/notesSlides/notesSlide41.xml" Id="R6ac567da99ac48e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29e628b404a12" /><Relationship Type="http://schemas.openxmlformats.org/officeDocument/2006/relationships/notesSlide" Target="/ppt/notesSlides/notesSlide42.xml" Id="Re8fe5f585df34c8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b4d63d04449fd" /><Relationship Type="http://schemas.openxmlformats.org/officeDocument/2006/relationships/notesSlide" Target="/ppt/notesSlides/notesSlide43.xml" Id="R93c0bb2415ed4bd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53295394841bf" /><Relationship Type="http://schemas.openxmlformats.org/officeDocument/2006/relationships/image" Target="/ppt/media/image2.jpeg" Id="Rde92cb37f51346db" /><Relationship Type="http://schemas.openxmlformats.org/officeDocument/2006/relationships/notesSlide" Target="/ppt/notesSlides/notesSlide44.xml" Id="Rb0165899b3e442d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a7c60aeb44d27" /><Relationship Type="http://schemas.openxmlformats.org/officeDocument/2006/relationships/notesSlide" Target="/ppt/notesSlides/notesSlide45.xml" Id="R45c54ac48e674af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9487dcbd34fda" /><Relationship Type="http://schemas.openxmlformats.org/officeDocument/2006/relationships/notesSlide" Target="/ppt/notesSlides/notesSlide46.xml" Id="R1679b589480c4ef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e86b776bd490c" /><Relationship Type="http://schemas.openxmlformats.org/officeDocument/2006/relationships/notesSlide" Target="/ppt/notesSlides/notesSlide47.xml" Id="Rd2aff77e68814cc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4e29e2ae74986" /><Relationship Type="http://schemas.openxmlformats.org/officeDocument/2006/relationships/notesSlide" Target="/ppt/notesSlides/notesSlide48.xml" Id="R8a7cf1dd9b60417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7b74314004430" /><Relationship Type="http://schemas.openxmlformats.org/officeDocument/2006/relationships/notesSlide" Target="/ppt/notesSlides/notesSlide49.xml" Id="Rfa7351d4cd324dd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838bf240246b6" /><Relationship Type="http://schemas.openxmlformats.org/officeDocument/2006/relationships/notesSlide" Target="/ppt/notesSlides/notesSlide50.xml" Id="R0f097fdba46b4b8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27487822842a0" /><Relationship Type="http://schemas.openxmlformats.org/officeDocument/2006/relationships/notesSlide" Target="/ppt/notesSlides/notesSlide51.xml" Id="Rbb327e6733064dc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7f552a4544475" /><Relationship Type="http://schemas.openxmlformats.org/officeDocument/2006/relationships/notesSlide" Target="/ppt/notesSlides/notesSlide52.xml" Id="R76776249d738482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0574731384c98" /><Relationship Type="http://schemas.openxmlformats.org/officeDocument/2006/relationships/notesSlide" Target="/ppt/notesSlides/notesSlide53.xml" Id="R555788fe81394c8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093e38f334958" /><Relationship Type="http://schemas.openxmlformats.org/officeDocument/2006/relationships/notesSlide" Target="/ppt/notesSlides/notesSlide54.xml" Id="R5cc438f79a584c0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31efff5554461" /><Relationship Type="http://schemas.openxmlformats.org/officeDocument/2006/relationships/notesSlide" Target="/ppt/notesSlides/notesSlide55.xml" Id="R75e41ea866384bd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db42b25a94247" /><Relationship Type="http://schemas.openxmlformats.org/officeDocument/2006/relationships/notesSlide" Target="/ppt/notesSlides/notesSlide56.xml" Id="R28e2fd879a03455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881e3759c4da9" /><Relationship Type="http://schemas.openxmlformats.org/officeDocument/2006/relationships/notesSlide" Target="/ppt/notesSlides/notesSlide57.xml" Id="R1760d60e92ad4ab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26e016d354d60" /><Relationship Type="http://schemas.openxmlformats.org/officeDocument/2006/relationships/notesSlide" Target="/ppt/notesSlides/notesSlide58.xml" Id="R1be0174235f0409c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74b58be484ecd" /><Relationship Type="http://schemas.openxmlformats.org/officeDocument/2006/relationships/notesSlide" Target="/ppt/notesSlides/notesSlide59.xml" Id="R74a0067bd5df476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ca1bf57514160" /><Relationship Type="http://schemas.openxmlformats.org/officeDocument/2006/relationships/notesSlide" Target="/ppt/notesSlides/notesSlide60.xml" Id="R651eafb2e754457b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319a3320d4da1" /><Relationship Type="http://schemas.openxmlformats.org/officeDocument/2006/relationships/notesSlide" Target="/ppt/notesSlides/notesSlide61.xml" Id="Rd241ed6a3587439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dbaa1040f42f2" /><Relationship Type="http://schemas.openxmlformats.org/officeDocument/2006/relationships/notesSlide" Target="/ppt/notesSlides/notesSlide62.xml" Id="R02ccbd4b662b422b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85d04b9b8409b" /><Relationship Type="http://schemas.openxmlformats.org/officeDocument/2006/relationships/notesSlide" Target="/ppt/notesSlides/notesSlide63.xml" Id="R3341131bf7a745f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526977fba4ccc" /><Relationship Type="http://schemas.openxmlformats.org/officeDocument/2006/relationships/notesSlide" Target="/ppt/notesSlides/notesSlide64.xml" Id="R3508ec4621a64f0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a5601d64940e9" /><Relationship Type="http://schemas.openxmlformats.org/officeDocument/2006/relationships/notesSlide" Target="/ppt/notesSlides/notesSlide65.xml" Id="R6c3680a91af4470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70e160b9442f6" /><Relationship Type="http://schemas.openxmlformats.org/officeDocument/2006/relationships/notesSlide" Target="/ppt/notesSlides/notesSlide66.xml" Id="Rc1c87ebc7e5744d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54625bb4f49b2" /><Relationship Type="http://schemas.openxmlformats.org/officeDocument/2006/relationships/notesSlide" Target="/ppt/notesSlides/notesSlide67.xml" Id="Rae859d2cdad9455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99b12367b4b05" /><Relationship Type="http://schemas.openxmlformats.org/officeDocument/2006/relationships/notesSlide" Target="/ppt/notesSlides/notesSlide68.xml" Id="Rbe80b107a55a45a3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575e70a104c76" /><Relationship Type="http://schemas.openxmlformats.org/officeDocument/2006/relationships/notesSlide" Target="/ppt/notesSlides/notesSlide69.xml" Id="Rd5c81608b8734d50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945e333134499" /><Relationship Type="http://schemas.openxmlformats.org/officeDocument/2006/relationships/notesSlide" Target="/ppt/notesSlides/notesSlide70.xml" Id="Rb6afa93f40c3482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a97282b564e02" /><Relationship Type="http://schemas.openxmlformats.org/officeDocument/2006/relationships/notesSlide" Target="/ppt/notesSlides/notesSlide71.xml" Id="Re50e1c85e6284144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491fa5caa4000" /><Relationship Type="http://schemas.openxmlformats.org/officeDocument/2006/relationships/notesSlide" Target="/ppt/notesSlides/notesSlide72.xml" Id="R329c7a9323ff4db0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a5a57bf3d4ffa" /><Relationship Type="http://schemas.openxmlformats.org/officeDocument/2006/relationships/notesSlide" Target="/ppt/notesSlides/notesSlide73.xml" Id="Rae723261547948fb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0a95009f94cb8" /><Relationship Type="http://schemas.openxmlformats.org/officeDocument/2006/relationships/image" Target="/ppt/media/image3.jpeg" Id="R02c32741b2f84cf9" /><Relationship Type="http://schemas.openxmlformats.org/officeDocument/2006/relationships/notesSlide" Target="/ppt/notesSlides/notesSlide74.xml" Id="R68fba74a77574c99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b763f54f24372" /><Relationship Type="http://schemas.openxmlformats.org/officeDocument/2006/relationships/notesSlide" Target="/ppt/notesSlides/notesSlide75.xml" Id="Rb748dd988c1c4ed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3a7228c18401b" /><Relationship Type="http://schemas.openxmlformats.org/officeDocument/2006/relationships/notesSlide" Target="/ppt/notesSlides/notesSlide76.xml" Id="Rbe97a954ede44135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8cab074f2428e" /><Relationship Type="http://schemas.openxmlformats.org/officeDocument/2006/relationships/notesSlide" Target="/ppt/notesSlides/notesSlide77.xml" Id="R36c7d5cab5b844d3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1a9daf9824f1b" /><Relationship Type="http://schemas.openxmlformats.org/officeDocument/2006/relationships/notesSlide" Target="/ppt/notesSlides/notesSlide78.xml" Id="Rcaefd1915abf46fa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b0428476b4a00" /><Relationship Type="http://schemas.openxmlformats.org/officeDocument/2006/relationships/notesSlide" Target="/ppt/notesSlides/notesSlide79.xml" Id="Rd34ced7aa5954aa7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377dbe95f477f" /><Relationship Type="http://schemas.openxmlformats.org/officeDocument/2006/relationships/notesSlide" Target="/ppt/notesSlides/notesSlide80.xml" Id="Rf19ec23d54a44884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957b9df2c4b30" /><Relationship Type="http://schemas.openxmlformats.org/officeDocument/2006/relationships/notesSlide" Target="/ppt/notesSlides/notesSlide81.xml" Id="Rd2e2010fc90c4024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506ede2ee4e2e" /><Relationship Type="http://schemas.openxmlformats.org/officeDocument/2006/relationships/notesSlide" Target="/ppt/notesSlides/notesSlide82.xml" Id="R744475fab0ba460e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4d8cf46e14437" /><Relationship Type="http://schemas.openxmlformats.org/officeDocument/2006/relationships/notesSlide" Target="/ppt/notesSlides/notesSlide83.xml" Id="Rf78c2d4d89dc4ca4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c6c25038743b0" /><Relationship Type="http://schemas.openxmlformats.org/officeDocument/2006/relationships/notesSlide" Target="/ppt/notesSlides/notesSlide84.xml" Id="Rbd1959052cb54877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bbb91113343f5" /><Relationship Type="http://schemas.openxmlformats.org/officeDocument/2006/relationships/notesSlide" Target="/ppt/notesSlides/notesSlide85.xml" Id="Rd87f7cf547bb48f1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08e7c769743cd" /><Relationship Type="http://schemas.openxmlformats.org/officeDocument/2006/relationships/notesSlide" Target="/ppt/notesSlides/notesSlide86.xml" Id="Rd793197eb5954db8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7f49ce3ec402d" /><Relationship Type="http://schemas.openxmlformats.org/officeDocument/2006/relationships/notesSlide" Target="/ppt/notesSlides/notesSlide87.xml" Id="R4719e4db6bea44a8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8d9228a2a488d" /><Relationship Type="http://schemas.openxmlformats.org/officeDocument/2006/relationships/notesSlide" Target="/ppt/notesSlides/notesSlide88.xml" Id="R1c67affe56074a99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729e3eedc4103" /><Relationship Type="http://schemas.openxmlformats.org/officeDocument/2006/relationships/notesSlide" Target="/ppt/notesSlides/notesSlide89.xml" Id="R08c6d22a5f3b4169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237ca98f749a4" /><Relationship Type="http://schemas.openxmlformats.org/officeDocument/2006/relationships/notesSlide" Target="/ppt/notesSlides/notesSlide90.xml" Id="R7891268ac2824328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080df0ded440a" /><Relationship Type="http://schemas.openxmlformats.org/officeDocument/2006/relationships/notesSlide" Target="/ppt/notesSlides/notesSlide91.xml" Id="R4e82edc227d64c9a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bad1fcb6c4485" /><Relationship Type="http://schemas.openxmlformats.org/officeDocument/2006/relationships/notesSlide" Target="/ppt/notesSlides/notesSlide92.xml" Id="Rb721c77da6674dbe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782501e0f4785" /><Relationship Type="http://schemas.openxmlformats.org/officeDocument/2006/relationships/notesSlide" Target="/ppt/notesSlides/notesSlide93.xml" Id="Rcfa9ff935b934038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a747d20584ec0" /><Relationship Type="http://schemas.openxmlformats.org/officeDocument/2006/relationships/notesSlide" Target="/ppt/notesSlides/notesSlide94.xml" Id="R1aefddc47d3d48c2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559c9eae542e8" /><Relationship Type="http://schemas.openxmlformats.org/officeDocument/2006/relationships/notesSlide" Target="/ppt/notesSlides/notesSlide95.xml" Id="R0a2309e57acb48d0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0bf4e31f946ea" /><Relationship Type="http://schemas.openxmlformats.org/officeDocument/2006/relationships/notesSlide" Target="/ppt/notesSlides/notesSlide96.xml" Id="R722c3acdab664283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68a57efc542df" /><Relationship Type="http://schemas.openxmlformats.org/officeDocument/2006/relationships/notesSlide" Target="/ppt/notesSlides/notesSlide97.xml" Id="R3e3f47f608a5449c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5d517ba2043d8" /><Relationship Type="http://schemas.openxmlformats.org/officeDocument/2006/relationships/notesSlide" Target="/ppt/notesSlides/notesSlide98.xml" Id="Rbb63843d16d44095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26406086f4474" /><Relationship Type="http://schemas.openxmlformats.org/officeDocument/2006/relationships/notesSlide" Target="/ppt/notesSlides/notesSlide99.xml" Id="R44d98278a202490a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58082144c4aff" /><Relationship Type="http://schemas.openxmlformats.org/officeDocument/2006/relationships/notesSlide" Target="/ppt/notesSlides/notesSlide100.xml" Id="Ref61400de88f408a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0ca59e3ff4c77" /><Relationship Type="http://schemas.openxmlformats.org/officeDocument/2006/relationships/notesSlide" Target="/ppt/notesSlides/notesSlide101.xml" Id="R26a5e480cb5543e7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5bebfa3204658" /><Relationship Type="http://schemas.openxmlformats.org/officeDocument/2006/relationships/notesSlide" Target="/ppt/notesSlides/notesSlide102.xml" Id="Rb9e937fb59d546f4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7eff366324348" /><Relationship Type="http://schemas.openxmlformats.org/officeDocument/2006/relationships/notesSlide" Target="/ppt/notesSlides/notesSlide103.xml" Id="R38e78b331f184511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5635dad704237" /><Relationship Type="http://schemas.openxmlformats.org/officeDocument/2006/relationships/image" Target="/ppt/media/image4.jpeg" Id="Rbf18a78c8f1f4808" /><Relationship Type="http://schemas.openxmlformats.org/officeDocument/2006/relationships/notesSlide" Target="/ppt/notesSlides/notesSlide104.xml" Id="R82960ea806494c6f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5e88f530b49d8" /><Relationship Type="http://schemas.openxmlformats.org/officeDocument/2006/relationships/notesSlide" Target="/ppt/notesSlides/notesSlide105.xml" Id="R02ead67411ff4719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42629036d4344" /><Relationship Type="http://schemas.openxmlformats.org/officeDocument/2006/relationships/notesSlide" Target="/ppt/notesSlides/notesSlide106.xml" Id="R6ef11387ff5b4b5b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da9de7edf4503" /><Relationship Type="http://schemas.openxmlformats.org/officeDocument/2006/relationships/notesSlide" Target="/ppt/notesSlides/notesSlide107.xml" Id="R269c09b619e8447b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59ba9dacd455d" /><Relationship Type="http://schemas.openxmlformats.org/officeDocument/2006/relationships/notesSlide" Target="/ppt/notesSlides/notesSlide108.xml" Id="Rcd8b5f8b6f00466c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62ad374c34ff9" /><Relationship Type="http://schemas.openxmlformats.org/officeDocument/2006/relationships/notesSlide" Target="/ppt/notesSlides/notesSlide109.xml" Id="Rcaac12d9905e4492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e55791fe34f13" /><Relationship Type="http://schemas.openxmlformats.org/officeDocument/2006/relationships/notesSlide" Target="/ppt/notesSlides/notesSlide110.xml" Id="R4bc03c5f246f433e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5c2926ae34737" /><Relationship Type="http://schemas.openxmlformats.org/officeDocument/2006/relationships/notesSlide" Target="/ppt/notesSlides/notesSlide111.xml" Id="R15ea136416a64042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01a823fd4424e" /><Relationship Type="http://schemas.openxmlformats.org/officeDocument/2006/relationships/notesSlide" Target="/ppt/notesSlides/notesSlide112.xml" Id="R852c83c27d2f4eae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9a783be9f479b" /><Relationship Type="http://schemas.openxmlformats.org/officeDocument/2006/relationships/notesSlide" Target="/ppt/notesSlides/notesSlide113.xml" Id="R32af42535e94413b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f1c6e8a284351" /><Relationship Type="http://schemas.openxmlformats.org/officeDocument/2006/relationships/notesSlide" Target="/ppt/notesSlides/notesSlide114.xml" Id="R67e25522a38049b0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29e1e3be44642" /><Relationship Type="http://schemas.openxmlformats.org/officeDocument/2006/relationships/notesSlide" Target="/ppt/notesSlides/notesSlide115.xml" Id="R8018d98a5de94b86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20798aa49467d" /><Relationship Type="http://schemas.openxmlformats.org/officeDocument/2006/relationships/notesSlide" Target="/ppt/notesSlides/notesSlide116.xml" Id="Rb34a635eb21d4fb3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75ef4f2094b17" /><Relationship Type="http://schemas.openxmlformats.org/officeDocument/2006/relationships/notesSlide" Target="/ppt/notesSlides/notesSlide117.xml" Id="Rd5aab55c34e84578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da8d0f77649cf" /><Relationship Type="http://schemas.openxmlformats.org/officeDocument/2006/relationships/notesSlide" Target="/ppt/notesSlides/notesSlide118.xml" Id="Reb58d01c766d4f34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7199639174374" /><Relationship Type="http://schemas.openxmlformats.org/officeDocument/2006/relationships/notesSlide" Target="/ppt/notesSlides/notesSlide119.xml" Id="R8b53de8f4f4942aa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3f7758cfa4d83" /><Relationship Type="http://schemas.openxmlformats.org/officeDocument/2006/relationships/notesSlide" Target="/ppt/notesSlides/notesSlide120.xml" Id="Rf5192db409d9485d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ce630c8444bdf" /><Relationship Type="http://schemas.openxmlformats.org/officeDocument/2006/relationships/notesSlide" Target="/ppt/notesSlides/notesSlide121.xml" Id="R962cca9c31ac42e6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c530433f340fd" /><Relationship Type="http://schemas.openxmlformats.org/officeDocument/2006/relationships/notesSlide" Target="/ppt/notesSlides/notesSlide122.xml" Id="Rb97422f0bcf94851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070f897124356" /><Relationship Type="http://schemas.openxmlformats.org/officeDocument/2006/relationships/notesSlide" Target="/ppt/notesSlides/notesSlide123.xml" Id="R679c4011dd2f4064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d721f111d4af5" /><Relationship Type="http://schemas.openxmlformats.org/officeDocument/2006/relationships/notesSlide" Target="/ppt/notesSlides/notesSlide124.xml" Id="R9dc0898957c1480e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f989416eb42e4" /><Relationship Type="http://schemas.openxmlformats.org/officeDocument/2006/relationships/notesSlide" Target="/ppt/notesSlides/notesSlide125.xml" Id="R380d0b28c45c4928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6adede47b4141" /><Relationship Type="http://schemas.openxmlformats.org/officeDocument/2006/relationships/notesSlide" Target="/ppt/notesSlides/notesSlide126.xml" Id="R3a8dc32589404ec2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9b5ba68454219" /><Relationship Type="http://schemas.openxmlformats.org/officeDocument/2006/relationships/notesSlide" Target="/ppt/notesSlides/notesSlide127.xml" Id="R2544fc88436d4a9a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3cb7423024464" /><Relationship Type="http://schemas.openxmlformats.org/officeDocument/2006/relationships/notesSlide" Target="/ppt/notesSlides/notesSlide128.xml" Id="R15288b1a633b451c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74edf89dc485b" /><Relationship Type="http://schemas.openxmlformats.org/officeDocument/2006/relationships/notesSlide" Target="/ppt/notesSlides/notesSlide129.xml" Id="Rbe60300472b24cb0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8f67882b64b7f" /><Relationship Type="http://schemas.openxmlformats.org/officeDocument/2006/relationships/notesSlide" Target="/ppt/notesSlides/notesSlide130.xml" Id="Rbc811f08b9f84fd4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b62fd94a64aee" /><Relationship Type="http://schemas.openxmlformats.org/officeDocument/2006/relationships/notesSlide" Target="/ppt/notesSlides/notesSlide131.xml" Id="R506d351c67704969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f7d727afd4e5b" /><Relationship Type="http://schemas.openxmlformats.org/officeDocument/2006/relationships/notesSlide" Target="/ppt/notesSlides/notesSlide132.xml" Id="Rbf025f0fecd24255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ef13c042f4d66" /><Relationship Type="http://schemas.openxmlformats.org/officeDocument/2006/relationships/notesSlide" Target="/ppt/notesSlides/notesSlide133.xml" Id="R39a1b907d45b41f6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9096a7ccf4b94" /><Relationship Type="http://schemas.openxmlformats.org/officeDocument/2006/relationships/image" Target="/ppt/media/image5.jpeg" Id="Rd7e356f72b14484f" /><Relationship Type="http://schemas.openxmlformats.org/officeDocument/2006/relationships/notesSlide" Target="/ppt/notesSlides/notesSlide134.xml" Id="Rf61a3e5d6c504a4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4faade9374432" /><Relationship Type="http://schemas.openxmlformats.org/officeDocument/2006/relationships/notesSlide" Target="/ppt/notesSlides/notesSlide135.xml" Id="R63e1ffd2cb524cc8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aa10a10254ba6" /><Relationship Type="http://schemas.openxmlformats.org/officeDocument/2006/relationships/notesSlide" Target="/ppt/notesSlides/notesSlide136.xml" Id="R19eccc6b46a94974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f0aa4756146f6" /><Relationship Type="http://schemas.openxmlformats.org/officeDocument/2006/relationships/notesSlide" Target="/ppt/notesSlides/notesSlide137.xml" Id="Rdc363f41cca44e4c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4f18883bc43ed" /><Relationship Type="http://schemas.openxmlformats.org/officeDocument/2006/relationships/notesSlide" Target="/ppt/notesSlides/notesSlide138.xml" Id="R42c9eb7120944ea6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e402b89894cff" /><Relationship Type="http://schemas.openxmlformats.org/officeDocument/2006/relationships/notesSlide" Target="/ppt/notesSlides/notesSlide139.xml" Id="R9d6c46f850414286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1434b93f448f9" /><Relationship Type="http://schemas.openxmlformats.org/officeDocument/2006/relationships/notesSlide" Target="/ppt/notesSlides/notesSlide140.xml" Id="Rc2ab5fd4581848ea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a73ca90864194" /><Relationship Type="http://schemas.openxmlformats.org/officeDocument/2006/relationships/notesSlide" Target="/ppt/notesSlides/notesSlide141.xml" Id="R875fc6c969604d94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8a8ab90fa47eb" /><Relationship Type="http://schemas.openxmlformats.org/officeDocument/2006/relationships/notesSlide" Target="/ppt/notesSlides/notesSlide142.xml" Id="Rf338f44fcf6142cb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070e1d396420c" /><Relationship Type="http://schemas.openxmlformats.org/officeDocument/2006/relationships/notesSlide" Target="/ppt/notesSlides/notesSlide143.xml" Id="Rdaa9836fb16e44de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0a8e8992f4d23" /><Relationship Type="http://schemas.openxmlformats.org/officeDocument/2006/relationships/notesSlide" Target="/ppt/notesSlides/notesSlide144.xml" Id="R9519d17d25764ea9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6359046ca420c" /><Relationship Type="http://schemas.openxmlformats.org/officeDocument/2006/relationships/notesSlide" Target="/ppt/notesSlides/notesSlide145.xml" Id="R853cd2d81157444b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37a6b9c6349eb" /><Relationship Type="http://schemas.openxmlformats.org/officeDocument/2006/relationships/notesSlide" Target="/ppt/notesSlides/notesSlide146.xml" Id="R0dcc1eb8236744bf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1ab57723742e0" /><Relationship Type="http://schemas.openxmlformats.org/officeDocument/2006/relationships/notesSlide" Target="/ppt/notesSlides/notesSlide147.xml" Id="Rc4fa617322ca48ff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6a38c17fe4b7d" /><Relationship Type="http://schemas.openxmlformats.org/officeDocument/2006/relationships/notesSlide" Target="/ppt/notesSlides/notesSlide148.xml" Id="R4df6663b1dd74fb9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f37a2ff1348e2" /><Relationship Type="http://schemas.openxmlformats.org/officeDocument/2006/relationships/notesSlide" Target="/ppt/notesSlides/notesSlide149.xml" Id="R3cfee7ddb87947d3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f2ebead2a4655" /><Relationship Type="http://schemas.openxmlformats.org/officeDocument/2006/relationships/notesSlide" Target="/ppt/notesSlides/notesSlide150.xml" Id="R125b9bb34d434272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82c3ca3404355" /><Relationship Type="http://schemas.openxmlformats.org/officeDocument/2006/relationships/notesSlide" Target="/ppt/notesSlides/notesSlide151.xml" Id="R90508d024a3d4125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47fba04d54fae" /><Relationship Type="http://schemas.openxmlformats.org/officeDocument/2006/relationships/notesSlide" Target="/ppt/notesSlides/notesSlide152.xml" Id="R069844bc65bf4ef5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38b0124704e79" /><Relationship Type="http://schemas.openxmlformats.org/officeDocument/2006/relationships/notesSlide" Target="/ppt/notesSlides/notesSlide153.xml" Id="Racec94c674aa4250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e69085ebd4851" /><Relationship Type="http://schemas.openxmlformats.org/officeDocument/2006/relationships/notesSlide" Target="/ppt/notesSlides/notesSlide154.xml" Id="Red9b4f2fca7c4733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1c739fa33457d" /><Relationship Type="http://schemas.openxmlformats.org/officeDocument/2006/relationships/notesSlide" Target="/ppt/notesSlides/notesSlide155.xml" Id="Rb4e3916ee41d4269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d328c87834c57" /><Relationship Type="http://schemas.openxmlformats.org/officeDocument/2006/relationships/notesSlide" Target="/ppt/notesSlides/notesSlide156.xml" Id="Rc283e9f56f654d0d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ce3510208497f" /><Relationship Type="http://schemas.openxmlformats.org/officeDocument/2006/relationships/notesSlide" Target="/ppt/notesSlides/notesSlide157.xml" Id="Rc1475952650a4d52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c43a5e8c54fef" /><Relationship Type="http://schemas.openxmlformats.org/officeDocument/2006/relationships/notesSlide" Target="/ppt/notesSlides/notesSlide158.xml" Id="R47dab10074084996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43d7a68404978" /><Relationship Type="http://schemas.openxmlformats.org/officeDocument/2006/relationships/notesSlide" Target="/ppt/notesSlides/notesSlide159.xml" Id="Rdf44d0d2e1c5482e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d4543ce344abe" /><Relationship Type="http://schemas.openxmlformats.org/officeDocument/2006/relationships/notesSlide" Target="/ppt/notesSlides/notesSlide160.xml" Id="Ree9a94741f0540cd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35d8ef365457a" /><Relationship Type="http://schemas.openxmlformats.org/officeDocument/2006/relationships/notesSlide" Target="/ppt/notesSlides/notesSlide161.xml" Id="R2873100093bc4ed5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941f43d544e9c" /><Relationship Type="http://schemas.openxmlformats.org/officeDocument/2006/relationships/notesSlide" Target="/ppt/notesSlides/notesSlide162.xml" Id="R587116336fa043ff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2b02f89204f7c" /><Relationship Type="http://schemas.openxmlformats.org/officeDocument/2006/relationships/notesSlide" Target="/ppt/notesSlides/notesSlide163.xml" Id="R96a8f1f131234bd0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aab0b648c4e03" /><Relationship Type="http://schemas.openxmlformats.org/officeDocument/2006/relationships/image" Target="/ppt/media/image6.jpeg" Id="R3ae686c842b34333" /><Relationship Type="http://schemas.openxmlformats.org/officeDocument/2006/relationships/notesSlide" Target="/ppt/notesSlides/notesSlide164.xml" Id="R7e71f3777fc840cc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77159139e43b7" /><Relationship Type="http://schemas.openxmlformats.org/officeDocument/2006/relationships/notesSlide" Target="/ppt/notesSlides/notesSlide165.xml" Id="R809952d0eea14789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285f673dd43db" /><Relationship Type="http://schemas.openxmlformats.org/officeDocument/2006/relationships/notesSlide" Target="/ppt/notesSlides/notesSlide166.xml" Id="R3369e1f50a3e4846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3ec0950874736" /><Relationship Type="http://schemas.openxmlformats.org/officeDocument/2006/relationships/notesSlide" Target="/ppt/notesSlides/notesSlide167.xml" Id="Rc1b9f53ee03748be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0b4563d3d4ec8" /><Relationship Type="http://schemas.openxmlformats.org/officeDocument/2006/relationships/notesSlide" Target="/ppt/notesSlides/notesSlide168.xml" Id="Rc2d3a8e0af194280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948c9c8d940ca" /><Relationship Type="http://schemas.openxmlformats.org/officeDocument/2006/relationships/notesSlide" Target="/ppt/notesSlides/notesSlide169.xml" Id="R947184284ac841ff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eb682e2084eb1" /><Relationship Type="http://schemas.openxmlformats.org/officeDocument/2006/relationships/notesSlide" Target="/ppt/notesSlides/notesSlide170.xml" Id="R3908107aceac42be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b6beb18e84551" /><Relationship Type="http://schemas.openxmlformats.org/officeDocument/2006/relationships/notesSlide" Target="/ppt/notesSlides/notesSlide171.xml" Id="Rbc1d27acabbd4c62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1625587e74495" /><Relationship Type="http://schemas.openxmlformats.org/officeDocument/2006/relationships/notesSlide" Target="/ppt/notesSlides/notesSlide172.xml" Id="Rc643351ddc2c42ad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a23e6bfd945e4" /><Relationship Type="http://schemas.openxmlformats.org/officeDocument/2006/relationships/notesSlide" Target="/ppt/notesSlides/notesSlide173.xml" Id="R0d55f834291f41fd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d9679e9e4475a" /><Relationship Type="http://schemas.openxmlformats.org/officeDocument/2006/relationships/notesSlide" Target="/ppt/notesSlides/notesSlide174.xml" Id="R8a97a48ddfe846b6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b0fa496124761" /><Relationship Type="http://schemas.openxmlformats.org/officeDocument/2006/relationships/notesSlide" Target="/ppt/notesSlides/notesSlide175.xml" Id="R7a147493ee3649b8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59beb242449de" /><Relationship Type="http://schemas.openxmlformats.org/officeDocument/2006/relationships/notesSlide" Target="/ppt/notesSlides/notesSlide176.xml" Id="R5d308edb4bba4dd7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7573a0135473f" /><Relationship Type="http://schemas.openxmlformats.org/officeDocument/2006/relationships/notesSlide" Target="/ppt/notesSlides/notesSlide177.xml" Id="R5cd13d0cd07944b2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87c75b23c4b35" /><Relationship Type="http://schemas.openxmlformats.org/officeDocument/2006/relationships/notesSlide" Target="/ppt/notesSlides/notesSlide178.xml" Id="Re4a88c5e680d4ec6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2483c92364323" /><Relationship Type="http://schemas.openxmlformats.org/officeDocument/2006/relationships/notesSlide" Target="/ppt/notesSlides/notesSlide179.xml" Id="R4676ca1ed58c43b3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81d988ad4454e" /><Relationship Type="http://schemas.openxmlformats.org/officeDocument/2006/relationships/notesSlide" Target="/ppt/notesSlides/notesSlide180.xml" Id="R5d632102c4d64334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e6468c4084f3f" /><Relationship Type="http://schemas.openxmlformats.org/officeDocument/2006/relationships/notesSlide" Target="/ppt/notesSlides/notesSlide181.xml" Id="R0a6ff47596ee49ff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fa75bd7394545" /><Relationship Type="http://schemas.openxmlformats.org/officeDocument/2006/relationships/notesSlide" Target="/ppt/notesSlides/notesSlide182.xml" Id="Ra147cbe1cf894b75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efdc226a74f62" /><Relationship Type="http://schemas.openxmlformats.org/officeDocument/2006/relationships/notesSlide" Target="/ppt/notesSlides/notesSlide183.xml" Id="R245181c44d914d14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9c59056f14d9e" /><Relationship Type="http://schemas.openxmlformats.org/officeDocument/2006/relationships/notesSlide" Target="/ppt/notesSlides/notesSlide184.xml" Id="Rcafc79383871481a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6f523491a4abe" /><Relationship Type="http://schemas.openxmlformats.org/officeDocument/2006/relationships/notesSlide" Target="/ppt/notesSlides/notesSlide185.xml" Id="R9199108dc1014e45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d37f40a004a12" /><Relationship Type="http://schemas.openxmlformats.org/officeDocument/2006/relationships/notesSlide" Target="/ppt/notesSlides/notesSlide186.xml" Id="Rf04afb6f09e04980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f462e0f7a4ce4" /><Relationship Type="http://schemas.openxmlformats.org/officeDocument/2006/relationships/notesSlide" Target="/ppt/notesSlides/notesSlide187.xml" Id="Rd7309bbf90644fd0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84bccfb6f4209" /><Relationship Type="http://schemas.openxmlformats.org/officeDocument/2006/relationships/notesSlide" Target="/ppt/notesSlides/notesSlide188.xml" Id="Rbe8c9376c643429c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f67441d6f49d4" /><Relationship Type="http://schemas.openxmlformats.org/officeDocument/2006/relationships/notesSlide" Target="/ppt/notesSlides/notesSlide189.xml" Id="R28074aa91493488c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6684612034914" /><Relationship Type="http://schemas.openxmlformats.org/officeDocument/2006/relationships/notesSlide" Target="/ppt/notesSlides/notesSlide190.xml" Id="R1781c010cb0b45e5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1321c077e400e" /><Relationship Type="http://schemas.openxmlformats.org/officeDocument/2006/relationships/notesSlide" Target="/ppt/notesSlides/notesSlide191.xml" Id="R6d4e87b03b4043c2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1c526a82442d6" /><Relationship Type="http://schemas.openxmlformats.org/officeDocument/2006/relationships/notesSlide" Target="/ppt/notesSlides/notesSlide192.xml" Id="R1a10f4f0b3c642de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9e0be78c44430" /><Relationship Type="http://schemas.openxmlformats.org/officeDocument/2006/relationships/notesSlide" Target="/ppt/notesSlides/notesSlide193.xml" Id="R0a6122b5d5db4963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6644d420c4f4c" /><Relationship Type="http://schemas.openxmlformats.org/officeDocument/2006/relationships/image" Target="/ppt/media/image7.jpeg" Id="R2def0750f0dc4b45" /><Relationship Type="http://schemas.openxmlformats.org/officeDocument/2006/relationships/notesSlide" Target="/ppt/notesSlides/notesSlide194.xml" Id="R2f54fe4603d14dc3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35e5949254547" /><Relationship Type="http://schemas.openxmlformats.org/officeDocument/2006/relationships/notesSlide" Target="/ppt/notesSlides/notesSlide195.xml" Id="Rbdc294bb9dee4ca4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0452791e14398" /><Relationship Type="http://schemas.openxmlformats.org/officeDocument/2006/relationships/notesSlide" Target="/ppt/notesSlides/notesSlide196.xml" Id="Rc14225abb90746b3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bb212645b498b" /><Relationship Type="http://schemas.openxmlformats.org/officeDocument/2006/relationships/notesSlide" Target="/ppt/notesSlides/notesSlide197.xml" Id="R18dd72bda5f14ee9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9cb37d46a491d" /><Relationship Type="http://schemas.openxmlformats.org/officeDocument/2006/relationships/notesSlide" Target="/ppt/notesSlides/notesSlide198.xml" Id="Re850110f445d4ee6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0284e8c354420" /><Relationship Type="http://schemas.openxmlformats.org/officeDocument/2006/relationships/notesSlide" Target="/ppt/notesSlides/notesSlide199.xml" Id="Rc0051741f7064f0c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b9ff4ff62402c" /><Relationship Type="http://schemas.openxmlformats.org/officeDocument/2006/relationships/notesSlide" Target="/ppt/notesSlides/notesSlide200.xml" Id="Rce311d9f9bf949c8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8e2b1854b4804" /><Relationship Type="http://schemas.openxmlformats.org/officeDocument/2006/relationships/notesSlide" Target="/ppt/notesSlides/notesSlide201.xml" Id="Rdd11a9eaae624b7f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67c84e94a45cc" /><Relationship Type="http://schemas.openxmlformats.org/officeDocument/2006/relationships/notesSlide" Target="/ppt/notesSlides/notesSlide202.xml" Id="R940dbbfb52434117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efc45b4224064" /><Relationship Type="http://schemas.openxmlformats.org/officeDocument/2006/relationships/notesSlide" Target="/ppt/notesSlides/notesSlide203.xml" Id="R66da5674875b4ebd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af2778ab94602" /><Relationship Type="http://schemas.openxmlformats.org/officeDocument/2006/relationships/notesSlide" Target="/ppt/notesSlides/notesSlide204.xml" Id="Rdd0afd1adc6c484f" /></Relationships>
</file>

<file path=ppt/slides/_rels/slide2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14580ecb747d1" /><Relationship Type="http://schemas.openxmlformats.org/officeDocument/2006/relationships/notesSlide" Target="/ppt/notesSlides/notesSlide205.xml" Id="R5d4adb456d754ff7" /></Relationships>
</file>

<file path=ppt/slides/_rels/slide2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e6b7eebd74c84" /><Relationship Type="http://schemas.openxmlformats.org/officeDocument/2006/relationships/notesSlide" Target="/ppt/notesSlides/notesSlide206.xml" Id="Rc39373ffe48c49ab" /></Relationships>
</file>

<file path=ppt/slides/_rels/slide2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4cebe46ad43d2" /><Relationship Type="http://schemas.openxmlformats.org/officeDocument/2006/relationships/notesSlide" Target="/ppt/notesSlides/notesSlide207.xml" Id="R599c6f401511428b" /></Relationships>
</file>

<file path=ppt/slides/_rels/slide2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4b11b62fb4d15" /><Relationship Type="http://schemas.openxmlformats.org/officeDocument/2006/relationships/notesSlide" Target="/ppt/notesSlides/notesSlide208.xml" Id="R23319606489144ab" /></Relationships>
</file>

<file path=ppt/slides/_rels/slide2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c3363732b4a96" /><Relationship Type="http://schemas.openxmlformats.org/officeDocument/2006/relationships/notesSlide" Target="/ppt/notesSlides/notesSlide209.xml" Id="R1d1962a9b1684a8e" /></Relationships>
</file>

<file path=ppt/slides/_rels/slide2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281ca42a34589" /><Relationship Type="http://schemas.openxmlformats.org/officeDocument/2006/relationships/notesSlide" Target="/ppt/notesSlides/notesSlide210.xml" Id="Rf446a60ec21a4461" /></Relationships>
</file>

<file path=ppt/slides/_rels/slide2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ed77a0d8a471e" /><Relationship Type="http://schemas.openxmlformats.org/officeDocument/2006/relationships/notesSlide" Target="/ppt/notesSlides/notesSlide211.xml" Id="R9c515f1ca9134ab5" /></Relationships>
</file>

<file path=ppt/slides/_rels/slide2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a7845bf804b16" /><Relationship Type="http://schemas.openxmlformats.org/officeDocument/2006/relationships/notesSlide" Target="/ppt/notesSlides/notesSlide212.xml" Id="R8c282ec401a340a5" /></Relationships>
</file>

<file path=ppt/slides/_rels/slide2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879477e5d4a7f" /><Relationship Type="http://schemas.openxmlformats.org/officeDocument/2006/relationships/notesSlide" Target="/ppt/notesSlides/notesSlide213.xml" Id="Re86ba76860c64c01" /></Relationships>
</file>

<file path=ppt/slides/_rels/slide2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db24359e54d89" /><Relationship Type="http://schemas.openxmlformats.org/officeDocument/2006/relationships/notesSlide" Target="/ppt/notesSlides/notesSlide214.xml" Id="Rbf2bfd9d92ac4f9d" /></Relationships>
</file>

<file path=ppt/slides/_rels/slide2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b3abbd0ac4b51" /><Relationship Type="http://schemas.openxmlformats.org/officeDocument/2006/relationships/notesSlide" Target="/ppt/notesSlides/notesSlide215.xml" Id="Ra5135bc24eb048a9" /></Relationships>
</file>

<file path=ppt/slides/_rels/slide2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fe6612bc6461b" /><Relationship Type="http://schemas.openxmlformats.org/officeDocument/2006/relationships/notesSlide" Target="/ppt/notesSlides/notesSlide216.xml" Id="R0dafbb4214e949bd" /></Relationships>
</file>

<file path=ppt/slides/_rels/slide2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6da2313e04e1e" /><Relationship Type="http://schemas.openxmlformats.org/officeDocument/2006/relationships/notesSlide" Target="/ppt/notesSlides/notesSlide217.xml" Id="R588c447a7f5b42e6" /></Relationships>
</file>

<file path=ppt/slides/_rels/slide2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3219d26ed4bb8" /><Relationship Type="http://schemas.openxmlformats.org/officeDocument/2006/relationships/notesSlide" Target="/ppt/notesSlides/notesSlide218.xml" Id="R33201ccd0b69468e" /></Relationships>
</file>

<file path=ppt/slides/_rels/slide2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119d76de442c1" /><Relationship Type="http://schemas.openxmlformats.org/officeDocument/2006/relationships/notesSlide" Target="/ppt/notesSlides/notesSlide219.xml" Id="Rf6c77454fc4a4efc" /></Relationships>
</file>

<file path=ppt/slides/_rels/slide2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2e52eff2d4670" /><Relationship Type="http://schemas.openxmlformats.org/officeDocument/2006/relationships/notesSlide" Target="/ppt/notesSlides/notesSlide220.xml" Id="Rad7f396b07534188" /></Relationships>
</file>

<file path=ppt/slides/_rels/slide2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aaddb5721421f" /><Relationship Type="http://schemas.openxmlformats.org/officeDocument/2006/relationships/notesSlide" Target="/ppt/notesSlides/notesSlide221.xml" Id="R5884d2a1e1644ad9" /></Relationships>
</file>

<file path=ppt/slides/_rels/slide2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394b1b70b47b5" /><Relationship Type="http://schemas.openxmlformats.org/officeDocument/2006/relationships/notesSlide" Target="/ppt/notesSlides/notesSlide222.xml" Id="R25df96f202c04ab8" /></Relationships>
</file>

<file path=ppt/slides/_rels/slide2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4fc6c3b844f25" /><Relationship Type="http://schemas.openxmlformats.org/officeDocument/2006/relationships/notesSlide" Target="/ppt/notesSlides/notesSlide223.xml" Id="R880e97ca747d49d5" /></Relationships>
</file>

<file path=ppt/slides/_rels/slide2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0eb37aaf142e0" /><Relationship Type="http://schemas.openxmlformats.org/officeDocument/2006/relationships/image" Target="/ppt/media/image8.jpeg" Id="Rb4d8592170454b5a" /><Relationship Type="http://schemas.openxmlformats.org/officeDocument/2006/relationships/notesSlide" Target="/ppt/notesSlides/notesSlide224.xml" Id="R340b01bc7bf044ed" /></Relationships>
</file>

<file path=ppt/slides/_rels/slide2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4b474b0174206" /><Relationship Type="http://schemas.openxmlformats.org/officeDocument/2006/relationships/notesSlide" Target="/ppt/notesSlides/notesSlide225.xml" Id="R564594d65b584104" /></Relationships>
</file>

<file path=ppt/slides/_rels/slide2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fefb9a3534d1d" /><Relationship Type="http://schemas.openxmlformats.org/officeDocument/2006/relationships/notesSlide" Target="/ppt/notesSlides/notesSlide226.xml" Id="R592b912f3a944f3b" /></Relationships>
</file>

<file path=ppt/slides/_rels/slide2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d968f0e434bf2" /><Relationship Type="http://schemas.openxmlformats.org/officeDocument/2006/relationships/notesSlide" Target="/ppt/notesSlides/notesSlide227.xml" Id="R0570fba998a54307" /></Relationships>
</file>

<file path=ppt/slides/_rels/slide2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0f4014cff4e4b" /><Relationship Type="http://schemas.openxmlformats.org/officeDocument/2006/relationships/notesSlide" Target="/ppt/notesSlides/notesSlide228.xml" Id="R376e5cf37cb44dc0" /></Relationships>
</file>

<file path=ppt/slides/_rels/slide2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8a20984724756" /><Relationship Type="http://schemas.openxmlformats.org/officeDocument/2006/relationships/notesSlide" Target="/ppt/notesSlides/notesSlide229.xml" Id="Rfcea4a9c7d204aea" /></Relationships>
</file>

<file path=ppt/slides/_rels/slide2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733c98ac54fcb" /><Relationship Type="http://schemas.openxmlformats.org/officeDocument/2006/relationships/notesSlide" Target="/ppt/notesSlides/notesSlide230.xml" Id="Re989064030fa483b" /></Relationships>
</file>

<file path=ppt/slides/_rels/slide2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c8ba50b734878" /><Relationship Type="http://schemas.openxmlformats.org/officeDocument/2006/relationships/notesSlide" Target="/ppt/notesSlides/notesSlide231.xml" Id="Rbb85c836b3184751" /></Relationships>
</file>

<file path=ppt/slides/_rels/slide2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c542b2ad44d4f" /><Relationship Type="http://schemas.openxmlformats.org/officeDocument/2006/relationships/notesSlide" Target="/ppt/notesSlides/notesSlide232.xml" Id="R08ca374f85d546a8" /></Relationships>
</file>

<file path=ppt/slides/_rels/slide2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79c20b3bd48e7" /><Relationship Type="http://schemas.openxmlformats.org/officeDocument/2006/relationships/notesSlide" Target="/ppt/notesSlides/notesSlide233.xml" Id="R046a348259d74be5" /></Relationships>
</file>

<file path=ppt/slides/_rels/slide2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c2cabfce947ae" /><Relationship Type="http://schemas.openxmlformats.org/officeDocument/2006/relationships/notesSlide" Target="/ppt/notesSlides/notesSlide234.xml" Id="Re136d6c310c0412a" /></Relationships>
</file>

<file path=ppt/slides/_rels/slide2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cbd22323647b1" /><Relationship Type="http://schemas.openxmlformats.org/officeDocument/2006/relationships/notesSlide" Target="/ppt/notesSlides/notesSlide235.xml" Id="R6b38f5896b604bad" /></Relationships>
</file>

<file path=ppt/slides/_rels/slide2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fa6d7add348e8" /><Relationship Type="http://schemas.openxmlformats.org/officeDocument/2006/relationships/notesSlide" Target="/ppt/notesSlides/notesSlide236.xml" Id="Rbd306f3a186c4ec8" /></Relationships>
</file>

<file path=ppt/slides/_rels/slide2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dbfdbcb1d4dfb" /><Relationship Type="http://schemas.openxmlformats.org/officeDocument/2006/relationships/notesSlide" Target="/ppt/notesSlides/notesSlide237.xml" Id="R25a69d4c7dc04393" /></Relationships>
</file>

<file path=ppt/slides/_rels/slide2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661b62b224ce3" /><Relationship Type="http://schemas.openxmlformats.org/officeDocument/2006/relationships/notesSlide" Target="/ppt/notesSlides/notesSlide238.xml" Id="R2d6b1598a5d04936" /></Relationships>
</file>

<file path=ppt/slides/_rels/slide2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54375efa6453e" /><Relationship Type="http://schemas.openxmlformats.org/officeDocument/2006/relationships/notesSlide" Target="/ppt/notesSlides/notesSlide239.xml" Id="R344c4c89580c4f1c" /></Relationships>
</file>

<file path=ppt/slides/_rels/slide2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58aa347754010" /><Relationship Type="http://schemas.openxmlformats.org/officeDocument/2006/relationships/notesSlide" Target="/ppt/notesSlides/notesSlide240.xml" Id="R34faa72497054c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25D9D-35B2-4A48-95BE-2A1AF57B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F150B-EA9A-4BFA-93C3-186F4D3F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IPA · LLM AGENT &amp; 업무자동화 40H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F1540-3A1B-4598-9782-75606AF4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09:00-09:50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F45AB-5CF2-4041-A89E-1BD60518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오디오 파일 계약과 메타데이터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34C72-5B12-41DE-A2DF-17B30691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Codec · Container · audio_metadata.json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E631A-D694-42BD-A4A9-57C6DE3A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F3E6E-ADBF-4FDB-AC42-AE7035AC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643C7-E303-4745-8391-F7AF8F74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0BD91-4481-4682-A26F-4417ED7A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D0DE7-CB98-4756-A047-F8B97BB9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data/demo_meeting.wav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data/demo_meeting_transcript.txt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DC9FC-F969-4358-979E-56E7E982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E2ADA-2D4F-4752-8993-B419C384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audio_metadata.json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3A4B3-2C6D-4A23-8009-21F67511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한국어 회의 Agent · 1차시</a:t>
            </a:r>
          </a:p>
        </p:txBody>
      </p:sp>
    </p:spTree>
    <p:extLst>
      <p:ext uri="{BB962C8B-B14F-4D97-AF65-F5344CB8AC3E}">
        <p14:creationId xmlns:p14="http://schemas.microsoft.com/office/powerpoint/2010/main" val="2011461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C56D8F5-494F-4336-B590-EB3E282C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하루 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1C2E7-EC5A-4CFC-ADBB-84906A9D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2일차 전체 시간표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7373D-A539-425E-9B3F-28F09D17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92C94-C423-4CD1-B9AB-30B08BDD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22C93-057E-465B-907A-E40CC13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0A85A-B7B2-4744-A247-C015D1E3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AE279-4B55-499A-99F7-7F993702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3시간 블록(30분 휴식) · 2시간 블록(20분 휴식) · 점심 14:00-15:00 · 3시간 블록(30분 휴식)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B70A9-A04F-418A-B6F0-AF7BD478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9865C-4E96-4BDA-A586-CE3E27AB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F2425-8E66-4339-A55B-E9026DC8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14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EA284-A923-4A5B-B772-0DCB006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907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차시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AA67A-1A3E-4806-9BB5-6C69EC6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14500"/>
            <a:ext cx="405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D56AB-BFF2-467F-8ED6-634F79C7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90700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배우는 내용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6AB84-0325-433C-95AF-F4BD8977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2514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BA7BB-9C20-46E3-A3A0-30E78CF8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31367-CDE1-4765-B5C2-C322EA74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1450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59A14-A3D4-4576-93B3-EC6BB1AF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90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4C9F6-9EF2-4F8D-AD0D-C701248B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2F65F-A797-4985-BDEB-DD13DA16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2C42D-1422-44EB-B980-C4B53FBE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76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F93A0-0EC5-4D3B-A5B7-990B856A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43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1CCB5-59C4-48F9-9546-CE981E55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D5015A-431C-42BE-B921-A091B9EE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3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오디오 파일 계약과 메타데이터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0590C-5CF3-47F7-AA30-16F0B201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774D37-5FFC-4163-A05E-B8B8D62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B53F8-9395-46BD-B20C-FBAA532F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76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BD192-1150-440F-98C3-AA054354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43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audio_metadata.json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DD849-2F78-46DC-A8B9-27DF6480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3B98E6-024B-4B56-A942-78C71E33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ECB0B-8172-43B4-9C8E-2D51753D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52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6F33B7-1D62-4B1D-B8A5-8C1EBD1D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19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BE3FEF-5DE4-40CB-B6C4-F7C1F88D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52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7B97BF-169F-4ADF-AAD1-7A88A815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19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faster-whisper 로컬 STT Adapter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B97118-8D9F-4AC4-95BA-42F9FDE7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94DC5E-C158-4174-B7CA-75E7C981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19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010FCD-A83A-45DF-AF06-F51F32C0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52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AF96BB-F642-4969-B9C3-E8161E9C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19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C4E78A-17F1-4899-8BF3-CA161E6D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B4B6F-D3B2-439E-8B42-00998281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E3FAC4-F927-413F-84E5-A1098E0D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28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BF0E1B-AB91-4275-B60F-79662AC2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5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9590E0-9990-4D26-B569-AD4395CD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C4C4F4-D2DE-49B0-AC12-1365932C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95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품질 Gate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4E0BAD-4C05-4ECB-A940-A0CFCAD4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127776-9074-4607-B8A7-76989CCC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95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899628-71A4-4C89-89C5-B1586BE2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2E8AFD-DDB2-43C2-81DC-F70B98C7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95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47352D-6DC0-4F2D-A382-656170B4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ABB527-2C04-4AAA-BFA9-8F494BEA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3DD9B36-5C02-4349-A9EC-10BC05E3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05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AEFDA5-68C5-4479-93C2-1330DE5E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71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9F8FD5-1CDF-4953-8327-C7562AB4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05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BAA2AF-7416-42AB-825A-CAE53D4C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1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회의록 Schema와 Pydantic 계약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CBC0BF-43AC-48A9-8437-73BB490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05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0413F9-DD3F-498E-907C-914731E8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71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FA026F-A432-4409-944B-78CD8872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43B84B-5B87-45F9-8F0F-E7B4319C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71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82C3D4-7CEE-4757-BFA8-6EB79ECA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E60568-1721-406B-A428-57679D7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696649-6AFA-4861-9A5C-D7D77CE4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814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EB23A6-6C6F-4627-9D36-FD9DE0E6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481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67DCD4-80E7-4F11-824F-E6CF9217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D6F32C-B5BF-4C24-AF9A-04B2DB4C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481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발화 단위 Chunking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8947BB-A1BA-4380-8D88-48312C30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814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9B98FD-C641-413B-AC51-EE25381D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2C4D38-6C09-4F57-BA99-DFCEB0F3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626979-5BD0-4E5C-8043-EFECB531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6A097B-B74A-4844-8F95-AD9212FA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0D54FF-BC1C-4B04-85E6-E8C893A3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D058FB-46A4-459F-A385-08EB3527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372FFB7-2D07-421D-AA52-D792FE8C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243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BD8958-BE06-4521-B290-2D93CE1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577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BED99A-DE22-4418-B22A-2F3B580C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243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LangChain MeetingBrief Pipeline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A8A6941-2A8D-44F3-89AF-145747C3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577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9D8B21F-E77E-4FE2-AD55-B7C86EA9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243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0F262C0-9B3D-4E7E-A222-73C60644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036CD7-5240-42A8-8560-19821FB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5243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4A8B09A-FFC5-47CE-B2E6-4F55D73C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ED7210-CB53-4892-A81B-CCB03AFA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30CECDA-2BAA-46E7-BE2D-8684B5B2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878DFC0-5E58-4716-A1D8-3FF09833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0062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DE63AF-A855-47EE-B1E7-853802A8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405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D30CADC-01CA-4287-954C-EF4A9420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Action Item 근거 검증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92E0040-2F58-4BA8-BA6B-F45F9199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B8AE332-D717-430E-B34B-2836D847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0F29625-3FA8-42D0-BBD9-9AAA4511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9339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706B798-5230-40F7-982C-460F9EDF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006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DB5B982-9CC7-4D44-8B22-9093C2C2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529F07E-ABE7-4522-9843-ACD69F35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6EC75C1-56C0-4802-A5DF-73C2AD5D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6ED7014-1B92-42C5-8B89-603BAFCF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768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74CB3E8-89A4-4BDC-AD72-75F2827D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10200"/>
            <a:ext cx="4057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5D1EDC0-143A-49D8-BCDF-B41B1972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76875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도메인별 Golden Set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A595F88-3C31-4ECD-8447-F1F81D82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1020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7605892-0685-45B2-8842-9F5EBD26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768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1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강의 12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시연 10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제작 23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 5분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E325C78-52B1-40CC-BB46-D86FCB7B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102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0DA47F6-0519-45FB-9AE1-475F911F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4768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8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day2_eval_cases.json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69BD8FB-DDFE-4A13-828A-7D3F1212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11:30-12:00 쉬는 시간 · 13:40-14:00 쉬는 시간 · 14:00-15:00 점심시간 · 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1982157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CE367-D24A-4CB3-A4BE-B93AD388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08CDF-37A3-4302-8B6F-21CD6185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F185E-A6B4-460F-BE42-D6EC5681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A3528-1487-4426-B46E-793D9F33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12B6B-E00A-4AA3-9594-23CE018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E70BD-A669-4EF0-BFB0-423A9976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깨진 입력을 모델 문제로 오해하면 복구 순서가 뒤집힌다.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05123-453A-44CE-8176-4A4FAEF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길이·채널·샘플링레이트를 읽고 전사 가능 여부를 판단한다.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EB476-DFF8-483E-9776-CCBC0497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FE037-5CAF-49F4-A54C-D711D775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audio_metadata.json</a:t>
            </a:r>
          </a:p>
        </p:txBody>
      </p:sp>
    </p:spTree>
    <p:extLst>
      <p:ext uri="{BB962C8B-B14F-4D97-AF65-F5344CB8AC3E}">
        <p14:creationId xmlns:p14="http://schemas.microsoft.com/office/powerpoint/2010/main" val="1189842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78B20-076F-4B19-BBBB-0D71692A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CC466-B948-4870-BCB2-C7FA5FB5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2E1C8-2E9F-450A-A96D-1F5F09C8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E1440-A53D-41FE-A06B-071BD4C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AA2B2-4206-45C4-8C15-83944D99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CEF1A-0F28-4A10-B3A6-6694B27F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DB925-7B6E-4BE0-8FEA-E5F4976A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5B5C3-FA2F-4312-B8A8-1188203E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길이·채널·샘플링레이트를 읽고 전사 가능 여부를 판단한다.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FFA63-1BC9-4858-9803-8293C5FC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C0E6D-40AD-463D-B544-29BAAB89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54D35-4FE6-49F8-B507-6F0FF575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파일이 없거나 codec을 열 수 없는데 재시도만 반복한다.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1E06A-79D7-4CC2-8A0D-F932771D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6192F-D868-4E77-91FE-419BDE5D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9C6E0-CF7B-4976-8A09-9EF8675C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audio_metadata.json에서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756187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877E3B-41E6-42E3-8836-0033E9F3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D89EE-7902-4499-AA45-3CEDE82A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용어 4가지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5FEE0-9D8F-485C-A874-303762E0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8BB76-BF10-4DE2-BD4B-F2AA7B97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7A4C8-D2F6-4AAD-B5EB-B7B45871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B51B8-DAAA-4411-998A-251E6180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9908E-9273-4F72-8E8C-99BEEC25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8493F-F9D6-4546-BD00-D51E0B92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FE4B7-E116-4AEA-ADE8-965D58F5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E9B6D-2900-4AFE-B9C8-2C1117BB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0CFE4-C7D7-493E-B8CA-34B81ABC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D352B-3F8D-4396-A4F5-A3D3E6A0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12CE1-D417-4032-9E25-413ED243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2596E-58A6-4957-A448-173409D5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음성을 저장하는 압축 방식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C6A7DB-61C7-4C59-8BBE-A02BECBA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2532D2-8D4B-422E-866F-E575AA4A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60FE9-0050-4EC5-8B47-9EBDFE2B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03A37-21AD-4932-9400-E9D37586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음성과 메타데이터를 담는 파일 형식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D4FF1-AD04-4F9E-83A7-B77EB9D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81D1E-8B6B-40F1-80B3-B4887B49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Sample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ACDDD-0C3C-4045-A03B-B1C69035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543D0-CB0D-4C69-A2E8-782BA14A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1초를 몇 번 측정했는지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AA543-0173-4A7C-897F-394FB6FF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7E28D9-53F3-4054-A371-8A3A874F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Channel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40C3E-3F26-48A6-8F9E-9FBD5A74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B51BB-D936-4B51-B89B-FBFE0C6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mono·stereo 같은 음성 통로 수</a:t>
            </a:r>
          </a:p>
        </p:txBody>
      </p:sp>
    </p:spTree>
    <p:extLst>
      <p:ext uri="{BB962C8B-B14F-4D97-AF65-F5344CB8AC3E}">
        <p14:creationId xmlns:p14="http://schemas.microsoft.com/office/powerpoint/2010/main" val="711136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29594-B371-4BAD-91E7-FD740261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C0E3E-16C5-44B8-8E17-95AE4B06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D5001-01D0-4380-B3DD-044039B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A5A60-E8ED-4F4F-928B-D16B1AD4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733B3-F4E8-4D19-B9D0-F33B3791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CA621-40C5-48B7-89BD-C93EC917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14064-50BC-414A-8EF7-96980B7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B399F-141F-49B4-9A93-23C4BF7E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data/demo_meeting.wav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A7A33-1813-4DEC-B363-B6B745A9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5C521-F443-4A68-9CF9-CFC8E0A9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767D3-4F54-4EF5-A734-79B56166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경로 확인 → 파일 존재 확인 → WAV metadata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0FD59-ECDB-4944-8029-DB4B8208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87CF3-D048-4B82-AF78-9ECD5743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26F31-D0F1-4754-B876-8C39A549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audio_metadata.json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D9BC0-068C-409C-AFE0-A7FCCF59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55664-5328-470B-A2AF-50C708C3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A07D2-58DE-47DD-A30A-9CC4C90F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WAV의 길이·rate·channel이 숫자로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 오디오는 WORKSPACE_PATH_BLOCKED로 끝난다.</a:t>
            </a:r>
          </a:p>
        </p:txBody>
      </p:sp>
    </p:spTree>
    <p:extLst>
      <p:ext uri="{BB962C8B-B14F-4D97-AF65-F5344CB8AC3E}">
        <p14:creationId xmlns:p14="http://schemas.microsoft.com/office/powerpoint/2010/main" val="455696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1A301-CE62-4356-8134-46FD3E0C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67988-8FD8-4AEB-B976-5AF52D41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5단계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98C6C-C761-4F9C-ADAF-ED733838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30E7E-02F0-48EA-A614-B060AC82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4D856-877C-481A-8BAA-3F918C03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8BFDA-D7D3-4A9E-9D8A-F5C701E6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9A24C-8876-44CC-B2E4-CE16C839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E95C3-E0AB-4EFD-8999-8749C856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77A12-185E-401F-9488-20B19937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경로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31FE4-ED16-4F30-AA73-04E17FD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931E3-8676-4BBC-A13A-CF4BA406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A0DD3-9A6F-4E26-AF65-3AADECA5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 존재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296DA-BA97-4236-9666-8E40A9F6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EC343-7699-4620-B7FE-C551FF72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068D8-F495-4FB5-9BA6-B809171D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WAV metadata 읽기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2590D-AD11-449F-9298-99FAF814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6C6D4-A303-4615-88EE-506278CE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CCFFA-7950-4F0B-919D-55AFAC0F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지원 조건 판정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67E9E-150F-46E5-9A41-78F83CA8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765A5-B99A-460A-B407-DAF1CF7C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E9BD3-B39D-4ECA-A863-9F654757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전사 또는 구조화 실패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66EE1-B912-4AA1-9C9B-2AD5C2E5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audio_metadata.json에서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99791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C6B38-942F-46D6-98E4-379E0BE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F1566-7081-4D8D-B381-38429E57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C5070-282F-4CE6-A6C8-26C54CAA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40957-2978-462C-BF59-42718DCB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192B0-3D18-4E6A-8D8A-3BC9EC13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A834A-6600-416A-B69A-2A9F8D60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1FDCE-4B80-44CC-AF95-FC28D5FF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8578B-728A-4C41-ADF2-AB49762C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WAV의 길이·rate·channel이 숫자로 반환된다.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73B56-D4D1-4F31-8446-40D39C94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212B9-8FBC-4EEE-87B3-41B77903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E2DD4-00C7-4A26-A657-16DBCBDE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 오디오는 WORKSPACE_PATH_BLOCKED로 끝난다.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E2729-000D-4DF9-B68C-32697F3C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D5E9-8695-425A-9623-DE68C96F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C877A-57B7-4A2A-9877-E0FE41B6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8E0A1-7B0D-4461-86BF-9E6FCE3F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18968-2B5E-4100-B161-995591F3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D24FF-84F1-43B5-B51E-C553A855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식별자·audio_metadata.json</a:t>
            </a:r>
          </a:p>
        </p:txBody>
      </p:sp>
    </p:spTree>
    <p:extLst>
      <p:ext uri="{BB962C8B-B14F-4D97-AF65-F5344CB8AC3E}">
        <p14:creationId xmlns:p14="http://schemas.microsoft.com/office/powerpoint/2010/main" val="5498040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253E2-71BC-4CC7-9863-9B270EFA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6E3C8-EB46-44F6-BC83-7B0D35FB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 파일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774F9-839D-4383-8102-15F69D8E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0095E-3850-4CAD-AD18-2BA026C7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BBAEF-EDEB-498E-99DD-A36AD66C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E19EF-6899-41D4-B3B2-D19446FA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AFFD7-F2E5-482B-8310-B9CFC04C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7F53D-FD72-4D0E-9257-78D07E1E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1FD96-C5A0-4F1A-A98E-F478A7C0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data/demo_meeting.wav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9F090-27D0-4614-BE3A-80A46691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85777-64BF-43B2-9223-24B46170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05792-58AD-425C-B343-AFEDE75B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data/demo_meeting_transcript.txt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7C061-6553-4EDA-A2D2-2416F7C6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8C34B-C799-4C54-B919-867C2153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12C50-6BE0-4786-AFBE-E5AE3491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EBABF-A284-4A3F-B8D8-FBF07927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11317-378A-4B99-9494-34135700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BC27E-23EA-43F7-B65C-84309C74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src/meeting_demo.py</a:t>
            </a:r>
          </a:p>
        </p:txBody>
      </p:sp>
    </p:spTree>
    <p:extLst>
      <p:ext uri="{BB962C8B-B14F-4D97-AF65-F5344CB8AC3E}">
        <p14:creationId xmlns:p14="http://schemas.microsoft.com/office/powerpoint/2010/main" val="2060963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A330A-B5EF-44BD-8818-C57A5DEB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오디오 파일 계약과 메타데이터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CE48E-A940-4EF8-B97F-A1A84D5C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개념과 코드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9C60A-228F-47AB-A30D-5053CBCE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41D1B-184D-4BFD-81DD-5E26BDFC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8F102-9A6B-44FF-AC2B-A5C4119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1EF7A-AB94-4753-8E8C-D048D67F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D208A-2534-4062-9EA3-C7E5BCAA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깨진 입력을 모델 문제로 오해하면 복구 순서가 뒤집힌다.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02DAA-BDBA-45D9-90F1-E506AF9A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75ED0-8A7E-48B7-81D0-DCCD9C55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D8DE9-7561-4641-8318-212A58C6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파일이 없거나 codec을 열 수 없는데 재시도만 반복한다.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8E5B2-8000-4BA8-8E35-E1C6A7C9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FILE_NOT_FOUND와 UNSUPPORTED_AUDIO를 구분하고 변환 또는 fixture 경로를 안내한다.</a:t>
            </a:r>
          </a:p>
        </p:txBody>
      </p:sp>
    </p:spTree>
    <p:extLst>
      <p:ext uri="{BB962C8B-B14F-4D97-AF65-F5344CB8AC3E}">
        <p14:creationId xmlns:p14="http://schemas.microsoft.com/office/powerpoint/2010/main" val="1795791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93D8B1-854B-48CA-BF2B-90F24A95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B420B-6FFC-4DE5-BFA7-4AFFB312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역할과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CA37D-C625-4183-9DA8-28877719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3519C-5D0C-4E68-83B4-EB4397DB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4D659-806A-46DC-9EC4-F9D120A6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1CBB0-ECB4-49A6-A59A-79BB87CD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4EF14-938F-4E71-B25D-D7FD4C10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778D5-D144-4E80-851F-8EBE2BFE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E7236-E5A1-4744-AA05-D3B94415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9A466-43FC-4102-B1CE-1E618981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1D90A-3FD0-4B40-8593-BC65B1D2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12791-ABF7-415F-B8EE-5E2971C9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92419-FD5C-45A6-910A-C8615116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67E00-8834-4BC2-BA65-B95538B6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652F5-6BD5-49E4-BC6D-15A40675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C901C-C1C9-4C3D-8E4B-D2DE6E9D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음성을 저장하는 압축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851EB-A93C-4859-9EB0-AADD4C11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BBDF5-E14D-4076-A9E4-0ADDFAB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C8F57-57C7-40F6-8F86-C836E93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6E4AB-EF47-4F5D-861C-45BC3432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Container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D6479-F67E-4BAD-86F7-FF93BBF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C9B42-CBE0-4F0B-971A-DBD4F67D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음성과 메타데이터를 담는 파일 형식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DFE68-5993-4F21-A249-8D7A95FB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A2FF3-B966-4D3B-8956-1AE61B9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18277-47C3-4AE5-B5C2-F58CF7AD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43E7E-FEC1-4CE3-949D-8280A1E1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Sample 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E14BAD-165A-498B-8499-B024D154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DAC10A-2F86-4AB9-B866-9F3F46EA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1초를 몇 번 측정했는지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68E8F-325C-4DD3-AF58-B7911DC0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824AD-2C92-4AD4-8B28-312D00AD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1CF0D8-730E-431B-94D4-47FFFB3C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1BF300-ECFB-451B-8557-57CE6B69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Channel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100B69-6F12-4E1C-A70B-B496E243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37BD8B-1E8D-4AB6-92D0-CE1B18EC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mono·stereo 같은 음성 통로 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C8D40E-EF73-4BA5-ABA4-397D0D1C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61713F-4099-4706-8CE6-1ADA026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9994523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592EC-A5AB-46AE-A7DA-C33319AF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5C2A0-731F-44D5-A1C7-D36BA38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02BF3-60FA-421E-A9FD-E9F392CB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292BB-E713-454F-AD80-0EC44EE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64269-5B46-41B0-94D8-A8B0D5FE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97A67-1748-4CCB-ACE0-36EF3D54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042BB-80DC-47B2-844E-DFEC8A49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6FDD9-5BED-4445-B162-486A72A6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35AE6-1541-4D46-A2AD-974D8BA7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파일이 없거나 codec을 열 수 없는데 재시도만 반복한다.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3D738-4274-4CAE-861B-70484586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FBB85-8597-49C3-B22F-D4DE20E4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깨진 입력을 모델 문제로 오해하면 복구 순서가 뒤집힌다.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6C595-5BF3-454F-B18D-5593DE6A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930673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3448AB-E1DD-467A-B22B-BDA8BF25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C8C13-5328-42C5-A5A8-989A8994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0EC1F-67EC-44FB-B2EB-2136433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A91B1-1DE0-4C68-BAE1-CADB910A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6320F-EC56-4EF7-9272-4678221A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44067-EEC4-4CD6-AE9F-62634630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4E130-036B-4CD2-86C0-51EF8EC5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5BB65-6B38-46D1-A609-433CAAE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9D8C3-B1A4-4BD1-BEAA-4EF70FBD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workspace 밖 오디오는 WORKSPACE_PATH_BLOCKED로 끝난다.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01574-CCCD-483F-94A6-89881D9E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EFC5E-6B8B-4F18-B544-D522D1C8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0FC3F-889C-467D-9F48-992A94DF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파일이 없거나 codec을 열 수 없는데 재시도만 반복한다.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60993-4320-468A-A603-8007EFBF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8728F-8FBC-4175-B82B-5E78ECBA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3B31D-9BFF-43DC-A4A7-3D9819D3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FILE_NOT_FOUND와 UNSUPPORTED_AUDIO를 구분하고 변환 또는 fixture 경로를 안내한다.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C1D82-6F39-4201-A960-96D8EC8D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A31D5-742A-4058-A6F8-78A1E4F4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7ED9D-D0CD-49D6-BE98-429D7BFD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audio_metadata.json과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068704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A878A-BBE3-4658-AF75-22DB11AC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EDD29-A072-4FA1-BDC0-128C0640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75CDC-AAB2-43F4-B4FC-61896E8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A2C03-3276-4515-9489-FC251574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75662-ED97-4568-B7F4-75523F1B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F346F-E7ED-421C-BEA2-865D92ED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54846b846423d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D2583-617E-4D61-A2C4-C1B6914B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오디오 metadata 검사 함수를 작은 책임으로 분리하고 정상·경로 이탈 test를 추가한다.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C9B46-9355-413E-8EF2-8B58B769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7105381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E19D3-E4B4-45FA-AE8D-4ECA1725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BF94F-E854-4250-A293-E70BFA3B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8A017-6337-41F2-8A18-25CAD5C3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EA52F-6E0D-4265-901C-E8FE9B07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F366C-F355-405A-A80C-AB1FBA3F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9F211-174F-46CD-9897-D164D049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0FDBE-D3F7-4087-864C-0F63B0BC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B1AF6-1E4A-4351-B5D6-35B36E10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6004B-0E9D-41EB-8354-B758B0D1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오디오 metadata 검사 함수를 작은 책임으로 분리하고 정상·경로 이탈 test를 추가한다.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39C54-16C5-4769-B45B-B28748ED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A7F8F-9D07-4EBD-91F9-F9C51C5C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1B241-5D7E-47F7-9C78-DDA9C8A7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data/demo_meeting_transcript.txt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7ED4C-A76F-4A3F-B566-164EFB83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0C3E2-08FD-45C9-B350-02A9D0FC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49476-B807-4381-B6AC-A9D2EB7C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WAV의 길이·rate·channel이 숫자로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 오디오는 WORKSPACE_PATH_BLOCKED로 끝난다.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4D914-ED2F-4923-A4DF-D172BC76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6F0C9-E57E-4A71-968E-1EC87B9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A9D41-1BB3-4584-BAA7-57F2F579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7063865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8BC635-1A91-417F-BC2E-69571DD2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6E76A-05C5-4CE5-9FA0-3899D478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 검증과 사람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35B72-8AB4-4352-8FB3-6352D8F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A2919-3D7A-4AA0-A874-30617CED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E9878-D739-4124-A519-D0BB374E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89366-BC24-4122-B680-25B25F32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78F8E-7C7A-46E7-A7D7-7AC8BA51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EB2AA-44AD-4C77-B621-92DF6375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E47A9-10EE-481F-BEE6-2CC3360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CFB17-727F-4B67-B967-A4DECCB5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ED2AD-7AA9-434C-99A4-F293B6C5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7C9D5-8112-4AC0-8223-19B197CF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C0145-9A38-4953-A24E-B010F4E5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45B3F-EE0B-4EBF-8E71-E2E79C1C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WAV의 길이·rate·channel이 숫자로 반환된다.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EE754-CD20-4A65-9D76-8A11DAEF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77F12-77B2-4040-A17D-AE6B5F4B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33860-BB3F-4075-A5C0-9992114C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9C03BE-8620-484D-B0C5-787FDF4F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 오디오는 WORKSPACE_PATH_BLOCKED로 끝난다.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B3041-1F0D-4369-B8B4-E63B349C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39066-83A3-4086-8D61-DBE3683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C16E3-B81E-47D7-B675-4C9A1ECD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00D68-CA8E-4004-8E8B-3C60687E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6596554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02307-FC1E-440A-88CD-DDA983BD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D5C57-E932-465A-8730-6A311E70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정상 경로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99FBF-C38D-4D7F-B5EC-7E844F48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F9E32-4C33-4E58-9C35-886EB23B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F6782-A50A-46D6-87DC-30AAE93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CF792-30B2-4748-8ED4-564C9703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B003A-678E-4E3F-B234-FCB9A540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F7A36-83BD-4B2F-B21E-860FC82D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347FD-5A6B-4EC4-9659-9C74682C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data/demo_meeting.wav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325FD-C052-42AA-A24B-A622AED2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BA56F-43F8-4C87-B95D-FDE4A82B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86DC4-BD64-4D2F-AC74-D083DBF9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data/demo_meeting_transcript.txt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929F6-73DC-420B-A56C-D15443EC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1BE9E9-BFAD-495C-84E4-405A4B88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108ED-D3BC-4EA9-A0C0-27EB0239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src.meeting_demo --help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DAE31-9B81-4BF0-AC1D-502C6781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D7EE9-3A23-4F6D-86C8-D368D2BB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2EE46-7313-47D4-8D01-4055D6FF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WAV의 길이·rate·channel이 숫자로 반환된다.</a:t>
            </a:r>
          </a:p>
        </p:txBody>
      </p:sp>
    </p:spTree>
    <p:extLst>
      <p:ext uri="{BB962C8B-B14F-4D97-AF65-F5344CB8AC3E}">
        <p14:creationId xmlns:p14="http://schemas.microsoft.com/office/powerpoint/2010/main" val="6912023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0AA09-C526-40D1-A197-770E97F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84C9F-A1A0-49D7-9EC9-F28EB39F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834F1-769A-40F3-9CC7-4E980E8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6AD95-8F3C-4A82-A486-A3A94AE6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5E5B5-38A0-4FA6-BEC1-50886DDE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C3C1B-BA15-44CC-813A-FB094BF0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408E1-89E3-4CB1-92F8-62B91295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720F5-35F0-4FF0-805A-3397579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B2C48-9071-45C3-9535-B67F3AFE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src.meeting_demo --help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7D2BD-5C33-4416-917A-A514867A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A1DC4-AF49-4795-83BE-61833FF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28227806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2776A-6CD1-4C02-928B-084CFBD0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B1F91-1940-4007-B44C-43A020D2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3B2D1-E8E7-4241-B150-ED0DBE34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15BFF-94A1-4E0D-AAA7-F0AEF6BE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BB9A2-08D0-4309-B16D-48166FC7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C1F11-F402-4950-A763-6719AE0E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33338-922C-4A96-B74A-37AB54E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43FE5-AE87-4C28-A22C-15732359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C4C4D-D465-4B33-8459-C4864368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5F22E-51BA-4AF9-9F38-C03BF4F0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audio_metadata.json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413E5-C9F3-4604-A440-D9591BBA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BBD54-9CC3-4585-95F9-35AFB0D8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C5227-B3E0-484D-AB84-350C20A7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WAV의 길이·rate·channel이 숫자로 반환된다.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workspace 밖 오디오는 WORKSPACE_PATH_BLOCKED로 끝난다.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1843443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E6E11-6A2B-45EB-94B4-9C521AB8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941C-117A-408C-A966-96FEAD08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실패·복구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4706D-4417-42D9-95F7-0F39F28C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DFD8C-191C-47CF-A1B2-54B6AC5E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B18ED-027D-4209-9622-EB995083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EBD73-3045-42AF-8BBF-57371F3E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54C10-7E79-4E7B-9A28-DC02A96B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5C968-FC45-40A6-BACA-849E55EE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파일이 없거나 codec을 열 수 없는데 재시도만 반복한다.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B6EBB-A4E3-494A-98F0-A3F7D45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B14E1-F2F8-4CAE-8472-FD1095DB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CE682-2B45-4131-AE99-251BADEB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FILE_NOT_FOUND와 UNSUPPORTED_AUDIO를 구분하고 변환 또는 fixture 경로를 안내한다.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7758E-D8B1-48DD-B3FF-BB57479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workspace 밖 오디오는 WORKSPACE_PATH_BLOCKED로 끝난다.</a:t>
            </a:r>
          </a:p>
        </p:txBody>
      </p:sp>
    </p:spTree>
    <p:extLst>
      <p:ext uri="{BB962C8B-B14F-4D97-AF65-F5344CB8AC3E}">
        <p14:creationId xmlns:p14="http://schemas.microsoft.com/office/powerpoint/2010/main" val="857184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00D2A-9720-47BE-9FBE-2EADE489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4F9D3-C853-4BA7-9BA3-22D2BC07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기반 소프트웨어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44F80-F75C-470E-8515-0C1675C8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F75E2-FA10-45C6-B36D-B65961EA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78A52-5A8B-4B53-9212-FF0E934C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AC255-8839-4239-A4B6-17D85821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0236D-C258-4CB2-A669-AE3178DC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B6BBA-DDC2-412C-8979-9192E6B7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data/demo_meeting_transcript.txt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F7B4D-EFC5-4DF4-A698-10D5816F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5415F-BA72-4316-9198-AB365952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BD57C-0092-4B53-A922-4AE7A428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57820-D476-4B5A-9FA5-270A2451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WAV의 길이·rate·channel이 숫자로 반환된다.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audio_metadata.json 저장</a:t>
            </a:r>
          </a:p>
        </p:txBody>
      </p:sp>
    </p:spTree>
    <p:extLst>
      <p:ext uri="{BB962C8B-B14F-4D97-AF65-F5344CB8AC3E}">
        <p14:creationId xmlns:p14="http://schemas.microsoft.com/office/powerpoint/2010/main" val="3686109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6D0FD-E2BF-4211-AF8A-84F49759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D8530-0E50-4DCA-84B8-BD1B8839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작업 명세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175DA-8C5F-4D0B-8243-704C43FD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C869C-992B-4743-80A0-6D2133F3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A15B9-B43E-487C-B18F-BC9836D4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012D4-E2DF-438B-926D-21FECAC0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29421-A124-49C6-9871-EB692E04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오디오 metadata 검사 함수를 작은 책임으로 분리하고 정상·경로 이탈 test를 추가한다.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파일: data/demo_meeting_transcript.txt · materials/day2/day2_service_lab.ipynb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C74BC-C491-42B3-B9B2-1883D072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9FA27-917D-40C6-9620-64BBE278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audio_metadata.json</a:t>
            </a:r>
          </a:p>
        </p:txBody>
      </p:sp>
    </p:spTree>
    <p:extLst>
      <p:ext uri="{BB962C8B-B14F-4D97-AF65-F5344CB8AC3E}">
        <p14:creationId xmlns:p14="http://schemas.microsoft.com/office/powerpoint/2010/main" val="16148075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5273C-7B22-4E5C-9316-0C77096B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A16DB-2168-4175-B6E1-2CE2436F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Patch 생성과 Focused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F3E93-4C5E-4EBD-ADF7-D4CBA040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743D6-E07A-4159-A6B7-9FA7A691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28D3B-69E2-4E34-A90D-BCC2CCD8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D9F93-2DB9-40E6-8C4A-0F16F64A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198B5-8354-4F06-B6BB-51822102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src.meeting_demo --help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Case: WAV의 길이·rate·channel이 숫자로 반환된다.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FFCF3-5E32-47B2-8C54-AD69273E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3A1C7-B383-4EC7-8D9A-B28DAD98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audio_metadata.json</a:t>
            </a:r>
          </a:p>
        </p:txBody>
      </p:sp>
    </p:spTree>
    <p:extLst>
      <p:ext uri="{BB962C8B-B14F-4D97-AF65-F5344CB8AC3E}">
        <p14:creationId xmlns:p14="http://schemas.microsoft.com/office/powerpoint/2010/main" val="11731003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DBEF45-B246-45C1-8853-205F81C5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65134-C897-4AC0-B0C8-D533EBA3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Diff 리뷰와 경계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0413D-01CD-4953-B768-DCBAB8D6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D39BE-C09F-45DE-8019-9C0E9D1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57B16-6890-429A-8CF7-38588885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C54E4-52B3-41A9-A6F5-DF9A148A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6DDBBE-DF37-4331-8FC9-0D29FED1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workspace 밖 오디오는 WORKSPACE_PATH_BLOCKED로 끝난다.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FILE_NOT_FOUND와 UNSUPPORTED_AUDIO를 구분하고 변환 또는 fixture 경로를 안내한다.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9938C-D2A8-4EBC-A2C9-3687418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07320-89C2-4F4C-8219-F3B9A64A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4267887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12555-E29A-4CD7-84A6-76D48693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BBACA-C461-4B8F-AF90-911F806B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9E770-B45E-484A-A054-2E946E05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33029-7F2F-4A70-8F5D-CAF9504D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8596E-C091-4FE1-BF93-E7BEB444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9D807-ABF7-47E0-A19E-83D88896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6EBC1-C44E-4FBD-BD2C-15C74ED8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36852-0936-4290-84C7-B53CF745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84CBB-0414-4793-A17C-D5875DDF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WAV의 길이·rate·channel이 숫자로 반환된다.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E1E6B-DE58-4278-BA93-A23D3000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616A9-FBE7-4F65-B1F7-A02AE244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6C2A6-85F6-4033-A4A0-8CC4B171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70338-59D4-49A4-839F-A491DAC9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5288A-6A33-43D0-B2D9-57689ECA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D4037-BDEC-4BB7-B66F-EAACEE6A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F957F-0038-46B9-B9CF-F50C9742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0D2BD-04F1-4532-B51C-0B0EEFB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AE93B-53BC-4BC8-8E76-0B239126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1880701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9AC64-A81A-4689-B1D2-D23DEABC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84B54-6972-45AC-91AA-E553170D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D0C43-2DB7-4D35-B40B-6EF6C321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45C01-582D-4525-B9CC-A8076571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D78E0-D786-41F6-A04D-4AC3E9BD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517A5-B1DF-49EA-8A2B-849A78B8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A4EC1-49DF-4362-A9ED-1037128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A55B2-5622-4974-9794-B8CEDE0B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E1DF3-678F-48C5-90B0-7B4F0484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workspace 밖 오디오는 WORKSPACE_PATH_BLOCKED로 끝난다.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ACD87-4629-44CE-9CA3-4B0CDE98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EC5971-933B-45AB-BF7F-AC48841A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6B880-4E9D-404E-AA84-3E6811DB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4626A-5D11-42B9-978C-73DB6D40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C6B54-9197-45E5-8E97-FAFA4168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1F06A-BA01-4442-B44E-05E65B7C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F8C0A-C0D7-4FF7-A72D-9AEAE22F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393EF-F37E-447E-ABF7-33074795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0B3D7-54CE-45DB-ABD6-D46925EF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4682482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57A03-4E5D-4C40-BC62-ED17F432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50748-8901-419F-B73D-C25E93B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51EBA-4F8E-4D4B-BF46-2BD75567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2D77F-5071-4390-B785-9FDBAFA8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4AB1A-D573-44E9-A564-7068186E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B4C88-9478-4CA9-B636-C94251AD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B38C5-0287-4BAA-B22E-1CC7C709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고객 상담 녹음이 들어오기 전에 포맷과 보존 정책을 검사하는 업로드 단계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4D8CE-DA7E-4746-B2ED-CDC462A0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68BA4-E110-466F-92F2-255CD20D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8E99B-0916-4A03-B286-95A16D39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5C6A3-E103-42A1-873A-450E6FBD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E4D3A-8762-4700-ACFE-C30452C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45767-8C89-41C5-8B4C-CBC288E1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EFEB1-C8B8-4853-8A88-E75B9504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0D532-4D3D-48D1-93F2-0DE1792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29E5A-7375-400A-BD50-001F0EE6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4DCB4-A6C7-47EC-A0BD-9975A3FC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2028F-1ECF-4C82-94C1-D2747634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C02E7D-4512-43D9-BB49-4D29A4F4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audio_metadata.json을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2896783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08A45-43B0-4DB2-B3E1-D9ED3014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4E567-CC6C-4837-80FC-25B66EBA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포트폴리오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4A008-C9EE-4B4C-AAA1-8E426C2B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CB958-D477-490D-9ADA-E1512E9A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53FB3-22D7-4A39-8CFF-9283CEAC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EAD5D-C033-49C4-A8A8-4983598B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B0A6F-EA70-49C2-9D5D-D1796289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고객 상담 녹음이 들어오기 전에 포맷과 보존 정책을 검사하는 업로드 단계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9AEF5-1E9C-4F57-AC28-B437C93A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9F096-FA9B-414B-8407-3BCA0A5D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1345F-1756-4AAA-8D80-F50E60DE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EF047-A0AF-40E6-8765-28865916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8882F-FC6E-406A-97C4-9EEB8738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B776A-1751-47BF-8816-03047AFD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75BBB-02D1-4958-8B8D-B404FE6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E1CA5-2200-48BC-A988-4A24E751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3644D-8284-4D83-B682-D42BCDA2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6E31-CE07-4C5F-8F02-B7FC7AFB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42C65-098B-4D59-A4B4-CD584AB2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12069-C358-4183-915B-B686844A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audio_metadata.json과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26549151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F7E0E-7C81-4DFE-AAA6-95ABD387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D2502-40E4-435D-9CC9-B69AC9A2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 운영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0D216-8B24-4B4E-B997-C8812020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A159E-7936-4C40-8259-AA41ECFF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91761-FF2C-4574-8AB6-E12A8389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B950D-C05F-426A-BCC2-EAC0B083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0DF99-CF23-45E6-B184-5885F9B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FCE87-8E3A-4D77-BE1B-7C40E4CA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4613C-3116-4A41-8E3A-C966D83C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WAV의 길이·rate·channel이 숫자로 반환된다.로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2067C-EEAE-4BA4-A12E-0E42C118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C26CC-47A1-4093-B7D1-F67C736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04F35-C9BF-4F3F-8F6D-3E0BA6B6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4941B-C7C2-406D-88D3-83F2634C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1FE6F-1A7D-4F9A-9386-D3737B15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A4169-1E8F-43E2-99C0-AD1E1820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FILE_NOT_FOUND와 UNSUPPORTED_AUDIO를 구분하고 변환 또는 fixture 경로를 안내한다.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5A508-321F-4E98-B506-036EC1F1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F388E-8363-4DF9-8F27-298FD166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94502-42EF-4C25-9DDA-40C50002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audio_metadata.json에서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7198413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D6BB2-6985-48DB-B46C-8ECA9255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9657B-D5C1-443A-9E51-35728747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1차시 완료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E5115-A352-4283-A35D-2DBC037C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01FA2-F872-470F-BDC9-4B2515EB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9CACF-34F4-4505-BE1C-C6D6A4C5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09:00-09:50 · 1차시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167D6-62E3-40BC-B094-556A4C24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28D51-7BF8-455F-9C70-B45C1A74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7FE9E-2887-423A-B2C5-B30FFBD1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E5AF7-9B8C-4EFF-AF6E-A845963F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오디오 파일 계약과 메타데이터이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9A9E0-D6BB-4559-98DF-61011AA6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EBA2F-5A11-450B-9514-57165220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5B42F-1938-4839-A8B5-4973FDA3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src.meeting_demo --help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C06C7-975D-4D6F-8239-8F607A47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41839-FC05-4A62-AF20-7AA51DEB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974D5-0D90-4CE8-9D4B-0165FD00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audio_metadata.json과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08D7B-E522-42E1-86A6-A0498AB1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faster-whisper 로컬 STT Adapter</a:t>
            </a:r>
          </a:p>
        </p:txBody>
      </p:sp>
    </p:spTree>
    <p:extLst>
      <p:ext uri="{BB962C8B-B14F-4D97-AF65-F5344CB8AC3E}">
        <p14:creationId xmlns:p14="http://schemas.microsoft.com/office/powerpoint/2010/main" val="2131518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71D6E-DD50-4DA6-876E-9F0875D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0E2D7-755C-422B-820E-7602DC48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2차시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BF481-1D29-4F52-BEA9-27052A4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09:50-10:40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FC9AA-ADA9-4CE0-A258-BF075203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faster-whisper 로컬 STT Adapter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2C394-B62E-4742-B327-91A6E273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Whisper · faster-whisper · transcript.json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03EA2-1184-4D13-A300-FF2CFB06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C57A9-519D-434A-8ABF-D06854C0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9B969-E970-48C7-9837-AB0AF18C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2D7C8-3D77-4293-997C-AF2AC464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6EFC6-6E64-41D4-B211-778849C0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src/meeting_demo.py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requirements-stt-optional.txt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1C0BC-39D0-41F2-A1FB-63030885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67BF5-F86E-4083-BB45-8D2D5B54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transcript.json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C3BB7-6B4D-4BEE-A72D-D239EE5E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한국어 회의 Agent · 2차시</a:t>
            </a:r>
          </a:p>
        </p:txBody>
      </p:sp>
    </p:spTree>
    <p:extLst>
      <p:ext uri="{BB962C8B-B14F-4D97-AF65-F5344CB8AC3E}">
        <p14:creationId xmlns:p14="http://schemas.microsoft.com/office/powerpoint/2010/main" val="50834513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D163D-22F4-49D0-8FF4-27427332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591A4-7A80-47C7-8316-C1077E88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 입력과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74DE9-16F3-429B-812B-755E566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299AC-1014-42AC-BD69-507C121E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7BB1A-231C-4DC6-B945-6F13626D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BA787-9DCB-49F3-B696-371E477F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13285-30C2-424F-9C11-7BEF9DA1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4ED7A-04B8-4572-B5D1-382C801C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AA287-1E8A-46F3-B8C2-A9741955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audio_metadata.json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26BB4-CA9B-4D3D-8172-6DBC574B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5EEF9-6E63-4CD4-89DB-88DC7BDA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CB2CB-F871-48E8-AA05-A4E39C32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faster-whisper 로컬 STT Adapter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7D212-68BC-49BF-B60D-2A760717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D8460-CA44-4655-B336-D810EDD8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B81E9-E91F-4ED1-9BE4-C3444D3A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F838C-7ABB-4DFB-A3F4-FE221DAB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89BFD-74D2-4285-90E4-CE5B3593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1A75A-12AB-48CD-B103-139F26BE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품질 Gate</a:t>
            </a:r>
          </a:p>
        </p:txBody>
      </p:sp>
    </p:spTree>
    <p:extLst>
      <p:ext uri="{BB962C8B-B14F-4D97-AF65-F5344CB8AC3E}">
        <p14:creationId xmlns:p14="http://schemas.microsoft.com/office/powerpoint/2010/main" val="5834525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D149B-6AFC-449F-B8F6-55D2C446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680D5-21A7-475F-A6CD-1ACB9DC4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6D196-8C96-4A47-AD00-DC16161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7F8D9-7FBF-43BD-9350-E1215EA4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A2AFF-9CA8-4C74-AF3D-64AB98E6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A5BD3-5BA2-48DB-AC51-3DCB097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호출과 나머지 업무 로직을 분리해야 GPU·모델·provider를 바꿀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D466E-44BC-4845-8494-D13194E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CPU int8 환경에서 한국어 음성을 segment와 timestamp로 전사한다.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7398D-CEF8-4F15-AACB-8E0FE6A3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8B9B0-D9D6-47DF-9659-D7C7C4A3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transcript.json</a:t>
            </a:r>
          </a:p>
        </p:txBody>
      </p:sp>
    </p:spTree>
    <p:extLst>
      <p:ext uri="{BB962C8B-B14F-4D97-AF65-F5344CB8AC3E}">
        <p14:creationId xmlns:p14="http://schemas.microsoft.com/office/powerpoint/2010/main" val="2100964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0FC62-B9B7-4856-BECC-22A1D20F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125C0-6F30-4AA8-816B-C12C7AD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4A399-43F0-43D6-B003-C0CF98ED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8CB5E-29D3-4DED-9814-C2B016E0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29A1A-4A51-4395-9695-0ABFAF9C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3D4F5-7917-45EB-9B05-B3ABEE7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43616-AAAE-4F92-9377-04E12A67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C9E23-D259-4EFB-A4EF-E3991952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CPU int8 환경에서 한국어 음성을 segment와 timestamp로 전사한다.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2C7A3-A58A-4400-93C7-5D6432E5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0C326-84D9-49E8-B50D-0FD15569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8EEB9-4330-4DFB-A20A-BABED8E9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download나 GPU OOM 때문에 후속 수업 전체가 멈춘다.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5D37F-3A34-4366-B90C-31E1E49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EDD7B-C5B2-43C2-9B9D-24C572A0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3205D-CEA5-403A-9C6A-9791C978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3567474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A296D-423F-482B-B3DA-23C3E6D4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B385A-508D-4C8C-899B-38ECA3CB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용어 4가지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87AE-813E-4562-9733-F22B5461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495F0-DFB1-4484-8412-CB0C326E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59D07-7B15-4AB4-BB42-A28D7F4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F08D6-7D33-4101-9D55-C5E6E190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E7148-8B2E-4A12-9555-D536221A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AC1D7-B521-4B7D-B5BE-FED61D9F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83598-8699-461B-B772-0D35C79D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43FC1-B4FD-462D-8384-F92CA143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64E14-DBFA-445F-8D85-34C90CCF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13587-BE96-4E9A-A0D1-2E833102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Whisper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2E552-BD10-4DC9-9024-63B48C1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63D37-9A3B-47D2-9B9D-77E19FF5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음성을 문자로 바꾸는 모델 계열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ADA8D-25A1-40AE-997B-EE1292E7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B0B57-E3F1-44F8-BA7F-55080AB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faster-whisper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D09B3-0625-4CF7-B68B-63C35679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6DB98-08DE-4CED-BB74-8CC0161E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CTranslate2 기반 실행 구현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80C32-FF06-4B11-975B-24B62C53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012CC-17AF-4696-BF50-4C352F9A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847D9-FE05-4DF7-AEEF-654DF38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1466E-9BBD-44A4-90EF-8722564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메모리를 줄이는 계산 형식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25894-ED74-4C10-A5AC-A315A892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08A72-9983-405B-8480-9F0E42E8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122C74-E512-4A01-AC06-1FF14EA6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399BD-3A2C-499C-81E2-58D15491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시작·끝 시각이 붙은 발화 조각</a:t>
            </a:r>
          </a:p>
        </p:txBody>
      </p:sp>
    </p:spTree>
    <p:extLst>
      <p:ext uri="{BB962C8B-B14F-4D97-AF65-F5344CB8AC3E}">
        <p14:creationId xmlns:p14="http://schemas.microsoft.com/office/powerpoint/2010/main" val="11991404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2D140-7C82-4262-8808-40374BFB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7222C-D3B3-4ECE-9173-7E8472A3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74501-03B8-434B-A45F-93541AA1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8AA26-D57D-421A-B84A-46E57CB7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DB2E8-9DDA-462D-9462-FE12812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D2D3A-D7EF-4819-A98F-62436F7E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B2268-2241-4AA4-8245-38315E92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E3B49-1AFB-4601-9FCB-6D4175EB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src/meeting_demo.py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EFBFB-7259-4D6C-A8A5-EA3F3D31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87213-6C54-4F3A-A534-F381B95F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618C8-5314-4491-A2E5-AB21F9C0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load → VAD 적용 → beam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4EF3B-9A9A-4D7D-9B4D-0F50984D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29891-D3FD-4B04-B481-14A2A78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167D5-354A-44A7-A42A-F7FCE7B7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E3CC6-125A-4D8D-A69B-F3096C09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CC5A2-024F-4BCC-944F-373B4A9F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8A715-F63A-4760-B412-24061FE1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segment마다 start·end·text가 있고 float가 JSON 직렬화된다.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package가 없으면 fixture와 STT_FALLBACK_USED를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90796820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ED9D3-5D98-45A8-BAAA-3E0BDD2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C031E-5900-4E53-8DE3-DDF4DAAB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5단계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9E588-5F2D-4A49-9504-83CC1FEA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F3A97-45D8-4970-9185-DE18FFD3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02C10-4140-4ACE-8869-5FFCD8C2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2FAD9-C97F-4D22-9983-F8F7555B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7C660-7AAD-4182-8B69-8B48813C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0E032-EC97-4EED-BEAB-49668202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A085-C475-4A0C-9462-6BEE801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E4B2D-5AA8-48DA-81DD-373E46CF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64B34-5D9C-4F9A-AB4B-07B33372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865A7-FA28-4F48-A14D-A844DD05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VAD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D37DB-DF59-4026-BB00-DCA645E9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C8606-9D5B-4C38-869C-8207E63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49B5A-6A00-459B-A011-04B5C7A5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beam 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B4794-465D-4B9F-8C00-573BC24C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71ECC-18F3-461C-B71F-EE8160F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2CE1A-58BA-4703-85B7-F89C581A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 순회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0B2FC-2404-46E3-A13C-BB94D5E6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7EDF3-A051-4CB2-A516-E014CE7B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7CD57-1205-451A-ABBD-27C1040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JSON 안전 float 변환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DC658-E4A8-42C5-BCED-88F1CB0C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transcript.json에서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4339328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289F5-C9AE-4D17-A030-169DCD49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673AC-5340-4465-87BD-4874F45C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526B1-4466-4314-BFD4-48298552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A9A15-02CD-4689-B8B2-17BCDD55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C3FCD-DCE2-43AA-8363-A432689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C9B9B-2EEB-471D-A241-C4D15E21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F8808-F369-46CF-8E32-2D34153C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212C6-7F0E-49C4-AF38-2808A699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segment마다 start·end·text가 있고 float가 JSON 직렬화된다.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F6D06-248B-43EB-92C8-D41E57CA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FABD3-C6D5-4162-A928-FB529A72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07FF8-8A2A-42CF-AB57-023519BC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package가 없으면 fixture와 STT_FALLBACK_USED를 함께 남긴다.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12A97-03DD-425C-8730-91CAF66E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C0A0B-75CC-4367-AE6E-BBD5336A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9738D-CB4A-4AC3-84B6-210E79CA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292A4-08CB-4CFE-B25F-8386C3A9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92544D-0B54-4492-AA30-E80845F5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868D0-EE9C-466D-B2EF-CD71E22A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식별자·transcript.json</a:t>
            </a:r>
          </a:p>
        </p:txBody>
      </p:sp>
    </p:spTree>
    <p:extLst>
      <p:ext uri="{BB962C8B-B14F-4D97-AF65-F5344CB8AC3E}">
        <p14:creationId xmlns:p14="http://schemas.microsoft.com/office/powerpoint/2010/main" val="102142054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9805A-4A74-45A7-AED8-4A52EDB6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C8A61-3E71-436F-98C1-B091F742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 파일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08771-B280-49E4-9D66-7A177E06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62934-A083-4866-ADB7-5226A667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6598D-EA59-43BB-81F0-A1E70189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36AE9-1057-419B-AD8B-32401980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3A382-CC22-40B1-A850-F816E8A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CB68E-395A-4F2D-8F74-E218A36E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C20F4-F3A6-4B2A-9FEB-AF9EA1B7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src/meeting_demo.py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CBF35-F454-4802-82AE-EBC6560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79A18-36C5-4149-AE5F-12F984D6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37EC5-8ADF-4C1C-8DC8-47F43A3F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requirements-stt-optional.txt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48005-EE09-48C6-810B-44A244F5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51A-55BF-4F18-88FA-D2466303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ABE7F-0240-45D0-88FC-197FF2BA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data/demo_meeting.wav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1E8927-9C96-47A0-94FE-98AB6DB6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583B9-F624-4D81-A996-7991846B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FB584-9F2F-4D91-975B-BAA3C04B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output/day2-stt-lab/transcript.json</a:t>
            </a:r>
          </a:p>
        </p:txBody>
      </p:sp>
    </p:spTree>
    <p:extLst>
      <p:ext uri="{BB962C8B-B14F-4D97-AF65-F5344CB8AC3E}">
        <p14:creationId xmlns:p14="http://schemas.microsoft.com/office/powerpoint/2010/main" val="24884940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C86E6-A610-48F9-BBF1-ECE9F452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faster-whisper 로컬 STT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411A4-522A-4365-9CAE-1B78DCA3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개념과 코드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9F46A-7D02-480D-A46B-D89D6180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A717F-CE83-47A1-AF40-0CC8B2C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8A8C6-FAD4-4AFE-92F0-58E99D21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CF00B-B3B6-4B01-9E14-D08FFACF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A65A6-EC46-455D-883A-0A4D4E87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호출과 나머지 업무 로직을 분리해야 GPU·모델·provider를 바꿀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028F5-14E1-409B-A10F-FA69B5F5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0533C-4096-4F00-9CFF-26B8AEDB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E6A5D-71FE-40C7-92D7-500AB3D7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모델 download나 GPU OOM 때문에 후속 수업 전체가 멈춘다.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55D8A-09B9-43CB-95E8-71A95527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local_files_only·CPU int8·작은 모델·reviewed fixture 순서로 내려간다.</a:t>
            </a:r>
          </a:p>
        </p:txBody>
      </p:sp>
    </p:spTree>
    <p:extLst>
      <p:ext uri="{BB962C8B-B14F-4D97-AF65-F5344CB8AC3E}">
        <p14:creationId xmlns:p14="http://schemas.microsoft.com/office/powerpoint/2010/main" val="141702189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F092AF-F3F1-4AD9-8A38-C066FE9A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40572-279F-4736-9F16-29CA84D1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역할과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A402A-F0BF-4577-9583-54B8533F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237B8-7369-42AE-AE00-75BD0F10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BBB95-9B7F-4EA2-9795-6688E4BA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53EF1-AA60-4A98-8154-2FB7F875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D50F2-6ED2-4325-9927-3DD281C0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240C2-C8F1-4008-BD42-51B082EA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5687C-ECDE-4915-85A2-00E3E28E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41D2C-F6B9-42E7-8D31-AAEDA0A0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FCF1F-95D8-4C77-8C93-4CA6BC47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7C0AF-DA29-4561-B133-66008B81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C5A83-EF3C-4484-ACE1-FB9B995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5B0F8-DF66-4423-99AB-A9F5498B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Whisper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DD1BA7-8A8B-44DD-9C20-F75F0BE1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98B0B-6E41-40EA-B391-41B25F1B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음성을 문자로 바꾸는 모델 계열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05676-49F2-46E1-B74B-3B00F4A1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95BB9-E05D-4196-B6D4-17B3AB07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026B6-FB39-4FE8-9ED2-CD7DAB0C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10DD4-E1E2-4CA2-B28E-EB3498EF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faster-whisper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60EF2-E469-486C-A7F7-4D54E2B3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3FE82-0D5E-4B57-BD0B-6AB1EA9B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CTranslate2 기반 실행 구현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BABB5-E9F9-48CA-A667-480CACD9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D4672-E2CE-417E-96E4-C8243EAD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A7F11-C90E-41D4-942C-162359E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3A844A-7966-4CEF-BEAC-76601B5D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int8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2286E9-D725-461E-A958-787D61CD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94465C-5778-4A55-985B-4A136D45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메모리를 줄이는 계산 형식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B2EF8D-14EF-43B1-89DA-7B3D4432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8B45D7-29C6-495D-9ECC-29EB124D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7EB3CB-664E-4DC8-86FB-DEE9BDFC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F70A93-21B9-430B-9837-39EE5AD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C64B6B-CA4C-4052-930D-013DA5C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0C6E77-ED53-498F-8A21-4426A87B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시작·끝 시각이 붙은 발화 조각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EAD003-DDEB-4D47-8586-C24792B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E1480F-90D0-49E7-BA63-6EEBAE3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57523892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C43BF-061D-4C3F-AC33-F20B0220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2D192-8128-4C80-B16A-6B77320E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30FD7-CC0D-4B13-8D46-E17A85C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77C44-CB19-4DC6-AE4E-6FFD9B3D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22854-D0F8-46E1-B78E-D0620242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A4AF8-171C-4211-BA9E-675BD764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37506-8F3F-425E-9D70-DE23533E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2213D-A056-43A7-AB05-5E2BA21C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6EEB4-0B45-4AF7-9E78-5C25BED8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모델 download나 GPU OOM 때문에 후속 수업 전체가 멈춘다.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6D6DF-6F73-46D6-A515-1E517573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86E14-25F2-4125-896A-37A9B251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호출과 나머지 업무 로직을 분리해야 GPU·모델·provider를 바꿀 수 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A3879-CCA4-4D71-B55C-51490662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681613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229D1-86D5-4E71-9EC1-FB18D593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073C6-3695-41DE-85D7-389E95EA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47A30-A3C3-4A95-AAAB-DC4C1862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C10D9-7310-459C-9BD5-B8056143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F3ED3-8AD0-471B-B2B9-78D01A12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DD809-FA1F-4C7D-A8BE-22BCB497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476AB-641C-4072-86BB-8069FE6C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BA621-85A4-4946-B28D-DBBA4DF4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4A0AB-62F9-4ADD-8E4D-7468385C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STT package가 없으면 fixture와 STT_FALLBACK_USED를 함께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7815A-CB09-49FC-B108-B6B8D3C5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DECC4-5F0B-4777-823E-925DC28E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B8398-0BD0-4B3B-99FD-675CD313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모델 download나 GPU OOM 때문에 후속 수업 전체가 멈춘다.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F0C5B-AC16-4D0A-A988-68A784E0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D8B6E5-83AA-454C-8CE8-D14BFD2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AFA86-55C3-417F-9FD7-1AD1BD55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local_files_only·CPU int8·작은 모델·reviewed fixture 순서로 내려간다.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95C23-F294-472F-B2B3-AF441EF4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BC297-E619-4A84-862B-ABAA9B00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80E06-FB55-46B4-850D-64102E84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transcript.json과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36372980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8EAF5-0950-4CF4-8F02-923A52ED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4BB4F-DEAE-45E3-AE4C-50CFBDB0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CFCA0-6B12-42F9-B152-5757D3BF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D7200-422D-4C66-A33B-7E712682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51E43-DAD9-4873-BAEE-83B7EF1F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46A97-080F-4A48-AAC0-4391C7FD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2cb37f51346db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4EC71-23A5-4E16-B799-47A17D66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adapter가 같은 transcript contract를 반환하는지 test로 고정한다.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248D4-3F4B-467F-A85B-B345ED33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13033029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3A48A-9B74-4125-8CA5-ABD3E543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04B87-4CA4-475D-A00B-8D2F65BF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3E1E5-7EB1-46D8-B5E2-B10C3FF4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8CB15-BE52-4984-892E-96933697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15DD4-02E9-4731-B613-060F0B6F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0A1D0-66B1-478D-86D5-752DD4E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A5E64-EECD-4990-B98F-BDC4F8F8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849F9-A822-49DE-A0EB-5E014E44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D5C8D-1F76-4EF5-80A4-CC07C77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adapter가 같은 transcript contract를 반환하는지 test로 고정한다.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D3E61-A929-4747-AB61-0DED3128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2F31E-5F2C-4336-BFC2-8D7B2E37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B4672-CDFD-42DD-8EE7-8BD25F5D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requirements-stt-optional.txt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data/demo_meeting.wav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ED1E8-74C8-4684-8E89-1FD9C13C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05F8B-EECE-4E41-9AE7-F7727AA6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49D6D6-03BA-43CF-BD1D-1FE89987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segment마다 start·end·text가 있고 float가 JSON 직렬화된다.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package가 없으면 fixture와 STT_FALLBACK_USED를 함께 남긴다.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F526F-68B0-49A7-B81E-E4B832D7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FDC43-185F-4F50-AAE4-37DFC01A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537A1-9D88-4924-81F0-3225C10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46795868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E3BF93-48C8-49B1-A5DD-B77CF0AD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DBF00-996F-431A-8817-E1FC2E3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 검증과 사람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79362-27C2-430A-82DD-A5BC307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C77206-0C34-43E2-8A1D-71D3FF6D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DA512-F542-4857-BA4D-FDC8F02E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EF03A-D62A-4135-838C-5DC67AC5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9FC68-DE31-4C58-B27F-49510318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D7679-C2F2-4B09-AA15-836ED27F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56D28-D192-4730-990B-B32F5220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F0A46-D446-4E6B-9288-B9FC2CAB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BE739-3C87-4BBF-9B54-E239F45B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317BE-BDD3-4B5D-A4E7-A961048D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AE37B-984A-4701-A266-57009B45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CD8C1-D9B1-45EA-AADC-768C7217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segment마다 start·end·text가 있고 float가 JSON 직렬화된다.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72B42-101E-4E97-990B-9AC6545C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C76C3-80CA-4799-AAAE-56118DA3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6C819-320B-4141-B89C-5E4BF73C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4DC33-976D-4270-847C-2EF1ECF5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package가 없으면 fixture와 STT_FALLBACK_USED를 함께 남긴다.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3DBBF-1C45-4AFA-A4EE-38E4B48B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02681-3F1D-4DAA-9B85-C861A0B7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DAC4A-D216-4EF3-BE12-5F05CA7B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F7524-4BC0-4C97-964C-B576D2A2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51047245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9F4C8-4328-460E-836A-9097ADF7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5C17E-479D-4D49-9705-9E845070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정상 경로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3C944-C2C6-4561-98CD-24671D99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22641-2340-4521-9EF5-58766956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FC236-B0F7-4998-A2CA-29ADDCD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51BD2-AD4C-405C-BBF2-0E99753A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A1011-409B-4563-8162-2A3562F2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B7ABB-0666-4CF5-BAD3-644F4FA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36496-6B98-42D5-A2AD-DDABFDFE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src/meeting_demo.py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2D34C-118D-41D6-9527-AADD9A60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0C797-3BD7-4F67-AB65-E169D099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FBFCC-E621-4955-BE0D-266DCC77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requirements-stt-optional.txt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9D34E-C4D5-459A-B679-1C88AE93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CDE85-13C3-40AA-A103-F2AE4EE6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99064-A1A3-42F6-B777-9EC19BAE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src.meeting_demo --audio data/demo_meeting.wav --model small --device cpu --compute-type int8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3DD48-7EB7-4100-A365-8608627A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EFA1B-0B4F-4637-8E81-5743E51E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395EC-82CB-49F6-A44A-B79E5FDF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segment마다 start·end·text가 있고 float가 JSON 직렬화된다.</a:t>
            </a:r>
          </a:p>
        </p:txBody>
      </p:sp>
    </p:spTree>
    <p:extLst>
      <p:ext uri="{BB962C8B-B14F-4D97-AF65-F5344CB8AC3E}">
        <p14:creationId xmlns:p14="http://schemas.microsoft.com/office/powerpoint/2010/main" val="30832605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42EEB-5DA1-4FB6-AC6E-111B23D4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283EE-2583-4858-90DC-804DFFAA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E0A69-4D73-4CFA-8566-6E0F6166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E0143-C62C-452A-81E6-437D1047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D17E1-B845-44C2-94EB-CB497F9F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D2E32-E18F-4A8E-B8FA-A457DEE1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4B815-6298-47BC-88EA-0A2DCE6B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975EE-D340-4092-B043-36BBCF74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4BE7F-6684-46FB-9FA5-8840A388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src.meeting_demo --audio data/demo_meeting.wav --model small --device cpu --compute-type int8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D0544-FE8F-43CD-9730-AFDE6F4A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5DEEA-1CA1-44A8-AB88-4EE14078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34942047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B513A-3F8C-4DE0-A850-6EF7689E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5FDFA-30A1-426E-B852-F929673B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CA1FB-043B-4FB8-B588-8CA154FB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7EC54-597B-4DE9-9E6C-4A09B7DC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D2409-2968-4881-BA3D-BDA82F6E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8AE69-231D-4B6A-BD1C-1C507961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EB912-9C75-4EE1-9A35-63EE986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058CF-0577-43FF-AC4F-0F8191D3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FEA32-B86A-4F03-96B1-712A03F2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C48B8-EA1D-4B57-B485-FFD855D7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83349-7323-4A94-BBA2-F63C9763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9AFE5-9F98-460B-A6D6-D0C8A622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15029-F0F4-4C0A-AE37-41ABE363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segment마다 start·end·text가 있고 float가 JSON 직렬화된다.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STT package가 없으면 fixture와 STT_FALLBACK_USED를 함께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07138801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5FB5A-6787-4105-A700-195F4684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807AB-B8F6-458D-8860-8E7E3D31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실패·복구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59A21-82BA-48E2-8000-60DD81A5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9DCE9-F6B7-46B5-956F-5659A48C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A42C7-217D-48BA-BE76-A255BFAA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58FDC-57AE-4382-B0CF-5319CC31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875CE-BAAC-40D4-ABEC-BA190786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04035-0C57-4647-A964-2A76EAEF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 download나 GPU OOM 때문에 후속 수업 전체가 멈춘다.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B123B-6E2F-4612-9F2C-6CC907A8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28632-9534-4D3F-BA7D-DA7C684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CDC98-5A25-4BA3-84BA-D432D4C1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local_files_only·CPU int8·작은 모델·reviewed fixture 순서로 내려간다.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FB496-9710-4F64-A7B6-2DE03C0C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STT package가 없으면 fixture와 STT_FALLBACK_USED를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54252341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DD601-0ABF-4612-B8AB-F0E198B9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C8992-5BB5-4D7B-B328-30DB2467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기반 소프트웨어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82D0F-84E6-4628-B8B0-411B1118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0E21F-E9D3-4C1C-A154-A8055963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6BF2D-739D-4F16-9229-BC39197A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40093-00EF-4F81-8A0C-DDC52486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4C2F1-56BF-4CC9-9768-6D686D34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09E8C-CF27-4309-A13D-4D595147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requirements-stt-optional.txt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data/demo_meeting.wav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F451D-4322-40DA-8202-2F69DCE3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0DEEE-CC22-4F34-A59B-3AE4EF5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33266-B660-4723-B2E0-C2866603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C3CDC-7FA0-4AD1-849D-7957EB4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segment마다 start·end·text가 있고 float가 JSON 직렬화된다.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 저장</a:t>
            </a:r>
          </a:p>
        </p:txBody>
      </p:sp>
    </p:spTree>
    <p:extLst>
      <p:ext uri="{BB962C8B-B14F-4D97-AF65-F5344CB8AC3E}">
        <p14:creationId xmlns:p14="http://schemas.microsoft.com/office/powerpoint/2010/main" val="138393205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788EC-4394-4579-B4BD-35C1D3C1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5A0D2-4406-4D89-A7DC-F138681D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작업 명세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FD39B-2367-4839-95BE-C74C289E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F39D1-6B2A-4E28-9E24-E1A0AF94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23E69-4A75-40B4-9418-01108321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5387D-55C0-47F7-B348-78C64C9A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F5CF0-D755-4377-B637-11AA8E73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adapter가 같은 transcript contract를 반환하는지 test로 고정한다.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파일: requirements-stt-optional.txt · data/demo_meeting.wav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B72F3-E187-46D4-8103-4491FEDF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6198C-E0A6-47AE-9837-E3280821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transcript.json</a:t>
            </a:r>
          </a:p>
        </p:txBody>
      </p:sp>
    </p:spTree>
    <p:extLst>
      <p:ext uri="{BB962C8B-B14F-4D97-AF65-F5344CB8AC3E}">
        <p14:creationId xmlns:p14="http://schemas.microsoft.com/office/powerpoint/2010/main" val="6252131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38F24-B4DE-4AF9-8B7F-DE03AA3C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5BFD0-1E11-4135-AA48-EBCDD0C5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Patch 생성과 Focused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8B427-AC64-427B-86DD-8C5A5EF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C9EEF-AAB8-4FAB-8693-A4D68F17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295FC-79A6-4468-A260-84A1F585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29C04-FE1D-4C69-B1F7-349988BC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FF7F5-0DE9-4120-8115-C235A5EE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src.meeting_demo --audio data/demo_meeting.wav --model small --device cpu --compute-type int8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Case: segment마다 start·end·text가 있고 float가 JSON 직렬화된다.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6FB9C-2CE7-4319-8400-8FA43112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9FFA5-0457-413A-B019-A24B874F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transcript.json</a:t>
            </a:r>
          </a:p>
        </p:txBody>
      </p:sp>
    </p:spTree>
    <p:extLst>
      <p:ext uri="{BB962C8B-B14F-4D97-AF65-F5344CB8AC3E}">
        <p14:creationId xmlns:p14="http://schemas.microsoft.com/office/powerpoint/2010/main" val="13218270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2B14A-440B-498D-9684-705CDB9D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E01F0-9745-46F9-9909-4B9C7968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Diff 리뷰와 경계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8D47F-4AD4-4C87-8897-D1122FC9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1F6FD-305C-4552-90C9-512F2B7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364A6-01A1-432B-A80C-E3BF0878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48A55-811D-4AFE-9526-CF44AC23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C514F-4DB2-4D4D-8F46-7980256C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package가 없으면 fixture와 STT_FALLBACK_USED를 함께 남긴다.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local_files_only·CPU int8·작은 모델·reviewed fixture 순서로 내려간다.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67F0E-D671-400E-BE14-AB73B3F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0F324-AE3D-4D53-B52A-58E93A53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90234084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94C5D-9C58-4BEF-9D53-DC930182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1D9DE-34EB-4EF9-8BA7-F42483CC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8C4EE-1FC9-4D7B-B87A-20F73ABC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9514D-7FCE-4F8E-9ADA-70B6C0F6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24938-E42B-4B1B-B9C1-8F5B825C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504C4-9A25-4FA7-A3C4-8B66CAAC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0E609-B689-4771-9051-477B1574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178C3-A9CB-4CBC-A313-7264A25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1FBEB-8926-42A9-8A7F-774DCD3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segment마다 start·end·text가 있고 float가 JSON 직렬화된다.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FA830-E0E7-474A-A4BC-DE538990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E64F4-EA0E-4D33-8777-714A984D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12B7D-63DD-48F4-901B-7FAE4934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A3482-5E28-4D64-88B7-DF385297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78A2C-CC3A-4F39-A764-E59D74DD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752E4-042C-4D77-A0B8-A1031F56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10690-6539-4CEB-B74C-21FCC4D9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F97F2-AFAA-4C95-921A-E37A3C86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0E834-F2F7-482B-8659-F58E7391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208803637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F4BFF-AC12-4966-8BAF-A49F7E1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B8AB4-2735-4C46-A795-8735DD4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7CD43-ABE4-41AA-9756-32738276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949E6-4211-4D8D-95BB-1A79645D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F8D49-B5A0-429E-9782-972519FD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84F47-A218-47CF-B5B7-B22CBC3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F8BCF-8766-4EBD-BFFB-60333AE4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31ED5-4241-43D2-B31B-7A5552FF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3867A-395A-4D58-B850-5EC190DE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STT package가 없으면 fixture와 STT_FALLBACK_USED를 함께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5FC4E-C180-405B-94AF-CA6FA754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8DDE3-8A5F-4168-BF01-CD9FAF42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D511F-E1F4-4FA2-A8A5-F33AB17E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7FD5D-ED5A-43D7-978C-20BC0C4C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BB2A6-96E8-4EDF-9795-4B313A8D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CFAF1-06ED-43C5-9DDA-A48D337E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7F95A-9955-4A5A-987F-51FC2A34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57258-1DB3-436D-80DC-ECD02E20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AC1D4-73A0-4A43-BC6D-6E2259DC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30821919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6DE0A-4DC8-4B0E-BFC8-BABF68A1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5C8BF-4CD7-487B-A459-DBEFAB2A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88AA2-A91B-437D-848A-03F8A3F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00573-624A-4D83-ABEB-8A7D467A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78AE3-8E27-4195-A0A8-4B073559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2341E-174E-4CBE-AACB-5BC68303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91DF0-A262-4FDA-9A6D-23774A86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사내망에서 원본 음성을 외부로 보내지 않는 상담 품질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E756C-5BD1-4D72-AA51-72522237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2FDC7-357F-488D-9621-B36A0D7E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FB605-8778-45A6-9C78-7E2B3A2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426F8-BAD0-4794-AD88-7AFE33CF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6A061-7BC9-470D-896D-153F1A97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FE629-F7C6-4C99-AD3A-225151E7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3BC56-5F21-43C9-B309-A1806F95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48295-1019-480A-BF9C-EA585C17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D1AE3-E408-487C-A993-572D6E06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6EFFF-EB2A-4C13-998F-65B35625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18C31-F7FF-4891-957B-EC02784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A21AC-DE1C-4F6B-8FE4-FC73878B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29490106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D450D-BC8F-4314-968A-BF069F54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3FB8B-6A47-4F16-AD44-7B0213F1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포트폴리오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6DDB5-1287-416D-ABE4-BD13B1DA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30556-1BC1-46A4-A3D1-52268C3A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F330F-2B10-41F2-BBEB-591B3651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CECCE-141F-4B88-88A9-DE25E833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B7DA9-2FEC-4D7C-90B8-7835E382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사내망에서 원본 음성을 외부로 보내지 않는 상담 품질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425AF-640B-4907-9E7C-77579C78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ED1B3-8F99-4072-87A6-FC0388CE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B304A-DDD5-429E-A18B-5B29ACE3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B81FA-2E21-44D9-8A11-A90D83F0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B13BE-6DE4-44DC-A26D-AACAA812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59CD1-B2E1-476E-B564-BDE543DC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DFE2D-1520-4F36-BFED-3AA4D1F3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992FB-A574-4CE0-8295-D9C70089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F22FC-776B-4FD1-98C5-2798628B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F88A8B-B984-4C11-9145-8377EFCB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CF5C2-FE57-421E-AC22-6C326B3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5FF4C-217C-4547-8E83-98204A90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93333064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1268B-DB7D-4F8A-B45F-48F6CE93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470B7-8979-4AD5-80E9-0A1C82CF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 운영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38FFD-AE1D-466A-9C83-1438DE20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5ED69-46F1-4093-9EBC-2138AC05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14E7D-CE5D-4179-9F71-6C903E62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A4899-9AB4-42E1-8314-CFED9B21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4E414-BB2B-41CE-BA32-653D2895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F4718-D935-4222-8F96-4E9504B2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88B20-C1CB-4F1E-A45F-82C24FAD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segment마다 start·end·text가 있고 float가 JSON 직렬화된다.로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E0ABB-C05A-4157-9A8A-72A47CE6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AD4CF-29EA-4333-8584-D123E1B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94194-7750-4D6D-B6FC-8F433C24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3A9DD-F0B7-4452-9025-F0CFEF1F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DD456-5D80-4B6C-89BB-B105D632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C0281-04CC-4921-B568-0D4A0BD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local_files_only·CPU int8·작은 모델·reviewed fixture 순서로 내려간다.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86295-1998-42A0-A676-FD49E153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319E1-D29E-44E3-B3B0-0C05FD39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13F3F-68B0-4E99-99AF-DC511668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94121985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1B3D5-6975-4B59-934B-40DD39BD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CED15-A628-478A-9A96-0BB8CF60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2차시 완료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6D19B-E5E5-4EFB-B21F-AD49C7E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C92E8-3C5B-4DDA-8C9C-1B719E2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FF777-3167-4AD2-BDCD-8846989D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09:50-10:40 · 2차시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778AE-5F86-43F5-932E-163F18A4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5879F-42FD-4061-887C-BB7A9277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91F4D-AC8E-4911-884A-341A3126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FDB2D-05ED-4183-8AE1-459277F5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faster-whisper 로컬 STT Adapter이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09EE4-753A-4433-A074-399B97E3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75D75-76B1-45B2-974E-46BBCF5A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29365-2A70-4B0F-9460-43C2F334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src.meeting_demo --audio data/demo_meeting.wav --model small --device cpu --compute-type int8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958FB-53BB-46C7-A834-FDAF003B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27BC5-836C-496F-884D-9CD75C1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394AB-9DFB-4055-B138-8277642C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transcript.json과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E1AC1-D8D0-4191-821A-FDEF1268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STT 품질 Gate</a:t>
            </a:r>
          </a:p>
        </p:txBody>
      </p:sp>
    </p:spTree>
    <p:extLst>
      <p:ext uri="{BB962C8B-B14F-4D97-AF65-F5344CB8AC3E}">
        <p14:creationId xmlns:p14="http://schemas.microsoft.com/office/powerpoint/2010/main" val="136400977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ACCD3-A6B2-44CF-8F2E-DC7E440C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78E75-340E-4FA4-87E7-34D2C1F1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3차시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4E106-5ABA-4590-AB90-506DC7C1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10:40-11:30  (쉬는 시간 11:30-12:00)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BE086-4B60-4459-A1B5-ED8F790F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STT 품질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971B3-5F2B-445B-B473-4E65874F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VAD · no-speech · quality_gate.json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B8ACE-913E-4EC6-B4D6-F4123896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D2BB8-87FE-4513-BA4F-86676D1C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A2335-E674-4D6D-A64F-AC5902A2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BED38-2A01-497F-96F6-2E9C3276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E85C8-5CD1-4BD6-A830-B023EE8B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src/meeting_demo.py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tests/test_meeting_agent_workflow.py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710E7-F9CA-40B5-A159-91FE3729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9E811-9D97-43D9-9196-9B1D48DF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quality_gate.json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5DF10-0761-4A52-9FFD-BD41B19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한국어 회의 Agent · 3차시</a:t>
            </a:r>
          </a:p>
        </p:txBody>
      </p:sp>
    </p:spTree>
    <p:extLst>
      <p:ext uri="{BB962C8B-B14F-4D97-AF65-F5344CB8AC3E}">
        <p14:creationId xmlns:p14="http://schemas.microsoft.com/office/powerpoint/2010/main" val="72456065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D7342-CDFA-40AF-A66B-BA93BA57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636FB-6423-482F-8227-53FB938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 입력과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6AC3A-341F-40C4-92A4-C381D033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3E469-9F06-4DC7-871D-3FEA41AA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C8686-A4C2-44AD-AA4C-4A7A9D8B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C7C89-35F6-475B-BE9D-4E5A1B9C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373BE-481C-4708-A602-BBE62CF0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50486-378E-45BC-B029-D5B9F29F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B041D-11D3-427F-B745-F011CFE5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transcript.json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B3126-7002-4B9E-842D-AEB9DF7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81A44-9E8E-4AE3-B341-C676DD97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29460-0904-43A4-918F-73A0DE8C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품질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638EE-8ACA-42F7-8F8C-47BFC69C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3DC0C-18E7-457B-9823-CFE345C6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36F6E-9C9F-4C74-9071-38DF60D7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944CA-7E5D-4529-A29E-8864713E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03366-42DD-44A5-93B6-8FD60F5E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F92B0-98B7-475E-8228-796C00B1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회의록 Schema와 Pydantic 계약</a:t>
            </a:r>
          </a:p>
        </p:txBody>
      </p:sp>
    </p:spTree>
    <p:extLst>
      <p:ext uri="{BB962C8B-B14F-4D97-AF65-F5344CB8AC3E}">
        <p14:creationId xmlns:p14="http://schemas.microsoft.com/office/powerpoint/2010/main" val="110381016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19C3B-A4F0-49F3-BBBF-BE0FBCEC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B9326-402B-49B7-B051-49A23434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20B96-9EBF-40DC-B59C-3C86E73E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CE1DD-7661-4B40-B51A-88074D2F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402EE-9EBF-4355-A600-A46A69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BC160-06C0-43DF-8336-3484F129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문자가 생성됐다는 사실만으로 회의 결과를 만들면 이름과 숫자 오류가 그대로 번진다.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02783-E857-4E66-AE89-022CE12D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무음·반복·낮은 확률·언어 불일치를 품질 flag로 분리한다.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20B13-1B90-4551-A886-C7F4DA1F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8C581-5F22-49D0-B563-C0EF2CF1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quality_gate.json</a:t>
            </a:r>
          </a:p>
        </p:txBody>
      </p:sp>
    </p:spTree>
    <p:extLst>
      <p:ext uri="{BB962C8B-B14F-4D97-AF65-F5344CB8AC3E}">
        <p14:creationId xmlns:p14="http://schemas.microsoft.com/office/powerpoint/2010/main" val="143151935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ADE4E-101F-4CE5-9617-1EF78F8B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7559E-7E39-4899-A8E3-E60D2FE6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58FD1-C848-433B-86D2-34D6E175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C1C9C-8503-42CC-89A4-C7DA6BB6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72B6C-D681-47C0-8D20-195DB966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DDEB0-C199-4B5C-B53D-916D23E0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ED2EE-F7CE-4333-8782-A9FE9A08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9C118-18F1-45F3-A8A7-3273E7DA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무음·반복·낮은 확률·언어 불일치를 품질 flag로 분리한다.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8763F-7708-4F98-967F-23DCBAC2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BD5B6-EB8A-4D2A-B6BC-3FA1DDE2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C9D29-45D3-48A1-86DB-79C6F213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낮은 품질 segment 하나를 전체 성공으로 숨긴다.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1E987-D965-4DB5-BF37-CA940824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E032E-8173-4DBB-B828-1B02A95F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821C6-54CB-4177-A6AE-B8FE4CBB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4607647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F7C8E1-F7C0-4BF8-B6FF-8EDBDBB5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1C110-5720-4973-9031-D9D82853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용어 4가지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745C1-30A8-4FF1-8ED5-82CCB414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2E3F1-1A7A-4256-91D2-8C0BD9B0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E5AD6-1FA9-4693-B07B-FC01FEE1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0F366-0A97-4A5E-8E8A-ED886E79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0BE12-E787-46EA-8840-CC78820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B6B71-3B99-4E04-ABF9-CC43D842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B31A4-32E7-4E6B-9ED6-FEB4ACC0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389C2-2410-4FA7-BC48-9AF8A81B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A4059-4785-4A63-B7A3-5B88A316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BDDF6-B3E9-4C1B-997F-ACB592CB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E5B5B-1CA1-4AB5-8407-0358E4B6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7109C-CE57-4D55-AEB0-8DAB7058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말소리 구간을 먼저 찾는 처리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BE29D-5548-48EA-912C-A1C0DF37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F7A81-20E8-4C9F-8E1D-D45FBFFD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no-speech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FECEE-0E2D-484E-9DC0-325CC2B1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7D6DC-E79C-4DAB-8A39-A44E301D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해당 구간이 무음일 가능성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811E9-D0DE-4E61-9D58-707396D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13035-2DEE-410E-9655-E80782BE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log probability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1022B-6213-4ECD-AC3A-527A3251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62ECE-28F7-46E1-A745-E2D01995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모델이 전사에 가진 상대 신뢰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E534A-6B81-4149-AFD7-484B2FA6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8848B-1A29-4262-858B-2852798A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Hotwords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CDA455-5AEF-4E32-9EE8-AA6429FC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0946D-C804-4E03-A24A-3D8ED1DE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제품명 등 인식 힌트</a:t>
            </a:r>
          </a:p>
        </p:txBody>
      </p:sp>
    </p:spTree>
    <p:extLst>
      <p:ext uri="{BB962C8B-B14F-4D97-AF65-F5344CB8AC3E}">
        <p14:creationId xmlns:p14="http://schemas.microsoft.com/office/powerpoint/2010/main" val="174384165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A8BD3-85DE-4E04-B1F4-4862CDFA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33D44-6FDF-4B18-92FB-80173385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A4896-07F5-44E7-ACEE-566F962F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123A4-8BA6-44E9-8DD2-F903417C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C9FCF-DB8B-4317-9D05-2F601880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32EE69-38E4-4E91-8AEC-485E4088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1A361-5F96-48FB-B4B0-3BA738EA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B6289-FA5D-48ED-9F91-80C52D1B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src/meeting_demo.py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D83B9-807B-4468-BA96-83FE6DAF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B9558-2D78-407B-8A88-11671CC3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3CE0A-9741-4559-8021-3CD0C893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 metric 수집 → 반복 탐지 → 언어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18D3B-D528-432B-BFDC-AD3C3822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80DA0-DB6F-4DCF-8193-D954E11F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44C84-0AB4-41B1-AE52-A78C62CF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E7F01-6837-4EB4-AC8A-ED8BECC3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84A69-9E78-4733-ACE8-192D58E3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2631B-E4EE-4843-9902-B6221D73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한국어·충분한 길이·무 flag일 때 READY다.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fallback·짧은 전사·reference 유사도 저하는 HOLD다.</a:t>
            </a:r>
          </a:p>
        </p:txBody>
      </p:sp>
    </p:spTree>
    <p:extLst>
      <p:ext uri="{BB962C8B-B14F-4D97-AF65-F5344CB8AC3E}">
        <p14:creationId xmlns:p14="http://schemas.microsoft.com/office/powerpoint/2010/main" val="63050101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AC93A-6739-4075-9472-65F12633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69C03-AAEA-4231-B689-85EA8F92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5단계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2F3AA-5E9C-400C-89F4-9CF7FFF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9CEDD-BE9B-4E87-BA1A-FE6211E8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B4496-9D7F-48D6-A6CA-E588BDF7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A2666-8A55-4F6F-92D5-3D66969B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5BC48-9412-42FB-80A1-C71ECE50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C0A0A-37CC-4C1D-8780-47B5489F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17B7E-8B2A-4925-89BD-C54BB7F2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 metric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59451-F5A7-4260-9273-5C81D721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19570-0A5D-4CF7-8354-179CED58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9B10B-00C1-4AF9-9356-007D1828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반복 탐지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A66EB-B22D-440A-B2B2-67B1DC22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0EB6B-F21F-47EC-8CD0-9973CF11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C163E-E315-4293-B0CC-21EFBE0E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언어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B1826-2323-4522-A732-61C974C2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7570E-4B29-4BE2-867B-5715B26D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D629C-75BB-4E3B-8E14-0D4CAED9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reference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1AF9D-F22A-41C8-B391-47D12A35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AACE3-168C-4D09-AF26-6134E70D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32F32-7340-4C10-9F99-4404DDB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READY 또는 HOLD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A4E06-E121-4312-9A9C-7E0E2968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quality_gate.json에서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29222710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D87B1-F24D-4DD2-9FFD-02455C2B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2D19A-F33C-413E-9C9B-9BCCE612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75059-88F2-450A-A38D-A0789D4B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1493E-E513-4877-8401-BF658F49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A205F-0A5F-4600-A6B1-37528CA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0B794-8099-448F-9489-7B853376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3B229-B360-46DB-9E14-EBEEFAAB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C00F3-2910-4987-BA2C-AA2BC406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한국어·충분한 길이·무 flag일 때 READY다.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01E99-B767-4273-8DEF-BDE64174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BA096-4C54-465E-9A10-C149D9B7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0E61C-D9B6-4A79-A8DE-F8840B47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fallback·짧은 전사·reference 유사도 저하는 HOLD다.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E5667-C270-4570-91BD-88B3C9BA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6B97B-2F56-4AC6-A873-601D724C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30D5C-D064-4F2A-9901-65DB2A6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914E4-8029-4385-9FD1-ED86DEBE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5DF3E-80FE-4FDF-9F47-A3A7345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119DA-2D48-4C04-A939-97E9590A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식별자·quality_gate.json</a:t>
            </a:r>
          </a:p>
        </p:txBody>
      </p:sp>
    </p:spTree>
    <p:extLst>
      <p:ext uri="{BB962C8B-B14F-4D97-AF65-F5344CB8AC3E}">
        <p14:creationId xmlns:p14="http://schemas.microsoft.com/office/powerpoint/2010/main" val="165689371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9E11D-9657-428B-B461-F6568BF6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07279-594F-4752-988B-59C67B5C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 파일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6B5BD-3B6C-413B-9768-200A500F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B2355-32F5-49D5-A4A9-1AF21F63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AE434-36CF-4F14-8D5B-E9DB5DE3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A1B11-CB5E-42DB-8B5A-68E24C93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8763EE-83D3-47F2-BE44-6AD81E91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0D439-8B41-4E35-9B60-97F45C0C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78410-BF3F-486B-8084-B1AEA036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src/meeting_demo.py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A07AB-F257-46AC-8BB8-8CF291DD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71C63-3A41-48D8-A6BF-54A06B2D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080E0-E7E9-4A35-870D-1B03D97E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292F4-37B9-4F00-BA81-81ED1F97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FA897-7A6D-473C-B3F2-885F174B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11EA9-FA77-4718-ADE7-FE904079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data/demo_meeting_transcript.txt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7B761-4BCE-4AC8-B3E1-9A155FE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3D0DE-8AA6-4DE0-802E-8DF420C4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71A64-10C7-45B7-95F8-8C6E56EF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output/day2-stt-lab/meeting_result.json</a:t>
            </a:r>
          </a:p>
        </p:txBody>
      </p:sp>
    </p:spTree>
    <p:extLst>
      <p:ext uri="{BB962C8B-B14F-4D97-AF65-F5344CB8AC3E}">
        <p14:creationId xmlns:p14="http://schemas.microsoft.com/office/powerpoint/2010/main" val="167629711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4AD64-24FF-4E91-9E49-F336B564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STT 품질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CDF31-089C-402D-93B1-7FB30CC6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개념과 코드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FCF50-2C54-46E8-9C72-986815C1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DFB42-EE1E-47AA-B4FF-8357DD4F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434E1-CE4E-4C21-A64E-A672D509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09723-5BDD-4069-B5AF-B6FCBBB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30CF5-1D19-441E-8BBA-731F7285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문자가 생성됐다는 사실만으로 회의 결과를 만들면 이름과 숫자 오류가 그대로 번진다.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4FB12-2DB0-4AA1-9796-F963C69B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E4D2B-D510-4B3D-9BB9-4A5A1D8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75B4D-C686-4833-8D72-E34F0C1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낮은 품질 segment 하나를 전체 성공으로 숨긴다.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CD3DE-CA25-4FF4-8E51-6F7C802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flagged segment와 timestamp만 사람에게 보여주고 accept·edit·reject를 받는다.</a:t>
            </a:r>
          </a:p>
        </p:txBody>
      </p:sp>
    </p:spTree>
    <p:extLst>
      <p:ext uri="{BB962C8B-B14F-4D97-AF65-F5344CB8AC3E}">
        <p14:creationId xmlns:p14="http://schemas.microsoft.com/office/powerpoint/2010/main" val="177587528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E3FC1E-E9A0-451A-963D-70AED25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5C98B-35ED-47D3-A9BB-BABEAC6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역할과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87A0B-1F1D-4B5D-928B-23C53B07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E9365-E15C-44DE-B897-8C5E118B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332FE-EEF0-4190-968C-E9E48444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F963F-93A0-4D8C-BE42-BE358FD5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9A0FE-78CD-450E-948C-C45DF6D2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E19B9-53B7-4351-87A4-F5A10C6B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90605-331E-4A37-918D-EDC9E591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B5772-CE00-4677-8413-C5E4B158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0A3FC-8508-45F0-B443-CA9650BF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96DB0-20F3-4C93-964F-D90383B1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FA87A-7478-48B4-A889-DE165307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4AE6A-BC99-4120-AA6F-FD4EC4CD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925F9-77A0-423A-8487-E919087C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A8F8F-B022-4ADE-8EAB-63FDE3DD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말소리 구간을 먼저 찾는 처리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511B0-7F82-494B-B4DD-747B28FD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4F4E2-7014-463F-861E-9E9EE391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57C704-6A32-42BE-8FB0-20EC3E9D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39F4B-E7F2-4DAE-825B-2BB72070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no-speech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EF1C7-AC58-4202-B3FF-6ED1AFBC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C1A551-0E8E-4016-A36D-7A9A9FE8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해당 구간이 무음일 가능성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2A49A-AED1-41FF-B461-FA6E11C8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61868C-EC7F-41D5-8890-9019242E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152CA-041A-4901-9207-06A520A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F8B6C0-4769-4667-9122-92DE1A3D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log probability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0D41D-5454-4E38-9531-FB3ED146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D7A98-3BC0-4AA7-91B5-F6BD3D85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모델이 전사에 가진 상대 신뢰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D5571-6362-4C07-BCB0-D3D0A011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20B8C0-8F23-4B66-8482-7C2E3E57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2AC1CD-523A-4071-B998-CAB84D89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631D92-D925-4409-99D2-9D39C69F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Hotwords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2D7A9-7F3E-4526-A257-BF7C13BA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B0A3CB-3B37-4B52-BBEF-9BF4F8DC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제품명 등 인식 힌트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6BD60E-6635-460D-A464-D3E6BF7E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FA553B-FA6F-4A2F-B1F7-DA77F7E0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202320483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6BB52-F942-45E8-8E6D-35D3DB1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B4DD4-AE3E-4774-849C-B3D3665E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3F721-2776-44FB-A8C6-3B2E3FDC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A6863-5596-4E19-A3C4-0CD7027A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06615-C728-4587-8CFD-A50A27ED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EC854-9773-4431-86FA-D9322CDE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C084E-7006-415C-B840-06170DB8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25487-450B-4521-B9B1-0257AD1E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5952C-A5F3-4FF2-BA25-9D57045F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낮은 품질 segment 하나를 전체 성공으로 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C4456-78C4-41D4-BC5D-69C0E96A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98AFA-9BA7-4379-8657-1D0A1F35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문자가 생성됐다는 사실만으로 회의 결과를 만들면 이름과 숫자 오류가 그대로 번진다.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5360B-06F2-46E4-B0D4-EB5347D1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5296779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36E66-9E3F-47C1-8D73-D003AB85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6BD19-787A-4444-94F8-1D963616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829A1-6E96-4068-A5D0-BE70B02D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5E987-F476-4D1C-8D3A-ABBB50CA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C30B6-E8FF-4138-AD61-EE768312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2C438-BCFA-4354-96E1-1A6DD3D6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5E085-500A-496C-A0E3-F4FA362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5545C-F3C1-40E5-A45D-A22D1C25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8AB18-AE65-4F10-939D-8422ACB5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fallback·짧은 전사·reference 유사도 저하는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1AAA9-D494-42F2-8D8D-F6D82611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A1C23-639B-4E32-AC2F-11773730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3B907-F6E2-4709-8048-1BC8D68C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낮은 품질 segment 하나를 전체 성공으로 숨긴다.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22395-E0AD-4F1A-A9D6-281CDEC1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10AD0-26BA-4C7E-BBB6-15E7CB10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E408C-9EC2-4756-8CD9-F8C30632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flagged segment와 timestamp만 사람에게 보여주고 accept·edit·reject를 받는다.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C38F0-2D49-4F01-8137-EB80329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F201D-5BA4-40BD-8016-E93F4DDD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F5BBC-4211-4F2F-A91B-B10D99BE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quality_gate.json과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75943844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602EE-4350-41D9-BE85-2F16B437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52FBC-5EBC-4BD6-8259-25760C2F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9F79E-7365-4869-B796-07A9D4F2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1AD04-8EB5-4C7F-898F-FBA4C0C9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0F658-2484-445B-902A-00A8B059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FB1D5-461E-4F22-9F99-E1E3A0E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32741b2f84cf9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0D622-1107-454C-8B16-4305C17A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품질 threshold 변경이 기존 정상 음성을 HOLD로 만들지 회귀 test를 작성한다.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1301D-CAC9-4DA9-8407-F107F911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820317507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4024C-5A2D-4534-9A3C-FE139540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40CA2-3D7F-4513-986E-4C0C5233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784B3-D04C-48C7-A781-03CD24EC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1B9AF-EE4D-4263-85B4-B3DA17C1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4FA92-19A1-4878-B83A-638C7B99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A60F8-CA13-4070-90BF-B6F19CE6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BAAF1-CE8C-4A7C-B4BA-F5B81F71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C4C79-933E-4C1D-8943-5C0FC85B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CABDE-9427-4601-B2B0-5A9D3D41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품질 threshold 변경이 기존 정상 음성을 HOLD로 만들지 회귀 test를 작성한다.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2C91F-DA81-422C-BA52-CB2930B2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63695-384F-44C6-B239-53950EB2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1FF3E-010D-41A0-BBC5-EC65E291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data/demo_meeting_transcript.txt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AA4AE-B812-43BE-9A22-14629D1F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F96FC-61D8-4A55-9A68-6D0678A5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DF0C9-EF2D-4307-BA45-6F2DDAD8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한국어·충분한 길이·무 flag일 때 READY다.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fallback·짧은 전사·reference 유사도 저하는 HOLD다.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AA7B3-83C8-450D-97D6-F0DE2E45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58D31-3A68-428A-B8C7-8DB743DD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C5F84-FB8F-4751-9550-15F8BDFC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081043337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1B6EC-ABBF-46DD-9A19-F15519F9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A2048-ADF6-4B5B-A35F-9374F34E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 검증과 사람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2CB05-D988-4D26-BE76-6DDA76FC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D726E-4FF6-4512-824D-AFD649D6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4529A-F9A8-4BF3-A762-B5D0342A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1EE4D-C61D-4B69-AA76-2D626BF5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EFF01-DA90-448F-8571-4B3449E1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E3D4A-4820-4759-9F27-FC10D23F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85A98-5E04-4501-8955-8074769A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B4FD4-781A-4539-9589-AA57AC02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55180-E1C9-4E9E-B4B2-1936FE39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F2585-B971-4C41-8B79-E63A019F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B6DB5-DCDE-450D-82BA-264F2AD4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37C8A-CC76-42FE-827F-5B38794A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한국어·충분한 길이·무 flag일 때 READY다.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18762A-0FC9-42F2-8127-252684BD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3BA0A-A4A1-41F7-B000-405363D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C97C4-5DAC-4E88-800B-B0AF1E09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9D0D9-54F4-4110-BB25-EDC30D6B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fallback·짧은 전사·reference 유사도 저하는 HOLD다.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2B99E-F2CB-48F9-8F58-CC1313F2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33BC1-F4A9-4A92-8F29-4FBF7E2A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CA89B-F4F1-4793-B2BA-CB718A1A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DB7366-F86C-45A6-8B0E-4D4371C0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53766632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F3EE4-7E3C-401D-963B-26FD34F5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B4D2B-C00D-4A68-9E8C-1340FA1C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정상 경로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A7BBE-6FB3-446B-B0E8-7A6ECB32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6ADA2-B01A-44C2-8A53-87804937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9FE10-9EA6-418C-8524-2019AAC1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942EC-E726-4404-9CB3-EA26EAEA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37D3C-D98E-4866-A79C-74DD803F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725093-77A6-4EC8-8E2F-A8A8F196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F700A-0953-42F2-A164-C3BA992D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src/meeting_demo.py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90FCA-0E54-4072-B54A-EE4DBDB9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1D2EB-4FBA-4069-BCC7-2860DDF7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04248-C56C-4B93-8D47-CB6A210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tests/test_meeting_agent_workflow.py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9B07C-A390-4595-BA6E-F81F8313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5C1A2-04F2-4F2C-928D-845BCDC6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F2E60-39A0-47C6-A0FA-827BC7C8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tests/test_meeting_agent_workflow.py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9532E-F5E8-43C1-9DBE-5D088A6F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248B8-5E41-48CD-A736-170A1964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59639-BB88-465E-88B5-6082C7D2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한국어·충분한 길이·무 flag일 때 READY다.</a:t>
            </a:r>
          </a:p>
        </p:txBody>
      </p:sp>
    </p:spTree>
    <p:extLst>
      <p:ext uri="{BB962C8B-B14F-4D97-AF65-F5344CB8AC3E}">
        <p14:creationId xmlns:p14="http://schemas.microsoft.com/office/powerpoint/2010/main" val="36547121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64E08-3D30-4064-B15B-FA4FEDC9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47262-7DB8-40F0-9B48-961F18C1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31ED7-D1FB-47EA-BA3F-3B59410E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5467B-17AD-4F60-9362-71E1ACD8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BAA08-6B78-4E34-A67C-9E8D12BC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BE338-6765-45CC-B9EE-1D9DC1FC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7B0D2-D66A-4CDB-89FA-C647BE33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94598-481B-4B10-8724-14BE2CA9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262D7-6F1F-4AAD-953F-2EA31737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tests/test_meeting_agent_workflow.py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1A7DF-6885-42AA-869E-463F9F7B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E2FCF-97E2-4E36-A8DB-AA1B41EA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739293491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53041-0B79-4909-98C9-2F6F993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1CCE2-2981-4925-96D0-61FE6E14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CA560-A490-4313-BC8F-108C56F9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39743-63BF-499C-BFD3-7F2F2F4B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60C41-A4A7-4C01-9217-88005785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5C237-85BC-4DCF-9F2B-2CB82239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9424B-9287-4618-82D1-DFDD24B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B0C39-E047-4090-9439-3B5B51AE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F2B0A-ACFA-45D4-828D-E8181E78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BF191-1ABB-4707-9084-8F39F725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519CC-A7AC-4041-B9A7-E0D36F0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4B912-1094-4BFB-8F02-C8F3BD77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DA2C6-EC39-4A35-942F-4089A673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한국어·충분한 길이·무 flag일 때 READY다.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fallback·짧은 전사·reference 유사도 저하는 HOLD다.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2017231490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3CA04-CA1E-4645-9B41-052612CB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329E6-DB60-4677-8779-D8774737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실패·복구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11E05-F6E4-4933-9029-62BBF55F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28796-4996-4595-8EF9-6817E0AF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04C89-05B2-4018-BDEE-9869476D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EE768-4A07-4508-8A6A-5D4B43C4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2551C-9873-40DD-85AD-8BB57DA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8B245-E6E4-4478-BE86-40C420D7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낮은 품질 segment 하나를 전체 성공으로 숨긴다.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E402A-B6EC-49AE-9286-98FA0472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F871F-A0BD-4608-BA99-53994A99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9B0DB-04EC-46F9-BE75-A03D5D0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flagged segment와 timestamp만 사람에게 보여주고 accept·edit·reject를 받는다.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A4D04-C7FC-40D4-9E9A-BDCB16B1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fallback·짧은 전사·reference 유사도 저하는 HOLD다.</a:t>
            </a:r>
          </a:p>
        </p:txBody>
      </p:sp>
    </p:spTree>
    <p:extLst>
      <p:ext uri="{BB962C8B-B14F-4D97-AF65-F5344CB8AC3E}">
        <p14:creationId xmlns:p14="http://schemas.microsoft.com/office/powerpoint/2010/main" val="1909359432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6A165-1696-4F96-9CD4-073032DE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A4AB7-5FE0-492E-B8A3-15AD3CD7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기반 소프트웨어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37AF4-88CD-4187-9CE9-1106B996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F8C0C-0DF3-48CB-AC1E-25F3B325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AA6A6-8EC4-4063-84C7-46486EE0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01CF7-ADB6-4BB6-820E-6A68D543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E1550-20CA-4393-BF32-EE1342D3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B1442-8CF2-4934-B2AB-3A420DCE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data/demo_meeting_transcript.txt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5D3E8-8987-4D75-8ACB-0AC54174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0AF23-50E9-41B7-BA2F-BD6EE630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B4D17-60AF-45AF-8A89-8A52B8FB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A85EB-6FB3-4F05-B2C8-A59FC4B7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한국어·충분한 길이·무 flag일 때 READY다.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 저장</a:t>
            </a:r>
          </a:p>
        </p:txBody>
      </p:sp>
    </p:spTree>
    <p:extLst>
      <p:ext uri="{BB962C8B-B14F-4D97-AF65-F5344CB8AC3E}">
        <p14:creationId xmlns:p14="http://schemas.microsoft.com/office/powerpoint/2010/main" val="32022948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8EE76-0B05-4233-AF15-5A65987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AD084-6526-46C5-8335-E5CAA44E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작업 명세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D144B-3728-4B3F-8F1E-4E69E3DA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CAC71-BEF0-4B93-8879-794DC59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CCB75-BA4D-41CC-839B-D4209529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BDC0C-18F2-4DA7-87EB-C4F0FF73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02669-1644-40A1-84A1-0C50983E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품질 threshold 변경이 기존 정상 음성을 HOLD로 만들지 회귀 test를 작성한다.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파일: tests/test_meeting_agent_workflow.py · data/demo_meeting_transcript.txt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572AE4-FC7D-483A-8FC0-F91C7CC0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859DE-5C89-4A80-B9A8-860A46F7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quality_gate.json</a:t>
            </a:r>
          </a:p>
        </p:txBody>
      </p:sp>
    </p:spTree>
    <p:extLst>
      <p:ext uri="{BB962C8B-B14F-4D97-AF65-F5344CB8AC3E}">
        <p14:creationId xmlns:p14="http://schemas.microsoft.com/office/powerpoint/2010/main" val="171599463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431F3-B289-48E1-8F6D-B14365D8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9E869-25D2-43D9-8CB7-C342F87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Patch 생성과 Focused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1A6FD-A666-459C-8505-968DC894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FA23D-29BF-4BE8-B4DD-D4C508BA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82026-3F87-4F99-85B8-8BB76D65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F04A1-651D-4723-BEE3-2327D370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C8AFF-1412-49F2-B555-8E3A8615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tests/test_meeting_agent_workflow.py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Case: 한국어·충분한 길이·무 flag일 때 READY다.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000EC-067D-4A0E-B225-1469D67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1C089-C49D-44C7-9003-9B86B45D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quality_gate.json</a:t>
            </a:r>
          </a:p>
        </p:txBody>
      </p:sp>
    </p:spTree>
    <p:extLst>
      <p:ext uri="{BB962C8B-B14F-4D97-AF65-F5344CB8AC3E}">
        <p14:creationId xmlns:p14="http://schemas.microsoft.com/office/powerpoint/2010/main" val="100828225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4DD29-A29B-4168-BC00-DE12455B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43A19-2BD5-4A94-BACE-2F55F15D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Diff 리뷰와 경계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16C0D-74DD-4F2A-935F-D2AD1553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B1ECB-D482-4C99-8C69-529CAB46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2441A-F55D-4751-846A-865396F5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87824-B6B2-4ECC-81D8-A964A865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41450-32DA-4BDE-A5AD-EE3C4F41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fallback·짧은 전사·reference 유사도 저하는 HOLD다.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flagged segment와 timestamp만 사람에게 보여주고 accept·edit·reject를 받는다.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24EAB-17A5-41A1-804E-99925D87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1335D-AD10-4815-ABE3-EA0F8B50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71886025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98BF9-001B-478E-AEE4-ACE7FEFD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7360D-B5A4-43B4-95CF-5B482307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1FC19-FCB8-496D-B194-66236EDD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4B432-7F7B-4AFD-BDE8-64FD9B2C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26BF9-C33A-43F0-8449-9F274DAE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BEA03-8341-41E7-BBA2-10F9400B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526E4-BC15-4E20-BB09-30B5A5F1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AA5C8-3362-49A1-9EC1-BB472D83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41E05-400D-4D8F-8CCF-7A09054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한국어·충분한 길이·무 flag일 때 READY다.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4E2AE-8B80-4E00-BE6A-4F206206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70EEF-1815-4CCD-A2C0-FCD7D1C6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5FD05-75A6-4A15-AFFD-6E527453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0834A-6E14-4437-B56A-E942335F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7458D-DEB0-4D02-861B-83FF06F9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4D8F8-D47E-4C32-B25A-6B10E9EB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6C9E7-81F3-4E9D-B7FA-56838D87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A7739-115F-4C4E-B62A-E6A68B8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0CE4C-8AA2-4266-A6C6-211D7A19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40414093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F11BE-603F-4578-A4BD-FE375013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2EB23-9DCC-481F-9D85-A3714A8C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8DCC9-3AC6-4988-A87E-127827CB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5CEA5-34EA-4516-8375-CEFD6B6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8014A-BE31-4139-8843-0DCC79BF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8D91D-4A80-4DDC-89FD-A7942584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BC738-73B0-4019-BD92-227A3A05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63CF3-A144-4585-8037-804EE0B2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2A771-096E-4F68-A38F-CEFD0610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fallback·짧은 전사·reference 유사도 저하는 HOLD다.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5F9E9-3F10-492E-AD7B-34D851AE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34FE6-5F26-44DB-88A5-B5E75B53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B5109-0309-45B1-AC12-BEE1C828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4FB9D-DFE4-42EC-987C-F4BA608A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DBC29-E758-4CAC-8724-FF4879B3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A9B07-81CF-4CAC-B468-2F93FAFD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02560-368D-41B4-8B45-7026DEFD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C4574-A9A0-4D93-BC29-FC448C43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4D3D5-9E59-4E41-A447-8D36E372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51157357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523EF-A536-4CE2-BE1D-5A7DC79D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D1A7D-9F4B-4A7B-B587-68C78F65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CBC14-F0E5-465B-ACB7-6F9CBED4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56567-0172-44CE-B04A-F0A9C38C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0CD89-6805-4FF5-BE17-EB0E6A5B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9498C-1C82-4EB4-B343-D6DD0D28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5F7E92-51F2-4CC9-B045-01E3CBB4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회의록 생성 전에 고유명사와 금액 구간만 운영자가 spot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CF2B0-9A23-4A22-A205-D8EEA9BC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D245F-9FC7-42A4-8319-A29AF1F0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37F91-A17D-4F40-B49F-0EC07495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80961-AED7-4D9F-8CA2-4D599536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81B34-CEB0-42C3-AA71-A2D900AB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78C96-9B74-41F4-9623-41037CA1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1B2A5-61D7-4503-94C8-BD13D08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967932-8537-441F-B95E-69572809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11951-37B3-42A0-B224-C0F49EBF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66872-BE35-4661-9E0F-7D657282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0E19A-5C86-4795-9DBF-FCF07C0D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6EE12-C922-4F10-8BF3-50B6EC2F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31346395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9D85DE-B5E2-439C-92A5-69507757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6161C-D08D-4603-AD4A-37F03906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포트폴리오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B8FDA-9AB6-44E4-81CB-4016429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57C8D-B399-4EA2-B338-A2852FE4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92E42-E897-4070-A126-BE7E6921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703A5-B90D-4587-AE6D-860CDEE1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BBA84-6E38-4DCD-8421-E61F108C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회의록 생성 전에 고유명사와 금액 구간만 운영자가 spot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95DB0-1A23-45A3-BB15-81FB0A43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7110A-69B7-465D-BBE3-DC3231B9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CD8E7-0F80-4283-9671-05E2563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F4E14-77DA-4147-A119-F934391D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545A8-3597-4DC5-A736-68430E6C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44D3C-E5E3-4711-A981-FCDA6579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4ADDA-2D36-48B7-B215-FA979D8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FF22F-008E-469F-9191-A4F9F546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C83CE-B825-4055-AB06-AD300580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40A0C-6B79-433B-905F-BA72029F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E9189-52CE-4912-90DF-49AC989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7D43A-0E6D-4764-AD64-C72986B3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143657120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802F1-8DC1-4F0E-BA26-2CE7D5E8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FF0A-04EF-4B5B-99D8-EEFFA50A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 운영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A0582-45A7-4F69-B155-ECC0737C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C8870-DF9E-448A-BD31-95BF5924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D6D19-6A92-487A-8F44-13B1DE5B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90D3F-0D52-46BF-A3A5-A1AB564D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677FB-38A4-49A9-AA77-682E692F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ECA95-A594-4C25-8080-0EBECC63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DDA3A-DE66-4491-9403-D35B62CB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한국어·충분한 길이·무 flag일 때 READY다.로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77076-E237-41DC-BC2E-05356087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8A3F5-11E7-4B0A-8DB5-A95EF5C9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0153B-2082-4500-AD62-985AA27A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B7957-3F79-4148-8D10-6CC5FA7D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0094E-8EB6-4C2C-AD61-D231471E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58756-DD9A-4104-8183-FEEE96F8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flagged segment와 timestamp만 사람에게 보여주고 accept·edit·reject를 받는다.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BD120-DAAD-4AF3-AF56-5C83648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5CFE0-7C04-470E-8352-868B8AE2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EF14D-D498-4226-840C-44FB9AF9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959770982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59F68-3F4B-4A0B-A798-F372DD74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380CA-4215-420E-A8B7-3BA5E90F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3차시 완료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64776-661F-4741-BDDD-0D845939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7FA64-1B1D-47B7-B844-FC2A8539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70251-5F13-466C-887E-47BE639D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10:40-11:30 · 3차시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60B36-F5A4-4068-B145-8AA9EAD0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1B2FB-CEF5-46BF-AE74-08C95D01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2A537-66B9-4A34-B120-F9187943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0EC00-BB27-4802-B4D8-AB8DBB5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STT 품질 Gate이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02700-A3FF-4E24-9078-DB0E357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ED2F9-9E85-4D2F-86CB-7BD8542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BF278-DD28-48E4-B0B2-813E0F0D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756C2F-994E-4A46-8061-4FBDB67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057FB-66D8-4A82-9586-692465C6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89A72-6395-45D1-B695-73964A8E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quality_gate.json과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347AC-019E-41D3-B2AA-EF5FC864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회의록 Schema와 Pydantic 계약</a:t>
            </a:r>
          </a:p>
        </p:txBody>
      </p:sp>
    </p:spTree>
    <p:extLst>
      <p:ext uri="{BB962C8B-B14F-4D97-AF65-F5344CB8AC3E}">
        <p14:creationId xmlns:p14="http://schemas.microsoft.com/office/powerpoint/2010/main" val="912843926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AC86F-57F0-4860-8BEC-EE417705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474A3-1402-41C3-9817-8F395B20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4차시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0B626-499B-4AD5-8934-DC640B02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12:00-12:50  (쉬는 시간 13:40-14:00)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411E1-4E56-4D4A-BE68-C253D771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회의록 Schema와 Pydantic 계약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EC7F1-B98C-4655-81AA-A6FD65D4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Schema · Pydantic · meeting_schema.json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97594-F0A1-4196-99AD-16CD641D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7F54F-40E8-4E0D-A82B-C3BD549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565D6-CBE7-4BEE-8AD1-596AECB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CD835-F74F-43DB-AA72-524F4788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2ED6B-4001-43B1-8DD0-8BC7A5A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src/langchain_lab.py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2527D-E27E-4233-A69F-79A44E9A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CF3D0-0E7B-4FBC-ABED-17E15D2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meeting_schema.json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A5B80-BDAD-4356-9CA9-1F8775E9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한국어 회의 Agent · 4차시</a:t>
            </a:r>
          </a:p>
        </p:txBody>
      </p:sp>
    </p:spTree>
    <p:extLst>
      <p:ext uri="{BB962C8B-B14F-4D97-AF65-F5344CB8AC3E}">
        <p14:creationId xmlns:p14="http://schemas.microsoft.com/office/powerpoint/2010/main" val="123368129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BE420-6C4F-4C87-B633-0438A0AC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959BF-9ECC-47EE-86B3-218D4DCC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 입력과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4C171-493E-4EC7-ABB6-D06C89E2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EAE32-8856-4B43-9897-7D0C4766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6EAD8-8214-424C-B04C-A4F53C7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4C8A1-F7C4-4DA9-9E2B-31552B7B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815F2-B16B-4583-9A3C-4837FEEC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20522-B1C3-410A-AA3E-D654D6CC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AA6BC-DF4D-45E8-89B2-0DA2C07A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quality_gate.json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F1046-4A59-467C-B118-CDD411E8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4B031-F126-4679-82AC-DD23F1D5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A65C5-1AAE-4B42-92A4-9ED1F092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회의록 Schema와 Pydantic 계약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84C539-82BC-463E-A959-CD147F1A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F5038-D3DD-4BB3-B5D7-A8BCE854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FDBBA-7FE6-4B8D-BF3C-5F748626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6201B-7038-42E4-BD9D-A634A801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A2548-3224-4A8F-AA4E-C22DA5DD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EB7C3-EA1B-4B95-A99B-2EBC4086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발화 단위 Chunking</a:t>
            </a:r>
          </a:p>
        </p:txBody>
      </p:sp>
    </p:spTree>
    <p:extLst>
      <p:ext uri="{BB962C8B-B14F-4D97-AF65-F5344CB8AC3E}">
        <p14:creationId xmlns:p14="http://schemas.microsoft.com/office/powerpoint/2010/main" val="31340181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30518-0EDD-4400-8F59-EDC8D466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69E67-2C3F-4278-8E96-8AD25984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81CF4-F76F-494B-971C-28C7F96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6CD98-3226-45DA-A53F-9AB7A24A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11E15-09B3-4E2A-8B61-CC1F8907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1353B-67C7-48F6-8827-1AD2EF62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자유로운 문장은 읽기 좋지만 downstream 자동화가 실패해도 원인을 찾기 어렵다.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C6A46-8F76-4873-A536-57CAA2DB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summary·decision·action item·evidence를 Pydantic 계약으로 만든다.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57C15-82F5-4571-ACBA-882C4AD0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B6E0C-D63B-4151-9A9A-52322DE3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meeting_schema.json</a:t>
            </a:r>
          </a:p>
        </p:txBody>
      </p:sp>
    </p:spTree>
    <p:extLst>
      <p:ext uri="{BB962C8B-B14F-4D97-AF65-F5344CB8AC3E}">
        <p14:creationId xmlns:p14="http://schemas.microsoft.com/office/powerpoint/2010/main" val="1285786414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7DE6D-C2CC-49ED-9049-27D6B911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0C91C-5A4D-4FCE-A55C-A04D2789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1AD9A-0825-43FE-A9E6-DED853C7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BCFC0-A0FE-4F0B-A0F9-0D430D41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3F6D1-CFBC-4CC5-9FEE-8B70C1C0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3D911-5CE7-4256-B872-9DA9F6B9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C3FAF-047D-4A74-8882-F6500CCE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8EE2A-9B47-45A1-A26F-BB153979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summary·decision·action item·evidence를 Pydantic 계약으로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066AA-3456-4398-92DF-314761D1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B5AF5-E918-449D-8D16-9DE3CC7F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BEF57-FD6C-4858-81BD-5186C8F3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없는 담당자와 날짜를 빈칸 대신 추측한다.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78C15-5515-42B8-A64B-26FE0AB4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E6389-F31F-4F78-9BEB-8D80B42D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10ECF-A491-4292-B245-A671F4D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971089749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EE0EA-78DF-4E60-840F-81D7937A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0930A-9E39-481A-8339-C1B4F6E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용어 4가지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89A57-4164-4AFE-8D44-4194F25C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FF834-3DD4-4B66-8D3E-00124E40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FB5D2-0809-4627-944C-F763C603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76528-846A-4DBA-A67C-127E949E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273CE-2695-406A-8D9B-1C1028DE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B6BDB-C050-4A2C-B5FE-0D01CAB0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E4024-65AF-4DAE-9AC8-3326657B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D7357-DDD6-4514-A4E4-D3227953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A2AFC-40A8-40B7-9E6B-AA587921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39568-E1A4-4E0C-BACA-4B7CEEF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B9999-5A78-456F-9E73-B7A630B1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1EB0C-3360-4377-8F0E-A566232B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필드와 형식의 약속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B333C-927B-44F2-8DFA-416659D1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07984-FCF2-42AE-81A0-957B49A2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Pydantic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2DC2B-7F63-4B7E-AABB-158436BB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52F0A-8F16-4D7A-B796-D875DFA0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데이터 검증 도구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0BF84-F1F9-4622-9B5B-47592907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21C073-51BF-4530-B805-08C27CB5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Structured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A9386-A6E1-4A44-95CF-950DC6FA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AEB68-83B4-42E4-8CD3-3DE96A8D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정해진 구조로 받는 모델 결과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8AB71-108C-4A6A-BAAA-26E94960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1DDC3-5875-441A-A135-9DC72E0A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null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BB8B0D-BE36-4035-BB03-53347FCE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92279-5501-48D6-AB1E-253B1860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값이 없음을 정직하게 표시</a:t>
            </a:r>
          </a:p>
        </p:txBody>
      </p:sp>
    </p:spTree>
    <p:extLst>
      <p:ext uri="{BB962C8B-B14F-4D97-AF65-F5344CB8AC3E}">
        <p14:creationId xmlns:p14="http://schemas.microsoft.com/office/powerpoint/2010/main" val="755130921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B187E9-21A9-466B-8A94-8C86E614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235D7-FC24-4E0D-BC43-701F12FF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E8193-C11A-41BA-97C9-6C2BD92A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98FE3-7D09-4C02-87D0-9A402E94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D3E2B-0AA0-4AA3-8EF4-DFC471A7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B7406-357C-4ADC-86C3-91035EC4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9AA41-0B14-4B7A-A75D-B3FED172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D3A5-3CA4-44D3-B9DF-045A1850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src/langchain_lab.py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4071F-3213-4A85-A195-172CCB2D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53529-E26F-4343-9865-1D342B9E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D8748-3A08-4981-8E62-E8C9F67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 필드 선언 → type·범위 검사 → 추가 필드 차단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A6A10-79E8-4212-85E0-AFABAB93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986B9-69D3-4C4E-9D2B-29428FE7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A75F3-99F1-47C0-89C6-A512899E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8267C-1CFC-4507-8D1B-EB171145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B3FAB-1E89-4AB2-B3C3-ACEDBDDB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BC027-274C-4304-B566-6267D6A9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개 Action Item이 evidence_ids와 함께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automatic_email=true 또는 evidence 누락은 validation error다.</a:t>
            </a:r>
          </a:p>
        </p:txBody>
      </p:sp>
    </p:spTree>
    <p:extLst>
      <p:ext uri="{BB962C8B-B14F-4D97-AF65-F5344CB8AC3E}">
        <p14:creationId xmlns:p14="http://schemas.microsoft.com/office/powerpoint/2010/main" val="900592091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B11A1-29BD-4E1A-8885-CBFF91C8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195F0-2A29-4749-887D-C573BE3B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5단계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E6AE-953D-4655-AF17-5E11FB51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93AFB-801B-4C94-ABD2-045D340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90381-50F1-4096-813E-46E4DBE8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13FA0-C3F3-4072-A35A-3A8526DA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A7567-BA68-41B5-B034-8D370D42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EBF21-6F3F-4E97-8CDC-EA0B3439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634DC-F5A3-4E0C-B3C9-A2ACD604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필수 필드 선언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70E6A-1385-495C-9720-86505E9B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FBF5B-5CE1-48CE-87DB-429FD52B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F28AE-ACD0-4589-8DD2-011F0885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type·범위 검사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9F2A1-7A53-4EBC-9D6E-5A449C33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AC0EF-9568-4817-8153-FF59B398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E6C26-74B8-497A-B5C9-33667624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추가 필드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0DF9C-046D-470F-808B-3A9F5458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82EA93-3C61-4D72-8119-F49DAEBE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F52A1-2478-45E6-AEF1-4442CD18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B4B15-4A85-45CE-BF0D-EFCC2CC1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7188D-4397-4D80-B303-150534A6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5BEAC-916E-4AA3-902C-83CA8F45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validation error 반환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F250C-FF00-4877-A28C-B72088B6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meeting_schema.json에서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00250254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9EA53-215B-4F15-9289-EEFA22D1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38AF3-2A21-4DC0-A19B-0C0E1BB8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BE9B7-043A-48F2-A9B4-32130A28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88EBC-D456-470B-88B9-A776015E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FB538-A983-42D5-ACAA-4084DE6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A905E-E0AF-4A84-AC9C-7DB2027D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D1086-3DE2-4C42-BBD0-8B80254E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59121-9589-41D3-B9A7-0505BBBE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개 Action Item이 evidence_ids와 함께 validate된다.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AA3CA-CE77-44C8-92B0-FCD70A1C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D707E-EA03-49DE-B52D-24C4D73D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BBB7A-6690-49DC-A8BF-7164A68B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automatic_email=true 또는 evidence 누락은 validation error다.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7728D4-754C-4618-B94A-EC10FFAB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FEAFF-D534-4E77-BC86-48DE19AB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CB10B-896F-47A8-8B09-524FC09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6B2A4-C433-4662-BAC1-9EA4DFEC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932B9-F638-4C3D-A674-D6BEC48A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1C8A7-0FE2-4685-8DE0-A6852AB3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식별자·meeting_schema.json</a:t>
            </a:r>
          </a:p>
        </p:txBody>
      </p:sp>
    </p:spTree>
    <p:extLst>
      <p:ext uri="{BB962C8B-B14F-4D97-AF65-F5344CB8AC3E}">
        <p14:creationId xmlns:p14="http://schemas.microsoft.com/office/powerpoint/2010/main" val="87949535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8191D2-4F1C-4551-8DE1-8F99D1DD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A4D0B-56BE-4D7D-A1A7-A0603D90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 파일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4BDD3-2D55-47B2-BD1A-608BCE0D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467C2-D27D-4FCE-B86C-00DF38B0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80B82-C9D2-4F2B-8096-8AC42EB2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97DCB-3422-4E0B-9BD5-A00A5A77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9A7F0-A837-4BCA-9F03-E29669AF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5527D-B10A-42C9-A5DF-1AA978A1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C7F21-298A-4E1B-B247-993BCE95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src/langchain_lab.py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A7B05-33AA-4008-A579-639144FA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CE0CF-E8FC-4600-9156-644E8DE7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4BDBA-572A-4CF6-94D3-6585EB2A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AFB7C-177F-4C55-A635-74EC64BE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136E8-1D67-4314-BFC8-66A08CD8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89887-596E-4141-B9F4-3AF5D8CD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tests/test_langchain_langgraph_lab.py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A3525-D7EA-4539-95AA-806BAB72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3E2C1-EE81-49B1-8A5D-D537DF80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27808-AC7E-4E5D-996D-4388DF24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550878731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8576B-0421-4CFD-B19A-D9B6347C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회의록 Schema와 Pydantic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B0761-784E-4314-A5D2-085D4259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개념과 코드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A647D-70F1-4340-9F10-253626CD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36EC2-45E3-490B-832B-CD1E73CD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A23D5-F2E2-4579-B6CC-3E2278AD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CF09C-D199-4D01-9A36-A8431F4E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FD245-C909-4E2D-AAE5-F1BEF399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자유로운 문장은 읽기 좋지만 downstream 자동화가 실패해도 원인을 찾기 어렵다.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B7B8B-8661-4BB9-B086-C99F93CD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AC696-8022-4420-94AC-0F1FA899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8E08E-4A71-42D9-B6B5-AB963753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원문에 없는 담당자와 날짜를 빈칸 대신 추측한다.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8F90D8-7342-4210-A429-1949B649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미상값은 null로 두고 evidence가 없는 Action Item은 HOLD한다.</a:t>
            </a:r>
          </a:p>
        </p:txBody>
      </p:sp>
    </p:spTree>
    <p:extLst>
      <p:ext uri="{BB962C8B-B14F-4D97-AF65-F5344CB8AC3E}">
        <p14:creationId xmlns:p14="http://schemas.microsoft.com/office/powerpoint/2010/main" val="1386613783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364682-2238-405C-BBCB-AC573C4B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6589C-5D15-4D84-9B83-1DF378DF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역할과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79221-BDDB-4AFB-A9A3-6E0F889C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B1A16-3B22-4455-90E1-9BF0BD8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6B821-56A1-413E-9A73-1B073F65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2FC00-0C20-4CB8-AB50-49B3FB8B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F1ADF-F74F-4631-AD0A-E4E57506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A96844-48B7-498C-A2D6-C4777440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F8919-0739-47E0-A775-A237C02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73611-0CBE-43BF-AE58-6CBAFD0B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0E9BA-C664-4EF4-84E9-452A3AA5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FB250-81D1-47D8-8C0B-E5BE0800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587C6-2D02-4EA5-8D53-B07FD7AC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9FF7C-43D1-4168-9170-C9E1D5BE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71E76-52CA-46EC-A90A-CC2B5774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95C1FA-A5CD-4FB9-8B43-C2BB225C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필드와 형식의 약속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E9D7E-1E02-4479-B0FB-3A44F275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1E659-3341-492E-8D91-5AFC5E88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3381B-662D-4D49-834B-C214B6C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AE509-7941-4486-BFD9-B4ADC652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Pydantic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07A6BC-E4FF-457D-B141-49434DDF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0731A8-1484-4548-86ED-92654838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데이터 검증 도구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31279-89CE-440B-BE93-F6342D5D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C85D8F-F864-4092-8683-2FCDBDFA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00A987-11CD-4E25-90C2-B4FCE868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0BF6F-5C1E-4150-8C67-B6348D3B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Structured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AD3AE9-C91C-4E3A-9891-BEC20DFC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8A98C-564A-4F14-A8B3-1A79B073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정해진 구조로 받는 모델 결과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F0CEBE-D15F-4774-8A47-FB50254E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B0B1D4-A62A-42DC-9EB5-118DDB34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A176EC-0C8D-4F55-9793-2FAB8DAF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6C1873-606D-453F-9BC3-0D710734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null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FA31E9-4295-41CA-8390-5FEC444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4D4E51-F6CC-4041-8D40-EC0DA1B9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값이 없음을 정직하게 표시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A64E7F-37DD-46EC-9271-D4165BDD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178A0E-0543-4433-A1D6-94E0B3A0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915770872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30D9A-4968-454B-B3C1-57C9EA37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D161F-82A2-47DE-B352-7F774700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D74D2-F32A-443F-8FD2-40681936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8D2EA-6EED-434F-80D8-3FC6817E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2F740-8658-4FB7-BA47-F8B1DBC2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8CA69-E268-454D-8B48-B48719D0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23667-4584-4F11-8FA8-F81BB4EF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086CE-6A90-4E67-B6E0-98750F7A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39BFE-9624-4F4A-828A-E47D932D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원문에 없는 담당자와 날짜를 빈칸 대신 추측한다.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18388-08B5-4249-A294-B96263FB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C5D7A-1E8A-4C2E-9880-0459BA52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자유로운 문장은 읽기 좋지만 downstream 자동화가 실패해도 원인을 찾기 어렵다.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8B3E8-0914-4A25-8A8C-7FC25B6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02181313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139A5-E4F8-41BC-BAFD-2BBC9CCD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7BEFD-ADD0-4F25-917F-E4BFC6F8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57022-B7C6-4D45-AF57-2D1A2F78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D0830-535A-49D7-BAB4-65AC3C76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167AC-BCE0-42B2-8185-CACDA29B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DC4B2-5ACA-4B30-A37F-E2CD5092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45D84-8F6B-4761-BEBD-D3415631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4D-D0F6-49C9-8E65-7D3B67AB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4478B-4F57-43DA-85D6-958023E3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automatic_email=true 또는 evidence 누락은 validation error다.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B452A-AE8C-4295-BA12-07BF5CA7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904DF-6141-4934-8A77-C056B47A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21C34-F539-4D06-9EB9-2F2D328D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원문에 없는 담당자와 날짜를 빈칸 대신 추측한다.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FD0BA-1B54-4136-B767-B3B7815D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3F897-2DA6-436E-8D2D-BF0386CD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005F6-8651-44CB-8BAC-CD21B166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미상값은 null로 두고 evidence가 없는 Action Item은 HOLD한다.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95747-B30B-4690-8201-D77B8025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51EBA1-98E5-4528-B1D2-141728E0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531A6-E40B-45BD-8122-D6F93D6A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meeting_schema.json과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864332728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5FCB9-CFED-4DB0-ABAE-4167A823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271E6-DA05-4A12-AAD5-5C870E9C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356B6-7187-4E51-91EA-1BF090E7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70B90-0BF6-456E-BAF1-313AFF59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CB1B3-F94B-4966-8A07-0582CE0B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FFE5A-6ECD-4543-9E99-E757F9E1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8a78c8f1f4808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948D7-41D9-4D3A-921A-E4F20020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schema에 필드를 추가하고 extra=forbid·누락 field test를 함께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1218C-B6F5-4DC1-8E19-531C4844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93094486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01E726-372A-480E-88E5-18476EE6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EE97E-D750-4DD8-99B8-4AF12EF6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A1474-47FC-4ACC-B240-6CE7AD5B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54BB0-8C02-41F9-B6DD-44105F3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5C64B-24FF-46B4-826C-E57304A7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BE35A-B80C-4C71-80C9-B828F2C2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C7F46-B0F9-4F0A-B85A-A1011228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893AE-C224-4241-A9BD-0504C389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0356E-CB5D-4F21-9318-994CE949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schema에 필드를 추가하고 extra=forbid·누락 field test를 함께 만든다.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7F576-E77A-4DE9-ADF1-B9E8E6F8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6A256-516C-492E-AD22-2305906A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B15E7-451F-4015-B3C2-409D3C42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tests/test_langchain_langgraph_lab.py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E1D3F-EB92-4884-8C47-467595A6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7DFF0-32B3-4DBE-8978-06F62D1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CB464-5C57-47F8-B0E3-8F63FCB0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개 Action Item이 evidence_ids와 함께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automatic_email=true 또는 evidence 누락은 validation error다.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64DC8-E493-4645-BC95-4281BBA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8C072-F1A1-46CD-A3CF-639040E1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FB6082-F1B3-4970-BDB3-91F2CF62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057887775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6548D-0E9F-4E92-A4E3-2490BCD8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7A50E-D2F2-4332-A09F-17580E88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 검증과 사람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8F01E-45E4-4F06-977F-8DDBAD3A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33567-23E9-48D6-A026-57FC84F4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A2DDE-0878-4FC7-B494-65AAD52F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D135F-2959-46EE-B486-F28D0DF5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85AA4-0F20-4772-8325-BD39A6B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93677-B741-4FAE-9419-6476D3AC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FE833-D3B2-45BA-84EB-6D792D8C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641CF-7658-4FAA-A20B-C29BEA03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82D8D-35E9-41AE-A68E-F5EE296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75A3D-37D1-4EEB-92CC-6B91A2B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66948-C1B8-4D8F-949D-034C2C3C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5EB91-CEC4-42D0-BC19-35F216D2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개 Action Item이 evidence_ids와 함께 validate된다.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7B406-8996-4D08-AC74-F404CA70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F683A-92AE-485B-A403-6AB47F2F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87ED2-86A8-41E8-99B4-EFE572D7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DE6202-BAEE-4A35-B8DF-5BD1E6A2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automatic_email=true 또는 evidence 누락은 validation error다.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27FDEB-CEEB-4510-A8A4-2DDDF902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59552-FD4E-46D2-8660-6956DBEE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41875-E218-4E67-BF0A-B079E55C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33C340-E9E9-4240-86B0-EBF38B31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632729268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56B5C-19BC-441E-8D82-95305A46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1E54E-4B22-4D22-818C-7775B77B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정상 경로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5F9C6-1A75-43B0-B4D1-019AD251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D7F9E-2F2D-4A38-B856-E6F7661C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E18EE-9D68-4353-A049-FC513D3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0F069-A585-4D3C-B79D-AD467BDE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A6314-13F6-43BA-B93C-F4D6E266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4349C-48CF-46E0-9ACA-CF86656F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CF6A9-0DB2-4022-BF50-3C736D56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src/langchain_lab.py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4BC36-B95C-4D42-A34D-D29783C4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EBD19-F16B-4220-91AF-4F7101F7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2B8C1-E7B4-433A-80C2-7D8A3130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src/course_services/meeting_service.py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11CC6-48EE-4AF1-A5B9-B682E4E0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810D5-5748-41B2-A6F5-A3F1A2A5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78B74-5AD6-4ECE-BAC7-52B8587C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src.langchain_lab --provider fixture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E1AC54-1055-47C9-94CE-FEF16A25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02BEF-C3A6-461A-A13A-5A9D2262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5C63A-06AE-4141-8067-14BBE9F6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세 개 Action Item이 evidence_ids와 함께 validate된다.</a:t>
            </a:r>
          </a:p>
        </p:txBody>
      </p:sp>
    </p:spTree>
    <p:extLst>
      <p:ext uri="{BB962C8B-B14F-4D97-AF65-F5344CB8AC3E}">
        <p14:creationId xmlns:p14="http://schemas.microsoft.com/office/powerpoint/2010/main" val="940843469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94707-8559-4753-BB39-94CECEA4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101E5-A01F-4CD9-B7EB-C9D35C6F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4F657-F855-42DE-A09B-1E719B89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1D5DA-5EED-40E0-83FD-FF460ED8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5E1D3-A1BD-4458-B944-BE38EF85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DC628-AAE7-4E51-8969-95C0EC6E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D57E6-DC37-4589-9ECE-238005DD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78C56-9B17-489E-ABB4-571364CF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4CCA2-674C-4082-BC87-FBBF9821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src.langchain_lab --provider 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8D7BB-E5B5-46C8-B4ED-F049A1DF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C6E0D-7577-4B66-8DA1-61C9BB80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346726161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2A250-CBF4-489E-AD41-520C0F22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583B3-3A3E-4C66-9C5B-1401C684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52C20-20D0-46F8-85F2-BA2B8DAC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668B3-4608-449D-8DEE-7279F711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35275-CFCB-4C87-B248-86D8E1F1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957E5-E731-4E42-9A9B-170E8030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5FE20-48D2-4D02-84C0-6A04A6F0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4FC75-9A08-4482-9846-F28F8F0D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D057C-BE69-4AA8-8347-BC843C34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E64A0-F422-483F-B159-3A63911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CB2B2-5626-48A1-99A9-0CBBABF9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8BF25-60F2-46A4-AE26-E4DB3AAA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8D756-CE0C-45C0-93D5-74F3B5F4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세 개 Action Item이 evidence_ids와 함께 validate된다.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automatic_email=true 또는 evidence 누락은 validation error다.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683408017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6D125-F855-4F54-85A7-1D8440D5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B4C6B-0E84-4063-AB96-04120FD5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실패·복구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C1E4F-9E97-4691-AC07-B0754925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E14D-AC01-4DE4-B8D9-0E64418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46BCB-B8AC-4C72-80C1-67BBFFF9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BA2CD-2B51-4C2A-9777-FF421E3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7B5AE-9CC4-4E34-A013-0EFCC8F5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0139D-E395-44B0-B51A-72F42E3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없는 담당자와 날짜를 빈칸 대신 추측한다.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D9CD7-2382-4DBF-B9E1-32AD61D5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566BA-41D3-4082-AB4F-CBEE001A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718F1-09FB-47AC-AACF-58ACDBB9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미상값은 null로 두고 evidence가 없는 Action Item은 HOLD한다.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69AE2-2A47-4CC6-92AC-3DEC521B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automatic_email=true 또는 evidence 누락은 validation error다.</a:t>
            </a:r>
          </a:p>
        </p:txBody>
      </p:sp>
    </p:spTree>
    <p:extLst>
      <p:ext uri="{BB962C8B-B14F-4D97-AF65-F5344CB8AC3E}">
        <p14:creationId xmlns:p14="http://schemas.microsoft.com/office/powerpoint/2010/main" val="13218225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59323-BE2A-410B-9FA9-87D72341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1F3CB-6907-4CD5-B20A-40F2CA4D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기반 소프트웨어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A010A-B6C7-4A3F-8966-DD38A754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BC7C7-DBE9-4CB8-9AF4-D3FAAB9D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8E87E-94C4-4D5B-B6DA-AEFEE4BD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FEF3A-135A-4024-8820-CED03C83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EACCA-D17F-430F-9F2A-13EB6E69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39F09-BC1B-4A66-A173-8A626E24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tests/test_langchain_langgraph_lab.py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D363B-6A93-484B-BFAD-E6F71543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4D94C-81D8-4605-A495-5FB39275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989D5-64D9-4B7E-A359-0870D922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5E582-B3E7-4463-9337-E2B277F4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개 Action Item이 evidence_ids와 함께 validate된다.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 저장</a:t>
            </a:r>
          </a:p>
        </p:txBody>
      </p:sp>
    </p:spTree>
    <p:extLst>
      <p:ext uri="{BB962C8B-B14F-4D97-AF65-F5344CB8AC3E}">
        <p14:creationId xmlns:p14="http://schemas.microsoft.com/office/powerpoint/2010/main" val="319131105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43540-ACB1-4642-9CBF-4D502883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96B58-87E7-48F0-A121-A359A31C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작업 명세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99473-2E1F-4424-A300-896EFB60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C9205-8101-4335-839B-15230D5C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39981-8A5E-4376-89AF-38C21182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36BF0-ECD9-41D2-AF8F-8BBA597C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536E8-8DF2-4BC6-B024-60EA71E8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schema에 필드를 추가하고 extra=forbid·누락 field test를 함께 만든다.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파일: src/course_services/meeting_service.py · tests/test_langchain_langgraph_lab.py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47A5C-8653-40CB-87DB-B791E781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F31C6-1FCD-4D70-BBD3-7A54AD98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meeting_schema.json</a:t>
            </a:r>
          </a:p>
        </p:txBody>
      </p:sp>
    </p:spTree>
    <p:extLst>
      <p:ext uri="{BB962C8B-B14F-4D97-AF65-F5344CB8AC3E}">
        <p14:creationId xmlns:p14="http://schemas.microsoft.com/office/powerpoint/2010/main" val="1973978049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BD6BC-844F-44E9-942A-B27789FA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85DF0-F012-49E3-89C1-68516FE3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Patch 생성과 Focused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F6AE2-2BDC-4524-93A0-0D15ED68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C2601-A59E-4E7D-9458-D071817A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61D06-E869-4DA9-A152-8948D92A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44221-C87A-478D-A8EE-9AD1B22B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8745F-0857-4CEF-BC68-295A663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src.langchain_lab --provider fixture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Case: 세 개 Action Item이 evidence_ids와 함께 validate된다.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2C3C7-140B-4FEB-B523-2FCC9EDC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BA1FE-B92F-4A25-87E7-7E6D5096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meeting_schema.json</a:t>
            </a:r>
          </a:p>
        </p:txBody>
      </p:sp>
    </p:spTree>
    <p:extLst>
      <p:ext uri="{BB962C8B-B14F-4D97-AF65-F5344CB8AC3E}">
        <p14:creationId xmlns:p14="http://schemas.microsoft.com/office/powerpoint/2010/main" val="275287021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E86C9-C7CE-4FF4-BED3-81534123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549F2-0A98-4D2E-881F-9403C69B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Diff 리뷰와 경계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080A9-738A-469C-BA5D-5339F0D2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DB4F3-E02F-4A96-99CB-F55109E0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889FE-C969-4E1E-AC07-79CF1F74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B4C2A-19C8-4488-BECC-9D750902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2DC04-64ED-479B-B54D-249A927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automatic_email=true 또는 evidence 누락은 validation error다.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미상값은 null로 두고 evidence가 없는 Action Item은 HOLD한다.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B2257-7E51-4CCD-9B05-5EF42429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CFD17-BEC2-47DE-8FA6-4423EA20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13174817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CC9A1-AA35-469A-A723-B079D030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66465-CC42-4D7F-A9AA-DE9B6484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61A87-3490-44B9-A9C7-2562F16D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E8A23-2B45-4B44-B011-24C64A0E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EBAF6-D046-42C1-B9A5-73D16AC2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B322A-04CD-4D23-82AD-004DB742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23FA9-CE16-44E8-88D7-3B61503F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B6CD5-6A57-46CC-B0B2-663563B1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698FB-DC78-44EB-AF71-C6B676B7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세 개 Action Item이 evidence_ids와 함께 validate된다.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DBA7F-4EA0-4FEC-8260-D3C5EAC9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F5D48-8D08-4EB9-A2F8-FE758FD5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358E6-E4CC-4FF8-9143-BE69C5BC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64A9D-2E03-47D2-959B-C43E6741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62CED-C40C-46F5-8930-201DEE54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F6FB3-55B4-4019-A725-913FBD02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FA8EA-02C7-4AD0-A984-656DC6B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A6242-A057-4BA2-B097-205B555A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78DBD-5FAE-455C-B4FF-8CFB99F8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626705132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F222A-D278-4465-A0A3-8FE1F5C1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6723F-32B8-4E13-B2EE-9D08726B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EAAB0-2F19-4D0A-98C6-35905FC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4477B-8A84-41C0-9CD0-C60A4211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FA77F-724E-444C-83BE-159AE0FA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2B8CA-961A-41AC-A1D2-ADDED3F2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B34D7-331E-430F-BD79-31F99585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64325-6203-4D67-8608-17F047AA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FBB87-C1B1-4F9D-89FB-E3E77F74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automatic_email=true 또는 evidence 누락은 validation error다.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9361C-4FF8-4C5F-8797-2D231C9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E1774-9E05-4C0E-BD88-E47D332A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F8AF4-889E-453E-B25F-2EEE45FE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1F3B2-3296-4DDE-95D5-61401DDF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1E667-54C4-4451-B3D6-0DE39ACE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F73F0-1B40-45DC-9B88-5CC02F45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2E055-CAB0-47CD-A997-DEC63892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A2D6C-1C3E-489E-A4CD-E5F11735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71BE9-3D4E-451E-ABDA-51BB70A7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436944230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F867F-8492-48D2-BC0F-364C709E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D5D65-08C8-4C08-8412-A9BA21E2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3FEC6-02B1-48A9-A65B-F00B31F3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126AC-266D-4EC7-B5B0-BD7705ED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1DA6A-97D7-40EE-81E1-4F209EB2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21175-4E4C-4048-858A-DD5CE835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4A692-38E2-43C9-BD6D-F44E0163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요약을 Jira·Notion·메일로 보내기 전 공통 계약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956D9-1275-4606-A6DE-920D760F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BB3AA-275F-4367-BFA1-21962AA2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DC965-CB8D-483B-AF75-8E36712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00A16-0B08-488E-9D59-05ADDB4B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31D20-9450-4933-A94E-A68E9329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E552FB-5014-46C8-90C7-8450BC9A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760A1-FBFA-464E-ACBC-5E837DDF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3E54F-B07D-4220-8511-F152CB96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757B2-0DBB-49EC-85D1-E6F22B66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06DF5-4D28-4B49-9937-7ACD254F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04A02-D76B-44C4-B78E-0C6DF335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6F785-9F21-4546-8208-43779930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654526756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DF1EA7-85C5-4AE9-845C-B4F00828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53330-747D-4486-8FEE-4C04C6F4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포트폴리오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C4E4B-1C79-4692-B96C-15A64C9E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ADAA8-7D0E-4829-A38F-DC51C1F2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B2ADF-F118-4F5A-9C6A-11A0D4BA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0A50F-9DA4-4E88-AFF5-02059253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337B4-8181-4A36-865B-F9AE4D4F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요약을 Jira·Notion·메일로 보내기 전 공통 계약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F2831-4C95-43ED-AA3F-DCF31022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60E19-D338-4A19-8BDB-C5D25CA3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86E87-44CF-4FE6-9D3F-82FF92C3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97A8F-6D2F-4753-86CE-F770EBFF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9E2D0-F3DA-4122-A4E8-0717B37C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C81C8-7EBA-4F4C-BC0E-50B5A6C3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F6D6A-5FD5-4CF6-80D9-52E7B188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7B5C8-5D01-4644-8686-FA097833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2B8B6-C42F-42E4-8CB5-876DE29E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EB2299-F033-4063-A485-61E89EBE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0397A-C23E-48B3-B6D6-CE4178AC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B68EB-0B09-4CC2-BBD0-AFE6944E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01637986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C07DB-BAB9-4F9A-A248-CE743B29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19C3B-FF7D-435E-8F1F-90B0FAC3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 운영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1B4CA-BE5C-403B-9714-8823C82B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74F52-4387-421D-8A78-2E0506B0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D2208-99E9-402A-94CF-2ED7144F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25639-8A43-49C7-BEC9-B1355702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40CBB-36B1-4561-8F8C-3D8FAB1C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3CE2A-4DBE-40D4-A1D7-1EDEAA3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81D05-D0CE-4A8B-9DE0-C9657981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세 개 Action Item이 evidence_ids와 함께 validate된다.로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54A8A-E815-4501-BA7C-2E4065EB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54038-CF1A-47D6-A981-BC4C8A1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0EB1B-D0CA-4E7A-B591-3EDBAAA3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C5A70-E247-4142-991D-A084DB6D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3D5D8F-238C-4816-8863-37265A16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AEF36-49D1-42E5-8FE0-1FB5927A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미상값은 null로 두고 evidence가 없는 Action Item은 HOLD한다.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9BF24-E51C-454E-8853-21272B39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C36B3-EA44-4B18-ABEE-140D181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853F8-F0FE-4874-B1B9-122D2CE9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328543830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744F9-0DB9-4F9F-B131-B63E0758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5AEEF-4BA7-4462-B6A6-651333A7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4차시 완료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3781E-8908-401B-AF4B-9F48E2BA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0010E-0D04-4353-9B7B-01946989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8FF4F-59B8-49CF-B259-4376A4D3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12:00-12:50 · 4차시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6270C-385C-48D2-B8AC-1F4EA01D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0615-E106-4B69-8EFC-B2CD04A5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E86EC-14F5-4A3F-B8AE-C4E1064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B60FF-8848-479F-9D69-4F00DBF7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회의록 Schema와 Pydantic 계약이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42A88-2DC7-4F93-A2E0-DC25E28B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659D3-A5BB-4118-84EF-47332468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BB649-2BA9-4347-B9D1-5A572D0B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src.langchain_lab --provider fixture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566C3-6A7D-4EE8-9732-5A7F0ED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287E4-B988-4B7F-873A-A2C22858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A11F1-EAD9-45E5-BBCE-3AD090CF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meeting_schema.json과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FED99-6B75-41BC-B322-1D137483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발화 단위 Chunking</a:t>
            </a:r>
          </a:p>
        </p:txBody>
      </p:sp>
    </p:spTree>
    <p:extLst>
      <p:ext uri="{BB962C8B-B14F-4D97-AF65-F5344CB8AC3E}">
        <p14:creationId xmlns:p14="http://schemas.microsoft.com/office/powerpoint/2010/main" val="584296407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9C392-C648-459B-B4F6-BBA8ED7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D8E20-7904-4F4C-B899-6445F32E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5차시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6D814-9307-4AEF-BE3C-126BA5E9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12:50-13:40  (쉬는 시간 13:40-14:00)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81204-6BBF-41DE-91F8-47FE91A3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발화 단위 Chunking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8800E-AC7F-47D8-B9D1-EA320D74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Chunk · Overlap · meeting_chunks.json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FD512-3710-470C-99C5-BA5C161F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7EF1E-FE23-4F60-8715-9E754C64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905EFC-93AD-4667-ADF8-36C1A16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D3274-FAE6-41C5-AF29-339C2C81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FB1CC-60FD-409B-9B9E-7DCED9DB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F6ECB-8333-4E13-A7E0-4CE6F273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8E41F-AE4B-4E25-AD76-A056037F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meeting_chunks.json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0FC02-61C8-4CED-B0F0-3CB55596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한국어 회의 Agent · 5차시</a:t>
            </a:r>
          </a:p>
        </p:txBody>
      </p:sp>
    </p:spTree>
    <p:extLst>
      <p:ext uri="{BB962C8B-B14F-4D97-AF65-F5344CB8AC3E}">
        <p14:creationId xmlns:p14="http://schemas.microsoft.com/office/powerpoint/2010/main" val="1948672562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6F5BC-1F2F-4373-8750-B9ADB845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8C01E-2AFE-4383-BE6E-3BF76ED3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 입력과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397CB-48E0-4531-B3AF-E100BFC9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DCED5-2CA3-46F5-BE26-04D4BDE9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23C44-DCD7-43AF-AF35-CF9D7DB4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64798-63B1-4A24-87A6-41AC32AD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42148-6997-4883-95F8-BC8E5B12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4AAB2-EB0F-4700-B270-0065CC99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91DC8-BABB-45BA-A8F0-1A3018F6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meeting_schema.json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EB975-29A1-48A7-9EB3-E32A3C57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E16F7-5159-4E78-90CC-DB6E03CB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DCCD1-5BAE-40E2-8DBA-7856213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발화 단위 Chunking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88046-41C7-4048-A938-6866C0C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7597D-A5FA-48DB-93A7-21F1636F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FDBE9-4EB1-4B79-83A0-B7178351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ACB6A-5396-491D-8372-58FD5F60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4EB12-5332-4183-AF19-AB2D4BF2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4D09D-D053-4FCD-B605-F1652AE2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LangChain MeetingBrief Pipeline</a:t>
            </a:r>
          </a:p>
        </p:txBody>
      </p:sp>
    </p:spTree>
    <p:extLst>
      <p:ext uri="{BB962C8B-B14F-4D97-AF65-F5344CB8AC3E}">
        <p14:creationId xmlns:p14="http://schemas.microsoft.com/office/powerpoint/2010/main" val="1407216905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822A4-F484-4455-85C6-0ECF5152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D057E-0309-4B05-BBE4-07513C92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08976-A269-4540-914C-847E543F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E545D-B09D-4676-A95D-5C5C675D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15578-D320-41CF-872B-BE92E8B2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7F4A7-CADB-494C-813D-4A79DF65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글자 수만 자르면 담당자·결정·근거가 서로 다른 chunk로 갈라진다.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F88EE-E359-405E-BF9B-07C1E366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timestamp와 evidence ID를 잃지 않는 chunk를 만든다.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AE400-18EA-4A10-BF89-79CF36EB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A6870-A36C-4A73-A82F-1895A48D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meeting_chunks.json</a:t>
            </a:r>
          </a:p>
        </p:txBody>
      </p:sp>
    </p:spTree>
    <p:extLst>
      <p:ext uri="{BB962C8B-B14F-4D97-AF65-F5344CB8AC3E}">
        <p14:creationId xmlns:p14="http://schemas.microsoft.com/office/powerpoint/2010/main" val="996698680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33AFE-95E5-4549-9907-E1D7B3A4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C0A8B-EF1E-4ADC-B169-D36D6F3F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D7BCB-32DA-410D-AEB8-C818D65E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7694C-B6E9-4F79-904D-F2DA5951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C491B-C59F-4701-80FA-15C0FC01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DDD8A-ADF0-4AA1-A063-33006F50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43B6A-C0CD-4B4D-936A-29C4E95B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6369C-00F2-4AFB-AD4C-C6807ED6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timestamp와 evidence ID를 잃지 않는 chunk를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C1352-AFC9-4EC6-9FCA-F7B5125B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D690B-4F9F-4457-97B6-B182235C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F62EB-1DB8-48B5-9E29-4C0E1F7E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overlap 때문에 같은 Action Item이 두 번 생성된다.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2FBC6-2C89-41BF-A774-73E88D0F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609AB-D9B1-4A7A-999B-92A6938A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2650E-0432-46CF-A21A-2D7D0084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115425580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BDF8D4-89EB-4773-BC17-4074110F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0E5C6-344E-431A-A967-4DF44820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용어 4가지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6D22-CE34-4CC7-9BF4-33F02920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37A95-AD5D-475B-8FAF-542A092B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D1B45-731C-44D7-B1E6-682D675B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D4198-1BD1-4372-A392-6B8915A5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EE144-0E09-478F-8F92-C8B24BB0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90D30-492E-4BCB-B7E6-826682E9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110665-1CC3-44D2-BE0B-0C256820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06D95-9E0A-46B4-8CE4-BA398144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A1E94-5615-4712-84FF-E865C4A7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03AF2-4917-4DDC-A869-0EEC9E65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Chunk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367C9-F7F9-4EF6-9851-5F03125E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19557-00C9-48EE-8944-AA1D249D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모델에 넣을 작은 입력 묶음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3F381-9E24-4B29-BC49-F1B2DFE2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C79F2-3185-4A97-BA5D-A18C360E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Overlap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2C24D-DEB2-4023-8710-237249E2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134B7-A91C-45FE-B5DB-5891342D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문맥을 이어 주는 중복 구간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50D2A-6534-4AE4-AA41-3825D1AE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16A9D-580F-40D0-B47E-BA1B0BD0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ED400-1CEA-4A0B-A372-84F5862E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361E6-6EA1-4369-A1E7-23E988BB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chunk별 초안을 만드는 단계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73E74-D313-4C17-A427-80F9880E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4370F-5D66-4D1C-A3B0-326FA2C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Reduce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2A84C-1E4C-45F1-AE0A-81178227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AFAD9-2028-4C15-8AF1-AB563670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여러 초안을 하나로 합치는 단계</a:t>
            </a:r>
          </a:p>
        </p:txBody>
      </p:sp>
    </p:spTree>
    <p:extLst>
      <p:ext uri="{BB962C8B-B14F-4D97-AF65-F5344CB8AC3E}">
        <p14:creationId xmlns:p14="http://schemas.microsoft.com/office/powerpoint/2010/main" val="158317208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93A56-9EB6-4862-A1C5-C9C53775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086D3-5780-4BCE-8C35-C6DF699A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23E5C-17EF-43FB-B25A-E69FE179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5668D-E74D-41BF-A6A2-9EAF79CA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EA421-1952-4F57-B9A8-EBCC5495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EFC6E-80E2-42F3-AE1B-7E6D587D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E26D8-A628-47C3-8BFB-C28FA597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D8C9D-CAB7-4E14-839C-D899EF84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ABF5D-51C3-4344-ADB7-2906D66B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FED7A-CFEC-4D4C-8BA1-CF801A8F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39638-D7E7-4E84-8F37-E5FEBDC5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 정렬 → 길이 누적 → 경계에서 close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5D07F-8CAE-430C-B8B5-0F8BBA65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EE9A8-5ADA-4AB2-B58D-6137D781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69561-DF99-4618-9AE1-A16C8D4B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A2DB0-9CAD-47BE-8F6C-21AE0F40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8B791-2552-47D6-A0D5-D5AE4CED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A7A13-EFA9-40CF-99CA-281E1411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segment ID가 적어도 한 chunk에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max_chars&lt;40과 음수 overlap은 명시 오류다.</a:t>
            </a:r>
          </a:p>
        </p:txBody>
      </p:sp>
    </p:spTree>
    <p:extLst>
      <p:ext uri="{BB962C8B-B14F-4D97-AF65-F5344CB8AC3E}">
        <p14:creationId xmlns:p14="http://schemas.microsoft.com/office/powerpoint/2010/main" val="448897243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689DC-43C5-4483-9008-34290AB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61A91-6669-4BE4-9CFF-2F81CE2E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5단계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9DA30-4DF6-4201-B205-A8E8EF9D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41CB6-E8E2-41AB-8756-6D9A52DB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9AA2C-79B7-4906-A162-5B116262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5D80E-94D3-4A91-9083-2A14676F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51AF5-76CC-43C3-BAC8-88849FE2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B9CAE-6B63-46B5-BE38-046F56E0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5C06C-9F92-4A24-9337-FF12753A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 정렬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B517F-5C7A-4BF9-80C8-289A9D6D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29EA3-63F2-4D9A-A1A8-8B48E7B1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AB5B6-8FEA-4218-9B30-98BFC298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길이 누적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0D091-AE29-4CEE-B10F-3708A27B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338EE-7380-4D4A-B56C-42D8F948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88C81-1020-4610-8789-8B005B9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경계에서 close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4DD1E-00D8-44C9-BADC-6D81F2CF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69F11-8E66-437D-A285-CCA2549F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6CCF5-D51B-498A-9169-FA2349F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segment overlap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2C496-90AC-43DF-AEA3-B1399CD3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B3B92-FCEE-47EF-BAF1-7496CF17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BCB9A-AEF7-487D-B306-C5483E84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chunk ID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A2B40-5826-45CB-9315-F7A51305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meeting_chunks.json에서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48717262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E447E-B088-47C0-85AA-632F7F5C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F1D14-5EEA-4960-BEB8-C9BB2EC9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E557D-1EE6-4F75-BCF7-60F5A759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E18EE-D869-4C31-9031-FD1D9621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E4571-FF19-4CC0-8BAC-FC49009F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D0CB7-1BEE-48CF-ABF5-3220A59C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84C29-33DB-4B9E-97F8-DC678F50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56B15-EA4E-4AEF-AAEA-BA6E6619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segment ID가 적어도 한 chunk에 존재한다.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715B9-C49E-4D5A-8254-9EB35DF6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F41E8-A16E-4B3D-962A-AFE3776C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83365-64DF-430C-940C-542ED61C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max_chars&lt;40과 음수 overlap은 명시 오류다.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34A5C-BDAA-45A4-9EFB-42E17577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EAC9B-144D-44C8-AE1E-B60BB500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0A13A-5F3C-466F-8EBB-CD730650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8550C-4A7F-422F-BF50-B3642F9A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6F210-333F-460F-9AEB-705EA78E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F7105-7DBA-435C-8F46-6EDE22D7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식별자·meeting_chunks.json</a:t>
            </a:r>
          </a:p>
        </p:txBody>
      </p:sp>
    </p:spTree>
    <p:extLst>
      <p:ext uri="{BB962C8B-B14F-4D97-AF65-F5344CB8AC3E}">
        <p14:creationId xmlns:p14="http://schemas.microsoft.com/office/powerpoint/2010/main" val="1552051300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42111-9EC9-4327-BD1F-3991229F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A071D-D4F7-41A2-837B-C352CB2C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 파일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44773-97C5-4013-8B93-2AB51F3F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FA108-413C-4C7C-B487-3A29614C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891A1-8553-4608-9536-A7B9980D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45B7A-D064-4BD8-A28B-1FE40FC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64AC0-3809-44A5-A2DC-4F111449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9A79E-CB41-4F45-98C2-D2253285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1CDF0-B028-4FDB-BE26-08EBE01F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AA94B-4CF7-4D94-B8A6-73AF3CCD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540BB-AEE1-43E5-9485-CACCE5C2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456AA-DD26-4A9A-9CA4-8261114C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36C03-6CCA-436F-B523-AD4BF161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4D8F0-DE27-4EC6-84C0-736A89AC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7E504-230D-45F4-8D07-93F4BAF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data/meeting_sample_ko_12min.txt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24CF0-342D-4840-B0B2-BA457F34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67FCE-35D4-45BB-A016-822B6431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CD2F1-2390-4ECC-83D7-AE9A8AD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906693809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9F417-736D-4B3A-A1F2-DCF7ED28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발화 단위 Chunking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C39D4-4840-4B6B-AB0D-63D60099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개념과 코드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7EEF7-3C35-4C3B-A092-B81381C5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827AB-0F91-40A1-A0EA-899B8FF6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D4BA6-504B-4DE3-9D03-5B0BC8BB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653AE-EAD3-463E-ACD0-2D45E038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9B0C7-43E6-42EE-966F-697F5720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글자 수만 자르면 담당자·결정·근거가 서로 다른 chunk로 갈라진다.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7D048-A0DD-4409-BF8F-0EC3B697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7C685-9F37-4860-B180-55177DA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43E44-2176-4F44-B1CC-C9D11E57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overlap 때문에 같은 Action Item이 두 번 생성된다.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2511E-A781-48B2-BCBF-129B599B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ID 기반 deduplication과 최종 사람 검토를 적용한다.</a:t>
            </a:r>
          </a:p>
        </p:txBody>
      </p:sp>
    </p:spTree>
    <p:extLst>
      <p:ext uri="{BB962C8B-B14F-4D97-AF65-F5344CB8AC3E}">
        <p14:creationId xmlns:p14="http://schemas.microsoft.com/office/powerpoint/2010/main" val="1695888783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40365D-8C4B-427B-B913-5C4FDABF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62903-E017-4881-A4D0-379B070E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역할과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7B1D1-610F-47E3-95CA-2AA8211E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E94AA-4A77-4445-88A6-0EFC969B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3766A-6FCE-4E54-BBAD-5495A2AD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9776D-DCEE-4130-86AB-20EE50D4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1AD6C-ECA7-4290-97B6-7585041F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202F7-9656-4AC2-AC91-D637FBE8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13122-91C9-4543-9CAC-E3D73B7F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FEC6D-F29C-4082-8309-2294A489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4042C-691F-413C-8C3A-A1C47EC3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FEB16-D496-41A1-85CB-76895589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5B77B-AD07-4809-81EE-A89086B3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F8A6A-4166-48BB-80A6-94750FC2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Chunk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799A0-B66D-45E7-873F-1FEE1601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42589-6999-4E31-8DDA-AB3F1EAD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모델에 넣을 작은 입력 묶음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1DA43-CF87-4498-A3B6-C89A73B3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9CD6D-2302-47B4-90C9-786802B6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3EE11-3E5B-4885-BE91-7A926CD7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2F0D34-ECD4-4EE8-B540-E216C27F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Overlap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15820-9CA8-4249-B465-B3929714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4CF47-E2C4-4E76-89B3-CD0381FE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문맥을 이어 주는 중복 구간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0F99D-4ADA-40AB-96A3-9033B41B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465179-98BB-4015-8FFD-9BF327B1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08DCD-0415-4EA0-819E-10E686CA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70EC6-F152-4B04-AC43-71831F9D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C69F65-1E08-4CAD-9F9B-E18123B3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76EAB7-BCDD-4040-B2D1-D18B66D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chunk별 초안을 만드는 단계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81C7DE-64F0-4924-B0F8-3ED04C4E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1C3180-093D-4198-AAC3-4A55477E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DD1969-D021-431B-BB01-F9E8BA21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9F1457-9D46-4141-83B2-75D175DC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Reduce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326920-6C54-4C3D-A371-0D61E22F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ED1AFF-DC3D-41AE-9D7B-F9B3C428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여러 초안을 하나로 합치는 단계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7E87B8-A049-4900-9850-9383871B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8D695F-58AB-460F-B9BD-1C83BAEC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543786640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83E64-933C-44AB-A1A0-309C8205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AAC25-5A2A-430A-8D67-86339887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BE9DA-4975-42F7-832C-71B34969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8AE95-CDDE-4DE3-B18D-7C10CAB0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ECF61-A561-4490-8091-03E88DCC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6BD53-F99C-4977-AF4D-D0AF973D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0EB20-16D1-4F9C-8CCB-C8D1837B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5720A-8422-4D51-A692-D737E987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8B8AA-5E49-414F-BDD2-147B41BB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overlap 때문에 같은 Action Item이 두 번 생성된다.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1A41A-CE6A-49FF-A62F-B9B22538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A22A2-658B-49FD-B68A-6760F170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글자 수만 자르면 담당자·결정·근거가 서로 다른 chunk로 갈라진다.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BAFAD-A425-4702-A581-71AB4DF9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888886299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1EB77-B2A1-41D3-8BA0-23DA599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43B53-1F42-4CFC-976D-FBDE27EC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CD047-7E1D-47C2-9C09-5DBB8A11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CAA81-6B03-43CD-8DF3-CDF0EF8B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123DB-402A-4D36-BB77-5CA16833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9221E-C89F-405E-8BC1-9F803A1A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3BE1D-A606-434F-84D7-FF67A6FD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FA49D-D94C-4541-A3A6-050978E7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3B0C5-7168-4A74-AFAE-AE22B51E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max_chars&lt;40과 음수 overlap은 명시 오류다.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64F51-61B0-461B-B1A4-7DF652FC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161B8-F930-42A7-B23A-35BD8C44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F8069-B094-4859-9CD7-38E43732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overlap 때문에 같은 Action Item이 두 번 생성된다.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92D34-63B2-439A-A435-DE2E92A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1CDC4-6802-432E-87E0-7D6A65A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A87AD-CD1E-40E5-8BF6-346701B7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evidence ID 기반 deduplication과 최종 사람 검토를 적용한다.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B1EC5-8B97-4F7F-940E-110872FE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76DE4-FA7F-4949-8CFC-F4393E69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ACA5B-E7D9-45D2-B3F8-6C2EF112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meeting_chunks.json과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838354441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A5023-DFC2-482D-B33C-7EF7C473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29640-CD61-4320-8B1E-35792818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7A317-31A8-4033-92B1-22F6DA59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5299F-34FC-4F87-BB52-FDC19E8D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3E0C2-11CD-400B-AD92-1A4F802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D6C49-16D6-4288-AC3B-11E90446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356f72b14484f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091FD-6D49-4425-AEAD-E31E3401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 경계를 보존하는 chunk 함수와 작은 max_chars failure test를 작성한다.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C76CA-0E44-452F-AE24-BDB9A300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990756446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FB4B3-3B67-41CE-AE1B-CC275606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9102B-14E8-49D2-B40C-C4E0C788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D590E-8028-495F-B881-160F7190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35AF2-DC7A-48A4-B0CC-63F9E591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C177E-0D16-4CCF-B68F-96F7E733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2A82C-D19F-4B60-9D7E-F8D0744A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62FA5-307F-4C73-A6A1-1CF105C6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3A24F-55EC-431C-BADD-BD2A5EF5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07B2E-AAD9-4C96-A273-85FECB7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 경계를 보존하는 chunk 함수와 작은 max_chars failure test를 작성한다.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B7800-1E34-4383-8BF5-F01F1EC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E3250-70A0-4CF1-88A8-956AF0C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87E9E-82E2-47C0-8E71-AB3D0178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data/meeting_sample_ko_12min.txt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4235B-794B-44E5-8B42-2A31D874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A847E-8F44-449B-8E3C-BA4A6B7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AF5D2-138D-4D36-9180-FF837143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segment ID가 적어도 한 chunk에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max_chars&lt;40과 음수 overlap은 명시 오류다.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6651F-AC0D-4F6F-A65D-BE316059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FA410-D53F-4EEF-A6EE-D40A1B4B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39B8A-D91D-4DEF-979D-7E3E312D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526296962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23C32-3B0B-4F74-831E-F6F3E3C7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6937E-737C-496E-973C-11079EFA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 검증과 사람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9D729-6673-41D4-88DB-9A3D123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F1F58-0A8C-4113-85BD-336F4725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412BF-6037-4D9A-A90B-29569F7B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50975-46E8-40F6-BF16-211D5A4E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E1558-AE32-4695-88D6-61196A2D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42E01-2B17-4E47-BD99-43EBA9C9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9495B-1D50-4FF2-AE0B-B62172B3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5F3C3-024A-4B5F-B967-0C3950AB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383EB-2992-46B2-B431-E311067C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89231-E698-4435-B047-27F5E229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F4160-4794-4A8C-99CD-C262CC8A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94F07-57E8-4253-9612-7704594A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segment ID가 적어도 한 chunk에 존재한다.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7D0A9-CACD-4CC7-A797-5A589650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BC784-8C6B-44FC-84D8-61EC21A9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49AF1-6D0E-4DE8-ADFB-FB42D639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CB1F3-DB3D-46FC-BA0F-46E6D727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max_chars&lt;40과 음수 overlap은 명시 오류다.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96840-F56F-49B8-B88E-587EB02D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F0124-74EF-40F7-98F8-09B493E7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2A2E6E-BAB6-4F33-B43A-A061CD95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091416-B6C2-4563-8CC1-2AD7CDD0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464540661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1EC9D-A7F2-4E2E-8FF2-E10E71DD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E3420-1477-4C9A-BF79-C130F7AC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정상 경로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697BE-C598-44D4-A806-7E458CE1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27172-B4F4-435B-ACE1-9C21AFE7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07CE7-A521-4A37-AABD-B1B14131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CAD12-05A1-4284-86D6-DEC50BEF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530DD-8FF7-468D-B8C4-9EC731C4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C580D-BADD-4CC1-8A47-ABA6EC32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10E87-59B0-4D55-B1B2-6A8B7B69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src/course_services/meeting_service.py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1DEE6-3589-4BF9-9D7D-5256A6C2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A7DE2-1B1E-4AB5-B0B7-092B9948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13D1E-15C0-4E5D-819A-68DCFA92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tests/test_course_services.py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A2CE8-1F15-4573-86BB-2C9E909C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D1407-39CA-49D5-A431-C4B37AD3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FDC47-F92A-423C-919E-25D3D3C0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meeting_chunks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64D3C-1F45-481C-BCAB-1ED880AF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406D8-43D5-45D5-A3A1-F213E0F5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91ECD-8953-44CE-BDDD-42658481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모든 segment ID가 적어도 한 chunk에 존재한다.</a:t>
            </a:r>
          </a:p>
        </p:txBody>
      </p:sp>
    </p:spTree>
    <p:extLst>
      <p:ext uri="{BB962C8B-B14F-4D97-AF65-F5344CB8AC3E}">
        <p14:creationId xmlns:p14="http://schemas.microsoft.com/office/powerpoint/2010/main" val="99512592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C942D-461F-4439-A49D-CC292F83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75CBB-9A2F-42F8-8F0D-B19FFEF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10C67-229B-4BB2-8B1D-6DA0EB57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31E8B-2C53-40E3-8E47-DA1A065C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0DFB3-6DEE-4F97-B1B5-D5D4272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C3442-C5F1-4C77-B41D-1368A498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EBBA3-4B5D-409D-B55C-6C26A669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0CCD-89BE-4431-863C-DC82DAB7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CC89B-F9F2-4B73-A0BE-BF3DB5A9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tests/test_course_services.py -k meeting_chunks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C7CB9-24C5-4E5D-849E-ECFCCFF6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AB32D-7442-410D-963E-271EF9A8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834864511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BF8A2-4DEA-422B-B2F5-DD294B1A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5833F-C12B-4BDB-A71A-BB13487F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94A9A-6535-43F0-9C9C-0B215235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7B4AC-CE81-4E1B-AC12-F13F244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75706-4A86-45AE-8220-2552226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1F9F2-A09C-41E6-9EEF-A14B9986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1DCC1-8E38-466A-A670-BB899965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9EC1A-EEA3-4BA9-96D7-5068418B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C2840-5D65-4697-AE73-630361C0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B3868-9407-4D01-800F-00B6CD79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21555-999B-40AB-811D-1B756C92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08E7C-59A0-4414-AEA6-74027677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2C601-1768-4462-809A-C6435574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모든 segment ID가 적어도 한 chunk에 존재한다.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max_chars&lt;40과 음수 overlap은 명시 오류다.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57461207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A5178-9074-4EF8-84BF-AB694695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F5F9E-A89E-4E03-8BD9-1F17C616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실패·복구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BBC91-A5E6-47C4-BF20-59782C49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1D5EF-3256-43FE-9523-ADE02F69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75C5-90DA-48DB-8A0F-458BA1F1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A6CEB-0286-48AF-87D6-857282D5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C1BD6-412F-4C7F-BADF-5BF59E75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269F1-D47E-45A4-A647-46F77804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overlap 때문에 같은 Action Item이 두 번 생성된다.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4ED36-BAB2-4D8F-9B0D-B68BE52C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41447-64CA-4B79-BFAD-ADC30576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101B3-7AB8-43AD-B618-A4C69F03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ID 기반 deduplication과 최종 사람 검토를 적용한다.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D7ED5-266E-4E3F-A3E3-FC8F7BF7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max_chars&lt;40과 음수 overlap은 명시 오류다.</a:t>
            </a:r>
          </a:p>
        </p:txBody>
      </p:sp>
    </p:spTree>
    <p:extLst>
      <p:ext uri="{BB962C8B-B14F-4D97-AF65-F5344CB8AC3E}">
        <p14:creationId xmlns:p14="http://schemas.microsoft.com/office/powerpoint/2010/main" val="849595832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392BD-4A9C-4C6B-8881-4280E4BE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20DAC-6AC2-47E4-8FAC-85DD2C76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기반 소프트웨어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D14F5-D435-4CF3-9F06-7541F26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BD417-288A-4206-BE5F-913B93C4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EB533-5FB7-4072-B14B-0321E584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8E667-1830-41DE-AFDD-1D5289A9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2E56A-70E0-4719-8429-6FA67322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6CBE1-F0C1-42C1-AFA6-5877D052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tests/test_course_services.py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data/meeting_sample_ko_12min.txt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603E6-6DE8-4114-8491-6E30D4E8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4ABE8-53A5-40CB-AA33-3CB476FF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9145A-07D9-401C-9AA3-CEFF674A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59C4F-F1D6-4231-8F22-0C345AEB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segment ID가 적어도 한 chunk에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 저장</a:t>
            </a:r>
          </a:p>
        </p:txBody>
      </p:sp>
    </p:spTree>
    <p:extLst>
      <p:ext uri="{BB962C8B-B14F-4D97-AF65-F5344CB8AC3E}">
        <p14:creationId xmlns:p14="http://schemas.microsoft.com/office/powerpoint/2010/main" val="1721523117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C3D37-BD38-457E-8487-C30747A6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5B523-39DA-4DE4-A1AF-2FF0DDA9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작업 명세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C55CD-D385-463F-8D63-8E2C20FD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EDBBA-2679-4789-86F2-9666B97B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CA72A-1186-4EC0-86B6-98C916D4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585CCB-12E0-42D5-A144-2AD0EB5F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73B1E-BCD9-4FC4-9B0E-883D236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segment 경계를 보존하는 chunk 함수와 작은 max_chars failure test를 작성한다.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파일: tests/test_course_services.py · data/meeting_sample_ko_12min.txt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5E717-5A8A-48F1-A91C-E5D79FD2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64A24-3CF6-4DDE-B220-F41B46A0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meeting_chunks.json</a:t>
            </a:r>
          </a:p>
        </p:txBody>
      </p:sp>
    </p:spTree>
    <p:extLst>
      <p:ext uri="{BB962C8B-B14F-4D97-AF65-F5344CB8AC3E}">
        <p14:creationId xmlns:p14="http://schemas.microsoft.com/office/powerpoint/2010/main" val="121612088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6441C-36BF-4798-AA35-99A6A3F4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0246D-6F8F-4893-932E-4A3B53D0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Patch 생성과 Focused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B9C5C-E348-4E76-9B73-A847241D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6D5AE-BD98-42BF-AE74-3767B196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D7929-2DFF-48FA-AE89-02A6BBC9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DA8E7-E34B-4114-9E63-9FC89A43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9BA3D-0804-49A7-8AE0-06C83F04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tests/test_course_services.py -k meeting_chunks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Case: 모든 segment ID가 적어도 한 chunk에 존재한다.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B2E72-6189-4D32-B6A6-9D390427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526EB-9573-427B-8F30-D6677EC4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meeting_chunks.json</a:t>
            </a:r>
          </a:p>
        </p:txBody>
      </p:sp>
    </p:spTree>
    <p:extLst>
      <p:ext uri="{BB962C8B-B14F-4D97-AF65-F5344CB8AC3E}">
        <p14:creationId xmlns:p14="http://schemas.microsoft.com/office/powerpoint/2010/main" val="1573002213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67E86-0449-4718-AE7B-D378969A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B0EFE-4C97-4834-B3D0-F56CF8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Diff 리뷰와 경계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F89CD-B899-4A15-BDF5-97AA68B6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7BE6C-E7AD-4E9D-93F5-616A1125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0AF00-0D26-4606-BB17-7F45C85A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AD3CA-F7EC-42E7-BDCD-874B9DE2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034F9-6A17-4F5F-A06B-1F8FE209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max_chars&lt;40과 음수 overlap은 명시 오류다.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evidence ID 기반 deduplication과 최종 사람 검토를 적용한다.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C9E1F-439E-4C86-89E1-16D184A3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5ADC1-EE2F-4AFA-BB6C-60F7B456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367215035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E82C3-ED3A-490D-BA8D-F253CE4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E1EDE-B372-4493-BA14-4FCEED6B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145D2-FC7D-4D59-991C-A7D9B08C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95DB8-628A-4B23-9258-5F84FE48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60FC5-038E-4BC6-97F2-7635C4EF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5593D-5499-4B89-BC38-98D54FB4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12D29-6E93-4A0E-B6DC-95344AE7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4DA69-36E2-47AE-8BAA-585F676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061A3-5FB4-4191-8D8E-7A3C7017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모든 segment ID가 적어도 한 chunk에 존재한다.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7393D-743F-48D8-8E54-F9BEE1B2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7D44D-720C-4D65-992F-2DF3F29D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06897-18A3-4BBE-A9DF-1E156757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BA5D9-AC64-4FCB-B026-1A00C5DB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ED544-7D31-4856-823B-4CF1189D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D7F2D-7ED5-4F42-BD35-8579C21D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04A57-453C-4E87-A25A-EDD938ED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96EC4-235D-41DF-B795-64AF7F82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A1D87-B144-4C32-A27A-37F6BE6A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580226871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7F6F7-EA74-447E-A447-955B3A9A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1EEDE-A163-43E0-9B52-1C3C1462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82AD8-CEA0-4C0E-9149-9E7C03A1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08B9B-6F02-4099-BBE0-E68CD4B3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3C259-77EF-4463-89E4-504EBD61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7FB0C-259F-4C3E-B807-EB8E31D7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9B174-7FCD-4F65-8FBD-E46293DB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A787F-A41D-45FD-B554-323932DE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80D15-8EA3-4BE3-804F-6A798CD5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max_chars&lt;40과 음수 overlap은 명시 오류다.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06CD8-5EA4-4D58-8D95-38B3951E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E9911-4C5E-4546-BFE9-109ED8E5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E19F2-B885-4F76-B22F-EB741753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43252-ED2C-4DA4-86B0-2E924341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110EF-43B9-4CC2-88A3-59B32EDD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30B18-7994-4588-A114-51E60CD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E56A9-836B-4FFF-A525-50F1297A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7FB27-24A6-4C1F-9F65-D27B8345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4BEA8-B701-4343-BD29-70D9353C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186053859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84E68-75E1-444C-AE52-5E71BB6B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3864E-7EBA-4AA7-B6A7-0AC93F2D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9EB7D-ADFD-48FA-9C7B-BF9E1925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8C329-4AB9-45E9-80FB-2D715970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375F9-D77E-49CB-B345-1AEBFF3A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BE321-F9AA-4CAE-A659-90BA4281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4ED30C-B61E-4BAB-8A42-83CF175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10분 이상 상품 운영 회의를 결정·담당자·기한으로 축약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AFBD4-DCE2-4DC8-9E0F-86D1C11B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58AFA-7050-4770-814C-79E633B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85F58-AC0A-420B-B202-D83005E2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323CE-3E0F-42A9-A42B-0DD263CF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1A69F-1028-4711-BB6E-08F15622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24500-F15D-46CE-91EA-2460D0CB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474C8-3B9B-42E6-8F82-199A25DF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66862-70A3-4A8D-A9AC-8C1F187D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5829D-E8A2-42C4-8062-8F207EBD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E3E0DD-22E5-403C-9BE1-7A85F1B5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27004-F3F2-47F8-B254-EBF758E9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003F7-C557-41E7-BD90-37967A5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54939354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931EB-564A-4304-9E03-084EFA53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84BAB-1D4C-45D0-9FFC-92654AED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포트폴리오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3DBFC-2EC8-4C96-9348-5890223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1FA1-1B8B-49AA-868E-15E046E8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7A1A4-8271-4291-81E3-223A3FE7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6E283-8EFB-4528-8ECC-0676BE76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2D6C1-2ACC-4CE9-BC9D-C29B0C2A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10분 이상 상품 운영 회의를 결정·담당자·기한으로 축약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60DFC-4B4C-4058-A325-2BB74E01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B2878-3A77-4122-92FF-1DF99A9F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615A4-219C-4E57-B865-AF581C2B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E0C71-D880-420B-9A2C-D26E661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C7053-88D4-4309-96A8-AFFDA242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09DC5-96BA-4F8A-97A1-7F540889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E5F29-EC05-413E-A313-EEEC90BF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F2CD7-0C18-4681-AB14-E3202AB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96AB1-53DC-4208-8DAE-C403EB39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A70A5-DAFC-4659-9A12-91837F6C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0D175-F781-4F6D-942D-53D8052D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8A42D-0C6B-4255-B956-10B3B3CA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24562589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561FEB-953F-4778-9AB8-E1B95C83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911B8-0C11-453D-94E7-6EBC7011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 운영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DAA6B-F50D-49CB-8C6E-25F5C946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23CB3-F406-4404-B51A-60A570E2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D6B10-853D-43DF-833C-CD713509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6F9E2-E30D-47AA-AC91-348BC810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FF0F9-99D3-4C57-8B1B-43129B52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42FD3-3F0C-42F3-9CCA-7F2C8A6A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B7DA3-F28E-48CA-9FF8-DD2FFD8B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모든 segment ID가 적어도 한 chunk에 존재한다.로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B0352-231A-4B4B-B4B4-A84C238B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13601-E4C2-487E-A90C-38AB22B4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9737F-CB4F-418D-8A5E-823F3959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4B511-F745-4FB7-B296-DE258ACC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87080-2B99-4254-8BFE-B4A6A2F5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37B57-3FEE-4AA9-BD96-ACBEE2E5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ID 기반 deduplication과 최종 사람 검토를 적용한다.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21D6A-386B-4104-B035-A159906D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5BDDB-7C9F-4523-990A-394E8DD9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C4244-5436-4A47-BA7A-53F4DE99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828090056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14EE4-77C8-4610-B00D-0572ACEB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19C2E-1C2E-4C34-9BB5-F1329801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5차시 완료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06CE4-6022-4255-80EC-FE8948ED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05F62-EAD5-47A3-8166-EB0FCE5F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B0A7C-1D96-463E-BA88-F2C04271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12:50-13:40 · 5차시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59115-EB53-466C-941F-432FAE10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5A32F-322B-47EF-8DE8-67A794B4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DA482-0E90-4798-8CB5-15BCB6FF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439E9-93B8-409E-A992-50F34495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발화 단위 Chunking이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9415E-8793-43C7-B8A2-3A22F09C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18214-317B-4FF8-941C-5706E6D3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93607-2207-40EA-B65C-0AC25491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tests/test_course_services.py -k meeting_chunks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B908C-1A00-4523-B15E-CC85E8DA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931CF-D9AE-4DDA-9092-D9A016C1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1B960-83A5-4A27-B7B0-0BB4646B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meeting_chunks.json과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4691C-7270-4FE1-941C-E88CE609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LangChain MeetingBrief Pipeline</a:t>
            </a:r>
          </a:p>
        </p:txBody>
      </p:sp>
    </p:spTree>
    <p:extLst>
      <p:ext uri="{BB962C8B-B14F-4D97-AF65-F5344CB8AC3E}">
        <p14:creationId xmlns:p14="http://schemas.microsoft.com/office/powerpoint/2010/main" val="1037716896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4910A-BABB-4109-9A15-5879FEA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66D19-E227-4D0B-859F-BB8CF42F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6차시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6BA07-DA3D-4863-8A2F-8D068240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15:00-15:50  (쉬는 시간 17:30-18:00)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1FC0D-091D-4F1C-BA56-F9E70D17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LangChain MeetingBrief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E502B-C2BD-4590-BC68-ED39F216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Runnable · LCEL · meeting_brief.json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0F9D3-C0AE-4F77-99D8-4FE4A4CC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93B0F-0CBC-47EA-9F1B-9DE3801C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3B576-1A6C-47CD-9654-B9C4FDAF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B19F7-582A-4160-94D9-A1F56153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D2D20-4DC5-472B-82E3-D826F03D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src/langchain_lab.py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src/openai_provider.py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96AF0-799E-4681-B390-8EE523A4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DEBFD-3944-4949-930C-E53378A7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meeting_brief.json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237FB-D7D9-413A-8A18-C6AE4E59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한국어 회의 Agent · 6차시</a:t>
            </a:r>
          </a:p>
        </p:txBody>
      </p:sp>
    </p:spTree>
    <p:extLst>
      <p:ext uri="{BB962C8B-B14F-4D97-AF65-F5344CB8AC3E}">
        <p14:creationId xmlns:p14="http://schemas.microsoft.com/office/powerpoint/2010/main" val="655356139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353BE-1575-40F4-8287-2A93AA66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D88DB-59E5-4607-9A0D-2A0B3F28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 입력과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43C26-53DE-4B59-971B-341E4EC8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D51F6-DE95-4E82-855D-C7B69111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15BDB-E78E-4221-B9AF-D2737E7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01966-1B62-4672-9755-F64B942C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57841-1F77-464C-A2A6-3632B195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1E7BF-F0A1-4C4D-8FCD-59F7AB2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DDDAA-8069-4047-B9C3-576FCAC0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meeting_chunks.json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5B3EE-C1D7-4595-84A6-7E434107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3ECD4-6E59-47DE-A01F-AE27196C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15CF4-44FA-4DFB-B5C4-1C567D5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LangChain MeetingBrief 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1281DE-FD52-4C40-A880-F519C67F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ABB64-783B-49E5-B92A-EDD8C7D4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4D9D6-63C7-4CE2-A8DA-45DAD7EE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B44C6-70B8-40F4-B4CF-3B56A740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D301D-8CDB-4C5E-9AB1-391EC82F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6A810-2677-499B-B1E7-868031CF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Action Item 근거 검증</a:t>
            </a:r>
          </a:p>
        </p:txBody>
      </p:sp>
    </p:spTree>
    <p:extLst>
      <p:ext uri="{BB962C8B-B14F-4D97-AF65-F5344CB8AC3E}">
        <p14:creationId xmlns:p14="http://schemas.microsoft.com/office/powerpoint/2010/main" val="1728717050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B2B29-16EA-4CA9-AB88-6C49CC1B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6B830-D459-4CFD-BCD3-7F718575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38424-967C-4E25-BE67-744FE91C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B0565-C254-483D-BD00-514D6964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62313-3F9E-4F37-B9F1-F3F4B8E6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016B0-460B-4F95-8582-61ADD776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provider별 코드를 업무 로직에 섞으면 모델 변경이 곧 전체 재개발이 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7A37A-8633-4767-87B8-D7245779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fixture·Ollama·OpenAI가 같은 MeetingBrief를 반환하게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90F98-917C-4FD1-8466-C08A989E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AEB1C-5986-45DA-AE19-3436CF27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meeting_brief.json</a:t>
            </a:r>
          </a:p>
        </p:txBody>
      </p:sp>
    </p:spTree>
    <p:extLst>
      <p:ext uri="{BB962C8B-B14F-4D97-AF65-F5344CB8AC3E}">
        <p14:creationId xmlns:p14="http://schemas.microsoft.com/office/powerpoint/2010/main" val="901989099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E6A64-1129-4858-B3B8-E4C4C2ED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C4CF3-7DD0-4C6B-A3F2-3223D561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DFA7C-B1C5-4156-A305-02E86006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7B5EF-F37E-43A6-8EB5-B1BAA1B1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3B488-1924-475A-B20E-FA9B2433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7460B-C53E-48F5-9D11-C107DE2A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11236-808A-4334-8EC1-6EBFC8BA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D8D78-EB98-4D04-9F10-B8338FA4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fixture·Ollama·OpenAI가 같은 MeetingBrief를 반환하게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1D6EA-08EA-40E8-81C7-78318A18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7DFF0-1C42-4052-A82E-7C4C84D6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6929B-A6C1-4E56-9EA5-11429AE0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OpenAI 오류가 조용히 fixture 성공처럼 보인다.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5F240-E9AF-41DB-8BE8-ED210D3B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D149A-569F-4EC9-B391-70429066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1E158-7D2C-4D9A-8C87-55992C1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709956973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FDD88B-2BE8-469D-9E0E-97E59A76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4BD13-4817-4FF2-A9AB-7D98B02B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용어 4가지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EF7D6-7998-4576-B396-21017C1B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95616-7E5F-464C-9465-0E4E4B34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D34AF-6040-4701-8EEC-A8D979D3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8B0FB-8E77-451B-B6C6-1324A4BC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2A63E-3A2D-47B3-BB8F-1AC99230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FBE53-7A80-48F2-A494-D8BFFC0B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41D8B-AA9C-425D-B81A-48F8DAC2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BC5D8-00CD-4C1E-AFCB-B14F5390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27A05-F784-4AB7-9E65-A8053CC0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02C09-C01E-446B-B769-A61728BB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56426-3C4B-4EAF-AEEC-5E82F1A8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5A2F0-D9A5-4A5D-94FE-25A3F306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invoke 계약으로 실행되는 구성요소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7E665-55BF-4667-AE78-FD242AB8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00FC1-07C9-4933-AB6E-3D561665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LCEL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CD9D2-DAAE-4BA8-B6B4-25B7C177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9F036-6FDE-46B8-9971-000302E1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Runnable을 연결하는 표현 방식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E909A-179A-40FC-BBC5-FEABE836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AC04E-7A62-4700-9657-BC2C2BAB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673F1-1478-4A80-BF7D-86B11251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A690B-2C1A-49ED-A036-F900130B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차이를 흡수하는 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9CE15-C54C-43F3-94CF-04358FEF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0EFF30-5783-4463-BE67-8EC6B35E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24F8A-ACC7-42A7-A053-3FBC4D1C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31BDA-A49F-4E6A-A370-8EC10E85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정해진 대체 경로</a:t>
            </a:r>
          </a:p>
        </p:txBody>
      </p:sp>
    </p:spTree>
    <p:extLst>
      <p:ext uri="{BB962C8B-B14F-4D97-AF65-F5344CB8AC3E}">
        <p14:creationId xmlns:p14="http://schemas.microsoft.com/office/powerpoint/2010/main" val="130124463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D66BA-C232-4ACC-8490-64427598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61438-92F7-4DA3-8F79-EAD40AF2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780C9-CAA8-439B-8B0F-E832E152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0A951-EAD9-437E-A502-D15E8A08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D4F85-17A5-4D10-8725-DFC8F661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2041F-C80E-4AC7-8CE7-84960D15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1155B-24E2-42AA-88D4-894B4FD6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1DA1C-0725-4F1E-8C80-9054EC4C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src/langchain_lab.py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7E78E-116D-4D57-8039-38DF3E20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F434E-FA82-4CD6-A042-7723993E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A6BC8-D72C-4761-9AE3-9244012E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prompt 구성 → provider 선택 → structured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56AD6-A6A3-4A48-84AA-2E76F2B2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2BCD6-D915-4065-9756-A6F127DB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27D15-EB54-497D-84D6-F35EACBA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73CB0-AF0E-437F-ABC6-E2486846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6B4D8D-DCB2-488A-95F4-80F22EB8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A09FA-0EF3-40A7-982F-1315EC61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Qwen과 fixture가 같은 필수 field를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실패 시 허용 여부에 따라 fallback 또는 구조화 오류가 난다.</a:t>
            </a:r>
          </a:p>
        </p:txBody>
      </p:sp>
    </p:spTree>
    <p:extLst>
      <p:ext uri="{BB962C8B-B14F-4D97-AF65-F5344CB8AC3E}">
        <p14:creationId xmlns:p14="http://schemas.microsoft.com/office/powerpoint/2010/main" val="278539237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18B483-09CF-48C7-8F5F-FB4AC54E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AAA95-CBD7-48B4-921F-22AF036A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5단계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41E15-FB0F-46DB-9B77-57FFF24A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4EF08-530D-45E6-A3AB-77733194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9E7AC-4433-4C51-80CF-384CC38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0C0D9-783B-4A8C-A1FD-04FF0C29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0E7E4-1190-4A31-A81D-506EC4E9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78892-8725-4F09-A12A-ADF1C59E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A7F6E-3272-4151-AC62-34368CFC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prompt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B7A28-1FA0-4EB9-BBB6-4DAF36BD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0FA9F-B5B8-46E0-991D-213603B1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8AB86-5AC3-4F2F-AE3F-E161E494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선택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A3EE0-218C-4BC1-9C12-B8C14D97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59002-16B4-45C4-995A-3CE03641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985D7-7E32-406E-A9E3-D492200E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structured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2FC7E-BC39-481D-BB9E-5BF41E0D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8A6B8-DF95-432C-8F38-9DAAA20C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D3E40-22D5-4035-B0C6-66749D7F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Pydantic parse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72C8D-3A3B-4632-B436-5D5F9E8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1C84D-A93F-4A1E-81A1-D7F04218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D2C74-50C8-4D72-B7AF-55B63938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policy validate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423C9-0BC5-4F33-B264-301FE904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meeting_brief.json에서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90488408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8DACF-5D50-41CB-8F51-CD7CBE08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61397-10EE-4FBA-8C64-35B8145B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81EDF-E929-4F43-ABDF-BF948291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E49F2-2F42-4A86-9949-02172F2C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C1EE8-D43F-4A6E-B9D6-B0A3A3A0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E2ABE-EE57-4176-BA5A-33F264E9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76370-59F1-4CB8-B9E8-F6695346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BACAD-75AD-4DF8-9256-56C6C3C2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Qwen과 fixture가 같은 필수 field를 반환한다.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15D3A-8BC4-4643-973A-AB77B5A0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0DDB5-D98A-4AFE-AC3B-A492EFB6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9951F-1959-4BF7-B77A-2D4C8F34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실패 시 허용 여부에 따라 fallback 또는 구조화 오류가 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3E1DA-096D-468C-8801-835513B3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F73DC3-8EE1-4B2C-83CF-01D3A463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E9700-4CCD-418D-B265-32520C7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D623C-0D7A-4FAB-91B4-D6B48549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3E41E-8D77-4085-B604-6A02FEFA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811115-F454-4830-BBE6-80554AD4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식별자·meeting_brief.json</a:t>
            </a:r>
          </a:p>
        </p:txBody>
      </p:sp>
    </p:spTree>
    <p:extLst>
      <p:ext uri="{BB962C8B-B14F-4D97-AF65-F5344CB8AC3E}">
        <p14:creationId xmlns:p14="http://schemas.microsoft.com/office/powerpoint/2010/main" val="2145300903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55630-1916-445D-8D7C-B5A66226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EA062-1165-4543-BCBC-EF1CF5DA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 파일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B09E2-EDF8-462E-98DC-0E24E3A0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75B27-395F-4FD6-B402-90C33610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EEDEB-56F8-49D2-B2D2-D5DAFA91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32408-94BA-4948-A881-7365E59B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4822C-A9C3-46A1-9CF8-4469F9D6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E93AB-0DAC-4547-998D-F6B4CEEE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73F93-3F87-4AAD-A987-D2157A3E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src/langchain_lab.py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37120-32C0-4C80-AD13-1788D9E1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E4DC3-A826-4FE5-903E-E9D3AE56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705DA-1065-47D1-9C32-B7EA5E0A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src/openai_provider.py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58D5B-4C6F-42A5-B4E3-19F81332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3C284-813D-449A-BC98-F9A59678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C43ED-A87F-4E11-A079-FB7F2045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requirements-local-llm-optional.txt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A8314-6B89-49AF-89EA-E57B21D6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12D0E-34E5-45A0-BEA0-7D09691F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EF1B7-9646-47D3-A50A-61D5F2F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tests/test_langchain_langgraph_lab.py</a:t>
            </a:r>
          </a:p>
        </p:txBody>
      </p:sp>
    </p:spTree>
    <p:extLst>
      <p:ext uri="{BB962C8B-B14F-4D97-AF65-F5344CB8AC3E}">
        <p14:creationId xmlns:p14="http://schemas.microsoft.com/office/powerpoint/2010/main" val="584664779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7B1EC-D3CD-49F7-B395-F629C646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LangChain MeetingBrief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72AD1-8DCB-4AAF-B79C-73733BB3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개념과 코드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59161-E6D7-48E5-B8E2-DE09E61F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EB3DF-4A49-4650-B497-868D94D1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992F4-3F0C-45F2-ADB2-80D3C440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C3961-FBD3-4BD1-9CFD-FBC484E3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4C9EC-C0FA-4784-A602-A04300DF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provider별 코드를 업무 로직에 섞으면 모델 변경이 곧 전체 재개발이 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3459F-7B3C-4F6C-A74A-4BA3B201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FCA50-C205-4BF5-91A8-FA956102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DBB69-1A74-482F-AEF7-440DA1CB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OpenAI 오류가 조용히 fixture 성공처럼 보인다.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AD924-D055-43E7-818D-E1DCEB91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provider_requested·provider_used·fallback_reason을 결과에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889914970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D5D713-8ED8-48F4-889D-6E0A992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8D291-961D-429C-A150-82BBEB51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역할과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56767-63BE-4445-B9A5-F7B5A3F5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BA6AC-80DA-4A2C-9C32-905095E0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6E9EB-AAB9-49D9-BE89-746516B4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E1514-4BBC-4533-A8EA-06F409DE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1A8AB-720C-4E85-87F0-751FF5F3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5FCD2-0AE2-4845-88C9-B6747383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1ECB0-7A18-4359-8E11-B2B278C9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2395E-E2C0-42B5-9740-019D4FE5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B07FA-5978-4B96-9E31-1EC42D1E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1C5DA-81F6-4EF4-9B2F-B63E98F5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17777-B59F-4476-95EC-1AB74B19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FA9B3-369E-4E23-9286-1130A10B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E03B2-CA10-4DEC-A4E9-AA4472BB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39593-8B1F-4ECB-8218-349F9A71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invoke 계약으로 실행되는 구성요소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B24B5C-3B98-40D3-81E3-AB00115A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A14A1-87BE-433C-A964-1CBFC5C8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584F0-5235-406A-925F-C79C6754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866B4-ED20-4B48-8A28-8A6F8CB6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LCEL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A6938-0BA2-4DBE-818A-498B68DC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4D636-66E8-4297-9B53-591C0D2E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Runnable을 연결하는 표현 방식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554038-16B1-4B33-A5F1-8845BA28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ED3EE5-2A28-4075-8BFE-D55A365C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5A822-C4D2-4686-9DEF-A81660E7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3D1DC2-8936-4390-92C1-961B61F1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C2C52-F81C-49CF-93B5-1F79634F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6D155-DC1F-4E12-A3F5-997AF055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차이를 흡수하는 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1383DD-FEC2-491F-985F-91E356B4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4C88E-3574-4FC8-A44D-5D71845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31572D-3377-4090-ADAB-E0C9483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3E9A3D-5234-4735-9BE7-8E81B824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Fallback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054639-4836-4353-8AD8-A58C7425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7D9720-4A2A-43A7-9097-48C6116E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시 정해진 대체 경로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3669F5-E699-4A8E-A406-FAB3DB59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BC2392-E1B0-43A2-9823-48076228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459573512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4F242-6D68-4848-878E-133817C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85F89-C59A-4DAD-BED8-9135BA80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F298C-D42E-4A98-9FB0-47F8DEC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77D67-579F-4558-8020-9271B372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C634C-BD87-483F-AA65-13DDD05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23C65-9FDD-415E-9DA7-84103609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46AB3-2D1A-4F00-BE82-7F757417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A5F58-05F3-40E8-BF7A-606E74B4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BB992-6BBA-48DE-ABC9-057B1708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OpenAI 오류가 조용히 fixture 성공처럼 보인다.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E6EE6-7F5B-4927-B8D8-8474668B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0167B-D130-4C3D-9CD0-9B39294E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provider별 코드를 업무 로직에 섞으면 모델 변경이 곧 전체 재개발이 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1EDAA-571F-48F4-BDA4-A0E31178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00889517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0E3B5-F88B-4354-8557-D6AF855A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A3699-4996-4F08-9F80-7AA80E2B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1A36E-7830-488D-9E58-B87EF191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61A4D-365A-456D-A89C-F23F2739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539B5-100C-4CF7-9ADE-19F1BCA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58BD0-C379-40A6-A2EE-3F5C58D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B1EB6-2211-44BF-8E47-70836BB2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1B97C-1A1B-4C6D-80E5-27659902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CF02F-7760-4D92-AEDC-BC5A84A8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provider 실패 시 허용 여부에 따라 fallback 또는 구조화 오류가 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D436B-3EDE-477C-AB77-DD988B85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D92CE-24CA-4F95-ABD6-E9970F37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9502E-9E21-4E62-853C-37319424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OpenAI 오류가 조용히 fixture 성공처럼 보인다.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52D1A-F483-4F08-B7CA-65CBE364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E3F1F-8A89-46F3-BA44-38DD94F3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DC34A-6B37-4EA8-82C4-EB365577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provider_requested·provider_used·fallback_reason을 결과에 함께 남긴다.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0E51A-C7BA-4356-A4D0-59BD61AB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F720E-D156-4EB8-862D-B3E1ED59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08CC2-A94C-410D-95C5-2F8C6A73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meeting_brief.json과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057451056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A5F91-3254-4FD9-8692-03D4AB8E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3A7B2-9F74-4297-9648-17C928DC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414FF-7ED3-4D6A-8979-FC452BA1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12EBE-A7CA-496C-9B7F-2D5EBCDF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9288A-B2F1-4E65-B53E-59AB890C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C9337-B048-4DD5-A168-65EC0D40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686c842b34333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961E4-6299-4728-BE7E-15171276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provider adapter가 기존 MeetingBrief contract와 fallback test를 통과하게 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A3D23-E590-42DD-B1FE-ABA1B881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740700868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8AAF11-56E5-4A30-9C95-4A3B5FE2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3E2A6-0FEA-4518-831D-D4C6D343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0C734-4CC6-4635-9037-72115C66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C3706-9B06-4FBD-B870-F32DA9AA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B40D9-FCBD-4446-BF3C-9D9B959C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05EF1-F9AE-4294-8B99-E3E573D9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25175-3360-4C7F-9C49-A1CE279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F79D1-25C0-4F0F-AE37-98C425FE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D31C2-E736-47E6-9AD5-587BB8BC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provider adapter가 기존 MeetingBrief contract와 fallback test를 통과하게 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36694-0C5F-45E6-8836-8737D229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7562C-4355-4704-A3FD-BC66ABF2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88E25-D967-4A5E-9E23-B4FFB538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src/openai_provider.py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requirements-local-llm-optional.txt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74327-2219-4C35-AB64-681F60EC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2B101-5D9F-4EE2-9705-5DC615AE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3D77E-4D0F-4598-B653-33E0D3A2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Qwen과 fixture가 같은 필수 field를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실패 시 허용 여부에 따라 fallback 또는 구조화 오류가 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6EA3E-EB09-45E2-8AE7-DB9F3201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516D6-3451-4AB6-959A-9B4FB352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12DC9-CC70-42C0-AF61-44F428EE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532157840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A184D-ACCD-4E5E-BA40-7BB8E77D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F6C49-8001-409E-9F49-5D0E0DA3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 검증과 사람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03B2F-2364-442E-8278-68DF0191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F0CDC-DF2A-4482-8728-3D60B36B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ED7EF-489B-41DC-B436-78BEF950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4A185-B9A5-4E1C-B083-39E785AC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BC17A-A0B7-49F5-BBFF-9BADE478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1B4BC-7B9E-4FA6-8D07-E48D3168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257C4-295B-4012-9956-0C3CBE4A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2C335-056E-478F-AB70-F62397AA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76943-CB36-4B85-999E-231EA0EF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14F27-8B78-41ED-BF73-DE45923A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E2304-97FE-4240-B508-DD8BE3A4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720A1-BF20-41F0-BA2E-99326FEB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Qwen과 fixture가 같은 필수 field를 반환한다.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39413-3C61-49CE-9B1F-FCDB2DC2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B3188-2BC5-491D-8024-5D4653E9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70069-CFAF-425F-8005-109E256F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28008-46DB-440C-80D1-036C3BE4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실패 시 허용 여부에 따라 fallback 또는 구조화 오류가 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1E8FE-889F-4712-AA8C-B0B59099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92003C-3CF9-4E60-A53E-29ED72A6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AAFAB0-4804-431A-85B7-F878E640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5B1C8-A88A-424B-9527-41D3E011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637052836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2C9EE-0135-407A-9C2B-9AF810CA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D1FDF-92C7-40E7-915D-C4A30AFE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정상 경로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C977C-6284-4DC7-9DB9-D3075E3A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8A783-AEBE-4A49-BDBD-91ADC63C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C4836-9322-4B08-82C8-447C6FC3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9BE58-FDE0-4266-B7DF-31C5BC99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6B805-8E90-4C96-BAE0-D5A9764D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8A8B5-4CB7-4E0D-8657-9257D2E5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AB1F-1394-4665-9247-3955CE91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src/langchain_lab.py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42DD2-0F2B-4DB2-AF89-39DE916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35899-F62B-4CEA-B58D-D6C22F6D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02E6B-84FB-4E17-971B-9686F9DB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src/openai_provider.py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2CD92-A197-4918-9A7E-BE5C9E8B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55B83-6321-4BE8-8BA6-12400CE7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0E11D-B907-4223-9170-1262D183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src.langchain_lab --provider ollama --model qwen3:4b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BF508-F5B5-42D4-9606-A3CEDCB4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86D80-2430-4F7C-8E23-D3241D79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7F333-8476-4CC8-B876-887ECB8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Qwen과 fixture가 같은 필수 field를 반환한다.</a:t>
            </a:r>
          </a:p>
        </p:txBody>
      </p:sp>
    </p:spTree>
    <p:extLst>
      <p:ext uri="{BB962C8B-B14F-4D97-AF65-F5344CB8AC3E}">
        <p14:creationId xmlns:p14="http://schemas.microsoft.com/office/powerpoint/2010/main" val="1439748182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BC822-6E14-4253-BEEC-10584C9C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F0943-F84D-4206-B1B5-A9B00065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AD9D7-DF8B-4333-B850-1DD972BE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B7407-FF0C-48EF-883C-57BBEF14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F10CA-849A-4B25-9241-5DEE6B03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B4750-C63B-4CAD-9BF5-E753183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5C776-7F8F-4592-B5C4-05ED7A79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3A005-5737-4820-9BCF-3EBCA27E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DC2CC-84C7-426C-867D-67F59B81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src.langchain_lab --provider ollama --model qwen3:4b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025F4-CDAB-45C8-AAEA-B2AAB68B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D01DC-29CC-4A16-A74E-C6324841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790947124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12697-9779-4F67-A1CF-DA7CFD23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44A8B-B383-4BCC-88EF-41F4BE21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B85F1-81DE-461E-B4F6-076DB682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E7CC8-2127-4C8C-B948-C4DB71DA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70252-B759-416A-87F7-9183F75B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4A796-7166-40F8-BE5C-2F58065A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2119F-525C-4B01-838F-D6B658D0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02CA5-27C2-4D05-A758-57D06F0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166C7-B714-4888-B45F-5D76415C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EEE90-2042-4A94-84F0-ECD532B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763DB-9A7E-41ED-A36B-A3166F0E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F08A3-488E-4DCF-9E11-C1C17A2C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2DA38-74E6-462B-A669-6DC07B22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Qwen과 fixture가 같은 필수 field를 반환한다.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provider 실패 시 허용 여부에 따라 fallback 또는 구조화 오류가 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261099873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DDE08-E1D6-4E90-B44F-79847EC6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E2DBE-C1AA-4A51-A5D8-24169689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실패·복구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A7CCC-1B17-47D4-A502-3BC104E7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CA666-D831-4C9D-8442-8630C55E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21585-5BAA-441B-B7B7-B54378FA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39889-6489-4DF9-AE0A-D5EB3D6D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05823-884F-4C09-B29F-9F0C22B5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FECD2-F593-455B-9A07-FE46DAE0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OpenAI 오류가 조용히 fixture 성공처럼 보인다.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FC3A2-73FB-4E96-84DD-09D935D9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3E4F2-A8F9-48F4-948D-4EABE2CF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3B3E0-0279-46E4-B316-EE1921E7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provider_requested·provider_used·fallback_reason을 결과에 함께 남긴다.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CFAEB-3E68-4E35-8CFA-9C24B88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provider 실패 시 허용 여부에 따라 fallback 또는 구조화 오류가 난다.</a:t>
            </a:r>
          </a:p>
        </p:txBody>
      </p:sp>
    </p:spTree>
    <p:extLst>
      <p:ext uri="{BB962C8B-B14F-4D97-AF65-F5344CB8AC3E}">
        <p14:creationId xmlns:p14="http://schemas.microsoft.com/office/powerpoint/2010/main" val="963915704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17260-A866-4D13-85BD-1D4A6A30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6499E-07E6-43A3-B7C2-F7AC105D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기반 소프트웨어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B1F7A-7137-4FE8-A3EC-F7AC4305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FBF93-F395-493F-8BB5-BFA7177C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9601F-9C42-4D54-B071-FACC3876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0F4D6-7D4A-43C8-895D-E34EDB91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53057-DA58-4D10-857F-3ED27B9A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384AB-6C2D-40F7-8EC7-F8F743B0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src/openai_provider.py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requirements-local-llm-optional.txt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2AECF-92C1-429F-8345-C14EE5C1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84866-8692-4B5B-83C5-8BB058F5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838C5-C062-4EEF-AAC7-FEFA9D87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D1940-6B2C-4582-8C0B-92841816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Qwen과 fixture가 같은 필수 field를 반환한다.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 저장</a:t>
            </a:r>
          </a:p>
        </p:txBody>
      </p:sp>
    </p:spTree>
    <p:extLst>
      <p:ext uri="{BB962C8B-B14F-4D97-AF65-F5344CB8AC3E}">
        <p14:creationId xmlns:p14="http://schemas.microsoft.com/office/powerpoint/2010/main" val="1419525060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2CCE0-813B-4371-A325-DD8921E3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CED93-0929-40A0-81C1-20DC177B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작업 명세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01351-6377-4356-B1F8-5138926C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00AFB-FABC-4783-AEFB-D8F51038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C8BB1-EDB5-4C3E-A3EB-A7F77832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B0EFC-54CB-47D3-B81A-1E66DF06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965D3-886E-45EC-B934-51BFD17A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새 provider adapter가 기존 MeetingBrief contract와 fallback test를 통과하게 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파일: src/openai_provider.py · requirements-local-llm-optional.txt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A4B64-DC0E-4ADD-87C8-08EAA35E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5D10BD-5A1B-4662-B5C3-F9886685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meeting_brief.json</a:t>
            </a:r>
          </a:p>
        </p:txBody>
      </p:sp>
    </p:spTree>
    <p:extLst>
      <p:ext uri="{BB962C8B-B14F-4D97-AF65-F5344CB8AC3E}">
        <p14:creationId xmlns:p14="http://schemas.microsoft.com/office/powerpoint/2010/main" val="1038213023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2EB3F-1386-4294-A948-A559823F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CE805-322E-445B-8062-8DD0FD04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Patch 생성과 Focused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1C19E-F160-4A8E-906C-A5D679A4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17E30-50F7-4BC3-BFCA-A98AEEDC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D452C-E83F-4599-87C2-30159F68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380ED-E141-4FF0-98DC-F77F1CA6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834CB-F192-42F1-8EDB-CDC20764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src.langchain_lab --provider ollama --model qwen3:4b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Case: Qwen과 fixture가 같은 필수 field를 반환한다.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1046F-46C9-460E-8244-632319DD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F4FA2-4D76-4057-8995-87C3BDE4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meeting_brief.json</a:t>
            </a:r>
          </a:p>
        </p:txBody>
      </p:sp>
    </p:spTree>
    <p:extLst>
      <p:ext uri="{BB962C8B-B14F-4D97-AF65-F5344CB8AC3E}">
        <p14:creationId xmlns:p14="http://schemas.microsoft.com/office/powerpoint/2010/main" val="2046049568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6A800-F869-458E-8409-AC7BD39D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DE33C-88FE-4AD1-A9E6-9846B057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Diff 리뷰와 경계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2DD18-C0E1-4A2E-974B-949646B2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142D0-FA82-4430-B9D1-C68057C4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D289E-A317-4502-8802-20FFCC1D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3754A-DFB4-414B-B605-7BC627B6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E640C-50E8-44F0-9D5F-82E0634C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 실패 시 허용 여부에 따라 fallback 또는 구조화 오류가 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provider_requested·provider_used·fallback_reason을 결과에 함께 남긴다.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5FCE8-5E31-49A8-8A64-C1FFC243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F634C-9FD8-4BE4-AE90-B630E474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99733919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F70C4-A80E-48FE-AE27-1E446E2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61AB0-0EA7-4A1F-A1BC-C0F3D52A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8FB84-3843-429B-979D-A7324978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21EA1-9289-4460-B41C-5D57E760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13DC1-64E3-48A6-954E-0DC7E52D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C5EAF-C7BD-4799-A14F-59E662E9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82AF8-B580-4257-9063-90765CAE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D42B1-ED1B-4A6D-B96E-5211F779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AE635-D035-4551-9F34-FE87D678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Qwen과 fixture가 같은 필수 field를 반환한다.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4C9AA-2639-47A3-B804-C404A5DA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09687-BE01-4D77-A89C-0B742953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04C39-388E-4394-8451-954F1C94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160DB-7FFB-4561-801D-39FED1ED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FB920-51F7-4A40-B5A8-EC603A1C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B45D3-9254-4E4A-8A9E-15789B14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9C986-9DF4-45A5-98A5-1185C64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FF0B7-8D97-4E24-8B3F-F597EA6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9B4C1-A313-4EF5-A610-E36C946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153094252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91153-2E77-4535-988C-E12DCD1A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7AE7D-F40A-4A4F-B277-CC89EFDD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46A62-EE6A-41F2-A0DA-A9088038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9C815-2DE8-4738-A63B-237F29A3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13ECA-1CA3-4E6B-BEAC-07D9B5FE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90572-8BD8-4C16-ADB8-A36F7C88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38A17-CB8C-4626-9695-38830DF8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B9C85-A374-42B8-8062-333C6C66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32D04-68AE-408B-8A85-4714A849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provider 실패 시 허용 여부에 따라 fallback 또는 구조화 오류가 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40EDA-216D-43E8-9C7B-15585A43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2776D-1011-4C5D-AC61-FA63D5FF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B0F12-C0C2-40D1-A140-573C993A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DC4C5-1FB1-42F0-AE85-E080340C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D1A86-150B-476A-9712-FDFA7477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C9EC1-6805-4216-B052-173456D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529720-339A-46EF-9ABC-4A4E512D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BD6BD-2ADF-44D8-A9F3-FAF30F12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1D32B-1ED2-4EF7-934E-9F2D4AA2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17660060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BDC26-86C6-4CC6-B1D3-1DEBE4D5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47288-567F-4C19-BE4B-14AA4743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256BC-AE9F-4DCB-B395-6836AAFC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3A5B6-A03C-4E50-B554-6E585B1F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4254B-E29F-40AB-BA46-B01FC30B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15ACA-2067-40D8-AC96-9138E841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173ED-803A-4766-9233-B76BFBEE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비용·보안·지연에 따라 로컬과 API 모델을 교체하는 회의 서비스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CF3E2-1DEE-48F7-9458-D7562A6D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12250-BA6C-48F4-8D6D-85D4E7C8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4BD07-66F7-4576-8A92-F4F7E806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BB07F-925D-4624-A48C-05643E92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59A2E-FBF0-47C0-A9AC-BD724FDC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16FC3-3798-4E98-A5CE-28AE7A8C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A2947-1FE8-4970-A6FF-ADD27F5D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A7958-4B06-4334-AC6A-8A9375B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B170E-7030-4DA4-8946-C22FD981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ABE91-0AA2-415A-A1DC-DA9C4D5F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CCBF0-9CF8-40E8-B185-A9CB4A41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46273-D80B-4208-B5BB-E669C552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326555309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7C1F2-C5B7-4A2C-93B6-E5C5A4EF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44D2C-FD68-4A9E-8360-F448183A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포트폴리오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C5057-23B5-4A3B-9166-49907B9C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BB6F4-6EDD-4E45-A731-47979BF4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2B08D-B8F7-4462-9421-603FDFB8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5A1E7-9E4D-4C04-B303-CD3D19FF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866C5-BD42-45CD-939D-2C8E0C02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비용·보안·지연에 따라 로컬과 API 모델을 교체하는 회의 서비스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67FFD-6556-4F1F-8ED0-7837F802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94B25-19CC-416F-A05F-493195A1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8564C-0F06-45A2-98B2-BA936A24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C47BE-FEE9-4263-9C34-E8107FA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270F6-B68D-4210-B95C-4D8AC6FA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CF7A6-1FD4-4D19-9348-AE9A81BD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A4646-3128-49F0-845B-C4F3812C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3326A-E88A-4AE2-B8DF-D7809E7A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C14F4-7C56-4827-AE38-571B3D1F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D3215-B6AB-49F5-A37C-CCDE2D7F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1C505-524B-4578-A7F4-1672D15C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561FB-F1BC-49EF-925F-1CBD7385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377672832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549B0-1B31-4246-8CC0-94422E6F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8EA40-C959-4FC2-9D59-79444D00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 운영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95651-9BAC-453E-AE85-A6229E4E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CA5F9-98B5-4025-8018-C59C0DD6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9C671-8905-41FF-9682-282EE7DF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85E9A-40C2-4645-8DCA-CF06D769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DB735-1A19-4363-9B99-73169257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62F7D-34AD-4B4F-ABE1-0D90E8C1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E3D90-87FE-4D72-81CA-ACEC0558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Qwen과 fixture가 같은 필수 field를 반환한다.로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7FD4D-E0B0-4E30-BF53-01873A00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CA5DE-B2EA-40B8-BAA4-0539CE5C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E521E-CCC5-4766-A6DA-6A15D709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67617-8A57-40C9-8DD8-8394C043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869CD-27D2-4BB0-B130-E685956E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736B9-669D-4C11-8E12-DADEB91F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provider_requested·provider_used·fallback_reason을 결과에 함께 남긴다.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6334C-5198-49A4-8BD6-A05BD000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0B9A1-DA25-472A-A82B-018EF541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C7AEA-BBFD-4374-9933-83F578B4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735352139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67C39-99AA-4EE4-AFD5-48203CE4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67246-A170-4B09-A76D-8D48E5FB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6차시 완료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C0CB4-99CD-4893-AE60-7962D1E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F4E17-7B3A-47DD-9DF5-BB92F7BF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3B50F-9991-4172-91CE-01D1E2D2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15:00-15:50 · 6차시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42824-AFCD-43B5-B356-31D58BE0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6B272-0CCE-49E5-91C3-4981AABC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53D0A-B5F0-46C8-81EF-768757BF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59790-58DE-4C10-820B-53F4D4EF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LangChain MeetingBrief Pipeline이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9BD88-1A71-4CFD-84E6-3486856F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A6885-5660-420A-A9D9-4EB0DCF4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C6115-EAD2-4281-97AD-8B35FC98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src.langchain_lab --provider ollama --model qwen3:4b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B31CF-3CAC-4D36-9981-08EA3320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0B204-EA7D-4551-93C6-A8DE8BBF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3F05A-12F8-43B2-9850-F1F55B6B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meeting_brief.json과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C441B-057D-4A73-BCF2-E9DCF8FF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Action Item 근거 검증</a:t>
            </a:r>
          </a:p>
        </p:txBody>
      </p:sp>
    </p:spTree>
    <p:extLst>
      <p:ext uri="{BB962C8B-B14F-4D97-AF65-F5344CB8AC3E}">
        <p14:creationId xmlns:p14="http://schemas.microsoft.com/office/powerpoint/2010/main" val="1569605073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B1BF2-8EC1-45BC-B82F-05C25D60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2955F-1368-4412-A665-F4627EBF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7차시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F4157-96FA-4BDA-A910-EF28A9FE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15:50-16:40  (쉬는 시간 17:30-18:00)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54E89-B602-4D27-ACB1-BF20E7E2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Action Item 근거 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15113-5467-46E6-A7B7-7BC55336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Evidence · Grounding · validated_meeting_brief.json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2A470-5F31-4363-8597-F2976CD4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8C1AC-26D4-47B4-BAF6-9BD907AD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42B26-107A-4CCD-9C76-96665EA4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FC5B1-5424-43AB-857D-955CF409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82FF5-2407-4BD7-8AB5-8099F00C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2DA12-393A-4AA0-9922-7193C7F8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5EE3A-6EA1-4544-8FD8-FD39BFB7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validated_meeting_brief.json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A7E36-60C8-4A9B-9E65-973C546B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한국어 회의 Agent · 7차시</a:t>
            </a:r>
          </a:p>
        </p:txBody>
      </p:sp>
    </p:spTree>
    <p:extLst>
      <p:ext uri="{BB962C8B-B14F-4D97-AF65-F5344CB8AC3E}">
        <p14:creationId xmlns:p14="http://schemas.microsoft.com/office/powerpoint/2010/main" val="1714337976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E2B07-EC86-4517-A083-05DF2B0D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DD54A-8380-44A2-8E04-E86B2524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 입력과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A44D8-40FF-4AF6-83A7-1EFC063D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60D28-56BD-48D2-91DB-A192A38A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97259-A0C4-4315-AF86-0B735D18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7359A-8CCD-4524-9E89-FB923A6B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A17D4-B2FC-4D69-94F6-27CB0FD3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2C281-73B9-429C-A961-54245632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B9566-2101-457F-88D5-DE5CAF6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meeting_brief.json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94A9B-380C-43ED-8886-25BBCFF1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F6957-5AB7-4282-AD3A-D2D39A82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81F91-F64A-4F16-B92A-665F089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Action Item 근거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A3BF1-7A10-4627-B246-72781857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E28D4-6EA7-4C79-A7D1-B4FCDCE6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585E2-3978-44C5-A32F-0B4D31D0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402CC-75FA-42A2-86DE-8CDA3535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73446-58FD-4AF0-B53B-B1E6B547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D3FC0-3371-4F73-88BF-B4AC94B1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도메인별 Golden Set</a:t>
            </a:r>
          </a:p>
        </p:txBody>
      </p:sp>
    </p:spTree>
    <p:extLst>
      <p:ext uri="{BB962C8B-B14F-4D97-AF65-F5344CB8AC3E}">
        <p14:creationId xmlns:p14="http://schemas.microsoft.com/office/powerpoint/2010/main" val="742587951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E0A98-3280-4016-909B-BFE0A998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4F61C-8F4B-42F4-B22D-EC4B29FD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41BDB-5F73-4436-8680-6806F6F2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64D70-9BDD-4B7B-8192-3A5078AC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BB601-D118-4EE8-89AE-CEDF4B8B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A8D63-828E-414D-8C32-7640D80E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담당자와 기한을 잘못 붙이면 회의 자동화가 오히려 조정 비용을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5C863-A269-4A77-9A4E-E2106A00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모든 결정과 할 일을 원문 segment ID에 연결한다.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0170F-05A8-45B9-9AFB-15ABD559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078E4-3078-4194-AFB0-556A95A8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validated_meeting_brief.json</a:t>
            </a:r>
          </a:p>
        </p:txBody>
      </p:sp>
    </p:spTree>
    <p:extLst>
      <p:ext uri="{BB962C8B-B14F-4D97-AF65-F5344CB8AC3E}">
        <p14:creationId xmlns:p14="http://schemas.microsoft.com/office/powerpoint/2010/main" val="1954805628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6D717-25A8-4026-AB5E-100D185B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812BB-BFDD-4551-9213-9686EFE5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9562D-6B83-4442-BE03-7550E24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FE0BE-25B1-406B-A0B3-86CA4CFD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D681A-B08F-4B06-9103-6F294B4C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13756-0DF0-4D2C-8033-B2E80CB6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D62CDC-2A49-4622-82D6-39D11BA2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2070D-FAA6-4D89-8935-6D6D48A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결정과 할 일을 원문 segment ID에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A912F-7AB7-4826-A40C-A81E4B74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3CA49-5E76-42D8-A719-AD302DA1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812F3-C491-4A58-BF0F-EA9ED388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ID가 존재하지만 실제 문장과 의미가 맞지 않는다.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12A0C-43AD-43F6-9112-2E58A1D4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D0740-785E-4383-A861-8069C45C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9F5BF-74D1-47AE-958E-26EDD6D0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637481073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7DCCC-499C-41DB-9EEC-3C5BB07A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498F0-61AF-4E0C-9FF5-CD05E365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용어 4가지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FC022-AEF6-4D1D-A27F-BDD34618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B4FA7-4371-4444-981D-18FB826A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755CD-9362-4A8D-8D80-AD008FE9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6AFB2-64FA-4D88-926C-DC0EFC52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60E6E-5FA7-45F0-AEF0-6C88A067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B3AE0-C09F-4AA9-A358-895404FB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EA179-6F01-410D-94C5-58C22316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A42D5-7E3C-46D9-94BF-67263BAD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EF408-710B-4BA9-B993-94F3A033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8EC14-990C-44AE-8420-44319F18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E50DD-9224-4337-A3DD-807BFF34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02C49-6409-4853-B472-768E468D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결과를 뒷받침하는 원문 구간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5B612-B9B2-4597-B1E4-223E7454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E82CD-90C8-459E-B86E-C2F27018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Grounding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0004B2-420A-4A5B-BAD1-1F6BEC39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A212D-103D-4EDF-BF72-2EA80276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출력 내용을 입력 근거에 묶는 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11A9E-EFB2-4AAF-BAA5-D23AE050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EC70E-36CB-48C7-9DCE-1F643595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Hallucination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33F2A-4F05-4558-83D5-A3F53C7C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4F048-9268-484A-AEBC-C5382247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없는 내용을 만든 오류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F5174-355D-4B1A-832D-0B8ABCE3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6C2638-BD5D-47EA-9EB0-7403DB30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Spot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C7363-2C65-460F-80C3-E2E18C27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BC79DD-2289-47B3-A3FC-34E8AA6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위험 구간만 사람이 확인</a:t>
            </a:r>
          </a:p>
        </p:txBody>
      </p:sp>
    </p:spTree>
    <p:extLst>
      <p:ext uri="{BB962C8B-B14F-4D97-AF65-F5344CB8AC3E}">
        <p14:creationId xmlns:p14="http://schemas.microsoft.com/office/powerpoint/2010/main" val="2072966620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9B456-69BB-4A6C-AEE1-E8E31B6F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FACF7-9543-4084-9889-772785B5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3CB15-D284-473C-826A-E8F5D80D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B1022-04C0-413F-A913-F73DED5B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794DD-D0CB-4124-A0C5-6AD0161F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6D311-A7B4-4627-B197-FFA0412F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94352-27BB-473F-B235-A1D9197B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8B586-9066-43C6-A4A0-D7E19B47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7ECD8-9FAD-4347-BB7B-D15F102C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3E580-A045-49DE-A4A1-BB957410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5964A-C7E3-46D0-A5A8-86EA1DF6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 추출 → Action Item 추출 → evidence ID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396AF-96A0-4810-B4F6-48F38DF1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B5566-2AEF-4786-8AAD-1C3B0A76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CE1FB-FF71-4F86-A59B-BB773276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4F745-16F2-46B2-89A9-E236CECC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5E09B-4F2C-48A6-B04F-201C8FD3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D52AB-234A-4C63-BF2D-3E7434E0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evidence ID가 known segment에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없는 s99를 가리키면 ACTION_n_UNKNOWN_EVIDENCE다.</a:t>
            </a:r>
          </a:p>
        </p:txBody>
      </p:sp>
    </p:spTree>
    <p:extLst>
      <p:ext uri="{BB962C8B-B14F-4D97-AF65-F5344CB8AC3E}">
        <p14:creationId xmlns:p14="http://schemas.microsoft.com/office/powerpoint/2010/main" val="1223860133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CF8DE-4C16-4462-85E8-5399096D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59536-2C8A-415F-BBA8-3C441B60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5단계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849ED-D53F-408F-93D9-71F3CD9F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3B3C1-DA13-4D3E-855B-E1CC40C1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1B3E5-D1C8-49AF-89FD-8FE1A903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11BD7-41BE-4CCE-B3F6-2765695E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B6613-26B6-4CCC-8D09-B866465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367E5-DCA7-4B0E-8101-24F47FAF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C1703-EF1A-4B32-97A5-633ACEC5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 추출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A4027-EBC5-459D-9E54-7B1076EB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93E60-CA34-4703-8390-7AF7D204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D834E-1102-47D9-9902-BE0A636C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Action Item 추출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6386E-B09F-420F-92E3-7200A48A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41911-B28B-4D6A-AA98-D25EEA88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14D33-D358-4B99-930B-D333F251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ID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4BDE0-C77E-4C20-AB71-51B5CA07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2D007-0F06-4ECA-A050-4C9FA945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3F396-E995-4078-80AE-A907B37B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미상값 null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B5831-60B8-4304-9E59-56B779E2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AAE58-23F2-4361-8748-5864D5D8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B0776-D563-4941-96A9-57B39581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67FF26-DE89-4CBE-8768-AD6C359C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validated_meeting_brief.json에서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329833025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25C3C-E55E-4D77-BDB8-7E9F037F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F21D5-CCF4-4D24-81B0-9340868B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6EA53-0097-4B1D-ADAD-E87A2E41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E9B0A-0222-44CB-9AD2-883D1AE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C6FF3-9949-4468-A5AB-B7552F65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1D17F-D2C4-46E4-B0BE-A815D46A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005BA-D6B5-47CF-9F85-C46E9C5D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A654C-F1CD-4836-AE74-E23DAD1A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evidence ID가 known segment에 존재한다.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1F907-FCA3-4E75-89EB-308C662B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3D78D-176D-450A-BB3C-52D5B6A2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E4940-C8ED-4902-89EE-260EB7A2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없는 s99를 가리키면 ACTION_n_UNKNOWN_EVIDENCE다.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A1795-4BF2-4385-AEC8-A7A7B9AA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19395-3A69-42EA-955A-2315237B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88A2B-90B9-4026-8403-B1FD5B4A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9AF84-DADE-4B89-B3A3-5442337D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8720B-60B2-4D86-99FB-F0F1642C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2C1F3-7A62-46DE-8877-62FF7FF4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식별자·validated_meeting_brief.json</a:t>
            </a:r>
          </a:p>
        </p:txBody>
      </p:sp>
    </p:spTree>
    <p:extLst>
      <p:ext uri="{BB962C8B-B14F-4D97-AF65-F5344CB8AC3E}">
        <p14:creationId xmlns:p14="http://schemas.microsoft.com/office/powerpoint/2010/main" val="724456672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4175A-B90E-43CA-AFCF-7732EE2C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503B8-7C88-4816-913B-B869AD27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 파일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41B2E-75FD-4253-B57A-43C1F694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CBF2A-8253-4AA8-A7CB-4D20D611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09F91-76D6-4D1A-9971-0B979B12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E0258-B3EA-440B-968F-54B66ED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8FCD1-C27E-4805-8155-0B997358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DCCA2-BE1D-45B0-BB3D-86B7FB57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281A7-6209-4B0F-9F8C-9A4AA52A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src/meeting_agent_workflow.py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F205A-43D4-4744-A1A2-4AA10F82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AF3C3-6B16-4795-A9AD-2EB4003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F58AF-E6DA-46DA-81AD-62714BAB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15D9E-2B7D-4D63-A966-AF43EF8C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EA710-AE1B-4D75-A3B6-A1D1E375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0C864-4A5C-4779-80A8-9D2F7CED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tests/test_meeting_agent_workflow.py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BDAF4-BC9E-4F11-98B7-80548E79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8BF70-10BC-42A8-BFE5-EA0C4C69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276D7-5A00-4826-B1F4-7A21D813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output/day1-meeting-agent-ollama/workflow_result.json</a:t>
            </a:r>
          </a:p>
        </p:txBody>
      </p:sp>
    </p:spTree>
    <p:extLst>
      <p:ext uri="{BB962C8B-B14F-4D97-AF65-F5344CB8AC3E}">
        <p14:creationId xmlns:p14="http://schemas.microsoft.com/office/powerpoint/2010/main" val="111015804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033F5-AFD4-4773-A5F0-FCF43E38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Action Item 근거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81551-597E-43CC-A73E-C884DB28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개념과 코드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0CFF8-8FDD-4166-A1F2-1BF6C3B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4BE66-EF6B-4D82-B6D2-CA369AB9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6BF41-5DD9-4D78-A6C5-BA5042F1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D70A1-61ED-44AA-BC87-3FAAE399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97F09-7CF1-4995-982D-49277A01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담당자와 기한을 잘못 붙이면 회의 자동화가 오히려 조정 비용을 만든다.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60E67-F195-4011-B41D-910830D8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2D359-E0C5-4BE6-81E3-74D2BDAC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BC6D4-DEA3-49CF-97E0-5FC536D4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evidence ID가 존재하지만 실제 문장과 의미가 맞지 않는다.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0347D-C9B0-4D25-A36F-C0417409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구조 검사는 code evaluator, 의미 검사는 표본 human review로 나눈다.</a:t>
            </a:r>
          </a:p>
        </p:txBody>
      </p:sp>
    </p:spTree>
    <p:extLst>
      <p:ext uri="{BB962C8B-B14F-4D97-AF65-F5344CB8AC3E}">
        <p14:creationId xmlns:p14="http://schemas.microsoft.com/office/powerpoint/2010/main" val="1889289145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7E7727-42B9-43DF-9FA1-19DE013C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E8CCA-D260-4305-87F5-07B50214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역할과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23128-3311-4C35-B4F2-C51011E9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706B2-84A1-4E62-BA96-F38A63D7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3F864-805E-48CD-8B2C-93BE4A8D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2E1DD-212D-4960-8874-6C545BC2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0D6EA-C44A-449E-B172-F1AC5EA0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2132A-708E-4429-BA29-B8B19558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3374E-0A27-49E2-8857-B376CF38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FB219-E280-4A1C-8E5E-6859ED32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72DF1-71A0-4F23-9060-07D46234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825F9-C690-44FA-828C-A2CED90A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96A5B-22AF-4D0C-BF1D-55C73A94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8CA874-7313-4880-AA8B-EB569C3D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CF103-43BE-47E2-87FD-FDFCC2F5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DC6A6-33C6-4CE0-969A-63670F6F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결과를 뒷받침하는 원문 구간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61284-24E5-4313-B106-E3F60016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8B522-77A3-42AC-A56D-57CC08A7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929F5-5D15-47C0-A0D7-18A18187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A452D-0737-4504-AF51-690605F1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Grounding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D30F36-CC27-42CA-8EC4-7780F0FE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81396-A980-4628-B9D9-DCE6DEFA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출력 내용을 입력 근거에 묶는 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CE48D-2077-4344-8E66-50EAA8C2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0C9DC-8054-4163-9D48-9EF6ED49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9E48C-86F7-4B6E-A92B-684EFA17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27042-3F6F-435F-AC72-724C2B13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Hallucination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596688-F84D-41B9-8B39-E50DE7B3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339D3-F934-4A67-98EA-4A332C36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원문에 없는 내용을 만든 오류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848B6-35E2-4A0C-B9AC-0526876E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F89BD1-6117-4696-A677-15A8F168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D549FF-535D-44DB-AC5D-EDC6FF5F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38D9C2-6FFF-48A1-B3BB-5CE4B1F8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Spot 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5E8A3-A9AB-47F0-8D1A-8574E603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F47FD0-C840-49CF-8710-51FC9B77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위험 구간만 사람이 확인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EA526-1253-41E6-807B-67922E8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166414-65A3-4A3A-BAC9-AEE54C01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1155474021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3F048-21D6-41B2-9ADC-FB0701FF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3682E-26C8-4DF4-A0C8-57709AEF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A446C-8346-4595-B0CD-4C2ABE16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7B3FF-076C-412E-9C82-B8006711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16A58-A1B2-4063-8BFA-4C2BFCE6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A04CA-3CA0-4ED2-84A0-8CFC9A9A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E0B7F-0A96-4C81-939F-B4D006A9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9AD00-F74C-4018-8036-A15A16D9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826BE-37DB-4D3D-A933-AEFF6D9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evidence ID가 존재하지만 실제 문장과 의미가 맞지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E2FD7-6928-4E5B-A439-89FCDA4D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51F32-C701-42F0-879C-7094B102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담당자와 기한을 잘못 붙이면 회의 자동화가 오히려 조정 비용을 만든다.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89B63-6930-4E08-8549-C625A78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676978487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D7BD4F-802A-4E65-9F07-ACBD0759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27331-33ED-4C55-A49D-7D76D354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4EDF6-493A-429C-87B0-9CEEB815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CA72D-86AC-41D6-82D9-172C732F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20C09-4E45-4E48-989E-F6869D17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30DB1-E9D1-4BBA-AAFA-3EDD6E54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554B1-6C84-414D-8E1C-5C4E4841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0DCA0-2B9A-4571-B05D-D1E3858D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3E11C-0B85-4125-A0F7-F99324E4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없는 s99를 가리키면 ACTION_n_UNKNOWN_EVIDENCE다.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2E341-460B-4F55-998C-1EE405D6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F33A1-D699-4F01-8FE5-4A4FF863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76FA1-01D2-43C6-A736-79170272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evidence ID가 존재하지만 실제 문장과 의미가 맞지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C0145-E973-4FDD-88CD-0BBADE09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F9094-82F1-4F5D-8AC6-3D6DFE85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EDB30-7A1C-4001-A917-3C6BCFCA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구조 검사는 code evaluator, 의미 검사는 표본 human review로 나눈다.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4D357-29E0-40CA-B3BC-1C2B4ABD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FA022-6B82-4386-A8C9-9A2B982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216C85-5CE2-4041-A7EF-6B703C7F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validated_meeting_brief.json과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043414180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CCEF9-4C21-49E6-8536-243C86C8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7F596-A2CD-4E36-A91F-04B1ABBB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1DAE4-6008-45A4-91A0-47EACD73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AE2D0-A96F-4DDC-9B7D-11DC0BC6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BBA5C-A8D5-42B2-8B2D-6DCAB84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A67D2-8A2D-4573-BA3F-65FB966A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f0750f0dc4b45"/>
          <a:stretch xmlns:a="http://schemas.openxmlformats.org/drawingml/2006/main"/>
        </p:blipFill>
        <p:spPr>
          <a:xfrm xmlns:a="http://schemas.openxmlformats.org/drawingml/2006/main">
            <a:off x="5010150" y="1830586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2BD46-2E22-4A35-B409-11783142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Action Item evidence 누락·unknown ID를 각각 재현하는 test를 추가한다.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EE821-D638-4CE6-BA8B-201A9E0A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1750922747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7B833-9D85-443F-B402-CA055714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F0E85-8673-4378-9430-EC7D7258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97536-DDD5-419F-A239-F3E76CB7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E6597-B131-496C-A602-335DBCA3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70B43-4B10-4C87-B0EE-87E3677D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CD42F-D722-4206-86BF-72C9BCC0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24E9C-398C-4057-AFA1-543B0ACC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DBBD7-2864-414E-A04B-F253176F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0AD95-3802-4A3F-A57A-04CAF00C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Action Item evidence 누락·unknown ID를 각각 재현하는 test를 추가한다.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B795D-5BD2-4EE6-AE0E-9686994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DD54E-059F-4A93-AE0B-7E2965C8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9DD96-4A28-427B-B6FD-0AE89F5C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tests/test_meeting_agent_workflow.py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FAC7A-771A-4262-B7A7-97D4B9E8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0B9F29-F932-4B9C-9A94-2CACD8F3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216E1-1143-4141-A109-4790195B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evidence ID가 known segment에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없는 s99를 가리키면 ACTION_n_UNKNOWN_EVIDENCE다.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01967-20B2-45D1-9777-AB260F85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5830A-92BE-493C-8A5D-3ECA948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BC76B-ABF8-4BA2-A442-03F086F8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2060356440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CE348-D54A-440E-8940-8C6A92F5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09033-8B40-4DD5-85FC-06B2D453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 검증과 사람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B4FA1-DD01-40FF-A9C6-DBEDA4DC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1EF74-5C35-4C85-84B1-65C0D826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1AD97-9549-40AF-AF4B-7C40F533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1A42A-7E62-4252-A9D7-63A17C40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65035-EFEB-4268-8202-77AF4A83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431C9-E073-4C97-945A-0ECE00BD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E5A10-1CB6-47F6-9B04-CFC61B2A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4FEA5-982B-4DC7-8F55-16BD3BC3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4C212D-F94E-499B-A0D2-4D427BE1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9FAB5-3913-4652-A436-FC3EF6B6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E3E1D-B042-4BF2-891E-CED8B9C0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D084EC-599D-4DF5-9D98-604FAF2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evidence ID가 known segment에 존재한다.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132A5E-1D1A-4458-B165-0242D9E9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F8BA2-4358-43C9-8816-6BE6E54D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EF078-6BBE-4D07-A75E-45798CC9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22483-C161-4D4F-A365-3312D40E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없는 s99를 가리키면 ACTION_n_UNKNOWN_EVIDENCE다.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36EE8-E3B8-4522-B714-FE00C88D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8C35F-9D02-46CA-8D99-FBBF7899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E4131-5451-4A8A-8585-19C11789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6F365-4D0B-431A-A51C-04B45535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834006597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A0414-29F6-4BD6-B6FD-34359FCE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AE74F-8B65-4726-BAE5-2E7CDD99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정상 경로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660A1-7AE1-4950-9888-35B83320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3D23C-DFEC-4BD5-BD1D-F7F62AF1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44E1C-4FE1-4272-B7EE-9A194216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AA8CE-54D8-4015-A41E-65173528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DB72B3-876D-49B1-88E4-78C28C08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C870F-BBF6-496D-834F-E5D390AA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F31D2-68D3-496D-8A71-1D709B5D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src/meeting_agent_workflow.py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F5023-FACE-4AFA-9831-F7657B03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D6609-1DA1-4294-A012-814AED49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AAFA8-A84A-402D-A555-046F38B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src/course_services/meeting_service.py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CD561-C9CF-41E5-A9BA-5831A766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91D6B-F938-4220-9422-C75D79C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7463A-6547-4AD1-84FB-DFC94BE9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src.meeting_agent_workflow --help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63BED-5797-4957-AF59-CA87CAF0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0AFAAD-B4D2-4F80-9EE8-B1E491BA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32E3A-E845-4F93-A004-37489A40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모든 evidence ID가 known segment에 존재한다.</a:t>
            </a:r>
          </a:p>
        </p:txBody>
      </p:sp>
    </p:spTree>
    <p:extLst>
      <p:ext uri="{BB962C8B-B14F-4D97-AF65-F5344CB8AC3E}">
        <p14:creationId xmlns:p14="http://schemas.microsoft.com/office/powerpoint/2010/main" val="1824728654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BFC58-3E6F-43DC-8116-53BEF700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3545C-FD1B-4FAD-AE26-941C2D92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61F54-28FD-4BA0-9E13-6204F41D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92204-521C-4191-AEBC-6B145A5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8E0A7-2826-4CE4-A78F-CDBB354A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C318F-D517-4B24-BCC2-01998BC1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8E480-77CF-4170-BC45-CE6B80A5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DCA08-2DB3-4F37-A4F8-9524F55A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959C8-8B09-44AC-9C69-D54CC527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src.meeting_agent_workflow --help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676A3-FBEC-4278-99D7-8149B7E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0273B-DAD2-4E8F-834E-0C4E613E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1746761578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DF60B-58FF-464C-B7D3-EA628C8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E720B-C3AD-4397-B79B-BF5005FE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A6D13-2D30-48B6-A1EC-2E0C81CE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A4106-FB4A-4A43-8E4D-2E8D7AF7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9F04E-4F78-44D3-B6BA-F8F3C8CE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28F31-6160-4D4D-A64B-91AE6BA3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199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24C89-6609-471F-BA47-7757D46C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19F25-23FA-45DA-9543-A0075A9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36C6B-7F26-4A2A-AD4C-EF37CB52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1B63F-0D27-41AB-81F6-D71BF4A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FA090-BA3C-45DC-B071-36B538AD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5578A-E70D-4BD3-B5C1-46E4FE22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4DD87-CAE3-4ED5-A14D-DA6395E5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모든 evidence ID가 known segment에 존재한다.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없는 s99를 가리키면 ACTION_n_UNKNOWN_EVIDENCE다.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1511751356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B39F9-7E2B-418C-8357-87FFA7B8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1E45C-D040-4553-926D-09B3B331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실패·복구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7C9B2-5E84-4B00-B86F-F04D52EB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8FFC6-BC8E-4D46-A0FD-A33DD8A9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30FE4-A3F1-4BAC-8966-68071DB3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D4067-72C6-45C3-8C5F-972B56F4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8BCCB-2243-412C-846C-412F2AE9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B911A-9828-4EAE-B19C-CAFA2906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evidence ID가 존재하지만 실제 문장과 의미가 맞지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4BFC6-3430-4E56-AAD1-D43C934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2D9C0-12C4-4EEF-8559-82643D86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334BD-A80C-40EE-85CB-3AB8F154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구조 검사는 code evaluator, 의미 검사는 표본 human review로 나눈다.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0676E-5E06-4CD5-B4F5-EB35712A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없는 s99를 가리키면 ACTION_n_UNKNOWN_EVIDENCE다.</a:t>
            </a:r>
          </a:p>
        </p:txBody>
      </p:sp>
    </p:spTree>
    <p:extLst>
      <p:ext uri="{BB962C8B-B14F-4D97-AF65-F5344CB8AC3E}">
        <p14:creationId xmlns:p14="http://schemas.microsoft.com/office/powerpoint/2010/main" val="1973130126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00CB8-3D2D-4974-9F0D-6284C144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6E9BB-E1F5-4BC9-B075-CFE57054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기반 소프트웨어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11E00-6D0D-4CEC-9831-0958E0F2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BC9DD-CDF1-4AAA-BDF5-64E4D7E9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E3789-78CE-40C3-8700-A776C264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D2948-22C0-41D0-B495-72248D80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C0054-B051-4660-A4D0-A0350A01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6089B-8E52-4392-97C3-444ECFF1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src/course_services/meeting_service.py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tests/test_meeting_agent_workflow.py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17EAE-5261-4CE3-AF26-4A6BA1FC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25FD2-184F-45F1-8831-350EAC0D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64825-686B-4B71-BEF8-9D5901AE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CA822-D36D-437B-8BBF-82C3D1D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모든 evidence ID가 known segment에 존재한다.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 저장</a:t>
            </a:r>
          </a:p>
        </p:txBody>
      </p:sp>
    </p:spTree>
    <p:extLst>
      <p:ext uri="{BB962C8B-B14F-4D97-AF65-F5344CB8AC3E}">
        <p14:creationId xmlns:p14="http://schemas.microsoft.com/office/powerpoint/2010/main" val="1166687699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292BE-8867-46FC-8F0F-5158C50C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D0419-EAB3-4A37-B4F8-9CD93F87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작업 명세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A5DF9-4012-4C77-BA3E-951CCB34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EE9AD-730C-4264-8630-21C40B34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44F8A-D284-4209-87B9-985AA94F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1BE53-2B22-4B7E-9D5B-4A63ACD0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937FC-0208-4003-9B4A-76BDAA03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Action Item evidence 누락·unknown ID를 각각 재현하는 test를 추가한다.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파일: src/course_services/meeting_service.py · tests/test_meeting_agent_workflow.py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5E0A3-3E5A-428E-A9DE-3704390D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07C4E-AEA2-4869-BE8C-28366BD7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validated_meeting_brief.json</a:t>
            </a:r>
          </a:p>
        </p:txBody>
      </p:sp>
    </p:spTree>
    <p:extLst>
      <p:ext uri="{BB962C8B-B14F-4D97-AF65-F5344CB8AC3E}">
        <p14:creationId xmlns:p14="http://schemas.microsoft.com/office/powerpoint/2010/main" val="634676523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BEC6E-5297-4177-B496-0A1180D4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B6CD2-96A5-4524-A722-E6E05E77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Patch 생성과 Focused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5944F-E7D5-4E63-825E-48A7BAFB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C9EDC-1734-4A2E-AB7C-11419670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EB0DB-E5C3-47A8-A70D-B53FBA36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04C0B-E328-43F0-8AFA-464B0323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D725C-B988-4CAB-B373-F1ED38A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src.meeting_agent_workflow --help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Case: 모든 evidence ID가 known segment에 존재한다.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829C4-842D-4214-986A-C43CAFF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EFAD4-DE5A-4A17-9BE3-64D3DC8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validated_meeting_brief.json</a:t>
            </a:r>
          </a:p>
        </p:txBody>
      </p:sp>
    </p:spTree>
    <p:extLst>
      <p:ext uri="{BB962C8B-B14F-4D97-AF65-F5344CB8AC3E}">
        <p14:creationId xmlns:p14="http://schemas.microsoft.com/office/powerpoint/2010/main" val="1286809177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EE51C-5A52-4D8B-A07E-FCB9F36E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915A1-A942-4D31-8521-8C22AA90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Diff 리뷰와 경계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D61D2-2939-42CF-BB69-D525E52B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360B0-4C40-4201-A469-676812A0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15252-D2B4-4AE0-92B6-3E57D94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14DF1-2ECF-4373-8976-75B66F8A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4503C-E7C4-4752-959C-82EF8A5E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없는 s99를 가리키면 ACTION_n_UNKNOWN_EVIDENCE다.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구조 검사는 code evaluator, 의미 검사는 표본 human review로 나눈다.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6EEE8-94AD-476B-97D4-AA61C6C8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939AC-DE93-45D6-8DAC-91D06ED7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238768192"/>
      </p:ext>
    </p:extLst>
  </p:cSld>
</p:sld>
</file>

<file path=ppt/slides/slide2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38A90-B3CA-4919-8706-93F898C6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43779-BD92-49D6-A880-FFEF1B13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E349E-DB4B-4334-AAEC-6808F290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4672B-0F52-4DBF-B6EC-2376E51C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460BE-18B3-46E4-AF67-90BE5090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64E87-C33A-44EC-8FCF-D83D6C70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552AD-234A-4ADC-9DE6-7E6915E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BBB8B-1796-47FB-A7D2-536B0C2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2FB7A-1B9E-4321-9FA5-1A72CF60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모든 evidence ID가 known segment에 존재한다.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B6652-61C0-467A-81DE-EC7C0F7B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FDDBE-AD94-4C6D-93DC-72E12D69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CB619-0DE8-4BE2-8007-E3FE2304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680B9-4708-4BEB-B9F6-B53D71F2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8D5A6-BEE6-434D-B2F8-AF019F5A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9B97D-29E6-40EE-B0CB-A18092ED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D0FCE-42D7-4C6C-9D5E-07B471BC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10CBE-FE23-4BE4-8916-2D0786C6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15F4D-EAC6-4585-885E-209995BD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2128171254"/>
      </p:ext>
    </p:extLst>
  </p:cSld>
</p:sld>
</file>

<file path=ppt/slides/slide2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72973-0E5E-4EAE-AD8B-21377C88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8D4CA-D14E-4E11-ACB7-DDCB906B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72115-E000-4B6E-9D6D-3C2CB293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8C019-9076-4699-804D-FD486D17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32AE0-12F9-4C87-8B5C-F7C49C6B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0A1BA-6FEE-441E-B9AB-B3DA1702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D3CA3-0FA7-4B3A-B790-035856CA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8B993-0E44-4E54-B909-AE4F40D8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0578F-3FB2-48FB-98A7-6EC5C65E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없는 s99를 가리키면 ACTION_n_UNKNOWN_EVIDENCE다.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4E244-62F0-4782-AE4B-362A38B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EA665-220B-4EFC-B31D-BC7A1667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995F2-EF46-460C-BD5B-25CD54C7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AFDC9-3721-4576-9686-55048FDD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893DF-D6CB-4AAD-A655-053C5C65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D2FA6-5F68-4DBD-A918-4D0E2A51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5240F4-7368-4612-A86D-57337B97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75B192-C10F-428A-956A-17B19A4F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CCE4E-42BD-49F2-BDAE-15E75507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27620205"/>
      </p:ext>
    </p:extLst>
  </p:cSld>
</p:sld>
</file>

<file path=ppt/slides/slide2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CCD9B-9905-4746-87A7-CAC0836F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C98CC-E9BB-4915-B9B7-DB84041C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89FE5-DB81-43E4-A356-03F78AC8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E31AF-536E-4B94-9312-ABDD2238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F8E46-3851-49B0-92B5-95E627CE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666FA-5AF2-4CC9-B99E-3E4BD50A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30C8D-B7C8-47C9-97C6-3A98F5B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후 담당 업무를 자동 제안하되 게시 전 원문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052FB-A2D2-4BF7-9EE2-3BCFABC8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3FBB9-0731-4184-9283-62BA2286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6B911-7CDC-445D-A8C6-A8EE2DD9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F0BD9-6D57-4C25-B397-71C34E4B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7A1DC-855B-4D6C-BCD5-F0D94030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6E7B9-56CE-45F2-9743-0DDA7EE5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AD927-AAA1-4C51-899D-E7BA7920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56B9C-915F-490B-95AD-F50053E4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C07CE4-489F-469A-8B01-7CE6C698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41BA4-4856-48A6-A676-A3B67D67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19ABD-76DA-4C3D-A6B9-A16D5647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6A29D-D713-43AA-82F4-0AD5CC4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1422595926"/>
      </p:ext>
    </p:extLst>
  </p:cSld>
</p:sld>
</file>

<file path=ppt/slides/slide2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D4AEC-2715-4BF2-815C-8FD1F721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89BA5-C476-4BA8-AF85-F5D03CF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포트폴리오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0AB5F-4EDF-4AD7-9032-F1541229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A8397-96C1-4255-9E04-58850602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D12BA-7FE6-4A80-93F6-5B89BD2B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E4F8C-771B-4824-BEAA-051FD736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FBF1C-0702-4995-9CAF-CF5C7EE9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회의 후 담당 업무를 자동 제안하되 게시 전 원문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E95FB-2617-454E-A051-2552364C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DA4A5-2F7E-4206-97C9-05575809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1D018-9BC5-4978-BFB6-D3EC3642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5D873-C5B0-4E62-810B-CBF50516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FB8E8-8F77-410C-97AD-1556839C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D6910-3866-47F4-B366-46DFD27D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D7BCC-F7E0-4F5D-A9E3-CC82F02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BA728-1DF1-4E38-8A4E-FE526D19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35D6D-63A5-47F7-82D8-24B96F3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9A27B-556D-4DF1-A436-BB6D7B0B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519AD-3C7F-4372-AE6F-2F933C77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A9BD7-2FA5-494F-A717-C04FDE90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349883430"/>
      </p:ext>
    </p:extLst>
  </p:cSld>
</p:sld>
</file>

<file path=ppt/slides/slide2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364A6-3BCB-4B4A-B62E-B5B05FD1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248A2-91FA-4A60-941A-94DC565A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 운영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DC176-B382-4167-AF08-09F8B7C6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331AE-622D-4D0C-8B0E-20323FB9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A6AEB-A552-4480-880F-B2710663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D1D35-F29A-4A32-84CE-BCD96B14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8D18F-09E1-460F-A26D-0D16721F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1F57B-0AAD-4D2C-93ED-647709CE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24614-E7BA-4051-B8DD-5C9A613C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모든 evidence ID가 known segment에 존재한다.로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F8526-0052-4859-89CC-AF11CFCE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4192F-37C6-49FF-BD14-CA65A2F3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2262B-2B01-40E9-BDCB-140A9B8A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17809-4F46-4B23-A09E-1D234CE9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9DFF0-6C32-42E7-9578-08F2999A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718FB-F16A-49F4-9D36-0587A866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구조 검사는 code evaluator, 의미 검사는 표본 human review로 나눈다.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612A0-51DA-4DF4-A9A6-135DB867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F9D91-BE8A-4286-AEDF-7209C653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470FB-1A58-4F20-9394-FEA8DA45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131181957"/>
      </p:ext>
    </p:extLst>
  </p:cSld>
</p:sld>
</file>

<file path=ppt/slides/slide2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6B1881-1EA0-4DAD-B797-BAF002B8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DBC1A-C80C-4D8C-AA3B-C838AC1A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7차시 완료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330B4-0BB6-4E18-AF08-088C2AB2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CED70-C4FE-482A-869A-4997546A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77942-E2EA-4061-95AD-9F10EB49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15:50-16:40 · 7차시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8F29E-4B86-41AC-9B3A-332F87E4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59379-B0B2-4BEA-BBE8-EB0A50D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4CE12-A5CA-4A2F-8135-B23335EC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405F8-8C3F-4AD9-8677-5FC68B25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Action Item 근거 검증이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8A202-2A64-4CB8-A698-38726175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3189E-6711-4FDB-9ED5-35840357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D1EFA-BB00-4F49-BE32-9F73D819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src.meeting_agent_workflow --help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282B7-7DF6-4F45-8426-E3753B92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3D4AA-79E2-4A3E-8D28-5C060941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26FB8-920C-46E9-ADCC-7171E1AA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validated_meeting_brief.json과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4F507-F48E-4B42-AA07-5BFB3AA1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다음 차시: 도메인별 Golden Set</a:t>
            </a:r>
          </a:p>
        </p:txBody>
      </p:sp>
    </p:spTree>
    <p:extLst>
      <p:ext uri="{BB962C8B-B14F-4D97-AF65-F5344CB8AC3E}">
        <p14:creationId xmlns:p14="http://schemas.microsoft.com/office/powerpoint/2010/main" val="1926831554"/>
      </p:ext>
    </p:extLst>
  </p:cSld>
</p:sld>
</file>

<file path=ppt/slides/slide2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0605F-FB39-4B14-BD96-2DECD784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F640B-989A-4332-A785-66A44B09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 2 · 8차시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D0F4F-D95A-483A-883D-297107BC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16:40-17:30  (쉬는 시간 17:30-18:00)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35BE9-F594-4181-8DB3-A2914748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28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도메인별 Golden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C7C1C-00A2-4900-8FD7-D42AA479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E0E0"/>
                </a:solidFill>
                <a:latin typeface="AppleGothic"/>
                <a:ea typeface="AppleGothic"/>
                <a:cs typeface="AppleGothic"/>
              </a:rPr>
              <a:t>Golden case · Evaluator · day2_eval_cases.json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2B156-A2C2-4CCB-8C8F-BAEEB934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40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9A38F-9951-4B6D-A99B-13D90CF8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진행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9EC44-3ECB-4400-BCB6-C872F048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강의 12분 · 강사 시연 10분 · Codex 소프트웨어 제작 23분 · 실행 확인 5분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23A6B-CBDA-4DB3-8F0C-A2DDA92B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사용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51C71-5938-4314-B067-7E4CE9A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data/meeting_sample_ko_12min_expected.json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FA50E-9E25-46E5-8849-DA3EE07B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33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확인할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860AC-58B6-4621-94D7-883185F4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day2_eval_cases.json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B6FC2-36D7-4D33-AD72-00779748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Day 2 · 한국어 회의 Agent · 8차시</a:t>
            </a:r>
          </a:p>
        </p:txBody>
      </p:sp>
    </p:spTree>
    <p:extLst>
      <p:ext uri="{BB962C8B-B14F-4D97-AF65-F5344CB8AC3E}">
        <p14:creationId xmlns:p14="http://schemas.microsoft.com/office/powerpoint/2010/main" val="131427557"/>
      </p:ext>
    </p:extLst>
  </p:cSld>
</p:sld>
</file>

<file path=ppt/slides/slide2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6B208-5785-4E2C-BC5D-780EBA7D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B676F-C9B5-475E-BE59-D0FD5E25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 입력과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8E2F1-96FA-4283-9CED-3CCD709B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1B7B6-473A-45B4-88F2-4A28A77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06D00-93AA-430C-918C-B0F161B8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13790-A916-49ED-8C36-A0588036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BE15D-3237-439D-A2A4-96DF398F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71389-572A-414A-AB1B-DFE8365F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573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68064-ED06-48AD-961C-5D90D569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621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validated_meeting_brief.json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7CFF5-FAB3-4D0A-9E07-99CD3550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A1523-9E89-4327-AA55-10577F33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24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AAEF3-97B1-4407-9F61-DA577740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289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도메인별 Golden 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B46C6-E0A5-4CC3-A5DA-41815FA8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A8D2B-8AAC-4459-80B1-2C5DF099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909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3BA36-5358-42F3-8CF3-646F9B5D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957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day2_eval_cases.json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DE8A4-3324-4887-9979-2E07A6FD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다음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3A92E-24CA-4B1D-A0D5-7421707B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E79B3-49FC-447F-B09E-540FA643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62500"/>
            <a:ext cx="796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1040145809"/>
      </p:ext>
    </p:extLst>
  </p:cSld>
</p:sld>
</file>

<file path=ppt/slides/slide2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F4DF3-5908-4B5C-9DD7-183A9E49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필요성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E76EB-5856-482F-B786-20BDB142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362E7-8D60-48FF-AC00-5A00B715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A804F-C642-4A72-97A4-CBAE964D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F0352-8E1C-4CF7-8EF3-42F61D68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2E0CA-B857-4486-BB91-0511A6AA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범용 요약 점수만으로는 금액·날짜·상품명 같은 도메인 오류를 잡지 못한다.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1A453-4A69-476F-B091-1B869286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이커머스·교육·금융 사례에 맞는 평가 case를 만든다.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5AA48-0313-4916-B329-AA8F57F3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8DD52-7A9D-455E-8BDA-9BFD33AF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이번 차시의 확인 결과: day2_eval_cases.json</a:t>
            </a:r>
          </a:p>
        </p:txBody>
      </p:sp>
    </p:spTree>
    <p:extLst>
      <p:ext uri="{BB962C8B-B14F-4D97-AF65-F5344CB8AC3E}">
        <p14:creationId xmlns:p14="http://schemas.microsoft.com/office/powerpoint/2010/main" val="394120282"/>
      </p:ext>
    </p:extLst>
  </p:cSld>
</p:sld>
</file>

<file path=ppt/slides/slide2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6108A-8A8D-4B46-8AD0-A091F3A0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차시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C2D50-BAB5-4853-8D51-736E3A5A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FCFFC-3F5B-4498-A6F9-5B12BD55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7FBD0-1844-4BE7-A683-0057B3A5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2A47F-71B8-4341-A340-DC640E2E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99863-F6DD-4189-8D08-E3158893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E13E8-1260-4FFB-8FEC-5F972A2B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71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2B104-D603-4086-8988-F15652DE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이커머스·교육·금융 사례에 맞는 평가 case를 만든다.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39E7B-76AF-4B06-96D0-B082A043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B2D92-9939-4775-A91C-A352C1A8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75CCB-E304-4E1F-803B-C527B43C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데모 한 건 성공을 서비스 전체 품질로 일반화한다. 왜 위험한지 설명한다.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6B6F4-9D0F-4E9A-80D5-0E96778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63800-8252-4A33-A055-D8A10DE8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957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E5645-9799-4059-A2EC-43F776B0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338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day2_eval_cases.json에서 정상과 실패 상태를 직접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342187764"/>
      </p:ext>
    </p:extLst>
  </p:cSld>
</p:sld>
</file>

<file path=ppt/slides/slide2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D8324D-CAB6-4FF7-8B40-94D96425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용어 풀이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863E4-3B83-44CF-8660-9DEE99B5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핵심 용어 4가지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207C3-5FC8-43D0-98E6-51518F0A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5B47C-5F42-4D1B-B9D9-43968422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35A7A-15B4-404C-B508-12EE65F5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FB12B-2903-4C33-B4B2-263DF961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05C2F-9561-4E30-8E8D-20782A60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7C03A-4AA1-4839-8C67-97EC8DDE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용어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81084-A810-41BC-B8DD-9848211D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04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FEFC0-944C-4B03-AB52-45CA9D8E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 수업에서 쓰는 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03857-FAB6-4419-AFE5-40C758D6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DB1C3-539D-4876-8645-29DCABBC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1F553-A557-4C06-8854-32DB6278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D7884-9B68-4903-AF10-EED4F852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팀이 합의한 대표 입력과 기대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01073-B452-4F3B-A043-D8624430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5D7C9-D369-4CAF-AC26-17F0671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Evaluator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0A747-7FA3-471C-8E03-D3EEABEC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7F2A0-BCD7-4C3E-885F-D6A26037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결과를 검사하는 함수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0CDD82-8A6B-4548-8FA1-925316CB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107A9-5ED7-4FFE-B146-A2D4A933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C63671-17B6-45B2-92B1-F3F0950C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767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7E75F-4B39-4A2F-8E00-32ACC502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4815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후 이전 동작이 깨진 상태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525286-9766-4BFA-9CE5-4662880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6EB94-95E3-4CDA-A4B0-86A98A7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4F427-1DD7-4D93-B94A-9FE05434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33950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936E3F-CFB9-49FB-884F-D5EAB160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05400"/>
            <a:ext cx="746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배포 여부를 가르는 기준</a:t>
            </a:r>
          </a:p>
        </p:txBody>
      </p:sp>
    </p:spTree>
    <p:extLst>
      <p:ext uri="{BB962C8B-B14F-4D97-AF65-F5344CB8AC3E}">
        <p14:creationId xmlns:p14="http://schemas.microsoft.com/office/powerpoint/2010/main" val="1150168839"/>
      </p:ext>
    </p:extLst>
  </p:cSld>
</p:sld>
</file>

<file path=ppt/slides/slide2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6FC09-E803-41E4-8D6D-566B539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입력·처리·결과·검증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DF290-0D0C-4DF0-AA51-27A91523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06E8A-91E0-40E6-8D11-3FC1EF67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03EE1-7F80-4707-895D-2395CFF7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475AC-7EF8-490C-8CCB-A340831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47A8E-FF48-4BF7-A2C4-B5D6FCD9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2A081-6352-40A7-B2AD-0D70C600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F11BC-0CD5-4276-9F31-63CA097F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data/meeting_sample_ko_12min_expected.json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FE36C-5F2B-4207-9F5C-60B09C36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PROCESS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1772F-0005-414B-A43B-69E30A65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E80AC-F725-4CE9-9BDC-F678D3E6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사례 수집 → 비식별 → expected field 작성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3DE11-B7B5-431A-80BA-4751FCD8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262FA-FEDE-4A3D-A862-E5587AE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E4E98-747B-42B3-A73B-06B67D2B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day2_eval_cases.json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F7FEE-42E6-4044-85AE-6171198E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23550-01CE-40E6-9C7B-168C466F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59F22-CE5E-4A3D-BAFD-340523B4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합성 회의 정상 case가 READY_FOR_EXPORT다.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HOLD나 사람 거절은 최종 READY가 될 수 없다.</a:t>
            </a:r>
          </a:p>
        </p:txBody>
      </p:sp>
    </p:spTree>
    <p:extLst>
      <p:ext uri="{BB962C8B-B14F-4D97-AF65-F5344CB8AC3E}">
        <p14:creationId xmlns:p14="http://schemas.microsoft.com/office/powerpoint/2010/main" val="307627277"/>
      </p:ext>
    </p:extLst>
  </p:cSld>
</p:sld>
</file>

<file path=ppt/slides/slide2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81B65-701E-417D-A8F7-20FBAE5D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업무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D52B0-057D-45E1-A5E2-135B3B79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5단계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96F96-22A2-4F08-8BB9-CC115363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A9FF5-CF9A-4CB9-8F5F-CD581C45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6467B-FF12-4A10-B6EC-CCBD41BC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35B66-4E26-4988-BABE-33624844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C205D-AAB0-4512-BCC5-73ED3165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F1009-DDE7-4AD1-8929-0AD9D246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1A7EA-551D-48BE-B3E3-9710E891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 사례 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3CF80-0A27-413E-AA21-983D57D1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2B8E7-7AEB-496A-B29E-5B589AA4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2D302-F913-45DF-87C4-6C3507F9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비식별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76AA2-46F7-49ED-AA35-D9BF5602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82B38-EBF8-4370-A34B-0D1843B7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62B24-E8F7-4632-84E0-97D88AD0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expected field 작성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3F3A7-B641-45DB-8EB1-C6A656D6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2168A-0F8D-4B25-96B3-05CB566A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DB757-3982-4C8C-8A57-5E5306CC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baseline 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EFFCA-3046-4944-853B-4C5E9448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6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055298-DBE5-41FE-A85F-624C6EE5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146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E6623-0DF1-48B3-87F3-1080650B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809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 2 tag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ACDDF-334B-4C28-AB19-DD5AFBAA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마지막 판단은 day2_eval_cases.json에서 사람이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986765783"/>
      </p:ext>
    </p:extLst>
  </p:cSld>
</p:sld>
</file>

<file path=ppt/slides/slide2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153CF-6E3B-4BF6-88D2-626CC551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성공·실패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9D2DC-216E-4C7E-98AC-413DAE8F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43C72-7EAF-4756-B97F-B6E146F8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ABD5B-8E76-42AA-9635-629A115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B5F5E-B0F6-4345-8CBC-4BCF5188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73D4E-A719-4562-AF9C-B34D774E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716BD-6279-48EF-8DD5-C9FBD3A0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42D94-6A35-47C7-B0AA-A7FBB060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합성 회의 정상 case가 READY_FOR_EXPORT다.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9FB21-22EF-42A8-B1DF-A32866F8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2BB0B-2BF9-405E-871F-63C0924B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146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C40D8-3704-485C-BB83-53447989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HOLD나 사람 거절은 최종 READY가 될 수 없다.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C6460-4367-4422-AA5C-545125A1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외부 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6C0F5D-3A68-49B8-90F8-59E26200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1E569-3394-41F5-B8BC-4A9779C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57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기본값 false · dry-run과 사람 승인 뒤에만 별도 adapter 호출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E582A-5C14-4383-A735-38EEB1B9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C0323-BB19-4A09-83EA-C93E77FA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5365C5-F440-4E3D-BC6B-2A8C5E24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244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status·error_code·입력 식별자·day2_eval_cases.json</a:t>
            </a:r>
          </a:p>
        </p:txBody>
      </p:sp>
    </p:spTree>
    <p:extLst>
      <p:ext uri="{BB962C8B-B14F-4D97-AF65-F5344CB8AC3E}">
        <p14:creationId xmlns:p14="http://schemas.microsoft.com/office/powerpoint/2010/main" val="2127963563"/>
      </p:ext>
    </p:extLst>
  </p:cSld>
</p:sld>
</file>

<file path=ppt/slides/slide2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F871F-1700-4037-A599-73079809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872B7-F64A-4C6E-BAC3-92A460C2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저장소 파일 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0ACB0-F7BE-48DB-A378-FEDCD6B7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691FF-FF54-4BED-ABF7-6E9D351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7FB1F-0F17-4032-9C61-1B83457C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4BF06-F6D5-42ED-BF6C-E2CCE692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94397-68E3-4BDC-83BE-8FEDB08B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입력·fixture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B01FC-4577-49F3-B7E1-00DC4F75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049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9E2AAE-BC6A-4D55-89B7-E8284F76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764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data/meeting_sample_ko_12min_expected.json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94C3D-F9B1-45E8-B283-84FE6C1F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구현 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9D1F0-0476-4626-8E5C-21BD0115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91436-2030-4C05-97C2-2FC35376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432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6586C-B33D-4F2C-A74D-A6CA37ED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검증·test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A87E9-751C-4CB8-A5F0-78C2DCB1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38550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26E3E-BFB3-4201-AA27-691EC452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100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tests/test_observability_workflow.py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C4C75-2F11-4D80-856C-7C52E524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따라하기 notebook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92BB5-1E63-4EAB-85D5-67830A68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053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DAC79-79B7-4181-9C8F-28BEE322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materials/day2/day2_service_lab.ipynb</a:t>
            </a:r>
          </a:p>
        </p:txBody>
      </p:sp>
    </p:spTree>
    <p:extLst>
      <p:ext uri="{BB962C8B-B14F-4D97-AF65-F5344CB8AC3E}">
        <p14:creationId xmlns:p14="http://schemas.microsoft.com/office/powerpoint/2010/main" val="1621284168"/>
      </p:ext>
    </p:extLst>
  </p:cSld>
</p:sld>
</file>

<file path=ppt/slides/slide2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FBB1E-2E20-4F72-8B55-40DFEA8D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도메인별 Golden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9780F-9779-439E-A3F4-533F1D8B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개념과 코드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C1AE6-EF51-47CA-9C89-124F6A5B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52D32-F674-46E9-8BAC-FC7E7E22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9737C-D6CC-475E-8C46-AEBB6154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ACE58-5DD5-4B89-9509-D66B295B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D10B1-B3E0-45BF-B3AE-36A17859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범용 요약 점수만으로는 금액·날짜·상품명 같은 도메인 오류를 잡지 못한다.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295CD-6776-4BF4-ABC0-FEA58F8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276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6A8A9-C713-45BE-ADB2-790109A9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152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이 차시에서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버릴 오해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06C90-FCD0-4950-A59A-B010ECA7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0764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데모 한 건 성공을 서비스 전체 품질로 일반화한다.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A77C8-5448-47F5-AD8C-30E1E397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숫자·이름·기한·무음·반복을 포함한 작은 golden set부터 운영한다.</a:t>
            </a:r>
          </a:p>
        </p:txBody>
      </p:sp>
    </p:spTree>
    <p:extLst>
      <p:ext uri="{BB962C8B-B14F-4D97-AF65-F5344CB8AC3E}">
        <p14:creationId xmlns:p14="http://schemas.microsoft.com/office/powerpoint/2010/main" val="1410667156"/>
      </p:ext>
    </p:extLst>
  </p:cSld>
</p:sld>
</file>

<file path=ppt/slides/slide2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E11A88-DBEC-4DAF-9A55-5A6D0557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E24AB-1E52-4DED-A9B6-E00481D8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역할과 선택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61CB4-672D-489A-A1FD-F9F4DA81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469AE-E7D2-493C-87F8-A5220F21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83154-A458-4642-8824-8B4DBA5D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4733D-96C5-4465-85D8-1227187F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FABC7-3090-4DCD-83CD-78E3CFB8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FC425-C820-46A0-B6A4-8308F0C9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14DB4-9068-4464-AD4D-A8EA8C3E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2569A-108A-45BA-A634-49A7B3FD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573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역할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5E44B-30C9-432E-B0C5-26BBBABC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1EDCE-BFC0-44F7-B3AB-7F958729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이번 차시의 판단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FA661-82C7-4D1E-A763-4656FC6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E103D-E7E4-4E0F-AD4F-C2E7500A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Golden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70817D-DC52-4B96-A610-DF541B56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E5A8F-12FC-4B90-920C-B00254AE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33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팀이 합의한 대표 입력과 기대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9E755-C979-4143-BD97-85B3A2B2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69817-D46A-4538-9DFA-B4B4705E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336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결정론 test로 먼저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0614E-63D3-46AE-8F79-7D032AB3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E7E81-7C4B-4074-A386-D4E677C2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Evaluator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00200-9294-43E5-9BF1-3991ABB4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DBBD8-5635-4388-8794-FD8E221F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결과를 검사하는 함수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3C915-44B7-4305-8099-8A3CF743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8D8BB6-B51C-4DCA-A29A-CD91889F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adapter 경계를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93A55-90EB-4264-B5DB-E9F9C23D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7B48E-96DE-4581-93A2-51F0F57E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Regression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0D1FA-B09D-476D-B92E-8F229A8F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FD117-F454-4B36-8F2C-BEFD5D76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86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변경 후 이전 동작이 깨진 상태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ECE80-F0C1-422F-B71B-3938727E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CCDAE-6102-4DCB-AEC6-27833A6B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862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비용·지연·권한을 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EA3FA4-7582-4EFA-A567-1AECBE90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4B81B-A98B-4428-A3FC-B13C2112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2076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Release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392138-DF54-45F7-AE57-CBFD980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9B86F1-87A8-4F72-8FC9-0B51134C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배포 여부를 가르는 기준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5ABC55-1F87-4D44-93E3-4B162441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6850DE-074B-4410-910C-A86594D3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62550"/>
            <a:ext cx="3600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판단과 운영 기록을 확인</a:t>
            </a:r>
          </a:p>
        </p:txBody>
      </p:sp>
    </p:spTree>
    <p:extLst>
      <p:ext uri="{BB962C8B-B14F-4D97-AF65-F5344CB8AC3E}">
        <p14:creationId xmlns:p14="http://schemas.microsoft.com/office/powerpoint/2010/main" val="23870827"/>
      </p:ext>
    </p:extLst>
  </p:cSld>
</p:sld>
</file>

<file path=ppt/slides/slide2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1CE56-EBEE-4E69-8ED3-9410B59F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5F9D3-724D-49E3-A6F7-BB81163D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79461-8B79-45CF-9352-FA6410A0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44E35-6632-4C70-A419-A892403A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1CD8F-FF4E-4FA5-A72E-17D21959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294DF-5B9B-4B72-9FCC-125889C6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B44F7-F9AD-46AD-B399-0D474AFC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24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41B4D-98DB-4F96-B299-812F3E38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90470-B5E1-402A-AD60-661B80F3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114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데모 한 건 성공을 서비스 전체 품질로 일반화한다.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DB4E5-EDAE-4FA9-9BC5-12807A0B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사용자 영향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4432D-58E3-47EE-9550-7ECBDE57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4819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범용 요약 점수만으로는 금액·날짜·상품명 같은 도메인 오류를 잡지 못한다.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3A5EE-E040-42BA-B123-412487B1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재현돼야 복구 코드와 회귀 test를 만들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1385902"/>
      </p:ext>
    </p:extLst>
  </p:cSld>
</p:sld>
</file>

<file path=ppt/slides/slide2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9EA3C-E6D6-4CC8-ABB4-0EB0953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오류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162E0-205E-4696-9905-D804CCD7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5E327-99D7-4BFC-9BA1-A2BDC856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21A41-4B0E-4CB3-82BC-A5AFB75E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36108-EC3D-4528-9880-516EBB72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F14F0-67D6-4757-A642-E25C65A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F44CB-A013-40C3-943C-9A67762D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C1177-A2A0-471D-9362-56F0B875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668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13C57-86A1-4538-AED5-6FF218AB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0495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탐지: STT HOLD나 사람 거절은 최종 READY가 될 수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C521A-D2EE-4138-B8EB-5BC34893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DBA6B-112E-47EB-BBAF-A2128B64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A7A83-8EB9-4BB3-95A4-D438D268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0507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중단: 데모 한 건 성공을 서비스 전체 품질로 일반화한다.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D1534-186F-445B-81B9-1D052F00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F6FF8-2C01-48BE-88C2-8A64F69B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8FD21-73FA-43E0-AE4C-C6776E5A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숫자·이름·기한·무음·반복을 포함한 작은 golden set부터 운영한다.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35E3D-E1CA-4BF0-AFEC-A3583FA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A66B7-C5E5-4B8B-BAEB-DDE29636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A5237-59BA-4592-909C-54A55233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05325"/>
            <a:ext cx="937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day2_eval_cases.json과 test 결과를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1173070989"/>
      </p:ext>
    </p:extLst>
  </p:cSld>
</p:sld>
</file>

<file path=ppt/slides/slide2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AA3A6-B5F7-4F97-B195-4D54F2EF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공식·로컬 참고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11B76-6026-440B-8221-14849F6A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E8E9C-3E99-46CE-A0FF-C97555F0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88BA6-EBE5-430C-BA5A-8D803E69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1472B-A810-400E-9833-7D5BBE1F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AED3C-6DE0-4D76-9FC2-5AFCCAFB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8592170454b5a"/>
          <a:stretch xmlns:a="http://schemas.openxmlformats.org/drawingml/2006/main"/>
        </p:blipFill>
        <p:spPr>
          <a:xfrm xmlns:a="http://schemas.openxmlformats.org/drawingml/2006/main">
            <a:off x="5010150" y="1829515"/>
            <a:ext cx="6191250" cy="34847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DE4EC-E9D8-42D5-8A5E-1655EB13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290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실패를 재현하는 test를 먼저 쓰고 최소 변경으로 통과시킨다.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4899B-F52D-48CF-9937-5784D1C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저장소 이해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허용 범위 변경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focused test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diff 리뷰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→ 사람 merge</a:t>
            </a:r>
          </a:p>
        </p:txBody>
      </p:sp>
    </p:spTree>
    <p:extLst>
      <p:ext uri="{BB962C8B-B14F-4D97-AF65-F5344CB8AC3E}">
        <p14:creationId xmlns:p14="http://schemas.microsoft.com/office/powerpoint/2010/main" val="2049535610"/>
      </p:ext>
    </p:extLst>
  </p:cSld>
</p:sld>
</file>

<file path=ppt/slides/slide2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E9E8C-5191-470E-9DA1-F5F52808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요청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8A039-99D8-4AB8-80F9-74461213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D72E5-E226-4EB2-BD60-B6E9BC32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C7D94-6AC4-4D0B-9AE1-0011B6CB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DCCFF-A377-4C5D-868A-41B1DC92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E6575-A91F-4B37-A7B9-EE51A928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96678-1A01-4A43-B27A-3FE2B68E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FEE49-AF74-436B-99D6-A8F4CA30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4E76C-177B-414F-87EC-C84DCCF6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811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실패를 재현하는 test를 먼저 쓰고 최소 변경으로 통과시킨다.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CD3DB-FA36-455F-8D60-7B0134D3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허용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DE561-E961-4160-B957-16FF1397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527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F9DFC-F6BA-4622-8AF1-4914F879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tests/test_observability_workflow.py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3BFCC-7531-429A-AAF7-037E50AB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조건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38A812-E3BD-4F78-A471-EBA5AA71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7665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E8658-B857-4655-B228-2C524FBB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합성 회의 정상 case가 READY_FOR_EXPORT다.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HOLD나 사람 거절은 최종 READY가 될 수 없다.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32471-03A1-4489-B77F-91AEA11B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D9AD3-13F4-43B7-BB79-9C057A80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00600"/>
            <a:ext cx="876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293BE-EED7-4DBB-A4F8-43F41DB9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26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secret 출력 · workspace 밖 변경 · test 약화 · 사람 승인 없는 외부 쓰기</a:t>
            </a:r>
          </a:p>
        </p:txBody>
      </p:sp>
    </p:spTree>
    <p:extLst>
      <p:ext uri="{BB962C8B-B14F-4D97-AF65-F5344CB8AC3E}">
        <p14:creationId xmlns:p14="http://schemas.microsoft.com/office/powerpoint/2010/main" val="1358285789"/>
      </p:ext>
    </p:extLst>
  </p:cSld>
</p:sld>
</file>

<file path=ppt/slides/slide2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6CE84-F696-4304-861D-A02C37A7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Codex 검증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4C206-5670-474A-AA33-A8870A92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Patch 검증과 사람 Merge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597A3-B6C8-41B5-B7C8-D90C11C2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5BE9D-5116-4DFC-8C8A-B420E2F7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36B18-6052-4EB2-AD8E-D0F1972C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72BB8-6E45-4A13-92C8-1AD80894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E8ABB-D2A8-4B48-AB62-18E0B871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54781-FD6C-4092-93A6-7E89D4A6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049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9F6D0-B376-4F54-9100-F232B619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71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E582E-7803-4BCD-A654-9E1C1F95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경로 밖 파일이 바뀌지 않았는가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7EDB4-DA7C-46C7-8081-A9F80D52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0B066-97B8-4F1C-8829-6A5A02A5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C69D7-E696-4B8B-9E2E-542C5A40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38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BA4B3-EC91-4711-8830-225E1E05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합성 회의 정상 case가 READY_FOR_EXPORT다.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D202B-6140-4EA5-A65B-E6FC7726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A809D-CF38-4539-BD54-E148D88F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Boundary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C02815-8AE6-4901-9A09-34A59866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D87EB-72E4-4E52-BC49-483AB5C6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HOLD나 사람 거절은 최종 READY가 될 수 없다.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71156-4A3B-4D78-9790-EA8CE3D6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53649-D4AA-4B55-80FE-3704F96D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Human merge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FEAA5C-2290-44FF-9718-83018D4F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72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4DF87-1580-4195-AE2C-7A1CA52A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05350"/>
            <a:ext cx="640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리뷰와 test 통과는 자동 승인이 아니다</a:t>
            </a:r>
          </a:p>
        </p:txBody>
      </p:sp>
    </p:spTree>
    <p:extLst>
      <p:ext uri="{BB962C8B-B14F-4D97-AF65-F5344CB8AC3E}">
        <p14:creationId xmlns:p14="http://schemas.microsoft.com/office/powerpoint/2010/main" val="1019328043"/>
      </p:ext>
    </p:extLst>
  </p:cSld>
</p:sld>
</file>

<file path=ppt/slides/slide2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C76F9-162A-4921-BC43-0F543542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강사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676D0-F682-46BE-BFB8-870E652E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정상 경로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3A660-1986-454B-A2F0-59BCE4E8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6BD8C-7A59-4EE8-9652-5F757F2F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5F80D-A399-4D08-96E6-DEA75DF1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8C89D-D1C8-495C-A953-B38D9D49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9240B-3AF3-401D-A7C0-E69E0544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85180-71B0-476A-9EB9-12094E10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85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80F9C-2BED-44E9-82EE-E28E7CE7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240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열기: data/meeting_sample_ko_12min_expected.json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283D3-AAA9-4F51-8AB2-CA270B09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87E1F-7001-4548-A757-9809BA49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3C8DD-2CCD-404B-8F17-6B467514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146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구현 확인: src/observability_lab.py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F8101-E25B-4B3C-99BF-0233E72E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8FBB8-353D-4871-96BB-4F49821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3CCCD-5E09-46ED-88B9-E6A22058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tests/test_meeting_agent_workflow.py tests/test_observability_workflow.py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4983E-2D22-4A71-9FE0-85B773A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65549-267C-4D1C-ACA5-69FFFE6D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57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AE125-8B4F-4E82-AA25-79F7F8EF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95800"/>
            <a:ext cx="9182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성공 신호: 합성 회의 정상 case가 READY_FOR_EXPORT다.</a:t>
            </a:r>
          </a:p>
        </p:txBody>
      </p:sp>
    </p:spTree>
    <p:extLst>
      <p:ext uri="{BB962C8B-B14F-4D97-AF65-F5344CB8AC3E}">
        <p14:creationId xmlns:p14="http://schemas.microsoft.com/office/powerpoint/2010/main" val="122551510"/>
      </p:ext>
    </p:extLst>
  </p:cSld>
</p:sld>
</file>

<file path=ppt/slides/slide2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50C87-700D-4B9A-993A-8F205BC0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Terminal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BC441-DB2B-4F16-A41C-0D744C5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 명령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E3E58-668B-4F49-B5C0-BCB81393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CFBC7-6EF7-4FE5-974A-39DB2B40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93931-8E13-4FEA-B072-45DD17AF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2D6D6-9735-4BAC-9DDA-8717D5FD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E4AFA-F894-4975-815F-9FE3DDF2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F6096-8F92-4B75-8FBF-B0AD25E9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$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DC24C-7315-4108-BB67-C3129FF7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python -m pytest -q tests/test_meeting_agent_workflow.py tests/test_observability_workflow.py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1DED8-F8E2-4E0C-94E0-95D36231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F6F18-224C-44E1-AC9B-6DA78B50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경로가 repository root인지 · Python 3.12 환경인지 · .env가 출력되지 않는지</a:t>
            </a:r>
          </a:p>
        </p:txBody>
      </p:sp>
    </p:spTree>
    <p:extLst>
      <p:ext uri="{BB962C8B-B14F-4D97-AF65-F5344CB8AC3E}">
        <p14:creationId xmlns:p14="http://schemas.microsoft.com/office/powerpoint/2010/main" val="792696361"/>
      </p:ext>
    </p:extLst>
  </p:cSld>
</p:sld>
</file>

<file path=ppt/slides/slide2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07F63-F087-409C-94CD-127BBB8A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예상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D9D77-CC46-4E84-AD20-35F3D3FC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96E67-585D-4B33-9885-00151066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A9524-34F7-44F6-A415-2665D000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83686-3AA9-4B5F-B4C1-2CAB1822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7A1A0-BCEB-4A13-9EB9-19427BD0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BD435-D4CA-4507-BE23-92CC5C34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E54AE-EC3A-404C-83DD-1B53E24C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SUCCESS 또는 EXPECTED_FAILURE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5F53F-59D3-4C4E-A4D3-C8459BAE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F622A-41CE-4E92-86FD-4ABC9452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day2_eval_cases.json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F5C9B-A00E-4BB4-9FBD-1E7F916A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476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C19F6-A88F-42C4-A356-A72739D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2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사람이 확인할 세 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03B83-C436-4A48-B530-2B03D25B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57450"/>
            <a:ext cx="3810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1. 합성 회의 정상 case가 READY_FOR_EXPORT다.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2. STT HOLD나 사람 거절은 최종 READY가 될 수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3. external_write=false</a:t>
            </a:r>
          </a:p>
        </p:txBody>
      </p:sp>
    </p:spTree>
    <p:extLst>
      <p:ext uri="{BB962C8B-B14F-4D97-AF65-F5344CB8AC3E}">
        <p14:creationId xmlns:p14="http://schemas.microsoft.com/office/powerpoint/2010/main" val="304720244"/>
      </p:ext>
    </p:extLst>
  </p:cSld>
</p:sld>
</file>

<file path=ppt/slides/slide2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AEDEF-DB1D-458D-B3F5-C54D2347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실패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C4623-8F2A-441C-AD79-58EF0802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강사 실패·복구 시연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52B44-66C7-4CE5-926B-69C25A0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A6B0C-DC8F-4D3B-A43A-F2A991E3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BAE00-C32F-406A-B3E8-013B7F8F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6E271-BB46-4340-AC00-05056AF4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BF23F-3B0B-4822-BBC5-36CA1F9D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D249F-02AA-4EFD-B0D3-AD7A85F9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데모 한 건 성공을 서비스 전체 품질로 일반화한다.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8FF76-23FD-4C81-B34F-95B4492B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76678-5128-46D0-825D-80AC3444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2CAE7-FAAD-4221-9D61-F8B7A0F5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4552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숫자·이름·기한·무음·반복을 포함한 작은 golden set부터 운영한다.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80EEF-DAF0-4AB5-A555-D29D0126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확인: STT HOLD나 사람 거절은 최종 READY가 될 수 없다.</a:t>
            </a:r>
          </a:p>
        </p:txBody>
      </p:sp>
    </p:spTree>
    <p:extLst>
      <p:ext uri="{BB962C8B-B14F-4D97-AF65-F5344CB8AC3E}">
        <p14:creationId xmlns:p14="http://schemas.microsoft.com/office/powerpoint/2010/main" val="1559180995"/>
      </p:ext>
    </p:extLst>
  </p:cSld>
</p:sld>
</file>

<file path=ppt/slides/slide2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302A7-EDC1-40AE-809C-83D73EE5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DB79E-34EB-4870-A0CF-83CE6FBA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기반 소프트웨어 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AC1CC-718E-4891-A90C-1317069F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ECC1A-677B-4F68-9402-20F76214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32FA3-A48E-46FF-9661-78449DEC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DAC8E-6D07-43BF-A87D-EC18F9D5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41F4E-0DE9-45F8-A2CD-CBC4BCE1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열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F32C0-C6A1-4B35-A2E3-FE0EB1A8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668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src/observability_lab.py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tests/test_observability_workflow.py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79C75-FE44-492C-9F57-3992509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작업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0B642-1C3D-426E-B507-37C29A63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19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 작업 명세 → 최소 Patch → Focused Test → Diff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A4AB9-E967-41CB-9C7D-3730C5F3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완료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D4993-CAE2-466C-8AA4-CA1C9031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819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합성 회의 정상 case가 READY_FOR_EXPORT다.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day2_eval_cases.json 저장</a:t>
            </a:r>
          </a:p>
        </p:txBody>
      </p:sp>
    </p:spTree>
    <p:extLst>
      <p:ext uri="{BB962C8B-B14F-4D97-AF65-F5344CB8AC3E}">
        <p14:creationId xmlns:p14="http://schemas.microsoft.com/office/powerpoint/2010/main" val="1930989178"/>
      </p:ext>
    </p:extLst>
  </p:cSld>
</p:sld>
</file>

<file path=ppt/slides/slide2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B570C-F713-4D09-BE6E-BABAA24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1E60B-6707-44CD-ACFD-90F5F9E5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1 · 작업 명세 입력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B0D88-A21B-4390-9A13-1BEA5C91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F400F-A61D-408D-B740-F2CD6FEA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B1C7A-8CDC-4E08-84ED-E2FD7CF3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4B383-850F-4929-B2AD-C9636D3A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AD0D8-D720-41AF-8397-89BC2B39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대표 실패를 재현하는 test를 먼저 쓰고 최소 변경으로 통과시킨다.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허용 파일: src/observability_lab.py · tests/test_observability_workflow.py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4C548-E880-407D-BCC3-5FDACC60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9A29A-A323-43B1-9FFB-B6A42460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day2_eval_cases.json</a:t>
            </a:r>
          </a:p>
        </p:txBody>
      </p:sp>
    </p:spTree>
    <p:extLst>
      <p:ext uri="{BB962C8B-B14F-4D97-AF65-F5344CB8AC3E}">
        <p14:creationId xmlns:p14="http://schemas.microsoft.com/office/powerpoint/2010/main" val="1485375726"/>
      </p:ext>
    </p:extLst>
  </p:cSld>
</p:sld>
</file>

<file path=ppt/slides/slide2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B704A-AC85-40B0-97F3-50F46A7F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AD745-7FD0-44A4-8B54-B3EBD8E7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2 · Patch 생성과 Focused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CDB51-57DE-4587-B840-67C15DE9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DFEC9-CB63-490E-B998-83F39041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EE3F4-28A0-4105-9286-643B099F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73CC3-2DBF-4658-987F-83AE33A9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D2B32-96D1-4E64-AFB8-DF94E2DA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python -m pytest -q tests/test_meeting_agent_workflow.py tests/test_observability_workflow.py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Case: 합성 회의 정상 case가 READY_FOR_EXPORT다.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6C16B-91DA-42B7-830E-3C3324C4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AE44C-1A8A-4C9E-B572-F509790B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 파일: day2_eval_cases.json</a:t>
            </a:r>
          </a:p>
        </p:txBody>
      </p:sp>
    </p:spTree>
    <p:extLst>
      <p:ext uri="{BB962C8B-B14F-4D97-AF65-F5344CB8AC3E}">
        <p14:creationId xmlns:p14="http://schemas.microsoft.com/office/powerpoint/2010/main" val="1903030709"/>
      </p:ext>
    </p:extLst>
  </p:cSld>
</p:sld>
</file>

<file path=ppt/slides/slide2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6D560-9764-4C5D-B0D1-EF149480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소프트웨어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30683-A6FC-4F8B-97BB-7274D5FA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STEP 3 · Diff 리뷰와 경계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ED82D-A0F3-4C09-AB47-761271BF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CD6C0-4C11-49CD-B964-21B22578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630A5-F016-44A9-8788-0AF8DF8C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9FF75-00AE-4E5E-96A6-47FEE8A8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C7E2E-A3D6-405E-93E3-35A3EC1C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STT HOLD나 사람 거절은 최종 READY가 될 수 없다.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복구: 숫자·이름·기한·무음·반복을 포함한 작은 golden set부터 운영한다.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E83AD-4024-4EB4-B227-511987E9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95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78A4B-7EB7-4E81-B2DA-E2A2F7B7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결과에 error_code와 external_write=false가 보이면 완료</a:t>
            </a:r>
          </a:p>
        </p:txBody>
      </p:sp>
    </p:spTree>
    <p:extLst>
      <p:ext uri="{BB962C8B-B14F-4D97-AF65-F5344CB8AC3E}">
        <p14:creationId xmlns:p14="http://schemas.microsoft.com/office/powerpoint/2010/main" val="1792195461"/>
      </p:ext>
    </p:extLst>
  </p:cSld>
</p:sld>
</file>

<file path=ppt/slides/slide2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46FCA-098B-4328-A1DC-7D3310B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8D757-52CC-4E17-8B71-F3B0BE12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48777-4B59-4DA5-9899-FC151812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6ECFC-F4AF-453E-B98B-F401696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664BF-041D-42B6-8596-568B866D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C96BF-2AFE-4F7F-9B90-2F499580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3A2A5-49B7-4A23-B8F4-1CAE1009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1DAD1-1C0D-4243-872B-36B7A93F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NORMAL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72BD1-81DE-4677-A95F-E837F6B2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합성 회의 정상 case가 READY_FOR_EXPORT다.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A5E69-09D5-4386-8B08-DEC9BA40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7E28F-D449-4E93-8DB5-287180AE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D29B1-23BD-4F57-A6A1-2BF71B64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 fixture와 실행 command가 기록됐는가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D1C4D-1AD4-44B7-94FD-4AAF5C3F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6EDFF-6E62-4129-A5AE-CDA928F7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A28F8-E048-4669-8817-1BC6D2E8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결과 schema가 validate되는가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1A765-E176-4D30-AA9A-720C9AD3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6F08A-1008-4319-9D8B-46AA9ADA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D96DC-3BA2-436B-867C-9A4C8A76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focused test가 실제로 통과했는가</a:t>
            </a:r>
          </a:p>
        </p:txBody>
      </p:sp>
    </p:spTree>
    <p:extLst>
      <p:ext uri="{BB962C8B-B14F-4D97-AF65-F5344CB8AC3E}">
        <p14:creationId xmlns:p14="http://schemas.microsoft.com/office/powerpoint/2010/main" val="1853151722"/>
      </p:ext>
    </p:extLst>
  </p:cSld>
</p:sld>
</file>

<file path=ppt/slides/slide2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444E9-BB0B-4B6C-90CA-FF149D7C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실행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3B76E-6685-4A71-AD84-2E1EFC08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Case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CF58B-1FE3-4143-B292-D3067A03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E1862-9204-4537-AA7D-4A2FE563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40912-121C-417A-B4FA-D4E65280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5506F-F4BF-4820-A8DB-3F6FADCD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2FB29-B069-4CFE-81C9-8E51F522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F6D84-25B8-4D05-8179-4E991E5B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C7C7C7"/>
                </a:solidFill>
                <a:latin typeface="AppleGothic"/>
                <a:ea typeface="AppleGothic"/>
                <a:cs typeface="AppleGothic"/>
              </a:rPr>
              <a:t>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4AB86-74F2-40F0-B04C-E8AED9CF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90700"/>
            <a:ext cx="809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STT HOLD나 사람 거절은 최종 READY가 될 수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97DCD-B30C-4454-B4BD-36F0BABA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801CB-1B1F-4A9F-99EF-ABA6D238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D1171-03CB-4007-8C7F-00AAD321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575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raw traceback 대신 stable error_code가 남는가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2AE9A-621B-40DF-8729-B36919A3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FA09A-B417-435C-AB42-25A6EF93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9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41E31-F883-4C9B-9EBB-E636FF25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576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외부 쓰기·자동 메일이 false인가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B6398-81E8-4EB1-8BEF-EE01CFCC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F9FC2-3669-409F-879A-B6614DA9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BA0A5-C0F1-4787-B1FC-B86420DB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57750"/>
            <a:ext cx="9182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실패가 다음 차시에서 재현 가능한가</a:t>
            </a:r>
          </a:p>
        </p:txBody>
      </p:sp>
    </p:spTree>
    <p:extLst>
      <p:ext uri="{BB962C8B-B14F-4D97-AF65-F5344CB8AC3E}">
        <p14:creationId xmlns:p14="http://schemas.microsoft.com/office/powerpoint/2010/main" val="894081635"/>
      </p:ext>
    </p:extLst>
  </p:cSld>
</p:sld>
</file>

<file path=ppt/slides/slide2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6367F-0A9E-4EAE-A0EC-F94EA3FC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CA899-3AC8-4315-9BAF-A9DAB320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03E45-86A3-4838-B9B6-A075CED1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40C5E-7B48-4190-9915-1F766ED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92484-61C2-43ED-87F0-BA57713A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5FE19-2C15-4ACD-8F3A-2D488443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30275-883B-4AEF-B983-2F3617B3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현업에서는 상담/회의 유형별 scorecard, 포트폴리오에는 실패 사례 3건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090D6-A304-4865-B19E-CDBFBE3E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5CAA4-3CFD-4861-9AC5-D9193DDA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45A84-FA16-4DDF-B1A1-84987427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실제 업무 데이터 대신 합성·비식별 sample로 먼저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B5E2C-1CB9-4469-8CBC-A3E57FA6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E6291-8E34-4D33-A6E1-43DCDEBE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953A4-9299-4F29-ACDB-09D49762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현재 수작업 시간과 오류를 baseline으로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72165-6E45-4291-BF22-21EF6CC7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1A910-4FF5-4665-B59B-B1D53985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6BB99-FC59-4BC6-991A-8BD2101C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사람 승인 전에는 외부 시스템을 바꾸지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D1A5C-729C-4A41-A706-D58BBB98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2291D-2A88-4285-8474-CA48F88C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66DC6-2EA1-432F-86D3-4558C3E8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day2_eval_cases.json을 운영 검토 자료로 사용</a:t>
            </a:r>
          </a:p>
        </p:txBody>
      </p:sp>
    </p:spTree>
    <p:extLst>
      <p:ext uri="{BB962C8B-B14F-4D97-AF65-F5344CB8AC3E}">
        <p14:creationId xmlns:p14="http://schemas.microsoft.com/office/powerpoint/2010/main" val="414687110"/>
      </p:ext>
    </p:extLst>
  </p:cSld>
</p:sld>
</file>

<file path=ppt/slides/slide2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7B99B-4C97-4C48-B608-D7FBAB60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구직자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21634-6D2E-4375-819C-8F970DFE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포트폴리오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69C89-BF3F-4383-8FDE-6C586F0D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289E0-AA01-4D7A-9AEA-25D7DA14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EE3F7-21FF-4E02-A7EA-AE052695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D7F04-82CE-494C-A29F-AE002142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ED4F9-D9AE-4454-A438-FCFD59F9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현업에서는 상담/회의 유형별 scorecard, 포트폴리오에는 실패 사례 3건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6F0FB-A22E-4EC9-8208-7BECC7B0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A2FBC-411B-4CC6-A0F6-F5D0FC48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19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2D7C8-F4C3-4255-8AB7-BC1BEB83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문제와 사용자 영향을 한 문장으로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2977E-A226-4AFF-AA11-48C439DD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9AB15-0EE3-49A8-8E06-C0D90F51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862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292D1-E033-4768-A9E7-437CEC5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정상 demo와 대표 실패 demo를 함께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87C6E-885D-4EA5-ADC5-B322EAE5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76672-512C-41E3-9944-BD7E3E1D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529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CA7EA-A7EB-4807-8D48-8B309B19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9105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Codex가 만든 diff와 직접 검토한 test 증거를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1BA36-0698-4E87-8AAA-1F8CB62E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C2369-7F15-44FE-9174-74F33878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9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82F86-C660-4482-A1F2-33658A07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880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day2_eval_cases.json과 README 재현 절차를 제출</a:t>
            </a:r>
          </a:p>
        </p:txBody>
      </p:sp>
    </p:spTree>
    <p:extLst>
      <p:ext uri="{BB962C8B-B14F-4D97-AF65-F5344CB8AC3E}">
        <p14:creationId xmlns:p14="http://schemas.microsoft.com/office/powerpoint/2010/main" val="1001335852"/>
      </p:ext>
    </p:extLst>
  </p:cSld>
</p:sld>
</file>

<file path=ppt/slides/slide2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A4E3B-7A97-419E-9623-523F08D3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운영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D3480-94E8-41B2-B764-F2755214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서비스 운영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81973-1E50-499B-AE65-811CAD4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97221-B5EC-4F54-838E-B8D8A1A5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06637-A0BA-4EF7-A0B2-9A506FDC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B1ABD-36F3-4163-A8A3-C98F0C32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4B813-30C9-4293-82CB-E596205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품질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6F910-0FF6-43F1-8C12-96171DE2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E5E5F-5A35-4569-89DF-DA43DF9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무엇을 합성 회의 정상 case가 READY_FOR_EXPORT다.로 정의하는가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E14A0-F26E-4664-B5FB-18759F56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안전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2909A-DD3E-4240-A11C-4F8F5CA0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F5ABB-FAE1-4482-9B5F-92AACB7E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어디에서 사람 승인과 external_write=false를 확인하는가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CCEDE-387A-4DE3-913E-334CD05B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BA19A-6F98-4F6C-8CDA-94DF4264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64426-D027-4494-900A-B0F440D9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숫자·이름·기한·무음·반복을 포함한 작은 golden set부터 운영한다.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C2161-DA43-4E5D-9164-84463A33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관측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A6C11-40E4-41F4-A3A3-60A5C0AC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A02465-A0AC-45DC-8679-41E61251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4914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day2_eval_cases.json에서 어떤 status·error_code를 보는가</a:t>
            </a:r>
          </a:p>
        </p:txBody>
      </p:sp>
    </p:spTree>
    <p:extLst>
      <p:ext uri="{BB962C8B-B14F-4D97-AF65-F5344CB8AC3E}">
        <p14:creationId xmlns:p14="http://schemas.microsoft.com/office/powerpoint/2010/main" val="33899330"/>
      </p:ext>
    </p:extLst>
  </p:cSld>
</p:sld>
</file>

<file path=ppt/slides/slide2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A35F3-2C13-4C8D-8FB0-55ECDFE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82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차시 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340C4-7FA2-4148-AF82-CB499D86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8차시 완료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F858C-6856-498C-9917-28C07768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E0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2AECF-03E1-43EF-AD35-7E95C571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DAY 2 · Meeting Intelligence Service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375A8-5BD6-4C6F-A05B-563B6FB7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151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750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16:40-17:30 · 8차시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03BD1-481F-4977-8474-ACAAE7D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750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240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A10F9-C5F5-4BFF-9837-B153C51C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48ED7-3329-4247-A77D-C476464A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5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CFE16-9DF1-4B83-BE66-24F785F8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설명: 도메인별 Golden Set이 필요한 이유를 한 문장으로 말할 수 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8D934-65BB-4F62-B293-264CFEB8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57736-3DB7-4E83-96D9-39C06E75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70760-1CD2-4CB2-B381-B2D02D14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5750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실행: python -m pytest -q tests/test_meeting_agent_workflow.py tests/test_observability_workflow.py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3D661-C44E-4364-97CC-F4CBBE2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defRPr>
            </a:pPr>
            <a:r>
              <a:rPr sz="975" b="1">
                <a:solidFill>
                  <a:srgbClr val="55555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8DA36-4C24-4D4F-99D4-A6DC0138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814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7B693-9372-4275-BFC6-6E391545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19550"/>
            <a:ext cx="9182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증거: day2_eval_cases.json과 정상·실패 test 결과가 남아 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F1579-0ED2-4E81-84BD-1368AB60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17:30-18:00 쉬는 시간</a:t>
            </a:r>
          </a:p>
        </p:txBody>
      </p:sp>
    </p:spTree>
    <p:extLst>
      <p:ext uri="{BB962C8B-B14F-4D97-AF65-F5344CB8AC3E}">
        <p14:creationId xmlns:p14="http://schemas.microsoft.com/office/powerpoint/2010/main" val="419572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2026-08-23T23:17:32.3530000Z</dcterms:created>
  <dcterms:modified xsi:type="dcterms:W3CDTF">2026-08-23T23:17:32.3530000Z</dcterms:modified>
</coreProperties>
</file>