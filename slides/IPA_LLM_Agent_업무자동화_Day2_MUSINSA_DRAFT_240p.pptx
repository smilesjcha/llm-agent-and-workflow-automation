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  <Override PartName="/ppt/slides/slide221.xml" ContentType="application/vnd.openxmlformats-officedocument.presentationml.slide+xml"/>
  <Override PartName="/ppt/notesSlides/notesSlide221.xml" ContentType="application/vnd.openxmlformats-officedocument.presentationml.notesSlide+xml"/>
  <Override PartName="/ppt/slides/slide222.xml" ContentType="application/vnd.openxmlformats-officedocument.presentationml.slide+xml"/>
  <Override PartName="/ppt/notesSlides/notesSlide222.xml" ContentType="application/vnd.openxmlformats-officedocument.presentationml.notesSlide+xml"/>
  <Override PartName="/ppt/slides/slide223.xml" ContentType="application/vnd.openxmlformats-officedocument.presentationml.slide+xml"/>
  <Override PartName="/ppt/notesSlides/notesSlide223.xml" ContentType="application/vnd.openxmlformats-officedocument.presentationml.notesSlide+xml"/>
  <Override PartName="/ppt/slides/slide224.xml" ContentType="application/vnd.openxmlformats-officedocument.presentationml.slide+xml"/>
  <Override PartName="/ppt/notesSlides/notesSlide224.xml" ContentType="application/vnd.openxmlformats-officedocument.presentationml.notesSlide+xml"/>
  <Override PartName="/ppt/slides/slide225.xml" ContentType="application/vnd.openxmlformats-officedocument.presentationml.slide+xml"/>
  <Override PartName="/ppt/notesSlides/notesSlide225.xml" ContentType="application/vnd.openxmlformats-officedocument.presentationml.notesSlide+xml"/>
  <Override PartName="/ppt/slides/slide226.xml" ContentType="application/vnd.openxmlformats-officedocument.presentationml.slide+xml"/>
  <Override PartName="/ppt/notesSlides/notesSlide226.xml" ContentType="application/vnd.openxmlformats-officedocument.presentationml.notesSlide+xml"/>
  <Override PartName="/ppt/slides/slide227.xml" ContentType="application/vnd.openxmlformats-officedocument.presentationml.slide+xml"/>
  <Override PartName="/ppt/notesSlides/notesSlide227.xml" ContentType="application/vnd.openxmlformats-officedocument.presentationml.notesSlide+xml"/>
  <Override PartName="/ppt/slides/slide228.xml" ContentType="application/vnd.openxmlformats-officedocument.presentationml.slide+xml"/>
  <Override PartName="/ppt/notesSlides/notesSlide228.xml" ContentType="application/vnd.openxmlformats-officedocument.presentationml.notesSlide+xml"/>
  <Override PartName="/ppt/slides/slide229.xml" ContentType="application/vnd.openxmlformats-officedocument.presentationml.slide+xml"/>
  <Override PartName="/ppt/notesSlides/notesSlide229.xml" ContentType="application/vnd.openxmlformats-officedocument.presentationml.notesSlide+xml"/>
  <Override PartName="/ppt/slides/slide230.xml" ContentType="application/vnd.openxmlformats-officedocument.presentationml.slide+xml"/>
  <Override PartName="/ppt/notesSlides/notesSlide230.xml" ContentType="application/vnd.openxmlformats-officedocument.presentationml.notesSlide+xml"/>
  <Override PartName="/ppt/slides/slide231.xml" ContentType="application/vnd.openxmlformats-officedocument.presentationml.slide+xml"/>
  <Override PartName="/ppt/notesSlides/notesSlide231.xml" ContentType="application/vnd.openxmlformats-officedocument.presentationml.notesSlide+xml"/>
  <Override PartName="/ppt/slides/slide232.xml" ContentType="application/vnd.openxmlformats-officedocument.presentationml.slide+xml"/>
  <Override PartName="/ppt/notesSlides/notesSlide232.xml" ContentType="application/vnd.openxmlformats-officedocument.presentationml.notesSlide+xml"/>
  <Override PartName="/ppt/slides/slide233.xml" ContentType="application/vnd.openxmlformats-officedocument.presentationml.slide+xml"/>
  <Override PartName="/ppt/notesSlides/notesSlide233.xml" ContentType="application/vnd.openxmlformats-officedocument.presentationml.notesSlide+xml"/>
  <Override PartName="/ppt/slides/slide234.xml" ContentType="application/vnd.openxmlformats-officedocument.presentationml.slide+xml"/>
  <Override PartName="/ppt/notesSlides/notesSlide234.xml" ContentType="application/vnd.openxmlformats-officedocument.presentationml.notesSlide+xml"/>
  <Override PartName="/ppt/slides/slide235.xml" ContentType="application/vnd.openxmlformats-officedocument.presentationml.slide+xml"/>
  <Override PartName="/ppt/notesSlides/notesSlide235.xml" ContentType="application/vnd.openxmlformats-officedocument.presentationml.notesSlide+xml"/>
  <Override PartName="/ppt/slides/slide236.xml" ContentType="application/vnd.openxmlformats-officedocument.presentationml.slide+xml"/>
  <Override PartName="/ppt/notesSlides/notesSlide236.xml" ContentType="application/vnd.openxmlformats-officedocument.presentationml.notesSlide+xml"/>
  <Override PartName="/ppt/slides/slide237.xml" ContentType="application/vnd.openxmlformats-officedocument.presentationml.slide+xml"/>
  <Override PartName="/ppt/notesSlides/notesSlide237.xml" ContentType="application/vnd.openxmlformats-officedocument.presentationml.notesSlide+xml"/>
  <Override PartName="/ppt/slides/slide238.xml" ContentType="application/vnd.openxmlformats-officedocument.presentationml.slide+xml"/>
  <Override PartName="/ppt/notesSlides/notesSlide238.xml" ContentType="application/vnd.openxmlformats-officedocument.presentationml.notesSlide+xml"/>
  <Override PartName="/ppt/slides/slide239.xml" ContentType="application/vnd.openxmlformats-officedocument.presentationml.slide+xml"/>
  <Override PartName="/ppt/notesSlides/notesSlide239.xml" ContentType="application/vnd.openxmlformats-officedocument.presentationml.notesSlide+xml"/>
  <Override PartName="/ppt/slides/slide240.xml" ContentType="application/vnd.openxmlformats-officedocument.presentationml.slide+xml"/>
  <Override PartName="/ppt/notesSlides/notesSlide2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8544a87d874e61" /><Relationship Type="http://schemas.openxmlformats.org/officeDocument/2006/relationships/extended-properties" Target="/docProps/app.xml" Id="Rdf31cc62fe0948c9" /><Relationship Type="http://schemas.openxmlformats.org/officeDocument/2006/relationships/officeDocument" Target="/ppt/presentation.xml" Id="Ref79ad7a775b45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8d6ba6f1704f76"/>
  </p:sldMasterIdLst>
  <p:notesMasterIdLst>
    <p:notesMasterId xmlns:r="http://schemas.openxmlformats.org/officeDocument/2006/relationships" r:id="Re3ea6cbfe0d742b9"/>
  </p:notesMasterIdLst>
  <p:sldIdLst>
    <p:sldId xmlns:r="http://schemas.openxmlformats.org/officeDocument/2006/relationships" id="256" r:id="R3c36775cf24c4c8a"/>
    <p:sldId xmlns:r="http://schemas.openxmlformats.org/officeDocument/2006/relationships" id="257" r:id="R46286c976ed042fd"/>
    <p:sldId xmlns:r="http://schemas.openxmlformats.org/officeDocument/2006/relationships" id="258" r:id="Ra99b126c0d1845fb"/>
    <p:sldId xmlns:r="http://schemas.openxmlformats.org/officeDocument/2006/relationships" id="259" r:id="R50664658506c4aec"/>
    <p:sldId xmlns:r="http://schemas.openxmlformats.org/officeDocument/2006/relationships" id="260" r:id="Re96b029a494c4c07"/>
    <p:sldId xmlns:r="http://schemas.openxmlformats.org/officeDocument/2006/relationships" id="261" r:id="Re91994711f114ff9"/>
    <p:sldId xmlns:r="http://schemas.openxmlformats.org/officeDocument/2006/relationships" id="262" r:id="R3258e5cfcee94db3"/>
    <p:sldId xmlns:r="http://schemas.openxmlformats.org/officeDocument/2006/relationships" id="263" r:id="Rb335a4494ef44d33"/>
    <p:sldId xmlns:r="http://schemas.openxmlformats.org/officeDocument/2006/relationships" id="264" r:id="R50b9923a62ee481e"/>
    <p:sldId xmlns:r="http://schemas.openxmlformats.org/officeDocument/2006/relationships" id="265" r:id="R0941c509068d499b"/>
    <p:sldId xmlns:r="http://schemas.openxmlformats.org/officeDocument/2006/relationships" id="266" r:id="Rf4b04ceb833c4b27"/>
    <p:sldId xmlns:r="http://schemas.openxmlformats.org/officeDocument/2006/relationships" id="267" r:id="R524aa5a5bf904fa0"/>
    <p:sldId xmlns:r="http://schemas.openxmlformats.org/officeDocument/2006/relationships" id="268" r:id="Rd1f8d2b993344439"/>
    <p:sldId xmlns:r="http://schemas.openxmlformats.org/officeDocument/2006/relationships" id="269" r:id="R6def10353da54644"/>
    <p:sldId xmlns:r="http://schemas.openxmlformats.org/officeDocument/2006/relationships" id="270" r:id="Rc78c6ba9fa424385"/>
    <p:sldId xmlns:r="http://schemas.openxmlformats.org/officeDocument/2006/relationships" id="271" r:id="R9ce2781c836347f8"/>
    <p:sldId xmlns:r="http://schemas.openxmlformats.org/officeDocument/2006/relationships" id="272" r:id="R2a23d25b6852470d"/>
    <p:sldId xmlns:r="http://schemas.openxmlformats.org/officeDocument/2006/relationships" id="273" r:id="R67a576002ae34c72"/>
    <p:sldId xmlns:r="http://schemas.openxmlformats.org/officeDocument/2006/relationships" id="274" r:id="R8a1dc56531fe4e8e"/>
    <p:sldId xmlns:r="http://schemas.openxmlformats.org/officeDocument/2006/relationships" id="275" r:id="R97e5084398164f4b"/>
    <p:sldId xmlns:r="http://schemas.openxmlformats.org/officeDocument/2006/relationships" id="276" r:id="Rb115429154fc4d32"/>
    <p:sldId xmlns:r="http://schemas.openxmlformats.org/officeDocument/2006/relationships" id="277" r:id="R92b18f511e6849e2"/>
    <p:sldId xmlns:r="http://schemas.openxmlformats.org/officeDocument/2006/relationships" id="278" r:id="R6822f1b103c64a72"/>
    <p:sldId xmlns:r="http://schemas.openxmlformats.org/officeDocument/2006/relationships" id="279" r:id="R7eca8c0b95b94606"/>
    <p:sldId xmlns:r="http://schemas.openxmlformats.org/officeDocument/2006/relationships" id="280" r:id="R6834e23a3bbe45aa"/>
    <p:sldId xmlns:r="http://schemas.openxmlformats.org/officeDocument/2006/relationships" id="281" r:id="Rbda035f831694601"/>
    <p:sldId xmlns:r="http://schemas.openxmlformats.org/officeDocument/2006/relationships" id="282" r:id="Refc934e36de540e4"/>
    <p:sldId xmlns:r="http://schemas.openxmlformats.org/officeDocument/2006/relationships" id="283" r:id="R39515a026e814f2e"/>
    <p:sldId xmlns:r="http://schemas.openxmlformats.org/officeDocument/2006/relationships" id="284" r:id="R98563b5b9d8f4fd1"/>
    <p:sldId xmlns:r="http://schemas.openxmlformats.org/officeDocument/2006/relationships" id="285" r:id="R9c179a5763684b99"/>
    <p:sldId xmlns:r="http://schemas.openxmlformats.org/officeDocument/2006/relationships" id="286" r:id="R79f8e1512f234250"/>
    <p:sldId xmlns:r="http://schemas.openxmlformats.org/officeDocument/2006/relationships" id="287" r:id="R1e6787e0305d4a83"/>
    <p:sldId xmlns:r="http://schemas.openxmlformats.org/officeDocument/2006/relationships" id="288" r:id="R72bcaee0456b4e64"/>
    <p:sldId xmlns:r="http://schemas.openxmlformats.org/officeDocument/2006/relationships" id="289" r:id="R2e2fae9fac85484d"/>
    <p:sldId xmlns:r="http://schemas.openxmlformats.org/officeDocument/2006/relationships" id="290" r:id="R731185a2697845ce"/>
    <p:sldId xmlns:r="http://schemas.openxmlformats.org/officeDocument/2006/relationships" id="291" r:id="Rfb046f6e7ec44923"/>
    <p:sldId xmlns:r="http://schemas.openxmlformats.org/officeDocument/2006/relationships" id="292" r:id="R6517441875ca416d"/>
    <p:sldId xmlns:r="http://schemas.openxmlformats.org/officeDocument/2006/relationships" id="293" r:id="Re4dd4873eba14e06"/>
    <p:sldId xmlns:r="http://schemas.openxmlformats.org/officeDocument/2006/relationships" id="294" r:id="R31d886ed2b0644d5"/>
    <p:sldId xmlns:r="http://schemas.openxmlformats.org/officeDocument/2006/relationships" id="295" r:id="Rca7aa7f159da4907"/>
    <p:sldId xmlns:r="http://schemas.openxmlformats.org/officeDocument/2006/relationships" id="296" r:id="R9022b08672b44444"/>
    <p:sldId xmlns:r="http://schemas.openxmlformats.org/officeDocument/2006/relationships" id="297" r:id="R0afa1ef7932641a3"/>
    <p:sldId xmlns:r="http://schemas.openxmlformats.org/officeDocument/2006/relationships" id="298" r:id="Rac0b71324ea04429"/>
    <p:sldId xmlns:r="http://schemas.openxmlformats.org/officeDocument/2006/relationships" id="299" r:id="R7591382320884d1b"/>
    <p:sldId xmlns:r="http://schemas.openxmlformats.org/officeDocument/2006/relationships" id="300" r:id="R000ae783f15e494f"/>
    <p:sldId xmlns:r="http://schemas.openxmlformats.org/officeDocument/2006/relationships" id="301" r:id="Re49ce8a7a65f4607"/>
    <p:sldId xmlns:r="http://schemas.openxmlformats.org/officeDocument/2006/relationships" id="302" r:id="R235109699e3049a7"/>
    <p:sldId xmlns:r="http://schemas.openxmlformats.org/officeDocument/2006/relationships" id="303" r:id="R6c0bd2b8534746eb"/>
    <p:sldId xmlns:r="http://schemas.openxmlformats.org/officeDocument/2006/relationships" id="304" r:id="R3ec75269b5a14a50"/>
    <p:sldId xmlns:r="http://schemas.openxmlformats.org/officeDocument/2006/relationships" id="305" r:id="R987fc8c2d0fe4091"/>
    <p:sldId xmlns:r="http://schemas.openxmlformats.org/officeDocument/2006/relationships" id="306" r:id="R6215069912b04ad8"/>
    <p:sldId xmlns:r="http://schemas.openxmlformats.org/officeDocument/2006/relationships" id="307" r:id="Rff2b330442bf46f7"/>
    <p:sldId xmlns:r="http://schemas.openxmlformats.org/officeDocument/2006/relationships" id="308" r:id="Rc3c3f24559454566"/>
    <p:sldId xmlns:r="http://schemas.openxmlformats.org/officeDocument/2006/relationships" id="309" r:id="Ra8004444face4e59"/>
    <p:sldId xmlns:r="http://schemas.openxmlformats.org/officeDocument/2006/relationships" id="310" r:id="R10afc1fafce94637"/>
    <p:sldId xmlns:r="http://schemas.openxmlformats.org/officeDocument/2006/relationships" id="311" r:id="R0b92beecf5164a7f"/>
    <p:sldId xmlns:r="http://schemas.openxmlformats.org/officeDocument/2006/relationships" id="312" r:id="R6d92f93447414818"/>
    <p:sldId xmlns:r="http://schemas.openxmlformats.org/officeDocument/2006/relationships" id="313" r:id="Ra56c226f610e4d67"/>
    <p:sldId xmlns:r="http://schemas.openxmlformats.org/officeDocument/2006/relationships" id="314" r:id="Rb45e47c97d424d09"/>
    <p:sldId xmlns:r="http://schemas.openxmlformats.org/officeDocument/2006/relationships" id="315" r:id="R893e956d7ce942a0"/>
    <p:sldId xmlns:r="http://schemas.openxmlformats.org/officeDocument/2006/relationships" id="316" r:id="R5b9acc5edb5e4738"/>
    <p:sldId xmlns:r="http://schemas.openxmlformats.org/officeDocument/2006/relationships" id="317" r:id="Rb105c53089fc462b"/>
    <p:sldId xmlns:r="http://schemas.openxmlformats.org/officeDocument/2006/relationships" id="318" r:id="Re0ec7d20121b47be"/>
    <p:sldId xmlns:r="http://schemas.openxmlformats.org/officeDocument/2006/relationships" id="319" r:id="R5e60de5b414b4462"/>
    <p:sldId xmlns:r="http://schemas.openxmlformats.org/officeDocument/2006/relationships" id="320" r:id="R8cb345c4d1bb473f"/>
    <p:sldId xmlns:r="http://schemas.openxmlformats.org/officeDocument/2006/relationships" id="321" r:id="R001f73b85cca472d"/>
    <p:sldId xmlns:r="http://schemas.openxmlformats.org/officeDocument/2006/relationships" id="322" r:id="Rad8c05b23c364c45"/>
    <p:sldId xmlns:r="http://schemas.openxmlformats.org/officeDocument/2006/relationships" id="323" r:id="Rcf516dfb90f746ff"/>
    <p:sldId xmlns:r="http://schemas.openxmlformats.org/officeDocument/2006/relationships" id="324" r:id="Ra069e588eca2431f"/>
    <p:sldId xmlns:r="http://schemas.openxmlformats.org/officeDocument/2006/relationships" id="325" r:id="Rc85207c888204e8b"/>
    <p:sldId xmlns:r="http://schemas.openxmlformats.org/officeDocument/2006/relationships" id="326" r:id="R93cc09eded194365"/>
    <p:sldId xmlns:r="http://schemas.openxmlformats.org/officeDocument/2006/relationships" id="327" r:id="R3069036a727d45dc"/>
    <p:sldId xmlns:r="http://schemas.openxmlformats.org/officeDocument/2006/relationships" id="328" r:id="R1ef73b3a505d4822"/>
    <p:sldId xmlns:r="http://schemas.openxmlformats.org/officeDocument/2006/relationships" id="329" r:id="R13b1e8e899d7416a"/>
    <p:sldId xmlns:r="http://schemas.openxmlformats.org/officeDocument/2006/relationships" id="330" r:id="R574efdffea474b90"/>
    <p:sldId xmlns:r="http://schemas.openxmlformats.org/officeDocument/2006/relationships" id="331" r:id="R38c39415bebe4d83"/>
    <p:sldId xmlns:r="http://schemas.openxmlformats.org/officeDocument/2006/relationships" id="332" r:id="Re933a9c7c96a4cb5"/>
    <p:sldId xmlns:r="http://schemas.openxmlformats.org/officeDocument/2006/relationships" id="333" r:id="Rff2ee282bb114444"/>
    <p:sldId xmlns:r="http://schemas.openxmlformats.org/officeDocument/2006/relationships" id="334" r:id="R0eefa4d4ad1a402e"/>
    <p:sldId xmlns:r="http://schemas.openxmlformats.org/officeDocument/2006/relationships" id="335" r:id="R75319692141643fc"/>
    <p:sldId xmlns:r="http://schemas.openxmlformats.org/officeDocument/2006/relationships" id="336" r:id="Re54a430d15b041a4"/>
    <p:sldId xmlns:r="http://schemas.openxmlformats.org/officeDocument/2006/relationships" id="337" r:id="Rf39e2c94bdf748ad"/>
    <p:sldId xmlns:r="http://schemas.openxmlformats.org/officeDocument/2006/relationships" id="338" r:id="R8be7912b5e0e4898"/>
    <p:sldId xmlns:r="http://schemas.openxmlformats.org/officeDocument/2006/relationships" id="339" r:id="Raff9a214d3f6479d"/>
    <p:sldId xmlns:r="http://schemas.openxmlformats.org/officeDocument/2006/relationships" id="340" r:id="Rfe4c77a4a3524346"/>
    <p:sldId xmlns:r="http://schemas.openxmlformats.org/officeDocument/2006/relationships" id="341" r:id="Rfef996fc51be405d"/>
    <p:sldId xmlns:r="http://schemas.openxmlformats.org/officeDocument/2006/relationships" id="342" r:id="Rb4eb6eedef244417"/>
    <p:sldId xmlns:r="http://schemas.openxmlformats.org/officeDocument/2006/relationships" id="343" r:id="R3158a1d615a24cec"/>
    <p:sldId xmlns:r="http://schemas.openxmlformats.org/officeDocument/2006/relationships" id="344" r:id="Rc161fe3bad5447f8"/>
    <p:sldId xmlns:r="http://schemas.openxmlformats.org/officeDocument/2006/relationships" id="345" r:id="R1eb45db1f7b5484a"/>
    <p:sldId xmlns:r="http://schemas.openxmlformats.org/officeDocument/2006/relationships" id="346" r:id="R844e97916faf4cdf"/>
    <p:sldId xmlns:r="http://schemas.openxmlformats.org/officeDocument/2006/relationships" id="347" r:id="R3efaa23ac3c84650"/>
    <p:sldId xmlns:r="http://schemas.openxmlformats.org/officeDocument/2006/relationships" id="348" r:id="Rfb44d1eec0b145db"/>
    <p:sldId xmlns:r="http://schemas.openxmlformats.org/officeDocument/2006/relationships" id="349" r:id="R628f687bcb69456a"/>
    <p:sldId xmlns:r="http://schemas.openxmlformats.org/officeDocument/2006/relationships" id="350" r:id="Rc84dad9e9c0e4d62"/>
    <p:sldId xmlns:r="http://schemas.openxmlformats.org/officeDocument/2006/relationships" id="351" r:id="R875aee1429f443c1"/>
    <p:sldId xmlns:r="http://schemas.openxmlformats.org/officeDocument/2006/relationships" id="352" r:id="R603ed87d1d944303"/>
    <p:sldId xmlns:r="http://schemas.openxmlformats.org/officeDocument/2006/relationships" id="353" r:id="Rdb54b4a072e141d0"/>
    <p:sldId xmlns:r="http://schemas.openxmlformats.org/officeDocument/2006/relationships" id="354" r:id="Red4f8bb825bd465a"/>
    <p:sldId xmlns:r="http://schemas.openxmlformats.org/officeDocument/2006/relationships" id="355" r:id="R15d02285751741ff"/>
    <p:sldId xmlns:r="http://schemas.openxmlformats.org/officeDocument/2006/relationships" id="356" r:id="Rd83c72e04ca849fd"/>
    <p:sldId xmlns:r="http://schemas.openxmlformats.org/officeDocument/2006/relationships" id="357" r:id="R1404fa5a2f7c423b"/>
    <p:sldId xmlns:r="http://schemas.openxmlformats.org/officeDocument/2006/relationships" id="358" r:id="Ref88047f0ce44963"/>
    <p:sldId xmlns:r="http://schemas.openxmlformats.org/officeDocument/2006/relationships" id="359" r:id="Reff079befa714a37"/>
    <p:sldId xmlns:r="http://schemas.openxmlformats.org/officeDocument/2006/relationships" id="360" r:id="R62fdab737e084be4"/>
    <p:sldId xmlns:r="http://schemas.openxmlformats.org/officeDocument/2006/relationships" id="361" r:id="R636bf64a6bde4c8d"/>
    <p:sldId xmlns:r="http://schemas.openxmlformats.org/officeDocument/2006/relationships" id="362" r:id="R70bb37b76c1d44d3"/>
    <p:sldId xmlns:r="http://schemas.openxmlformats.org/officeDocument/2006/relationships" id="363" r:id="R2af76e1c11ce4419"/>
    <p:sldId xmlns:r="http://schemas.openxmlformats.org/officeDocument/2006/relationships" id="364" r:id="R7ac2f66facb2416d"/>
    <p:sldId xmlns:r="http://schemas.openxmlformats.org/officeDocument/2006/relationships" id="365" r:id="Rc1e492abe10a4f99"/>
    <p:sldId xmlns:r="http://schemas.openxmlformats.org/officeDocument/2006/relationships" id="366" r:id="Rf7aa0db93d964a08"/>
    <p:sldId xmlns:r="http://schemas.openxmlformats.org/officeDocument/2006/relationships" id="367" r:id="R024cf31036d34584"/>
    <p:sldId xmlns:r="http://schemas.openxmlformats.org/officeDocument/2006/relationships" id="368" r:id="R072e00889478487e"/>
    <p:sldId xmlns:r="http://schemas.openxmlformats.org/officeDocument/2006/relationships" id="369" r:id="R3d29ad7fa5dc4191"/>
    <p:sldId xmlns:r="http://schemas.openxmlformats.org/officeDocument/2006/relationships" id="370" r:id="Rff3ed3a58b4c4c13"/>
    <p:sldId xmlns:r="http://schemas.openxmlformats.org/officeDocument/2006/relationships" id="371" r:id="R0584b52ace5f48bd"/>
    <p:sldId xmlns:r="http://schemas.openxmlformats.org/officeDocument/2006/relationships" id="372" r:id="Rc8b816cf72b84f21"/>
    <p:sldId xmlns:r="http://schemas.openxmlformats.org/officeDocument/2006/relationships" id="373" r:id="R1343ee63e923443d"/>
    <p:sldId xmlns:r="http://schemas.openxmlformats.org/officeDocument/2006/relationships" id="374" r:id="Raa339532f21f48b7"/>
    <p:sldId xmlns:r="http://schemas.openxmlformats.org/officeDocument/2006/relationships" id="375" r:id="R1468e84ad76348c1"/>
    <p:sldId xmlns:r="http://schemas.openxmlformats.org/officeDocument/2006/relationships" id="376" r:id="R0aafb5a6e3c2446d"/>
    <p:sldId xmlns:r="http://schemas.openxmlformats.org/officeDocument/2006/relationships" id="377" r:id="Ra888601edcde4a2f"/>
    <p:sldId xmlns:r="http://schemas.openxmlformats.org/officeDocument/2006/relationships" id="378" r:id="Reb0360ef99af4e10"/>
    <p:sldId xmlns:r="http://schemas.openxmlformats.org/officeDocument/2006/relationships" id="379" r:id="R57b3411dbbde41b1"/>
    <p:sldId xmlns:r="http://schemas.openxmlformats.org/officeDocument/2006/relationships" id="380" r:id="R3fcb2d07d5bc44e8"/>
    <p:sldId xmlns:r="http://schemas.openxmlformats.org/officeDocument/2006/relationships" id="381" r:id="R15b9a29b6cac4d2b"/>
    <p:sldId xmlns:r="http://schemas.openxmlformats.org/officeDocument/2006/relationships" id="382" r:id="Rd8372e7d44fb4f2d"/>
    <p:sldId xmlns:r="http://schemas.openxmlformats.org/officeDocument/2006/relationships" id="383" r:id="Re4691d48d5cc4ac7"/>
    <p:sldId xmlns:r="http://schemas.openxmlformats.org/officeDocument/2006/relationships" id="384" r:id="R270930c9ec784f47"/>
    <p:sldId xmlns:r="http://schemas.openxmlformats.org/officeDocument/2006/relationships" id="385" r:id="R947596beede14be8"/>
    <p:sldId xmlns:r="http://schemas.openxmlformats.org/officeDocument/2006/relationships" id="386" r:id="Rf03b368d50de4e11"/>
    <p:sldId xmlns:r="http://schemas.openxmlformats.org/officeDocument/2006/relationships" id="387" r:id="R41b261c2108143f0"/>
    <p:sldId xmlns:r="http://schemas.openxmlformats.org/officeDocument/2006/relationships" id="388" r:id="R74c43681b899457c"/>
    <p:sldId xmlns:r="http://schemas.openxmlformats.org/officeDocument/2006/relationships" id="389" r:id="R4df228d203474ac5"/>
    <p:sldId xmlns:r="http://schemas.openxmlformats.org/officeDocument/2006/relationships" id="390" r:id="R1938c891b8684e7f"/>
    <p:sldId xmlns:r="http://schemas.openxmlformats.org/officeDocument/2006/relationships" id="391" r:id="R97bbd5d6d1b444f4"/>
    <p:sldId xmlns:r="http://schemas.openxmlformats.org/officeDocument/2006/relationships" id="392" r:id="Re06112acea064dce"/>
    <p:sldId xmlns:r="http://schemas.openxmlformats.org/officeDocument/2006/relationships" id="393" r:id="Re0195d1312b74631"/>
    <p:sldId xmlns:r="http://schemas.openxmlformats.org/officeDocument/2006/relationships" id="394" r:id="Rfb445a41e3f5464a"/>
    <p:sldId xmlns:r="http://schemas.openxmlformats.org/officeDocument/2006/relationships" id="395" r:id="R5046bef0882f4af4"/>
    <p:sldId xmlns:r="http://schemas.openxmlformats.org/officeDocument/2006/relationships" id="396" r:id="Rce3fd939d919452d"/>
    <p:sldId xmlns:r="http://schemas.openxmlformats.org/officeDocument/2006/relationships" id="397" r:id="R855c52eb84ac42f7"/>
    <p:sldId xmlns:r="http://schemas.openxmlformats.org/officeDocument/2006/relationships" id="398" r:id="R40fcc2943d3b4608"/>
    <p:sldId xmlns:r="http://schemas.openxmlformats.org/officeDocument/2006/relationships" id="399" r:id="R1babdcc55a5848ec"/>
    <p:sldId xmlns:r="http://schemas.openxmlformats.org/officeDocument/2006/relationships" id="400" r:id="R208dcab51d6d475b"/>
    <p:sldId xmlns:r="http://schemas.openxmlformats.org/officeDocument/2006/relationships" id="401" r:id="Raff3b92c11584f9e"/>
    <p:sldId xmlns:r="http://schemas.openxmlformats.org/officeDocument/2006/relationships" id="402" r:id="Rccea30d50a8a422d"/>
    <p:sldId xmlns:r="http://schemas.openxmlformats.org/officeDocument/2006/relationships" id="403" r:id="R00b9771025bb4ec1"/>
    <p:sldId xmlns:r="http://schemas.openxmlformats.org/officeDocument/2006/relationships" id="404" r:id="R889444c3312c47dd"/>
    <p:sldId xmlns:r="http://schemas.openxmlformats.org/officeDocument/2006/relationships" id="405" r:id="Re6b741a636df4b59"/>
    <p:sldId xmlns:r="http://schemas.openxmlformats.org/officeDocument/2006/relationships" id="406" r:id="R6e549edf09224c3a"/>
    <p:sldId xmlns:r="http://schemas.openxmlformats.org/officeDocument/2006/relationships" id="407" r:id="R65df3afbe90e4794"/>
    <p:sldId xmlns:r="http://schemas.openxmlformats.org/officeDocument/2006/relationships" id="408" r:id="Re78924994ac0468b"/>
    <p:sldId xmlns:r="http://schemas.openxmlformats.org/officeDocument/2006/relationships" id="409" r:id="R4af2a30712174a1f"/>
    <p:sldId xmlns:r="http://schemas.openxmlformats.org/officeDocument/2006/relationships" id="410" r:id="R765700e468044869"/>
    <p:sldId xmlns:r="http://schemas.openxmlformats.org/officeDocument/2006/relationships" id="411" r:id="R3e73989e8e8a47bc"/>
    <p:sldId xmlns:r="http://schemas.openxmlformats.org/officeDocument/2006/relationships" id="412" r:id="Rfbaa0e958c564ebb"/>
    <p:sldId xmlns:r="http://schemas.openxmlformats.org/officeDocument/2006/relationships" id="413" r:id="R978b642913014563"/>
    <p:sldId xmlns:r="http://schemas.openxmlformats.org/officeDocument/2006/relationships" id="414" r:id="R9aca9a7afd9c45d5"/>
    <p:sldId xmlns:r="http://schemas.openxmlformats.org/officeDocument/2006/relationships" id="415" r:id="Raf1289bc590b4a45"/>
    <p:sldId xmlns:r="http://schemas.openxmlformats.org/officeDocument/2006/relationships" id="416" r:id="R2163a955e4624b37"/>
    <p:sldId xmlns:r="http://schemas.openxmlformats.org/officeDocument/2006/relationships" id="417" r:id="Ra56cd2569f49426e"/>
    <p:sldId xmlns:r="http://schemas.openxmlformats.org/officeDocument/2006/relationships" id="418" r:id="Rc1f0dcdb1f614a0e"/>
    <p:sldId xmlns:r="http://schemas.openxmlformats.org/officeDocument/2006/relationships" id="419" r:id="R21fbe53fc4634137"/>
    <p:sldId xmlns:r="http://schemas.openxmlformats.org/officeDocument/2006/relationships" id="420" r:id="Rb3e488c79f274e46"/>
    <p:sldId xmlns:r="http://schemas.openxmlformats.org/officeDocument/2006/relationships" id="421" r:id="Ra83d0aeac24740f8"/>
    <p:sldId xmlns:r="http://schemas.openxmlformats.org/officeDocument/2006/relationships" id="422" r:id="Rb96cdaac450749ad"/>
    <p:sldId xmlns:r="http://schemas.openxmlformats.org/officeDocument/2006/relationships" id="423" r:id="R357186665a464f01"/>
    <p:sldId xmlns:r="http://schemas.openxmlformats.org/officeDocument/2006/relationships" id="424" r:id="Rb21703a1013a40e0"/>
    <p:sldId xmlns:r="http://schemas.openxmlformats.org/officeDocument/2006/relationships" id="425" r:id="R35e47b1d720c41ab"/>
    <p:sldId xmlns:r="http://schemas.openxmlformats.org/officeDocument/2006/relationships" id="426" r:id="R73d91d92192a4bb4"/>
    <p:sldId xmlns:r="http://schemas.openxmlformats.org/officeDocument/2006/relationships" id="427" r:id="R620d3df7da7f4d25"/>
    <p:sldId xmlns:r="http://schemas.openxmlformats.org/officeDocument/2006/relationships" id="428" r:id="R1944fffd47dc4b2d"/>
    <p:sldId xmlns:r="http://schemas.openxmlformats.org/officeDocument/2006/relationships" id="429" r:id="R105becc917474b96"/>
    <p:sldId xmlns:r="http://schemas.openxmlformats.org/officeDocument/2006/relationships" id="430" r:id="R59bb10bd00384655"/>
    <p:sldId xmlns:r="http://schemas.openxmlformats.org/officeDocument/2006/relationships" id="431" r:id="R366fbf59f63546d8"/>
    <p:sldId xmlns:r="http://schemas.openxmlformats.org/officeDocument/2006/relationships" id="432" r:id="R0a6c44833ece4364"/>
    <p:sldId xmlns:r="http://schemas.openxmlformats.org/officeDocument/2006/relationships" id="433" r:id="R03c2dc7c44ac446b"/>
    <p:sldId xmlns:r="http://schemas.openxmlformats.org/officeDocument/2006/relationships" id="434" r:id="R1fa469d023364367"/>
    <p:sldId xmlns:r="http://schemas.openxmlformats.org/officeDocument/2006/relationships" id="435" r:id="R32d28a406e8c4ca5"/>
    <p:sldId xmlns:r="http://schemas.openxmlformats.org/officeDocument/2006/relationships" id="436" r:id="R6ddf52c1936941c6"/>
    <p:sldId xmlns:r="http://schemas.openxmlformats.org/officeDocument/2006/relationships" id="437" r:id="Rd90c2cef2cb94a3a"/>
    <p:sldId xmlns:r="http://schemas.openxmlformats.org/officeDocument/2006/relationships" id="438" r:id="Rfbf4b94158d74e31"/>
    <p:sldId xmlns:r="http://schemas.openxmlformats.org/officeDocument/2006/relationships" id="439" r:id="R0717a1282bde461e"/>
    <p:sldId xmlns:r="http://schemas.openxmlformats.org/officeDocument/2006/relationships" id="440" r:id="R15f60d049b824acb"/>
    <p:sldId xmlns:r="http://schemas.openxmlformats.org/officeDocument/2006/relationships" id="441" r:id="R7927cfe2addf4aff"/>
    <p:sldId xmlns:r="http://schemas.openxmlformats.org/officeDocument/2006/relationships" id="442" r:id="Rb5187235b9354c21"/>
    <p:sldId xmlns:r="http://schemas.openxmlformats.org/officeDocument/2006/relationships" id="443" r:id="Reb47541a48054512"/>
    <p:sldId xmlns:r="http://schemas.openxmlformats.org/officeDocument/2006/relationships" id="444" r:id="R5b2eae20e87b4991"/>
    <p:sldId xmlns:r="http://schemas.openxmlformats.org/officeDocument/2006/relationships" id="445" r:id="R8c8a550a37c14b29"/>
    <p:sldId xmlns:r="http://schemas.openxmlformats.org/officeDocument/2006/relationships" id="446" r:id="R925cbae1e83946aa"/>
    <p:sldId xmlns:r="http://schemas.openxmlformats.org/officeDocument/2006/relationships" id="447" r:id="R9cc945f4c4a44842"/>
    <p:sldId xmlns:r="http://schemas.openxmlformats.org/officeDocument/2006/relationships" id="448" r:id="Rcc0f003cfa5c408b"/>
    <p:sldId xmlns:r="http://schemas.openxmlformats.org/officeDocument/2006/relationships" id="449" r:id="R51ef139d94d14639"/>
    <p:sldId xmlns:r="http://schemas.openxmlformats.org/officeDocument/2006/relationships" id="450" r:id="R36b84a39adaa40ae"/>
    <p:sldId xmlns:r="http://schemas.openxmlformats.org/officeDocument/2006/relationships" id="451" r:id="R3301984caa8148ee"/>
    <p:sldId xmlns:r="http://schemas.openxmlformats.org/officeDocument/2006/relationships" id="452" r:id="Read22cc013554583"/>
    <p:sldId xmlns:r="http://schemas.openxmlformats.org/officeDocument/2006/relationships" id="453" r:id="R89610d67e3f346bc"/>
    <p:sldId xmlns:r="http://schemas.openxmlformats.org/officeDocument/2006/relationships" id="454" r:id="Rbb956b382c044de3"/>
    <p:sldId xmlns:r="http://schemas.openxmlformats.org/officeDocument/2006/relationships" id="455" r:id="R83428ed3ca714fe9"/>
    <p:sldId xmlns:r="http://schemas.openxmlformats.org/officeDocument/2006/relationships" id="456" r:id="Rd89f65b411a54974"/>
    <p:sldId xmlns:r="http://schemas.openxmlformats.org/officeDocument/2006/relationships" id="457" r:id="R776f41fdfa714040"/>
    <p:sldId xmlns:r="http://schemas.openxmlformats.org/officeDocument/2006/relationships" id="458" r:id="R33012287734d47be"/>
    <p:sldId xmlns:r="http://schemas.openxmlformats.org/officeDocument/2006/relationships" id="459" r:id="R33cc95ed60644992"/>
    <p:sldId xmlns:r="http://schemas.openxmlformats.org/officeDocument/2006/relationships" id="460" r:id="Rda72cf86591d45cc"/>
    <p:sldId xmlns:r="http://schemas.openxmlformats.org/officeDocument/2006/relationships" id="461" r:id="Rbc156c9f90c740d4"/>
    <p:sldId xmlns:r="http://schemas.openxmlformats.org/officeDocument/2006/relationships" id="462" r:id="R8c729f813b71473e"/>
    <p:sldId xmlns:r="http://schemas.openxmlformats.org/officeDocument/2006/relationships" id="463" r:id="R5582d3d3dcfe424b"/>
    <p:sldId xmlns:r="http://schemas.openxmlformats.org/officeDocument/2006/relationships" id="464" r:id="Rdf3bf7f1ff614ef6"/>
    <p:sldId xmlns:r="http://schemas.openxmlformats.org/officeDocument/2006/relationships" id="465" r:id="Rbd50f569c80f4a93"/>
    <p:sldId xmlns:r="http://schemas.openxmlformats.org/officeDocument/2006/relationships" id="466" r:id="R6bf6838622e34721"/>
    <p:sldId xmlns:r="http://schemas.openxmlformats.org/officeDocument/2006/relationships" id="467" r:id="Ra7b4d89a4ee34288"/>
    <p:sldId xmlns:r="http://schemas.openxmlformats.org/officeDocument/2006/relationships" id="468" r:id="R0c589d3f1c3e43ea"/>
    <p:sldId xmlns:r="http://schemas.openxmlformats.org/officeDocument/2006/relationships" id="469" r:id="Rc10885b2ea304b88"/>
    <p:sldId xmlns:r="http://schemas.openxmlformats.org/officeDocument/2006/relationships" id="470" r:id="R3167f3e6b9594fa0"/>
    <p:sldId xmlns:r="http://schemas.openxmlformats.org/officeDocument/2006/relationships" id="471" r:id="R5e6a8f14af934221"/>
    <p:sldId xmlns:r="http://schemas.openxmlformats.org/officeDocument/2006/relationships" id="472" r:id="Rb9419a58781d4e42"/>
    <p:sldId xmlns:r="http://schemas.openxmlformats.org/officeDocument/2006/relationships" id="473" r:id="R2f3b2720544742e3"/>
    <p:sldId xmlns:r="http://schemas.openxmlformats.org/officeDocument/2006/relationships" id="474" r:id="R3ed57cc5d4ec4e9f"/>
    <p:sldId xmlns:r="http://schemas.openxmlformats.org/officeDocument/2006/relationships" id="475" r:id="Rda855971bcfb4fbc"/>
    <p:sldId xmlns:r="http://schemas.openxmlformats.org/officeDocument/2006/relationships" id="476" r:id="R6aeb8d28ed9041af"/>
    <p:sldId xmlns:r="http://schemas.openxmlformats.org/officeDocument/2006/relationships" id="477" r:id="Rf32105aa4a3d4d69"/>
    <p:sldId xmlns:r="http://schemas.openxmlformats.org/officeDocument/2006/relationships" id="478" r:id="R07d1d5536a644480"/>
    <p:sldId xmlns:r="http://schemas.openxmlformats.org/officeDocument/2006/relationships" id="479" r:id="R9a313b8564b14e66"/>
    <p:sldId xmlns:r="http://schemas.openxmlformats.org/officeDocument/2006/relationships" id="480" r:id="Rc910f1b51fc14956"/>
    <p:sldId xmlns:r="http://schemas.openxmlformats.org/officeDocument/2006/relationships" id="481" r:id="R07a785479452498f"/>
    <p:sldId xmlns:r="http://schemas.openxmlformats.org/officeDocument/2006/relationships" id="482" r:id="Re0a76e7fca24460d"/>
    <p:sldId xmlns:r="http://schemas.openxmlformats.org/officeDocument/2006/relationships" id="483" r:id="R49799a6db39d4a50"/>
    <p:sldId xmlns:r="http://schemas.openxmlformats.org/officeDocument/2006/relationships" id="484" r:id="R30927953a1504f5e"/>
    <p:sldId xmlns:r="http://schemas.openxmlformats.org/officeDocument/2006/relationships" id="485" r:id="R7f58fb8ed72b434f"/>
    <p:sldId xmlns:r="http://schemas.openxmlformats.org/officeDocument/2006/relationships" id="486" r:id="R9aaf8ef1a042403d"/>
    <p:sldId xmlns:r="http://schemas.openxmlformats.org/officeDocument/2006/relationships" id="487" r:id="R5125d2ed11b243da"/>
    <p:sldId xmlns:r="http://schemas.openxmlformats.org/officeDocument/2006/relationships" id="488" r:id="R7f1b26f041854c68"/>
    <p:sldId xmlns:r="http://schemas.openxmlformats.org/officeDocument/2006/relationships" id="489" r:id="R9418cc4eb1794642"/>
    <p:sldId xmlns:r="http://schemas.openxmlformats.org/officeDocument/2006/relationships" id="490" r:id="Ra9e984acfb364e01"/>
    <p:sldId xmlns:r="http://schemas.openxmlformats.org/officeDocument/2006/relationships" id="491" r:id="Rc44268e3443c41e1"/>
    <p:sldId xmlns:r="http://schemas.openxmlformats.org/officeDocument/2006/relationships" id="492" r:id="R0fa3ab9462a9469a"/>
    <p:sldId xmlns:r="http://schemas.openxmlformats.org/officeDocument/2006/relationships" id="493" r:id="R56f407722e274110"/>
    <p:sldId xmlns:r="http://schemas.openxmlformats.org/officeDocument/2006/relationships" id="494" r:id="Ra054360b0fc243ea"/>
    <p:sldId xmlns:r="http://schemas.openxmlformats.org/officeDocument/2006/relationships" id="495" r:id="R41400eeb4f2b47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30b15073a647da" /><Relationship Type="http://schemas.openxmlformats.org/officeDocument/2006/relationships/slideMaster" Target="/ppt/slideMasters/slideMaster1.xml" Id="Rb98d6ba6f1704f76" /><Relationship Type="http://schemas.openxmlformats.org/officeDocument/2006/relationships/notesMaster" Target="/ppt/notesMasters/notesMaster1.xml" Id="Re3ea6cbfe0d742b9" /><Relationship Type="http://schemas.openxmlformats.org/officeDocument/2006/relationships/presProps" Target="/ppt/presProps.xml" Id="Ra74f83e6ee9f490a" /><Relationship Type="http://schemas.openxmlformats.org/officeDocument/2006/relationships/tableStyles" Target="/ppt/tableStyles.xml" Id="Rda6dff4970dd44d7" /><Relationship Type="http://schemas.openxmlformats.org/officeDocument/2006/relationships/slide" Target="/ppt/slides/slide1.xml" Id="R3c36775cf24c4c8a" /><Relationship Type="http://schemas.openxmlformats.org/officeDocument/2006/relationships/slide" Target="/ppt/slides/slide2.xml" Id="R46286c976ed042fd" /><Relationship Type="http://schemas.openxmlformats.org/officeDocument/2006/relationships/slide" Target="/ppt/slides/slide3.xml" Id="Ra99b126c0d1845fb" /><Relationship Type="http://schemas.openxmlformats.org/officeDocument/2006/relationships/slide" Target="/ppt/slides/slide4.xml" Id="R50664658506c4aec" /><Relationship Type="http://schemas.openxmlformats.org/officeDocument/2006/relationships/slide" Target="/ppt/slides/slide5.xml" Id="Re96b029a494c4c07" /><Relationship Type="http://schemas.openxmlformats.org/officeDocument/2006/relationships/slide" Target="/ppt/slides/slide6.xml" Id="Re91994711f114ff9" /><Relationship Type="http://schemas.openxmlformats.org/officeDocument/2006/relationships/slide" Target="/ppt/slides/slide7.xml" Id="R3258e5cfcee94db3" /><Relationship Type="http://schemas.openxmlformats.org/officeDocument/2006/relationships/slide" Target="/ppt/slides/slide8.xml" Id="Rb335a4494ef44d33" /><Relationship Type="http://schemas.openxmlformats.org/officeDocument/2006/relationships/slide" Target="/ppt/slides/slide9.xml" Id="R50b9923a62ee481e" /><Relationship Type="http://schemas.openxmlformats.org/officeDocument/2006/relationships/slide" Target="/ppt/slides/slide10.xml" Id="R0941c509068d499b" /><Relationship Type="http://schemas.openxmlformats.org/officeDocument/2006/relationships/slide" Target="/ppt/slides/slide11.xml" Id="Rf4b04ceb833c4b27" /><Relationship Type="http://schemas.openxmlformats.org/officeDocument/2006/relationships/slide" Target="/ppt/slides/slide12.xml" Id="R524aa5a5bf904fa0" /><Relationship Type="http://schemas.openxmlformats.org/officeDocument/2006/relationships/slide" Target="/ppt/slides/slide13.xml" Id="Rd1f8d2b993344439" /><Relationship Type="http://schemas.openxmlformats.org/officeDocument/2006/relationships/slide" Target="/ppt/slides/slide14.xml" Id="R6def10353da54644" /><Relationship Type="http://schemas.openxmlformats.org/officeDocument/2006/relationships/slide" Target="/ppt/slides/slide15.xml" Id="Rc78c6ba9fa424385" /><Relationship Type="http://schemas.openxmlformats.org/officeDocument/2006/relationships/slide" Target="/ppt/slides/slide16.xml" Id="R9ce2781c836347f8" /><Relationship Type="http://schemas.openxmlformats.org/officeDocument/2006/relationships/slide" Target="/ppt/slides/slide17.xml" Id="R2a23d25b6852470d" /><Relationship Type="http://schemas.openxmlformats.org/officeDocument/2006/relationships/slide" Target="/ppt/slides/slide18.xml" Id="R67a576002ae34c72" /><Relationship Type="http://schemas.openxmlformats.org/officeDocument/2006/relationships/slide" Target="/ppt/slides/slide19.xml" Id="R8a1dc56531fe4e8e" /><Relationship Type="http://schemas.openxmlformats.org/officeDocument/2006/relationships/slide" Target="/ppt/slides/slide20.xml" Id="R97e5084398164f4b" /><Relationship Type="http://schemas.openxmlformats.org/officeDocument/2006/relationships/slide" Target="/ppt/slides/slide21.xml" Id="Rb115429154fc4d32" /><Relationship Type="http://schemas.openxmlformats.org/officeDocument/2006/relationships/slide" Target="/ppt/slides/slide22.xml" Id="R92b18f511e6849e2" /><Relationship Type="http://schemas.openxmlformats.org/officeDocument/2006/relationships/slide" Target="/ppt/slides/slide23.xml" Id="R6822f1b103c64a72" /><Relationship Type="http://schemas.openxmlformats.org/officeDocument/2006/relationships/slide" Target="/ppt/slides/slide24.xml" Id="R7eca8c0b95b94606" /><Relationship Type="http://schemas.openxmlformats.org/officeDocument/2006/relationships/slide" Target="/ppt/slides/slide25.xml" Id="R6834e23a3bbe45aa" /><Relationship Type="http://schemas.openxmlformats.org/officeDocument/2006/relationships/slide" Target="/ppt/slides/slide26.xml" Id="Rbda035f831694601" /><Relationship Type="http://schemas.openxmlformats.org/officeDocument/2006/relationships/slide" Target="/ppt/slides/slide27.xml" Id="Refc934e36de540e4" /><Relationship Type="http://schemas.openxmlformats.org/officeDocument/2006/relationships/slide" Target="/ppt/slides/slide28.xml" Id="R39515a026e814f2e" /><Relationship Type="http://schemas.openxmlformats.org/officeDocument/2006/relationships/slide" Target="/ppt/slides/slide29.xml" Id="R98563b5b9d8f4fd1" /><Relationship Type="http://schemas.openxmlformats.org/officeDocument/2006/relationships/slide" Target="/ppt/slides/slide30.xml" Id="R9c179a5763684b99" /><Relationship Type="http://schemas.openxmlformats.org/officeDocument/2006/relationships/slide" Target="/ppt/slides/slide31.xml" Id="R79f8e1512f234250" /><Relationship Type="http://schemas.openxmlformats.org/officeDocument/2006/relationships/slide" Target="/ppt/slides/slide32.xml" Id="R1e6787e0305d4a83" /><Relationship Type="http://schemas.openxmlformats.org/officeDocument/2006/relationships/slide" Target="/ppt/slides/slide33.xml" Id="R72bcaee0456b4e64" /><Relationship Type="http://schemas.openxmlformats.org/officeDocument/2006/relationships/slide" Target="/ppt/slides/slide34.xml" Id="R2e2fae9fac85484d" /><Relationship Type="http://schemas.openxmlformats.org/officeDocument/2006/relationships/slide" Target="/ppt/slides/slide35.xml" Id="R731185a2697845ce" /><Relationship Type="http://schemas.openxmlformats.org/officeDocument/2006/relationships/slide" Target="/ppt/slides/slide36.xml" Id="Rfb046f6e7ec44923" /><Relationship Type="http://schemas.openxmlformats.org/officeDocument/2006/relationships/slide" Target="/ppt/slides/slide37.xml" Id="R6517441875ca416d" /><Relationship Type="http://schemas.openxmlformats.org/officeDocument/2006/relationships/slide" Target="/ppt/slides/slide38.xml" Id="Re4dd4873eba14e06" /><Relationship Type="http://schemas.openxmlformats.org/officeDocument/2006/relationships/slide" Target="/ppt/slides/slide39.xml" Id="R31d886ed2b0644d5" /><Relationship Type="http://schemas.openxmlformats.org/officeDocument/2006/relationships/slide" Target="/ppt/slides/slide40.xml" Id="Rca7aa7f159da4907" /><Relationship Type="http://schemas.openxmlformats.org/officeDocument/2006/relationships/slide" Target="/ppt/slides/slide41.xml" Id="R9022b08672b44444" /><Relationship Type="http://schemas.openxmlformats.org/officeDocument/2006/relationships/slide" Target="/ppt/slides/slide42.xml" Id="R0afa1ef7932641a3" /><Relationship Type="http://schemas.openxmlformats.org/officeDocument/2006/relationships/slide" Target="/ppt/slides/slide43.xml" Id="Rac0b71324ea04429" /><Relationship Type="http://schemas.openxmlformats.org/officeDocument/2006/relationships/slide" Target="/ppt/slides/slide44.xml" Id="R7591382320884d1b" /><Relationship Type="http://schemas.openxmlformats.org/officeDocument/2006/relationships/slide" Target="/ppt/slides/slide45.xml" Id="R000ae783f15e494f" /><Relationship Type="http://schemas.openxmlformats.org/officeDocument/2006/relationships/slide" Target="/ppt/slides/slide46.xml" Id="Re49ce8a7a65f4607" /><Relationship Type="http://schemas.openxmlformats.org/officeDocument/2006/relationships/slide" Target="/ppt/slides/slide47.xml" Id="R235109699e3049a7" /><Relationship Type="http://schemas.openxmlformats.org/officeDocument/2006/relationships/slide" Target="/ppt/slides/slide48.xml" Id="R6c0bd2b8534746eb" /><Relationship Type="http://schemas.openxmlformats.org/officeDocument/2006/relationships/slide" Target="/ppt/slides/slide49.xml" Id="R3ec75269b5a14a50" /><Relationship Type="http://schemas.openxmlformats.org/officeDocument/2006/relationships/slide" Target="/ppt/slides/slide50.xml" Id="R987fc8c2d0fe4091" /><Relationship Type="http://schemas.openxmlformats.org/officeDocument/2006/relationships/slide" Target="/ppt/slides/slide51.xml" Id="R6215069912b04ad8" /><Relationship Type="http://schemas.openxmlformats.org/officeDocument/2006/relationships/slide" Target="/ppt/slides/slide52.xml" Id="Rff2b330442bf46f7" /><Relationship Type="http://schemas.openxmlformats.org/officeDocument/2006/relationships/slide" Target="/ppt/slides/slide53.xml" Id="Rc3c3f24559454566" /><Relationship Type="http://schemas.openxmlformats.org/officeDocument/2006/relationships/slide" Target="/ppt/slides/slide54.xml" Id="Ra8004444face4e59" /><Relationship Type="http://schemas.openxmlformats.org/officeDocument/2006/relationships/slide" Target="/ppt/slides/slide55.xml" Id="R10afc1fafce94637" /><Relationship Type="http://schemas.openxmlformats.org/officeDocument/2006/relationships/slide" Target="/ppt/slides/slide56.xml" Id="R0b92beecf5164a7f" /><Relationship Type="http://schemas.openxmlformats.org/officeDocument/2006/relationships/slide" Target="/ppt/slides/slide57.xml" Id="R6d92f93447414818" /><Relationship Type="http://schemas.openxmlformats.org/officeDocument/2006/relationships/slide" Target="/ppt/slides/slide58.xml" Id="Ra56c226f610e4d67" /><Relationship Type="http://schemas.openxmlformats.org/officeDocument/2006/relationships/slide" Target="/ppt/slides/slide59.xml" Id="Rb45e47c97d424d09" /><Relationship Type="http://schemas.openxmlformats.org/officeDocument/2006/relationships/slide" Target="/ppt/slides/slide60.xml" Id="R893e956d7ce942a0" /><Relationship Type="http://schemas.openxmlformats.org/officeDocument/2006/relationships/slide" Target="/ppt/slides/slide61.xml" Id="R5b9acc5edb5e4738" /><Relationship Type="http://schemas.openxmlformats.org/officeDocument/2006/relationships/slide" Target="/ppt/slides/slide62.xml" Id="Rb105c53089fc462b" /><Relationship Type="http://schemas.openxmlformats.org/officeDocument/2006/relationships/slide" Target="/ppt/slides/slide63.xml" Id="Re0ec7d20121b47be" /><Relationship Type="http://schemas.openxmlformats.org/officeDocument/2006/relationships/slide" Target="/ppt/slides/slide64.xml" Id="R5e60de5b414b4462" /><Relationship Type="http://schemas.openxmlformats.org/officeDocument/2006/relationships/slide" Target="/ppt/slides/slide65.xml" Id="R8cb345c4d1bb473f" /><Relationship Type="http://schemas.openxmlformats.org/officeDocument/2006/relationships/slide" Target="/ppt/slides/slide66.xml" Id="R001f73b85cca472d" /><Relationship Type="http://schemas.openxmlformats.org/officeDocument/2006/relationships/slide" Target="/ppt/slides/slide67.xml" Id="Rad8c05b23c364c45" /><Relationship Type="http://schemas.openxmlformats.org/officeDocument/2006/relationships/slide" Target="/ppt/slides/slide68.xml" Id="Rcf516dfb90f746ff" /><Relationship Type="http://schemas.openxmlformats.org/officeDocument/2006/relationships/slide" Target="/ppt/slides/slide69.xml" Id="Ra069e588eca2431f" /><Relationship Type="http://schemas.openxmlformats.org/officeDocument/2006/relationships/slide" Target="/ppt/slides/slide70.xml" Id="Rc85207c888204e8b" /><Relationship Type="http://schemas.openxmlformats.org/officeDocument/2006/relationships/slide" Target="/ppt/slides/slide71.xml" Id="R93cc09eded194365" /><Relationship Type="http://schemas.openxmlformats.org/officeDocument/2006/relationships/slide" Target="/ppt/slides/slide72.xml" Id="R3069036a727d45dc" /><Relationship Type="http://schemas.openxmlformats.org/officeDocument/2006/relationships/slide" Target="/ppt/slides/slide73.xml" Id="R1ef73b3a505d4822" /><Relationship Type="http://schemas.openxmlformats.org/officeDocument/2006/relationships/slide" Target="/ppt/slides/slide74.xml" Id="R13b1e8e899d7416a" /><Relationship Type="http://schemas.openxmlformats.org/officeDocument/2006/relationships/slide" Target="/ppt/slides/slide75.xml" Id="R574efdffea474b90" /><Relationship Type="http://schemas.openxmlformats.org/officeDocument/2006/relationships/slide" Target="/ppt/slides/slide76.xml" Id="R38c39415bebe4d83" /><Relationship Type="http://schemas.openxmlformats.org/officeDocument/2006/relationships/slide" Target="/ppt/slides/slide77.xml" Id="Re933a9c7c96a4cb5" /><Relationship Type="http://schemas.openxmlformats.org/officeDocument/2006/relationships/slide" Target="/ppt/slides/slide78.xml" Id="Rff2ee282bb114444" /><Relationship Type="http://schemas.openxmlformats.org/officeDocument/2006/relationships/slide" Target="/ppt/slides/slide79.xml" Id="R0eefa4d4ad1a402e" /><Relationship Type="http://schemas.openxmlformats.org/officeDocument/2006/relationships/slide" Target="/ppt/slides/slide80.xml" Id="R75319692141643fc" /><Relationship Type="http://schemas.openxmlformats.org/officeDocument/2006/relationships/slide" Target="/ppt/slides/slide81.xml" Id="Re54a430d15b041a4" /><Relationship Type="http://schemas.openxmlformats.org/officeDocument/2006/relationships/slide" Target="/ppt/slides/slide82.xml" Id="Rf39e2c94bdf748ad" /><Relationship Type="http://schemas.openxmlformats.org/officeDocument/2006/relationships/slide" Target="/ppt/slides/slide83.xml" Id="R8be7912b5e0e4898" /><Relationship Type="http://schemas.openxmlformats.org/officeDocument/2006/relationships/slide" Target="/ppt/slides/slide84.xml" Id="Raff9a214d3f6479d" /><Relationship Type="http://schemas.openxmlformats.org/officeDocument/2006/relationships/slide" Target="/ppt/slides/slide85.xml" Id="Rfe4c77a4a3524346" /><Relationship Type="http://schemas.openxmlformats.org/officeDocument/2006/relationships/slide" Target="/ppt/slides/slide86.xml" Id="Rfef996fc51be405d" /><Relationship Type="http://schemas.openxmlformats.org/officeDocument/2006/relationships/slide" Target="/ppt/slides/slide87.xml" Id="Rb4eb6eedef244417" /><Relationship Type="http://schemas.openxmlformats.org/officeDocument/2006/relationships/slide" Target="/ppt/slides/slide88.xml" Id="R3158a1d615a24cec" /><Relationship Type="http://schemas.openxmlformats.org/officeDocument/2006/relationships/slide" Target="/ppt/slides/slide89.xml" Id="Rc161fe3bad5447f8" /><Relationship Type="http://schemas.openxmlformats.org/officeDocument/2006/relationships/slide" Target="/ppt/slides/slide90.xml" Id="R1eb45db1f7b5484a" /><Relationship Type="http://schemas.openxmlformats.org/officeDocument/2006/relationships/slide" Target="/ppt/slides/slide91.xml" Id="R844e97916faf4cdf" /><Relationship Type="http://schemas.openxmlformats.org/officeDocument/2006/relationships/slide" Target="/ppt/slides/slide92.xml" Id="R3efaa23ac3c84650" /><Relationship Type="http://schemas.openxmlformats.org/officeDocument/2006/relationships/slide" Target="/ppt/slides/slide93.xml" Id="Rfb44d1eec0b145db" /><Relationship Type="http://schemas.openxmlformats.org/officeDocument/2006/relationships/slide" Target="/ppt/slides/slide94.xml" Id="R628f687bcb69456a" /><Relationship Type="http://schemas.openxmlformats.org/officeDocument/2006/relationships/slide" Target="/ppt/slides/slide95.xml" Id="Rc84dad9e9c0e4d62" /><Relationship Type="http://schemas.openxmlformats.org/officeDocument/2006/relationships/slide" Target="/ppt/slides/slide96.xml" Id="R875aee1429f443c1" /><Relationship Type="http://schemas.openxmlformats.org/officeDocument/2006/relationships/slide" Target="/ppt/slides/slide97.xml" Id="R603ed87d1d944303" /><Relationship Type="http://schemas.openxmlformats.org/officeDocument/2006/relationships/slide" Target="/ppt/slides/slide98.xml" Id="Rdb54b4a072e141d0" /><Relationship Type="http://schemas.openxmlformats.org/officeDocument/2006/relationships/slide" Target="/ppt/slides/slide99.xml" Id="Red4f8bb825bd465a" /><Relationship Type="http://schemas.openxmlformats.org/officeDocument/2006/relationships/slide" Target="/ppt/slides/slide100.xml" Id="R15d02285751741ff" /><Relationship Type="http://schemas.openxmlformats.org/officeDocument/2006/relationships/slide" Target="/ppt/slides/slide101.xml" Id="Rd83c72e04ca849fd" /><Relationship Type="http://schemas.openxmlformats.org/officeDocument/2006/relationships/slide" Target="/ppt/slides/slide102.xml" Id="R1404fa5a2f7c423b" /><Relationship Type="http://schemas.openxmlformats.org/officeDocument/2006/relationships/slide" Target="/ppt/slides/slide103.xml" Id="Ref88047f0ce44963" /><Relationship Type="http://schemas.openxmlformats.org/officeDocument/2006/relationships/slide" Target="/ppt/slides/slide104.xml" Id="Reff079befa714a37" /><Relationship Type="http://schemas.openxmlformats.org/officeDocument/2006/relationships/slide" Target="/ppt/slides/slide105.xml" Id="R62fdab737e084be4" /><Relationship Type="http://schemas.openxmlformats.org/officeDocument/2006/relationships/slide" Target="/ppt/slides/slide106.xml" Id="R636bf64a6bde4c8d" /><Relationship Type="http://schemas.openxmlformats.org/officeDocument/2006/relationships/slide" Target="/ppt/slides/slide107.xml" Id="R70bb37b76c1d44d3" /><Relationship Type="http://schemas.openxmlformats.org/officeDocument/2006/relationships/slide" Target="/ppt/slides/slide108.xml" Id="R2af76e1c11ce4419" /><Relationship Type="http://schemas.openxmlformats.org/officeDocument/2006/relationships/slide" Target="/ppt/slides/slide109.xml" Id="R7ac2f66facb2416d" /><Relationship Type="http://schemas.openxmlformats.org/officeDocument/2006/relationships/slide" Target="/ppt/slides/slide110.xml" Id="Rc1e492abe10a4f99" /><Relationship Type="http://schemas.openxmlformats.org/officeDocument/2006/relationships/slide" Target="/ppt/slides/slide111.xml" Id="Rf7aa0db93d964a08" /><Relationship Type="http://schemas.openxmlformats.org/officeDocument/2006/relationships/slide" Target="/ppt/slides/slide112.xml" Id="R024cf31036d34584" /><Relationship Type="http://schemas.openxmlformats.org/officeDocument/2006/relationships/slide" Target="/ppt/slides/slide113.xml" Id="R072e00889478487e" /><Relationship Type="http://schemas.openxmlformats.org/officeDocument/2006/relationships/slide" Target="/ppt/slides/slide114.xml" Id="R3d29ad7fa5dc4191" /><Relationship Type="http://schemas.openxmlformats.org/officeDocument/2006/relationships/slide" Target="/ppt/slides/slide115.xml" Id="Rff3ed3a58b4c4c13" /><Relationship Type="http://schemas.openxmlformats.org/officeDocument/2006/relationships/slide" Target="/ppt/slides/slide116.xml" Id="R0584b52ace5f48bd" /><Relationship Type="http://schemas.openxmlformats.org/officeDocument/2006/relationships/slide" Target="/ppt/slides/slide117.xml" Id="Rc8b816cf72b84f21" /><Relationship Type="http://schemas.openxmlformats.org/officeDocument/2006/relationships/slide" Target="/ppt/slides/slide118.xml" Id="R1343ee63e923443d" /><Relationship Type="http://schemas.openxmlformats.org/officeDocument/2006/relationships/slide" Target="/ppt/slides/slide119.xml" Id="Raa339532f21f48b7" /><Relationship Type="http://schemas.openxmlformats.org/officeDocument/2006/relationships/slide" Target="/ppt/slides/slide120.xml" Id="R1468e84ad76348c1" /><Relationship Type="http://schemas.openxmlformats.org/officeDocument/2006/relationships/slide" Target="/ppt/slides/slide121.xml" Id="R0aafb5a6e3c2446d" /><Relationship Type="http://schemas.openxmlformats.org/officeDocument/2006/relationships/slide" Target="/ppt/slides/slide122.xml" Id="Ra888601edcde4a2f" /><Relationship Type="http://schemas.openxmlformats.org/officeDocument/2006/relationships/slide" Target="/ppt/slides/slide123.xml" Id="Reb0360ef99af4e10" /><Relationship Type="http://schemas.openxmlformats.org/officeDocument/2006/relationships/slide" Target="/ppt/slides/slide124.xml" Id="R57b3411dbbde41b1" /><Relationship Type="http://schemas.openxmlformats.org/officeDocument/2006/relationships/slide" Target="/ppt/slides/slide125.xml" Id="R3fcb2d07d5bc44e8" /><Relationship Type="http://schemas.openxmlformats.org/officeDocument/2006/relationships/slide" Target="/ppt/slides/slide126.xml" Id="R15b9a29b6cac4d2b" /><Relationship Type="http://schemas.openxmlformats.org/officeDocument/2006/relationships/slide" Target="/ppt/slides/slide127.xml" Id="Rd8372e7d44fb4f2d" /><Relationship Type="http://schemas.openxmlformats.org/officeDocument/2006/relationships/slide" Target="/ppt/slides/slide128.xml" Id="Re4691d48d5cc4ac7" /><Relationship Type="http://schemas.openxmlformats.org/officeDocument/2006/relationships/slide" Target="/ppt/slides/slide129.xml" Id="R270930c9ec784f47" /><Relationship Type="http://schemas.openxmlformats.org/officeDocument/2006/relationships/slide" Target="/ppt/slides/slide130.xml" Id="R947596beede14be8" /><Relationship Type="http://schemas.openxmlformats.org/officeDocument/2006/relationships/slide" Target="/ppt/slides/slide131.xml" Id="Rf03b368d50de4e11" /><Relationship Type="http://schemas.openxmlformats.org/officeDocument/2006/relationships/slide" Target="/ppt/slides/slide132.xml" Id="R41b261c2108143f0" /><Relationship Type="http://schemas.openxmlformats.org/officeDocument/2006/relationships/slide" Target="/ppt/slides/slide133.xml" Id="R74c43681b899457c" /><Relationship Type="http://schemas.openxmlformats.org/officeDocument/2006/relationships/slide" Target="/ppt/slides/slide134.xml" Id="R4df228d203474ac5" /><Relationship Type="http://schemas.openxmlformats.org/officeDocument/2006/relationships/slide" Target="/ppt/slides/slide135.xml" Id="R1938c891b8684e7f" /><Relationship Type="http://schemas.openxmlformats.org/officeDocument/2006/relationships/slide" Target="/ppt/slides/slide136.xml" Id="R97bbd5d6d1b444f4" /><Relationship Type="http://schemas.openxmlformats.org/officeDocument/2006/relationships/slide" Target="/ppt/slides/slide137.xml" Id="Re06112acea064dce" /><Relationship Type="http://schemas.openxmlformats.org/officeDocument/2006/relationships/slide" Target="/ppt/slides/slide138.xml" Id="Re0195d1312b74631" /><Relationship Type="http://schemas.openxmlformats.org/officeDocument/2006/relationships/slide" Target="/ppt/slides/slide139.xml" Id="Rfb445a41e3f5464a" /><Relationship Type="http://schemas.openxmlformats.org/officeDocument/2006/relationships/slide" Target="/ppt/slides/slide140.xml" Id="R5046bef0882f4af4" /><Relationship Type="http://schemas.openxmlformats.org/officeDocument/2006/relationships/slide" Target="/ppt/slides/slide141.xml" Id="Rce3fd939d919452d" /><Relationship Type="http://schemas.openxmlformats.org/officeDocument/2006/relationships/slide" Target="/ppt/slides/slide142.xml" Id="R855c52eb84ac42f7" /><Relationship Type="http://schemas.openxmlformats.org/officeDocument/2006/relationships/slide" Target="/ppt/slides/slide143.xml" Id="R40fcc2943d3b4608" /><Relationship Type="http://schemas.openxmlformats.org/officeDocument/2006/relationships/slide" Target="/ppt/slides/slide144.xml" Id="R1babdcc55a5848ec" /><Relationship Type="http://schemas.openxmlformats.org/officeDocument/2006/relationships/slide" Target="/ppt/slides/slide145.xml" Id="R208dcab51d6d475b" /><Relationship Type="http://schemas.openxmlformats.org/officeDocument/2006/relationships/slide" Target="/ppt/slides/slide146.xml" Id="Raff3b92c11584f9e" /><Relationship Type="http://schemas.openxmlformats.org/officeDocument/2006/relationships/slide" Target="/ppt/slides/slide147.xml" Id="Rccea30d50a8a422d" /><Relationship Type="http://schemas.openxmlformats.org/officeDocument/2006/relationships/slide" Target="/ppt/slides/slide148.xml" Id="R00b9771025bb4ec1" /><Relationship Type="http://schemas.openxmlformats.org/officeDocument/2006/relationships/slide" Target="/ppt/slides/slide149.xml" Id="R889444c3312c47dd" /><Relationship Type="http://schemas.openxmlformats.org/officeDocument/2006/relationships/slide" Target="/ppt/slides/slide150.xml" Id="Re6b741a636df4b59" /><Relationship Type="http://schemas.openxmlformats.org/officeDocument/2006/relationships/slide" Target="/ppt/slides/slide151.xml" Id="R6e549edf09224c3a" /><Relationship Type="http://schemas.openxmlformats.org/officeDocument/2006/relationships/slide" Target="/ppt/slides/slide152.xml" Id="R65df3afbe90e4794" /><Relationship Type="http://schemas.openxmlformats.org/officeDocument/2006/relationships/slide" Target="/ppt/slides/slide153.xml" Id="Re78924994ac0468b" /><Relationship Type="http://schemas.openxmlformats.org/officeDocument/2006/relationships/slide" Target="/ppt/slides/slide154.xml" Id="R4af2a30712174a1f" /><Relationship Type="http://schemas.openxmlformats.org/officeDocument/2006/relationships/slide" Target="/ppt/slides/slide155.xml" Id="R765700e468044869" /><Relationship Type="http://schemas.openxmlformats.org/officeDocument/2006/relationships/slide" Target="/ppt/slides/slide156.xml" Id="R3e73989e8e8a47bc" /><Relationship Type="http://schemas.openxmlformats.org/officeDocument/2006/relationships/slide" Target="/ppt/slides/slide157.xml" Id="Rfbaa0e958c564ebb" /><Relationship Type="http://schemas.openxmlformats.org/officeDocument/2006/relationships/slide" Target="/ppt/slides/slide158.xml" Id="R978b642913014563" /><Relationship Type="http://schemas.openxmlformats.org/officeDocument/2006/relationships/slide" Target="/ppt/slides/slide159.xml" Id="R9aca9a7afd9c45d5" /><Relationship Type="http://schemas.openxmlformats.org/officeDocument/2006/relationships/slide" Target="/ppt/slides/slide160.xml" Id="Raf1289bc590b4a45" /><Relationship Type="http://schemas.openxmlformats.org/officeDocument/2006/relationships/slide" Target="/ppt/slides/slide161.xml" Id="R2163a955e4624b37" /><Relationship Type="http://schemas.openxmlformats.org/officeDocument/2006/relationships/slide" Target="/ppt/slides/slide162.xml" Id="Ra56cd2569f49426e" /><Relationship Type="http://schemas.openxmlformats.org/officeDocument/2006/relationships/slide" Target="/ppt/slides/slide163.xml" Id="Rc1f0dcdb1f614a0e" /><Relationship Type="http://schemas.openxmlformats.org/officeDocument/2006/relationships/slide" Target="/ppt/slides/slide164.xml" Id="R21fbe53fc4634137" /><Relationship Type="http://schemas.openxmlformats.org/officeDocument/2006/relationships/slide" Target="/ppt/slides/slide165.xml" Id="Rb3e488c79f274e46" /><Relationship Type="http://schemas.openxmlformats.org/officeDocument/2006/relationships/slide" Target="/ppt/slides/slide166.xml" Id="Ra83d0aeac24740f8" /><Relationship Type="http://schemas.openxmlformats.org/officeDocument/2006/relationships/slide" Target="/ppt/slides/slide167.xml" Id="Rb96cdaac450749ad" /><Relationship Type="http://schemas.openxmlformats.org/officeDocument/2006/relationships/slide" Target="/ppt/slides/slide168.xml" Id="R357186665a464f01" /><Relationship Type="http://schemas.openxmlformats.org/officeDocument/2006/relationships/slide" Target="/ppt/slides/slide169.xml" Id="Rb21703a1013a40e0" /><Relationship Type="http://schemas.openxmlformats.org/officeDocument/2006/relationships/slide" Target="/ppt/slides/slide170.xml" Id="R35e47b1d720c41ab" /><Relationship Type="http://schemas.openxmlformats.org/officeDocument/2006/relationships/slide" Target="/ppt/slides/slide171.xml" Id="R73d91d92192a4bb4" /><Relationship Type="http://schemas.openxmlformats.org/officeDocument/2006/relationships/slide" Target="/ppt/slides/slide172.xml" Id="R620d3df7da7f4d25" /><Relationship Type="http://schemas.openxmlformats.org/officeDocument/2006/relationships/slide" Target="/ppt/slides/slide173.xml" Id="R1944fffd47dc4b2d" /><Relationship Type="http://schemas.openxmlformats.org/officeDocument/2006/relationships/slide" Target="/ppt/slides/slide174.xml" Id="R105becc917474b96" /><Relationship Type="http://schemas.openxmlformats.org/officeDocument/2006/relationships/slide" Target="/ppt/slides/slide175.xml" Id="R59bb10bd00384655" /><Relationship Type="http://schemas.openxmlformats.org/officeDocument/2006/relationships/slide" Target="/ppt/slides/slide176.xml" Id="R366fbf59f63546d8" /><Relationship Type="http://schemas.openxmlformats.org/officeDocument/2006/relationships/slide" Target="/ppt/slides/slide177.xml" Id="R0a6c44833ece4364" /><Relationship Type="http://schemas.openxmlformats.org/officeDocument/2006/relationships/slide" Target="/ppt/slides/slide178.xml" Id="R03c2dc7c44ac446b" /><Relationship Type="http://schemas.openxmlformats.org/officeDocument/2006/relationships/slide" Target="/ppt/slides/slide179.xml" Id="R1fa469d023364367" /><Relationship Type="http://schemas.openxmlformats.org/officeDocument/2006/relationships/slide" Target="/ppt/slides/slide180.xml" Id="R32d28a406e8c4ca5" /><Relationship Type="http://schemas.openxmlformats.org/officeDocument/2006/relationships/slide" Target="/ppt/slides/slide181.xml" Id="R6ddf52c1936941c6" /><Relationship Type="http://schemas.openxmlformats.org/officeDocument/2006/relationships/slide" Target="/ppt/slides/slide182.xml" Id="Rd90c2cef2cb94a3a" /><Relationship Type="http://schemas.openxmlformats.org/officeDocument/2006/relationships/slide" Target="/ppt/slides/slide183.xml" Id="Rfbf4b94158d74e31" /><Relationship Type="http://schemas.openxmlformats.org/officeDocument/2006/relationships/slide" Target="/ppt/slides/slide184.xml" Id="R0717a1282bde461e" /><Relationship Type="http://schemas.openxmlformats.org/officeDocument/2006/relationships/slide" Target="/ppt/slides/slide185.xml" Id="R15f60d049b824acb" /><Relationship Type="http://schemas.openxmlformats.org/officeDocument/2006/relationships/slide" Target="/ppt/slides/slide186.xml" Id="R7927cfe2addf4aff" /><Relationship Type="http://schemas.openxmlformats.org/officeDocument/2006/relationships/slide" Target="/ppt/slides/slide187.xml" Id="Rb5187235b9354c21" /><Relationship Type="http://schemas.openxmlformats.org/officeDocument/2006/relationships/slide" Target="/ppt/slides/slide188.xml" Id="Reb47541a48054512" /><Relationship Type="http://schemas.openxmlformats.org/officeDocument/2006/relationships/slide" Target="/ppt/slides/slide189.xml" Id="R5b2eae20e87b4991" /><Relationship Type="http://schemas.openxmlformats.org/officeDocument/2006/relationships/slide" Target="/ppt/slides/slide190.xml" Id="R8c8a550a37c14b29" /><Relationship Type="http://schemas.openxmlformats.org/officeDocument/2006/relationships/slide" Target="/ppt/slides/slide191.xml" Id="R925cbae1e83946aa" /><Relationship Type="http://schemas.openxmlformats.org/officeDocument/2006/relationships/slide" Target="/ppt/slides/slide192.xml" Id="R9cc945f4c4a44842" /><Relationship Type="http://schemas.openxmlformats.org/officeDocument/2006/relationships/slide" Target="/ppt/slides/slide193.xml" Id="Rcc0f003cfa5c408b" /><Relationship Type="http://schemas.openxmlformats.org/officeDocument/2006/relationships/slide" Target="/ppt/slides/slide194.xml" Id="R51ef139d94d14639" /><Relationship Type="http://schemas.openxmlformats.org/officeDocument/2006/relationships/slide" Target="/ppt/slides/slide195.xml" Id="R36b84a39adaa40ae" /><Relationship Type="http://schemas.openxmlformats.org/officeDocument/2006/relationships/slide" Target="/ppt/slides/slide196.xml" Id="R3301984caa8148ee" /><Relationship Type="http://schemas.openxmlformats.org/officeDocument/2006/relationships/slide" Target="/ppt/slides/slide197.xml" Id="Read22cc013554583" /><Relationship Type="http://schemas.openxmlformats.org/officeDocument/2006/relationships/slide" Target="/ppt/slides/slide198.xml" Id="R89610d67e3f346bc" /><Relationship Type="http://schemas.openxmlformats.org/officeDocument/2006/relationships/slide" Target="/ppt/slides/slide199.xml" Id="Rbb956b382c044de3" /><Relationship Type="http://schemas.openxmlformats.org/officeDocument/2006/relationships/slide" Target="/ppt/slides/slide200.xml" Id="R83428ed3ca714fe9" /><Relationship Type="http://schemas.openxmlformats.org/officeDocument/2006/relationships/slide" Target="/ppt/slides/slide201.xml" Id="Rd89f65b411a54974" /><Relationship Type="http://schemas.openxmlformats.org/officeDocument/2006/relationships/slide" Target="/ppt/slides/slide202.xml" Id="R776f41fdfa714040" /><Relationship Type="http://schemas.openxmlformats.org/officeDocument/2006/relationships/slide" Target="/ppt/slides/slide203.xml" Id="R33012287734d47be" /><Relationship Type="http://schemas.openxmlformats.org/officeDocument/2006/relationships/slide" Target="/ppt/slides/slide204.xml" Id="R33cc95ed60644992" /><Relationship Type="http://schemas.openxmlformats.org/officeDocument/2006/relationships/slide" Target="/ppt/slides/slide205.xml" Id="Rda72cf86591d45cc" /><Relationship Type="http://schemas.openxmlformats.org/officeDocument/2006/relationships/slide" Target="/ppt/slides/slide206.xml" Id="Rbc156c9f90c740d4" /><Relationship Type="http://schemas.openxmlformats.org/officeDocument/2006/relationships/slide" Target="/ppt/slides/slide207.xml" Id="R8c729f813b71473e" /><Relationship Type="http://schemas.openxmlformats.org/officeDocument/2006/relationships/slide" Target="/ppt/slides/slide208.xml" Id="R5582d3d3dcfe424b" /><Relationship Type="http://schemas.openxmlformats.org/officeDocument/2006/relationships/slide" Target="/ppt/slides/slide209.xml" Id="Rdf3bf7f1ff614ef6" /><Relationship Type="http://schemas.openxmlformats.org/officeDocument/2006/relationships/slide" Target="/ppt/slides/slide210.xml" Id="Rbd50f569c80f4a93" /><Relationship Type="http://schemas.openxmlformats.org/officeDocument/2006/relationships/slide" Target="/ppt/slides/slide211.xml" Id="R6bf6838622e34721" /><Relationship Type="http://schemas.openxmlformats.org/officeDocument/2006/relationships/slide" Target="/ppt/slides/slide212.xml" Id="Ra7b4d89a4ee34288" /><Relationship Type="http://schemas.openxmlformats.org/officeDocument/2006/relationships/slide" Target="/ppt/slides/slide213.xml" Id="R0c589d3f1c3e43ea" /><Relationship Type="http://schemas.openxmlformats.org/officeDocument/2006/relationships/slide" Target="/ppt/slides/slide214.xml" Id="Rc10885b2ea304b88" /><Relationship Type="http://schemas.openxmlformats.org/officeDocument/2006/relationships/slide" Target="/ppt/slides/slide215.xml" Id="R3167f3e6b9594fa0" /><Relationship Type="http://schemas.openxmlformats.org/officeDocument/2006/relationships/slide" Target="/ppt/slides/slide216.xml" Id="R5e6a8f14af934221" /><Relationship Type="http://schemas.openxmlformats.org/officeDocument/2006/relationships/slide" Target="/ppt/slides/slide217.xml" Id="Rb9419a58781d4e42" /><Relationship Type="http://schemas.openxmlformats.org/officeDocument/2006/relationships/slide" Target="/ppt/slides/slide218.xml" Id="R2f3b2720544742e3" /><Relationship Type="http://schemas.openxmlformats.org/officeDocument/2006/relationships/slide" Target="/ppt/slides/slide219.xml" Id="R3ed57cc5d4ec4e9f" /><Relationship Type="http://schemas.openxmlformats.org/officeDocument/2006/relationships/slide" Target="/ppt/slides/slide220.xml" Id="Rda855971bcfb4fbc" /><Relationship Type="http://schemas.openxmlformats.org/officeDocument/2006/relationships/slide" Target="/ppt/slides/slide221.xml" Id="R6aeb8d28ed9041af" /><Relationship Type="http://schemas.openxmlformats.org/officeDocument/2006/relationships/slide" Target="/ppt/slides/slide222.xml" Id="Rf32105aa4a3d4d69" /><Relationship Type="http://schemas.openxmlformats.org/officeDocument/2006/relationships/slide" Target="/ppt/slides/slide223.xml" Id="R07d1d5536a644480" /><Relationship Type="http://schemas.openxmlformats.org/officeDocument/2006/relationships/slide" Target="/ppt/slides/slide224.xml" Id="R9a313b8564b14e66" /><Relationship Type="http://schemas.openxmlformats.org/officeDocument/2006/relationships/slide" Target="/ppt/slides/slide225.xml" Id="Rc910f1b51fc14956" /><Relationship Type="http://schemas.openxmlformats.org/officeDocument/2006/relationships/slide" Target="/ppt/slides/slide226.xml" Id="R07a785479452498f" /><Relationship Type="http://schemas.openxmlformats.org/officeDocument/2006/relationships/slide" Target="/ppt/slides/slide227.xml" Id="Re0a76e7fca24460d" /><Relationship Type="http://schemas.openxmlformats.org/officeDocument/2006/relationships/slide" Target="/ppt/slides/slide228.xml" Id="R49799a6db39d4a50" /><Relationship Type="http://schemas.openxmlformats.org/officeDocument/2006/relationships/slide" Target="/ppt/slides/slide229.xml" Id="R30927953a1504f5e" /><Relationship Type="http://schemas.openxmlformats.org/officeDocument/2006/relationships/slide" Target="/ppt/slides/slide230.xml" Id="R7f58fb8ed72b434f" /><Relationship Type="http://schemas.openxmlformats.org/officeDocument/2006/relationships/slide" Target="/ppt/slides/slide231.xml" Id="R9aaf8ef1a042403d" /><Relationship Type="http://schemas.openxmlformats.org/officeDocument/2006/relationships/slide" Target="/ppt/slides/slide232.xml" Id="R5125d2ed11b243da" /><Relationship Type="http://schemas.openxmlformats.org/officeDocument/2006/relationships/slide" Target="/ppt/slides/slide233.xml" Id="R7f1b26f041854c68" /><Relationship Type="http://schemas.openxmlformats.org/officeDocument/2006/relationships/slide" Target="/ppt/slides/slide234.xml" Id="R9418cc4eb1794642" /><Relationship Type="http://schemas.openxmlformats.org/officeDocument/2006/relationships/slide" Target="/ppt/slides/slide235.xml" Id="Ra9e984acfb364e01" /><Relationship Type="http://schemas.openxmlformats.org/officeDocument/2006/relationships/slide" Target="/ppt/slides/slide236.xml" Id="Rc44268e3443c41e1" /><Relationship Type="http://schemas.openxmlformats.org/officeDocument/2006/relationships/slide" Target="/ppt/slides/slide237.xml" Id="R0fa3ab9462a9469a" /><Relationship Type="http://schemas.openxmlformats.org/officeDocument/2006/relationships/slide" Target="/ppt/slides/slide238.xml" Id="R56f407722e274110" /><Relationship Type="http://schemas.openxmlformats.org/officeDocument/2006/relationships/slide" Target="/ppt/slides/slide239.xml" Id="Ra054360b0fc243ea" /><Relationship Type="http://schemas.openxmlformats.org/officeDocument/2006/relationships/slide" Target="/ppt/slides/slide240.xml" Id="R41400eeb4f2b47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e79fab5a2447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b2e56c69f84289" /><Relationship Type="http://schemas.openxmlformats.org/officeDocument/2006/relationships/notesMaster" Target="/ppt/notesMasters/notesMaster1.xml" Id="R49f753f1bca64a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fa0c85dabf49c0" /><Relationship Type="http://schemas.openxmlformats.org/officeDocument/2006/relationships/notesMaster" Target="/ppt/notesMasters/notesMaster1.xml" Id="Rc9b54b178c6947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03e285d50744d9" /><Relationship Type="http://schemas.openxmlformats.org/officeDocument/2006/relationships/notesMaster" Target="/ppt/notesMasters/notesMaster1.xml" Id="Rce502385ff2344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87409d7f624a21" /><Relationship Type="http://schemas.openxmlformats.org/officeDocument/2006/relationships/notesMaster" Target="/ppt/notesMasters/notesMaster1.xml" Id="Rb59e6793e23e41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08bfc3c36c41f8" /><Relationship Type="http://schemas.openxmlformats.org/officeDocument/2006/relationships/notesMaster" Target="/ppt/notesMasters/notesMaster1.xml" Id="R210160e01fbf4a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dd66101b514193" /><Relationship Type="http://schemas.openxmlformats.org/officeDocument/2006/relationships/notesMaster" Target="/ppt/notesMasters/notesMaster1.xml" Id="R3813aacf2338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fee91800fd4ad8" /><Relationship Type="http://schemas.openxmlformats.org/officeDocument/2006/relationships/notesMaster" Target="/ppt/notesMasters/notesMaster1.xml" Id="Rc2f9925c6fa845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7641d521a74529" /><Relationship Type="http://schemas.openxmlformats.org/officeDocument/2006/relationships/notesMaster" Target="/ppt/notesMasters/notesMaster1.xml" Id="R341deff6432d42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c46e40613a4876" /><Relationship Type="http://schemas.openxmlformats.org/officeDocument/2006/relationships/notesMaster" Target="/ppt/notesMasters/notesMaster1.xml" Id="Rdee2811e08314d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5a39d15aaa4e10" /><Relationship Type="http://schemas.openxmlformats.org/officeDocument/2006/relationships/notesMaster" Target="/ppt/notesMasters/notesMaster1.xml" Id="R6a0012893d284e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69520dfebc4271" /><Relationship Type="http://schemas.openxmlformats.org/officeDocument/2006/relationships/notesMaster" Target="/ppt/notesMasters/notesMaster1.xml" Id="Rd1b93a0a0f4041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8045dab69b4b8d" /><Relationship Type="http://schemas.openxmlformats.org/officeDocument/2006/relationships/notesMaster" Target="/ppt/notesMasters/notesMaster1.xml" Id="R550b8c8cf48d455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cf99dfd88254187" /><Relationship Type="http://schemas.openxmlformats.org/officeDocument/2006/relationships/notesMaster" Target="/ppt/notesMasters/notesMaster1.xml" Id="R2487350347084d0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4fb618e26ab4315" /><Relationship Type="http://schemas.openxmlformats.org/officeDocument/2006/relationships/notesMaster" Target="/ppt/notesMasters/notesMaster1.xml" Id="R85c1d7a36f5f4a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8c755897544ff8" /><Relationship Type="http://schemas.openxmlformats.org/officeDocument/2006/relationships/notesMaster" Target="/ppt/notesMasters/notesMaster1.xml" Id="R6dd25e0607f4446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4549fa1a7264430" /><Relationship Type="http://schemas.openxmlformats.org/officeDocument/2006/relationships/notesMaster" Target="/ppt/notesMasters/notesMaster1.xml" Id="Rc82a44f162364a8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ff8f3f9a26455f" /><Relationship Type="http://schemas.openxmlformats.org/officeDocument/2006/relationships/notesMaster" Target="/ppt/notesMasters/notesMaster1.xml" Id="R8eeebbb98da74c0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7ba72627e84fa1" /><Relationship Type="http://schemas.openxmlformats.org/officeDocument/2006/relationships/notesMaster" Target="/ppt/notesMasters/notesMaster1.xml" Id="R10000a79d421478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04a5691d4374c8f" /><Relationship Type="http://schemas.openxmlformats.org/officeDocument/2006/relationships/notesMaster" Target="/ppt/notesMasters/notesMaster1.xml" Id="Ra73707fafc6c4fb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281f3a4b0444b11" /><Relationship Type="http://schemas.openxmlformats.org/officeDocument/2006/relationships/notesMaster" Target="/ppt/notesMasters/notesMaster1.xml" Id="R181e3ce2b6a8465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15413679cf24b9e" /><Relationship Type="http://schemas.openxmlformats.org/officeDocument/2006/relationships/notesMaster" Target="/ppt/notesMasters/notesMaster1.xml" Id="Rc0b00dfecda34e1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f5aaa5fad974b44" /><Relationship Type="http://schemas.openxmlformats.org/officeDocument/2006/relationships/notesMaster" Target="/ppt/notesMasters/notesMaster1.xml" Id="R7432dd17b83b467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fc3809ce8934fec" /><Relationship Type="http://schemas.openxmlformats.org/officeDocument/2006/relationships/notesMaster" Target="/ppt/notesMasters/notesMaster1.xml" Id="Rbc2391288b8b4c0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332c5288cad41fd" /><Relationship Type="http://schemas.openxmlformats.org/officeDocument/2006/relationships/notesMaster" Target="/ppt/notesMasters/notesMaster1.xml" Id="R2bd35b89e0a840a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f4735a23f704c6f" /><Relationship Type="http://schemas.openxmlformats.org/officeDocument/2006/relationships/notesMaster" Target="/ppt/notesMasters/notesMaster1.xml" Id="R7fadf551335548a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cd761561b74456a" /><Relationship Type="http://schemas.openxmlformats.org/officeDocument/2006/relationships/notesMaster" Target="/ppt/notesMasters/notesMaster1.xml" Id="Rb25ac03d7fce41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5ed46efcbb54dde" /><Relationship Type="http://schemas.openxmlformats.org/officeDocument/2006/relationships/notesMaster" Target="/ppt/notesMasters/notesMaster1.xml" Id="Rde5bdbf38724429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9f048bdd2ef4329" /><Relationship Type="http://schemas.openxmlformats.org/officeDocument/2006/relationships/notesMaster" Target="/ppt/notesMasters/notesMaster1.xml" Id="Rb2183b5119564d1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4aa6da24f8849a2" /><Relationship Type="http://schemas.openxmlformats.org/officeDocument/2006/relationships/notesMaster" Target="/ppt/notesMasters/notesMaster1.xml" Id="Rde68cad81275432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e8fb9035bdd4a1b" /><Relationship Type="http://schemas.openxmlformats.org/officeDocument/2006/relationships/notesMaster" Target="/ppt/notesMasters/notesMaster1.xml" Id="Rd0df9407d8e74c5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60e287ebd924bb1" /><Relationship Type="http://schemas.openxmlformats.org/officeDocument/2006/relationships/notesMaster" Target="/ppt/notesMasters/notesMaster1.xml" Id="Ra8ba4668a33a472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3cf723ac0344fb4" /><Relationship Type="http://schemas.openxmlformats.org/officeDocument/2006/relationships/notesMaster" Target="/ppt/notesMasters/notesMaster1.xml" Id="Rebc63140292c484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dc5d59062374418" /><Relationship Type="http://schemas.openxmlformats.org/officeDocument/2006/relationships/notesMaster" Target="/ppt/notesMasters/notesMaster1.xml" Id="R9ce147cceec846f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ffd1353f6dd4416" /><Relationship Type="http://schemas.openxmlformats.org/officeDocument/2006/relationships/notesMaster" Target="/ppt/notesMasters/notesMaster1.xml" Id="Rd86e5761f22a4dd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90a1a63293442e3" /><Relationship Type="http://schemas.openxmlformats.org/officeDocument/2006/relationships/notesMaster" Target="/ppt/notesMasters/notesMaster1.xml" Id="R0371a300c644429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72c9e6f506c4e00" /><Relationship Type="http://schemas.openxmlformats.org/officeDocument/2006/relationships/notesMaster" Target="/ppt/notesMasters/notesMaster1.xml" Id="Rc77d192c38b44fe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b816d7a4c9647c3" /><Relationship Type="http://schemas.openxmlformats.org/officeDocument/2006/relationships/notesMaster" Target="/ppt/notesMasters/notesMaster1.xml" Id="R03966be226924fd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87a305d2eb54883" /><Relationship Type="http://schemas.openxmlformats.org/officeDocument/2006/relationships/notesMaster" Target="/ppt/notesMasters/notesMaster1.xml" Id="R18137dcad1e44d6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a032d905a2242d8" /><Relationship Type="http://schemas.openxmlformats.org/officeDocument/2006/relationships/notesMaster" Target="/ppt/notesMasters/notesMaster1.xml" Id="R66d08ea4ef64479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07cd0de009743b0" /><Relationship Type="http://schemas.openxmlformats.org/officeDocument/2006/relationships/notesMaster" Target="/ppt/notesMasters/notesMaster1.xml" Id="R8fa06acfe1354ab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bcc5cef2c7e45e2" /><Relationship Type="http://schemas.openxmlformats.org/officeDocument/2006/relationships/notesMaster" Target="/ppt/notesMasters/notesMaster1.xml" Id="R862feb2e2541462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b8b6fc32f3d4705" /><Relationship Type="http://schemas.openxmlformats.org/officeDocument/2006/relationships/notesMaster" Target="/ppt/notesMasters/notesMaster1.xml" Id="R6765b071645147e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18b285806014251" /><Relationship Type="http://schemas.openxmlformats.org/officeDocument/2006/relationships/notesMaster" Target="/ppt/notesMasters/notesMaster1.xml" Id="Rc8106379c94d47c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87a1efb11f6849d1" /><Relationship Type="http://schemas.openxmlformats.org/officeDocument/2006/relationships/notesMaster" Target="/ppt/notesMasters/notesMaster1.xml" Id="Rcefa32b82ec24b0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b8a21fd418f42dc" /><Relationship Type="http://schemas.openxmlformats.org/officeDocument/2006/relationships/notesMaster" Target="/ppt/notesMasters/notesMaster1.xml" Id="Re154ae39b90e475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3ce42e89c9a4b98" /><Relationship Type="http://schemas.openxmlformats.org/officeDocument/2006/relationships/notesMaster" Target="/ppt/notesMasters/notesMaster1.xml" Id="R29db409d8d9645d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5cf0cffc85b4eaa" /><Relationship Type="http://schemas.openxmlformats.org/officeDocument/2006/relationships/notesMaster" Target="/ppt/notesMasters/notesMaster1.xml" Id="R5a871db3ef654f9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40b394fe6464fae" /><Relationship Type="http://schemas.openxmlformats.org/officeDocument/2006/relationships/notesMaster" Target="/ppt/notesMasters/notesMaster1.xml" Id="R0e8a4cbb37cc45a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7c28388afd14bef" /><Relationship Type="http://schemas.openxmlformats.org/officeDocument/2006/relationships/notesMaster" Target="/ppt/notesMasters/notesMaster1.xml" Id="R94ab3561e786442d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1229a9285f4459a" /><Relationship Type="http://schemas.openxmlformats.org/officeDocument/2006/relationships/notesMaster" Target="/ppt/notesMasters/notesMaster1.xml" Id="R460ddece30ca4cc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93b4f98159d459b" /><Relationship Type="http://schemas.openxmlformats.org/officeDocument/2006/relationships/notesMaster" Target="/ppt/notesMasters/notesMaster1.xml" Id="R6327fda543dd452c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3d159c99ea94f1d" /><Relationship Type="http://schemas.openxmlformats.org/officeDocument/2006/relationships/notesMaster" Target="/ppt/notesMasters/notesMaster1.xml" Id="R9ec596f7bf4645a6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4f3f1d44d3d4f82" /><Relationship Type="http://schemas.openxmlformats.org/officeDocument/2006/relationships/notesMaster" Target="/ppt/notesMasters/notesMaster1.xml" Id="R3f933912ce30458f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082284c3097c4d17" /><Relationship Type="http://schemas.openxmlformats.org/officeDocument/2006/relationships/notesMaster" Target="/ppt/notesMasters/notesMaster1.xml" Id="R21b34570ffee4607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9f25b5315a7049db" /><Relationship Type="http://schemas.openxmlformats.org/officeDocument/2006/relationships/notesMaster" Target="/ppt/notesMasters/notesMaster1.xml" Id="R0bb3b2651435401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5c43ecb355d416a" /><Relationship Type="http://schemas.openxmlformats.org/officeDocument/2006/relationships/notesMaster" Target="/ppt/notesMasters/notesMaster1.xml" Id="Rd7f8fb38dc7e416b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4fffa84eba7461b" /><Relationship Type="http://schemas.openxmlformats.org/officeDocument/2006/relationships/notesMaster" Target="/ppt/notesMasters/notesMaster1.xml" Id="Ra1833876fbc94136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bb94112511b340c1" /><Relationship Type="http://schemas.openxmlformats.org/officeDocument/2006/relationships/notesMaster" Target="/ppt/notesMasters/notesMaster1.xml" Id="R5a933550133e4a8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c0a22b9a11a45d1" /><Relationship Type="http://schemas.openxmlformats.org/officeDocument/2006/relationships/notesMaster" Target="/ppt/notesMasters/notesMaster1.xml" Id="Rc9cf8c2030884ae7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985a00e900664980" /><Relationship Type="http://schemas.openxmlformats.org/officeDocument/2006/relationships/notesMaster" Target="/ppt/notesMasters/notesMaster1.xml" Id="Rf890f2b5ebee4a88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f3b2fe33e50a4f29" /><Relationship Type="http://schemas.openxmlformats.org/officeDocument/2006/relationships/notesMaster" Target="/ppt/notesMasters/notesMaster1.xml" Id="R53305d7fd51c406c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098fca7bdad4f61" /><Relationship Type="http://schemas.openxmlformats.org/officeDocument/2006/relationships/notesMaster" Target="/ppt/notesMasters/notesMaster1.xml" Id="R44ba0247b6034597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03d53b9e7ace496f" /><Relationship Type="http://schemas.openxmlformats.org/officeDocument/2006/relationships/notesMaster" Target="/ppt/notesMasters/notesMaster1.xml" Id="Rb95c367a68424f4a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1d2d68d197d4177" /><Relationship Type="http://schemas.openxmlformats.org/officeDocument/2006/relationships/notesMaster" Target="/ppt/notesMasters/notesMaster1.xml" Id="Rb2d8517587b64541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d056dc3873bb4ba8" /><Relationship Type="http://schemas.openxmlformats.org/officeDocument/2006/relationships/notesMaster" Target="/ppt/notesMasters/notesMaster1.xml" Id="Re4fd1e8d41a54acd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4cbfa64c26624074" /><Relationship Type="http://schemas.openxmlformats.org/officeDocument/2006/relationships/notesMaster" Target="/ppt/notesMasters/notesMaster1.xml" Id="R979d5e56b5e84c9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9399e6611588485c" /><Relationship Type="http://schemas.openxmlformats.org/officeDocument/2006/relationships/notesMaster" Target="/ppt/notesMasters/notesMaster1.xml" Id="R417171d8ddb3429c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6f2b9acaaf784ba1" /><Relationship Type="http://schemas.openxmlformats.org/officeDocument/2006/relationships/notesMaster" Target="/ppt/notesMasters/notesMaster1.xml" Id="R2c45bedd6f4342ae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ad8836490f0f41a5" /><Relationship Type="http://schemas.openxmlformats.org/officeDocument/2006/relationships/notesMaster" Target="/ppt/notesMasters/notesMaster1.xml" Id="R58d9b4ca2cdd4b16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0423e8cad2f7425a" /><Relationship Type="http://schemas.openxmlformats.org/officeDocument/2006/relationships/notesMaster" Target="/ppt/notesMasters/notesMaster1.xml" Id="R27c48f176cee453f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f69b8bba653146d5" /><Relationship Type="http://schemas.openxmlformats.org/officeDocument/2006/relationships/notesMaster" Target="/ppt/notesMasters/notesMaster1.xml" Id="R407e0a8aa563482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e1c0ac5bd32643ca" /><Relationship Type="http://schemas.openxmlformats.org/officeDocument/2006/relationships/notesMaster" Target="/ppt/notesMasters/notesMaster1.xml" Id="R0dcf69e246a84d2f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1c5a00eb8d284206" /><Relationship Type="http://schemas.openxmlformats.org/officeDocument/2006/relationships/notesMaster" Target="/ppt/notesMasters/notesMaster1.xml" Id="R94f33d65e7f14b7b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95bf9a0c14d84146" /><Relationship Type="http://schemas.openxmlformats.org/officeDocument/2006/relationships/notesMaster" Target="/ppt/notesMasters/notesMaster1.xml" Id="Rfd4b3c546b0d4db6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ca0f862a247d4193" /><Relationship Type="http://schemas.openxmlformats.org/officeDocument/2006/relationships/notesMaster" Target="/ppt/notesMasters/notesMaster1.xml" Id="R1810d4af93954589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7542ddbb1bcf4cac" /><Relationship Type="http://schemas.openxmlformats.org/officeDocument/2006/relationships/notesMaster" Target="/ppt/notesMasters/notesMaster1.xml" Id="R6d7cb565a4204fb6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33c507b0f3304df6" /><Relationship Type="http://schemas.openxmlformats.org/officeDocument/2006/relationships/notesMaster" Target="/ppt/notesMasters/notesMaster1.xml" Id="R264efd7f40214edf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acaf510f4d784dd9" /><Relationship Type="http://schemas.openxmlformats.org/officeDocument/2006/relationships/notesMaster" Target="/ppt/notesMasters/notesMaster1.xml" Id="R45a8477c93774f5f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b53f9eb0176440e1" /><Relationship Type="http://schemas.openxmlformats.org/officeDocument/2006/relationships/notesMaster" Target="/ppt/notesMasters/notesMaster1.xml" Id="R09489fbe5ff64036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cbf554a19384a0b" /><Relationship Type="http://schemas.openxmlformats.org/officeDocument/2006/relationships/notesMaster" Target="/ppt/notesMasters/notesMaster1.xml" Id="Rca5ac7529fbf4e33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3070885ea9a44cf0" /><Relationship Type="http://schemas.openxmlformats.org/officeDocument/2006/relationships/notesMaster" Target="/ppt/notesMasters/notesMaster1.xml" Id="R40ea4f4f9b794dff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17c90da9646d4d8f" /><Relationship Type="http://schemas.openxmlformats.org/officeDocument/2006/relationships/notesMaster" Target="/ppt/notesMasters/notesMaster1.xml" Id="Rc0133c4eb3554f39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a53dbf04c58a433f" /><Relationship Type="http://schemas.openxmlformats.org/officeDocument/2006/relationships/notesMaster" Target="/ppt/notesMasters/notesMaster1.xml" Id="Ree325ffc4add46e8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c7a4c6ea3d8b4daa" /><Relationship Type="http://schemas.openxmlformats.org/officeDocument/2006/relationships/notesMaster" Target="/ppt/notesMasters/notesMaster1.xml" Id="Rfe8e8b6f727e48fe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da8e990b366e4d18" /><Relationship Type="http://schemas.openxmlformats.org/officeDocument/2006/relationships/notesMaster" Target="/ppt/notesMasters/notesMaster1.xml" Id="Ra670fff00d204750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9bf39e3049454f20" /><Relationship Type="http://schemas.openxmlformats.org/officeDocument/2006/relationships/notesMaster" Target="/ppt/notesMasters/notesMaster1.xml" Id="R6fd3a0ead8a6412e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98b01bd41ae74343" /><Relationship Type="http://schemas.openxmlformats.org/officeDocument/2006/relationships/notesMaster" Target="/ppt/notesMasters/notesMaster1.xml" Id="Re0d3ba777ad54edc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025e0d3b53c947ac" /><Relationship Type="http://schemas.openxmlformats.org/officeDocument/2006/relationships/notesMaster" Target="/ppt/notesMasters/notesMaster1.xml" Id="Ra46b2fcb2f5141e0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4d9718a3b8ca4fc1" /><Relationship Type="http://schemas.openxmlformats.org/officeDocument/2006/relationships/notesMaster" Target="/ppt/notesMasters/notesMaster1.xml" Id="Rdd4903dbe2c741e7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88a7edd89a554155" /><Relationship Type="http://schemas.openxmlformats.org/officeDocument/2006/relationships/notesMaster" Target="/ppt/notesMasters/notesMaster1.xml" Id="Ra53bdbcbe24843c4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f971538ef2cc40cc" /><Relationship Type="http://schemas.openxmlformats.org/officeDocument/2006/relationships/notesMaster" Target="/ppt/notesMasters/notesMaster1.xml" Id="R7cdc889171f546dd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982ffa9895ee41a1" /><Relationship Type="http://schemas.openxmlformats.org/officeDocument/2006/relationships/notesMaster" Target="/ppt/notesMasters/notesMaster1.xml" Id="R6f8408ed28db4066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6c0863c077cf41f5" /><Relationship Type="http://schemas.openxmlformats.org/officeDocument/2006/relationships/notesMaster" Target="/ppt/notesMasters/notesMaster1.xml" Id="R488c79d28073408b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142038bfd3be47d2" /><Relationship Type="http://schemas.openxmlformats.org/officeDocument/2006/relationships/notesMaster" Target="/ppt/notesMasters/notesMaster1.xml" Id="R12dd3720b7314d1b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9b209059f06441ae" /><Relationship Type="http://schemas.openxmlformats.org/officeDocument/2006/relationships/notesMaster" Target="/ppt/notesMasters/notesMaster1.xml" Id="R0c07e93778ea45f3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95951848330430e" /><Relationship Type="http://schemas.openxmlformats.org/officeDocument/2006/relationships/notesMaster" Target="/ppt/notesMasters/notesMaster1.xml" Id="Rc6a722e460ae4c0d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7af91b76ab0146e6" /><Relationship Type="http://schemas.openxmlformats.org/officeDocument/2006/relationships/notesMaster" Target="/ppt/notesMasters/notesMaster1.xml" Id="R720ae436fc414845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6707ce52295c40ec" /><Relationship Type="http://schemas.openxmlformats.org/officeDocument/2006/relationships/notesMaster" Target="/ppt/notesMasters/notesMaster1.xml" Id="Ra8fffefc81db4118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61c3d0143ed14de7" /><Relationship Type="http://schemas.openxmlformats.org/officeDocument/2006/relationships/notesMaster" Target="/ppt/notesMasters/notesMaster1.xml" Id="R90ffb84c488f4e27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c1daf451362e47a6" /><Relationship Type="http://schemas.openxmlformats.org/officeDocument/2006/relationships/notesMaster" Target="/ppt/notesMasters/notesMaster1.xml" Id="Rd54b6d71a6ec4047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6c81a340324140e8" /><Relationship Type="http://schemas.openxmlformats.org/officeDocument/2006/relationships/notesMaster" Target="/ppt/notesMasters/notesMaster1.xml" Id="Rda591ed0e86f4761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e161eab90a0a4a7f" /><Relationship Type="http://schemas.openxmlformats.org/officeDocument/2006/relationships/notesMaster" Target="/ppt/notesMasters/notesMaster1.xml" Id="Re842de34e2224f10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259909cb67cf46a6" /><Relationship Type="http://schemas.openxmlformats.org/officeDocument/2006/relationships/notesMaster" Target="/ppt/notesMasters/notesMaster1.xml" Id="R8c3ecd0fb23e4341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05712f934e4c4793" /><Relationship Type="http://schemas.openxmlformats.org/officeDocument/2006/relationships/notesMaster" Target="/ppt/notesMasters/notesMaster1.xml" Id="Rd640e416dc3c442d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a2c180af64a8499c" /><Relationship Type="http://schemas.openxmlformats.org/officeDocument/2006/relationships/notesMaster" Target="/ppt/notesMasters/notesMaster1.xml" Id="R064ec40ced0e4c92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9b0652909f804e53" /><Relationship Type="http://schemas.openxmlformats.org/officeDocument/2006/relationships/notesMaster" Target="/ppt/notesMasters/notesMaster1.xml" Id="R022c3403bb244ab9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86f6322bdce6438e" /><Relationship Type="http://schemas.openxmlformats.org/officeDocument/2006/relationships/notesMaster" Target="/ppt/notesMasters/notesMaster1.xml" Id="R537ced9b6da044dd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1e329d5142d3488c" /><Relationship Type="http://schemas.openxmlformats.org/officeDocument/2006/relationships/notesMaster" Target="/ppt/notesMasters/notesMaster1.xml" Id="R9afd18e551014316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9a74d7fbd1ad4440" /><Relationship Type="http://schemas.openxmlformats.org/officeDocument/2006/relationships/notesMaster" Target="/ppt/notesMasters/notesMaster1.xml" Id="R429399af870d4b91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a813d1eefb424883" /><Relationship Type="http://schemas.openxmlformats.org/officeDocument/2006/relationships/notesMaster" Target="/ppt/notesMasters/notesMaster1.xml" Id="R21f0a352fc1a46f4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5dd96cf917b7471c" /><Relationship Type="http://schemas.openxmlformats.org/officeDocument/2006/relationships/notesMaster" Target="/ppt/notesMasters/notesMaster1.xml" Id="Raf95e4192e8e49ca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8f09b4f7eede4478" /><Relationship Type="http://schemas.openxmlformats.org/officeDocument/2006/relationships/notesMaster" Target="/ppt/notesMasters/notesMaster1.xml" Id="Rf5fd883c442e4870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5c426eaf327e4267" /><Relationship Type="http://schemas.openxmlformats.org/officeDocument/2006/relationships/notesMaster" Target="/ppt/notesMasters/notesMaster1.xml" Id="R2db59c28ccb44da4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ded49a65175b44ec" /><Relationship Type="http://schemas.openxmlformats.org/officeDocument/2006/relationships/notesMaster" Target="/ppt/notesMasters/notesMaster1.xml" Id="Rd48eef21dceb44ce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1c350ca0ea914d48" /><Relationship Type="http://schemas.openxmlformats.org/officeDocument/2006/relationships/notesMaster" Target="/ppt/notesMasters/notesMaster1.xml" Id="R369c69a6a0fc4cf7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6367d6197722453b" /><Relationship Type="http://schemas.openxmlformats.org/officeDocument/2006/relationships/notesMaster" Target="/ppt/notesMasters/notesMaster1.xml" Id="Rec98c31372344b43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dd85b11af34f4e81" /><Relationship Type="http://schemas.openxmlformats.org/officeDocument/2006/relationships/notesMaster" Target="/ppt/notesMasters/notesMaster1.xml" Id="R4f6d3fd55cfa458e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ee70ef368ec4431" /><Relationship Type="http://schemas.openxmlformats.org/officeDocument/2006/relationships/notesMaster" Target="/ppt/notesMasters/notesMaster1.xml" Id="R88b14377a6d34d63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0594e5aea38347a0" /><Relationship Type="http://schemas.openxmlformats.org/officeDocument/2006/relationships/notesMaster" Target="/ppt/notesMasters/notesMaster1.xml" Id="Rd9be7fc17fcb4df6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8c2febb700f24bd3" /><Relationship Type="http://schemas.openxmlformats.org/officeDocument/2006/relationships/notesMaster" Target="/ppt/notesMasters/notesMaster1.xml" Id="Rd8a99d393ea242fb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81da4f5fa9ca4b7f" /><Relationship Type="http://schemas.openxmlformats.org/officeDocument/2006/relationships/notesMaster" Target="/ppt/notesMasters/notesMaster1.xml" Id="R43649b9ca0fe4581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0f37b9e6e6644c0a" /><Relationship Type="http://schemas.openxmlformats.org/officeDocument/2006/relationships/notesMaster" Target="/ppt/notesMasters/notesMaster1.xml" Id="R0e024238de2f4b30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e7a9093e6f8e44c8" /><Relationship Type="http://schemas.openxmlformats.org/officeDocument/2006/relationships/notesMaster" Target="/ppt/notesMasters/notesMaster1.xml" Id="R33b532f3245c44d8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f04ff94e71f04a58" /><Relationship Type="http://schemas.openxmlformats.org/officeDocument/2006/relationships/notesMaster" Target="/ppt/notesMasters/notesMaster1.xml" Id="R1fb2b003b3fc40af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fe00eb794d4e456f" /><Relationship Type="http://schemas.openxmlformats.org/officeDocument/2006/relationships/notesMaster" Target="/ppt/notesMasters/notesMaster1.xml" Id="R9300c72a0b1f4a50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68eedec054b041e8" /><Relationship Type="http://schemas.openxmlformats.org/officeDocument/2006/relationships/notesMaster" Target="/ppt/notesMasters/notesMaster1.xml" Id="R26271a7e12ee4e8a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9e1a6249c12e4cc2" /><Relationship Type="http://schemas.openxmlformats.org/officeDocument/2006/relationships/notesMaster" Target="/ppt/notesMasters/notesMaster1.xml" Id="R2ea6235929294a91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158c919f35964e2c" /><Relationship Type="http://schemas.openxmlformats.org/officeDocument/2006/relationships/notesMaster" Target="/ppt/notesMasters/notesMaster1.xml" Id="Rd35434dfdf0a4cdb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789e53ecd05c44fc" /><Relationship Type="http://schemas.openxmlformats.org/officeDocument/2006/relationships/notesMaster" Target="/ppt/notesMasters/notesMaster1.xml" Id="R85f9749265c34bdb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a34129f33ffb4245" /><Relationship Type="http://schemas.openxmlformats.org/officeDocument/2006/relationships/notesMaster" Target="/ppt/notesMasters/notesMaster1.xml" Id="R6fce20e5b4194c79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e149e7f50951438b" /><Relationship Type="http://schemas.openxmlformats.org/officeDocument/2006/relationships/notesMaster" Target="/ppt/notesMasters/notesMaster1.xml" Id="R93638d669967486d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81e388e8f1c249b3" /><Relationship Type="http://schemas.openxmlformats.org/officeDocument/2006/relationships/notesMaster" Target="/ppt/notesMasters/notesMaster1.xml" Id="R4205364979044abb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d5e1fd2341a447c7" /><Relationship Type="http://schemas.openxmlformats.org/officeDocument/2006/relationships/notesMaster" Target="/ppt/notesMasters/notesMaster1.xml" Id="R15773e5e0c3c4109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63201a7e7c1941c6" /><Relationship Type="http://schemas.openxmlformats.org/officeDocument/2006/relationships/notesMaster" Target="/ppt/notesMasters/notesMaster1.xml" Id="R2544628f1f73455b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b39ef2b4c77a4e26" /><Relationship Type="http://schemas.openxmlformats.org/officeDocument/2006/relationships/notesMaster" Target="/ppt/notesMasters/notesMaster1.xml" Id="R36119f73a4f94ccb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ebdd7a23245745be" /><Relationship Type="http://schemas.openxmlformats.org/officeDocument/2006/relationships/notesMaster" Target="/ppt/notesMasters/notesMaster1.xml" Id="R766826f16ada4fc2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e682c7ff7cef473f" /><Relationship Type="http://schemas.openxmlformats.org/officeDocument/2006/relationships/notesMaster" Target="/ppt/notesMasters/notesMaster1.xml" Id="R7cdf15b17436407f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82528ad1e8e24ebb" /><Relationship Type="http://schemas.openxmlformats.org/officeDocument/2006/relationships/notesMaster" Target="/ppt/notesMasters/notesMaster1.xml" Id="Rda2eb3475e05411e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eac268ec1a1e4d63" /><Relationship Type="http://schemas.openxmlformats.org/officeDocument/2006/relationships/notesMaster" Target="/ppt/notesMasters/notesMaster1.xml" Id="Ra21764c589184003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0cb50df78da643e9" /><Relationship Type="http://schemas.openxmlformats.org/officeDocument/2006/relationships/notesMaster" Target="/ppt/notesMasters/notesMaster1.xml" Id="R084818481a6549b6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b6d83b99492f4306" /><Relationship Type="http://schemas.openxmlformats.org/officeDocument/2006/relationships/notesMaster" Target="/ppt/notesMasters/notesMaster1.xml" Id="R6e142ab2ed4149ba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6986cf1afeff4524" /><Relationship Type="http://schemas.openxmlformats.org/officeDocument/2006/relationships/notesMaster" Target="/ppt/notesMasters/notesMaster1.xml" Id="R92793334eefc40c5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ee1cc85420b84458" /><Relationship Type="http://schemas.openxmlformats.org/officeDocument/2006/relationships/notesMaster" Target="/ppt/notesMasters/notesMaster1.xml" Id="R08dd50f58929413a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c9547354c1da40a7" /><Relationship Type="http://schemas.openxmlformats.org/officeDocument/2006/relationships/notesMaster" Target="/ppt/notesMasters/notesMaster1.xml" Id="R5deffa55603b4fbe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4dc6e4f216c74de2" /><Relationship Type="http://schemas.openxmlformats.org/officeDocument/2006/relationships/notesMaster" Target="/ppt/notesMasters/notesMaster1.xml" Id="R5f53ddbfe9134297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8569bd2a040d46a3" /><Relationship Type="http://schemas.openxmlformats.org/officeDocument/2006/relationships/notesMaster" Target="/ppt/notesMasters/notesMaster1.xml" Id="Rc15764b51b8444e2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0a71670b479c4550" /><Relationship Type="http://schemas.openxmlformats.org/officeDocument/2006/relationships/notesMaster" Target="/ppt/notesMasters/notesMaster1.xml" Id="R88aaa22c467042c5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5bffffad5ee446a3" /><Relationship Type="http://schemas.openxmlformats.org/officeDocument/2006/relationships/notesMaster" Target="/ppt/notesMasters/notesMaster1.xml" Id="Re79d049c5fc84653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790c98ddefdf4604" /><Relationship Type="http://schemas.openxmlformats.org/officeDocument/2006/relationships/notesMaster" Target="/ppt/notesMasters/notesMaster1.xml" Id="Rf07025de961044c7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7fb84ff0ebbf494e" /><Relationship Type="http://schemas.openxmlformats.org/officeDocument/2006/relationships/notesMaster" Target="/ppt/notesMasters/notesMaster1.xml" Id="R961719fe09c74379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e389fdb8bb774ce2" /><Relationship Type="http://schemas.openxmlformats.org/officeDocument/2006/relationships/notesMaster" Target="/ppt/notesMasters/notesMaster1.xml" Id="R5ee5407fdc194a2d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6cc15e225cde4c4f" /><Relationship Type="http://schemas.openxmlformats.org/officeDocument/2006/relationships/notesMaster" Target="/ppt/notesMasters/notesMaster1.xml" Id="Rcb9c36528cbe4433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23f45253275348d6" /><Relationship Type="http://schemas.openxmlformats.org/officeDocument/2006/relationships/notesMaster" Target="/ppt/notesMasters/notesMaster1.xml" Id="R07b4678de1da43bb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8e053c846e8f4e07" /><Relationship Type="http://schemas.openxmlformats.org/officeDocument/2006/relationships/notesMaster" Target="/ppt/notesMasters/notesMaster1.xml" Id="R781b37558abb44db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ee9a1d328f784259" /><Relationship Type="http://schemas.openxmlformats.org/officeDocument/2006/relationships/notesMaster" Target="/ppt/notesMasters/notesMaster1.xml" Id="Re766cc3d474b4cd3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1a14570843a74ae0" /><Relationship Type="http://schemas.openxmlformats.org/officeDocument/2006/relationships/notesMaster" Target="/ppt/notesMasters/notesMaster1.xml" Id="R334842fce37a4ba7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fc24f9f41ae845b2" /><Relationship Type="http://schemas.openxmlformats.org/officeDocument/2006/relationships/notesMaster" Target="/ppt/notesMasters/notesMaster1.xml" Id="R2598490282e24762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5690c7cdd1074fab" /><Relationship Type="http://schemas.openxmlformats.org/officeDocument/2006/relationships/notesMaster" Target="/ppt/notesMasters/notesMaster1.xml" Id="R2d942db8b2264f78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e838cb77a81a433d" /><Relationship Type="http://schemas.openxmlformats.org/officeDocument/2006/relationships/notesMaster" Target="/ppt/notesMasters/notesMaster1.xml" Id="Re79a3b2602fb4d3b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297c45aba7a64f4e" /><Relationship Type="http://schemas.openxmlformats.org/officeDocument/2006/relationships/notesMaster" Target="/ppt/notesMasters/notesMaster1.xml" Id="R87d1b5b979564173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33ac5608fd834106" /><Relationship Type="http://schemas.openxmlformats.org/officeDocument/2006/relationships/notesMaster" Target="/ppt/notesMasters/notesMaster1.xml" Id="Reaffc5e0f98d4a16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9566e7969854463d" /><Relationship Type="http://schemas.openxmlformats.org/officeDocument/2006/relationships/notesMaster" Target="/ppt/notesMasters/notesMaster1.xml" Id="R9a590ab58150437b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6f0cd4f80bb44d28" /><Relationship Type="http://schemas.openxmlformats.org/officeDocument/2006/relationships/notesMaster" Target="/ppt/notesMasters/notesMaster1.xml" Id="R583b06f0f7a34f30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f9043166ee3c4a00" /><Relationship Type="http://schemas.openxmlformats.org/officeDocument/2006/relationships/notesMaster" Target="/ppt/notesMasters/notesMaster1.xml" Id="Rdeabb1fcb9a34f05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7cfc45bf004c4993" /><Relationship Type="http://schemas.openxmlformats.org/officeDocument/2006/relationships/notesMaster" Target="/ppt/notesMasters/notesMaster1.xml" Id="Rc33f032916814576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30403d952e084c5c" /><Relationship Type="http://schemas.openxmlformats.org/officeDocument/2006/relationships/notesMaster" Target="/ppt/notesMasters/notesMaster1.xml" Id="Rf81d3a1559be4f09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448d26e23c0945be" /><Relationship Type="http://schemas.openxmlformats.org/officeDocument/2006/relationships/notesMaster" Target="/ppt/notesMasters/notesMaster1.xml" Id="R695721e06ec249b4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38d186c0e1dd4b97" /><Relationship Type="http://schemas.openxmlformats.org/officeDocument/2006/relationships/notesMaster" Target="/ppt/notesMasters/notesMaster1.xml" Id="R7edd035c8b9d4830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b45b3a5aaf414a6d" /><Relationship Type="http://schemas.openxmlformats.org/officeDocument/2006/relationships/notesMaster" Target="/ppt/notesMasters/notesMaster1.xml" Id="Re4e322e8d3cf423d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18e573266f274229" /><Relationship Type="http://schemas.openxmlformats.org/officeDocument/2006/relationships/notesMaster" Target="/ppt/notesMasters/notesMaster1.xml" Id="R9d0423a682574bec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cc017148aa4a406b" /><Relationship Type="http://schemas.openxmlformats.org/officeDocument/2006/relationships/notesMaster" Target="/ppt/notesMasters/notesMaster1.xml" Id="R606d42344d534009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fbd59121190b467e" /><Relationship Type="http://schemas.openxmlformats.org/officeDocument/2006/relationships/notesMaster" Target="/ppt/notesMasters/notesMaster1.xml" Id="Rf105fa6e37344cfb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36249b5fe69f420d" /><Relationship Type="http://schemas.openxmlformats.org/officeDocument/2006/relationships/notesMaster" Target="/ppt/notesMasters/notesMaster1.xml" Id="Rab46334824314773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aacffd60268240f2" /><Relationship Type="http://schemas.openxmlformats.org/officeDocument/2006/relationships/notesMaster" Target="/ppt/notesMasters/notesMaster1.xml" Id="R41823913d9d04cc3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4b76604fecbe42a4" /><Relationship Type="http://schemas.openxmlformats.org/officeDocument/2006/relationships/notesMaster" Target="/ppt/notesMasters/notesMaster1.xml" Id="R65d7aa40b330433c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55a18407abae4a2a" /><Relationship Type="http://schemas.openxmlformats.org/officeDocument/2006/relationships/notesMaster" Target="/ppt/notesMasters/notesMaster1.xml" Id="Rc4fdaf7168c94b5b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9b916b3b4e6c4b03" /><Relationship Type="http://schemas.openxmlformats.org/officeDocument/2006/relationships/notesMaster" Target="/ppt/notesMasters/notesMaster1.xml" Id="R7319cf897f4b4b75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d2e9d7b91123462b" /><Relationship Type="http://schemas.openxmlformats.org/officeDocument/2006/relationships/notesMaster" Target="/ppt/notesMasters/notesMaster1.xml" Id="Rb67ebd5d9b19438f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c2b610ff9c5a4da0" /><Relationship Type="http://schemas.openxmlformats.org/officeDocument/2006/relationships/notesMaster" Target="/ppt/notesMasters/notesMaster1.xml" Id="R577807f1d413469b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58c5d825fc9f4175" /><Relationship Type="http://schemas.openxmlformats.org/officeDocument/2006/relationships/notesMaster" Target="/ppt/notesMasters/notesMaster1.xml" Id="R00ee57ff1e4c46d8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3babb83bd6494c12" /><Relationship Type="http://schemas.openxmlformats.org/officeDocument/2006/relationships/notesMaster" Target="/ppt/notesMasters/notesMaster1.xml" Id="R713aad00e1e44ccb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6ea94b6d1eae45c9" /><Relationship Type="http://schemas.openxmlformats.org/officeDocument/2006/relationships/notesMaster" Target="/ppt/notesMasters/notesMaster1.xml" Id="Re75fe6f2e1b14bfb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ce3adcd9eab844f6" /><Relationship Type="http://schemas.openxmlformats.org/officeDocument/2006/relationships/notesMaster" Target="/ppt/notesMasters/notesMaster1.xml" Id="Rc6e87555239e4121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87ff319814544e8a" /><Relationship Type="http://schemas.openxmlformats.org/officeDocument/2006/relationships/notesMaster" Target="/ppt/notesMasters/notesMaster1.xml" Id="R6cb5de8910594e6b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b124dd5576ec4af6" /><Relationship Type="http://schemas.openxmlformats.org/officeDocument/2006/relationships/notesMaster" Target="/ppt/notesMasters/notesMaster1.xml" Id="R3163a8efef7b43d1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1b4683fd236840ae" /><Relationship Type="http://schemas.openxmlformats.org/officeDocument/2006/relationships/notesMaster" Target="/ppt/notesMasters/notesMaster1.xml" Id="Rf4fd80c992c849ca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e861b95d5196425a" /><Relationship Type="http://schemas.openxmlformats.org/officeDocument/2006/relationships/notesMaster" Target="/ppt/notesMasters/notesMaster1.xml" Id="R091bd0eec28f4c3a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0d84c0cb572b4273" /><Relationship Type="http://schemas.openxmlformats.org/officeDocument/2006/relationships/notesMaster" Target="/ppt/notesMasters/notesMaster1.xml" Id="Re57f4ba35ee94924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f6ba7f5130114236" /><Relationship Type="http://schemas.openxmlformats.org/officeDocument/2006/relationships/notesMaster" Target="/ppt/notesMasters/notesMaster1.xml" Id="R4da89496dade4a5c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340fa57624814160" /><Relationship Type="http://schemas.openxmlformats.org/officeDocument/2006/relationships/notesMaster" Target="/ppt/notesMasters/notesMaster1.xml" Id="R8db51f10496742e7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02839cb9a1e542ea" /><Relationship Type="http://schemas.openxmlformats.org/officeDocument/2006/relationships/notesMaster" Target="/ppt/notesMasters/notesMaster1.xml" Id="R1fe9cb50774f48a8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d2adff926d0449c4" /><Relationship Type="http://schemas.openxmlformats.org/officeDocument/2006/relationships/notesMaster" Target="/ppt/notesMasters/notesMaster1.xml" Id="Rfe351cda38a64d78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ddcf2b9f505340e8" /><Relationship Type="http://schemas.openxmlformats.org/officeDocument/2006/relationships/notesMaster" Target="/ppt/notesMasters/notesMaster1.xml" Id="Re4903dc21e1941d3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262a36e7d14041a8" /><Relationship Type="http://schemas.openxmlformats.org/officeDocument/2006/relationships/notesMaster" Target="/ppt/notesMasters/notesMaster1.xml" Id="Rdfdf038b4668464f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e397fa014ac24c07" /><Relationship Type="http://schemas.openxmlformats.org/officeDocument/2006/relationships/notesMaster" Target="/ppt/notesMasters/notesMaster1.xml" Id="R3994564a023540a2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c8460440b1f241d9" /><Relationship Type="http://schemas.openxmlformats.org/officeDocument/2006/relationships/notesMaster" Target="/ppt/notesMasters/notesMaster1.xml" Id="R739af3e11dbe425f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57e549ee9aad4a01" /><Relationship Type="http://schemas.openxmlformats.org/officeDocument/2006/relationships/notesMaster" Target="/ppt/notesMasters/notesMaster1.xml" Id="R16bf494b1f164b5b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0d1c362d6e3849c7" /><Relationship Type="http://schemas.openxmlformats.org/officeDocument/2006/relationships/notesMaster" Target="/ppt/notesMasters/notesMaster1.xml" Id="R9caf36faeb4d4cf9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f80f4cd6b388488f" /><Relationship Type="http://schemas.openxmlformats.org/officeDocument/2006/relationships/notesMaster" Target="/ppt/notesMasters/notesMaster1.xml" Id="Rba48a6b759584e70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1701ae1c96304ced" /><Relationship Type="http://schemas.openxmlformats.org/officeDocument/2006/relationships/notesMaster" Target="/ppt/notesMasters/notesMaster1.xml" Id="Re58c3d72bca74d1e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c6ec313599fc4f31" /><Relationship Type="http://schemas.openxmlformats.org/officeDocument/2006/relationships/notesMaster" Target="/ppt/notesMasters/notesMaster1.xml" Id="R7c1a659c191a4b01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3d5be58675d041f2" /><Relationship Type="http://schemas.openxmlformats.org/officeDocument/2006/relationships/notesMaster" Target="/ppt/notesMasters/notesMaster1.xml" Id="R71eb5b1cdae64994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b6f6e6443ec94d80" /><Relationship Type="http://schemas.openxmlformats.org/officeDocument/2006/relationships/notesMaster" Target="/ppt/notesMasters/notesMaster1.xml" Id="Rd3c7511a6743422c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816f0f5953204108" /><Relationship Type="http://schemas.openxmlformats.org/officeDocument/2006/relationships/notesMaster" Target="/ppt/notesMasters/notesMaster1.xml" Id="Re84bf27814ea4f91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03da9e1a1b2648ad" /><Relationship Type="http://schemas.openxmlformats.org/officeDocument/2006/relationships/notesMaster" Target="/ppt/notesMasters/notesMaster1.xml" Id="R1102cd45516a43d4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7f796be386374f1e" /><Relationship Type="http://schemas.openxmlformats.org/officeDocument/2006/relationships/notesMaster" Target="/ppt/notesMasters/notesMaster1.xml" Id="Rf158cdab042740fd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9aa772f508bf463d" /><Relationship Type="http://schemas.openxmlformats.org/officeDocument/2006/relationships/notesMaster" Target="/ppt/notesMasters/notesMaster1.xml" Id="Rbaeeb9b047ed4fdc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f2136e14ebb54481" /><Relationship Type="http://schemas.openxmlformats.org/officeDocument/2006/relationships/notesMaster" Target="/ppt/notesMasters/notesMaster1.xml" Id="Rc8ae23f3f1564499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626de1ddac254d07" /><Relationship Type="http://schemas.openxmlformats.org/officeDocument/2006/relationships/notesMaster" Target="/ppt/notesMasters/notesMaster1.xml" Id="R1f4b21a9a26243d9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6acaa7a066e74846" /><Relationship Type="http://schemas.openxmlformats.org/officeDocument/2006/relationships/notesMaster" Target="/ppt/notesMasters/notesMaster1.xml" Id="Rbf1561a2ae8e4731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874e1cfe00e94b49" /><Relationship Type="http://schemas.openxmlformats.org/officeDocument/2006/relationships/notesMaster" Target="/ppt/notesMasters/notesMaster1.xml" Id="R870bd5a9e2d84f9f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bfe5d55075ca4a5a" /><Relationship Type="http://schemas.openxmlformats.org/officeDocument/2006/relationships/notesMaster" Target="/ppt/notesMasters/notesMaster1.xml" Id="R56c7692e9fb54b15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073eccb8768746a6" /><Relationship Type="http://schemas.openxmlformats.org/officeDocument/2006/relationships/notesMaster" Target="/ppt/notesMasters/notesMaster1.xml" Id="R12edc20954b94a31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4f5093341a8840a2" /><Relationship Type="http://schemas.openxmlformats.org/officeDocument/2006/relationships/notesMaster" Target="/ppt/notesMasters/notesMaster1.xml" Id="Rbb1a84c97a3a4fb7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2aeed35e24ca4f1f" /><Relationship Type="http://schemas.openxmlformats.org/officeDocument/2006/relationships/notesMaster" Target="/ppt/notesMasters/notesMaster1.xml" Id="Rfe460e87a1d649bf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9b7ac3a05d124067" /><Relationship Type="http://schemas.openxmlformats.org/officeDocument/2006/relationships/notesMaster" Target="/ppt/notesMasters/notesMaster1.xml" Id="Rff7e8ef0015c426c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e06071f477594939" /><Relationship Type="http://schemas.openxmlformats.org/officeDocument/2006/relationships/notesMaster" Target="/ppt/notesMasters/notesMaster1.xml" Id="R8aadd64b15b94e7b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f05ff077ccad41fe" /><Relationship Type="http://schemas.openxmlformats.org/officeDocument/2006/relationships/notesMaster" Target="/ppt/notesMasters/notesMaster1.xml" Id="Rcaee675e5cba4d15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439a6d3e45d64cf9" /><Relationship Type="http://schemas.openxmlformats.org/officeDocument/2006/relationships/notesMaster" Target="/ppt/notesMasters/notesMaster1.xml" Id="R1674084cebbd402a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f74c25c65df5439a" /><Relationship Type="http://schemas.openxmlformats.org/officeDocument/2006/relationships/notesMaster" Target="/ppt/notesMasters/notesMaster1.xml" Id="R92e2f5de3c2b45dd" /></Relationships>
</file>

<file path=ppt/notesSlides/_rels/notesSlide221.xml.rels>&#65279;<?xml version="1.0" encoding="utf-8"?><Relationships xmlns="http://schemas.openxmlformats.org/package/2006/relationships"><Relationship Type="http://schemas.openxmlformats.org/officeDocument/2006/relationships/slide" Target="/ppt/slides/slide221.xml" Id="Re924a4c6222b4fc6" /><Relationship Type="http://schemas.openxmlformats.org/officeDocument/2006/relationships/notesMaster" Target="/ppt/notesMasters/notesMaster1.xml" Id="R3a06b96389c64652" /></Relationships>
</file>

<file path=ppt/notesSlides/_rels/notesSlide222.xml.rels>&#65279;<?xml version="1.0" encoding="utf-8"?><Relationships xmlns="http://schemas.openxmlformats.org/package/2006/relationships"><Relationship Type="http://schemas.openxmlformats.org/officeDocument/2006/relationships/slide" Target="/ppt/slides/slide222.xml" Id="R004ced9518b443d3" /><Relationship Type="http://schemas.openxmlformats.org/officeDocument/2006/relationships/notesMaster" Target="/ppt/notesMasters/notesMaster1.xml" Id="R813dadab696149e3" /></Relationships>
</file>

<file path=ppt/notesSlides/_rels/notesSlide223.xml.rels>&#65279;<?xml version="1.0" encoding="utf-8"?><Relationships xmlns="http://schemas.openxmlformats.org/package/2006/relationships"><Relationship Type="http://schemas.openxmlformats.org/officeDocument/2006/relationships/slide" Target="/ppt/slides/slide223.xml" Id="Rd9c7bb4da5dc4295" /><Relationship Type="http://schemas.openxmlformats.org/officeDocument/2006/relationships/notesMaster" Target="/ppt/notesMasters/notesMaster1.xml" Id="R67a774c6a67b427f" /></Relationships>
</file>

<file path=ppt/notesSlides/_rels/notesSlide224.xml.rels>&#65279;<?xml version="1.0" encoding="utf-8"?><Relationships xmlns="http://schemas.openxmlformats.org/package/2006/relationships"><Relationship Type="http://schemas.openxmlformats.org/officeDocument/2006/relationships/slide" Target="/ppt/slides/slide224.xml" Id="R3fb1a14db7db4c4d" /><Relationship Type="http://schemas.openxmlformats.org/officeDocument/2006/relationships/notesMaster" Target="/ppt/notesMasters/notesMaster1.xml" Id="R77603459ab324741" /></Relationships>
</file>

<file path=ppt/notesSlides/_rels/notesSlide225.xml.rels>&#65279;<?xml version="1.0" encoding="utf-8"?><Relationships xmlns="http://schemas.openxmlformats.org/package/2006/relationships"><Relationship Type="http://schemas.openxmlformats.org/officeDocument/2006/relationships/slide" Target="/ppt/slides/slide225.xml" Id="R94ba1dacc2a14f49" /><Relationship Type="http://schemas.openxmlformats.org/officeDocument/2006/relationships/notesMaster" Target="/ppt/notesMasters/notesMaster1.xml" Id="R1e5aadac87514d4d" /></Relationships>
</file>

<file path=ppt/notesSlides/_rels/notesSlide226.xml.rels>&#65279;<?xml version="1.0" encoding="utf-8"?><Relationships xmlns="http://schemas.openxmlformats.org/package/2006/relationships"><Relationship Type="http://schemas.openxmlformats.org/officeDocument/2006/relationships/slide" Target="/ppt/slides/slide226.xml" Id="Rc209fa77d5864d5a" /><Relationship Type="http://schemas.openxmlformats.org/officeDocument/2006/relationships/notesMaster" Target="/ppt/notesMasters/notesMaster1.xml" Id="Rfa70731e28e04e5a" /></Relationships>
</file>

<file path=ppt/notesSlides/_rels/notesSlide227.xml.rels>&#65279;<?xml version="1.0" encoding="utf-8"?><Relationships xmlns="http://schemas.openxmlformats.org/package/2006/relationships"><Relationship Type="http://schemas.openxmlformats.org/officeDocument/2006/relationships/slide" Target="/ppt/slides/slide227.xml" Id="R7b967e38869e441b" /><Relationship Type="http://schemas.openxmlformats.org/officeDocument/2006/relationships/notesMaster" Target="/ppt/notesMasters/notesMaster1.xml" Id="Rd324bae668214f09" /></Relationships>
</file>

<file path=ppt/notesSlides/_rels/notesSlide228.xml.rels>&#65279;<?xml version="1.0" encoding="utf-8"?><Relationships xmlns="http://schemas.openxmlformats.org/package/2006/relationships"><Relationship Type="http://schemas.openxmlformats.org/officeDocument/2006/relationships/slide" Target="/ppt/slides/slide228.xml" Id="R7d05635138f240d4" /><Relationship Type="http://schemas.openxmlformats.org/officeDocument/2006/relationships/notesMaster" Target="/ppt/notesMasters/notesMaster1.xml" Id="R900e26eea2ef4538" /></Relationships>
</file>

<file path=ppt/notesSlides/_rels/notesSlide229.xml.rels>&#65279;<?xml version="1.0" encoding="utf-8"?><Relationships xmlns="http://schemas.openxmlformats.org/package/2006/relationships"><Relationship Type="http://schemas.openxmlformats.org/officeDocument/2006/relationships/slide" Target="/ppt/slides/slide229.xml" Id="R9918bd3831c84c93" /><Relationship Type="http://schemas.openxmlformats.org/officeDocument/2006/relationships/notesMaster" Target="/ppt/notesMasters/notesMaster1.xml" Id="Rdc4c27d67be6416f" /></Relationships>
</file>

<file path=ppt/notesSlides/_rels/notesSlide230.xml.rels>&#65279;<?xml version="1.0" encoding="utf-8"?><Relationships xmlns="http://schemas.openxmlformats.org/package/2006/relationships"><Relationship Type="http://schemas.openxmlformats.org/officeDocument/2006/relationships/slide" Target="/ppt/slides/slide230.xml" Id="R12f1bd2531104553" /><Relationship Type="http://schemas.openxmlformats.org/officeDocument/2006/relationships/notesMaster" Target="/ppt/notesMasters/notesMaster1.xml" Id="Rb990c439a0ca47b5" /></Relationships>
</file>

<file path=ppt/notesSlides/_rels/notesSlide231.xml.rels>&#65279;<?xml version="1.0" encoding="utf-8"?><Relationships xmlns="http://schemas.openxmlformats.org/package/2006/relationships"><Relationship Type="http://schemas.openxmlformats.org/officeDocument/2006/relationships/slide" Target="/ppt/slides/slide231.xml" Id="Ra458414723d6412b" /><Relationship Type="http://schemas.openxmlformats.org/officeDocument/2006/relationships/notesMaster" Target="/ppt/notesMasters/notesMaster1.xml" Id="R4c0304acd5a8442f" /></Relationships>
</file>

<file path=ppt/notesSlides/_rels/notesSlide232.xml.rels>&#65279;<?xml version="1.0" encoding="utf-8"?><Relationships xmlns="http://schemas.openxmlformats.org/package/2006/relationships"><Relationship Type="http://schemas.openxmlformats.org/officeDocument/2006/relationships/slide" Target="/ppt/slides/slide232.xml" Id="R997ef30d17d64582" /><Relationship Type="http://schemas.openxmlformats.org/officeDocument/2006/relationships/notesMaster" Target="/ppt/notesMasters/notesMaster1.xml" Id="R4be0f0d642bb41af" /></Relationships>
</file>

<file path=ppt/notesSlides/_rels/notesSlide233.xml.rels>&#65279;<?xml version="1.0" encoding="utf-8"?><Relationships xmlns="http://schemas.openxmlformats.org/package/2006/relationships"><Relationship Type="http://schemas.openxmlformats.org/officeDocument/2006/relationships/slide" Target="/ppt/slides/slide233.xml" Id="Rada81077649b46a9" /><Relationship Type="http://schemas.openxmlformats.org/officeDocument/2006/relationships/notesMaster" Target="/ppt/notesMasters/notesMaster1.xml" Id="R9c22ce426985429e" /></Relationships>
</file>

<file path=ppt/notesSlides/_rels/notesSlide234.xml.rels>&#65279;<?xml version="1.0" encoding="utf-8"?><Relationships xmlns="http://schemas.openxmlformats.org/package/2006/relationships"><Relationship Type="http://schemas.openxmlformats.org/officeDocument/2006/relationships/slide" Target="/ppt/slides/slide234.xml" Id="Rf0ed3e15a2934a82" /><Relationship Type="http://schemas.openxmlformats.org/officeDocument/2006/relationships/notesMaster" Target="/ppt/notesMasters/notesMaster1.xml" Id="R874393dcef774617" /></Relationships>
</file>

<file path=ppt/notesSlides/_rels/notesSlide235.xml.rels>&#65279;<?xml version="1.0" encoding="utf-8"?><Relationships xmlns="http://schemas.openxmlformats.org/package/2006/relationships"><Relationship Type="http://schemas.openxmlformats.org/officeDocument/2006/relationships/slide" Target="/ppt/slides/slide235.xml" Id="R6821d98d4b994ba0" /><Relationship Type="http://schemas.openxmlformats.org/officeDocument/2006/relationships/notesMaster" Target="/ppt/notesMasters/notesMaster1.xml" Id="R6344876721154465" /></Relationships>
</file>

<file path=ppt/notesSlides/_rels/notesSlide236.xml.rels>&#65279;<?xml version="1.0" encoding="utf-8"?><Relationships xmlns="http://schemas.openxmlformats.org/package/2006/relationships"><Relationship Type="http://schemas.openxmlformats.org/officeDocument/2006/relationships/slide" Target="/ppt/slides/slide236.xml" Id="R9cc9faa3bfee444d" /><Relationship Type="http://schemas.openxmlformats.org/officeDocument/2006/relationships/notesMaster" Target="/ppt/notesMasters/notesMaster1.xml" Id="R105e9b37c7e44a1a" /></Relationships>
</file>

<file path=ppt/notesSlides/_rels/notesSlide237.xml.rels>&#65279;<?xml version="1.0" encoding="utf-8"?><Relationships xmlns="http://schemas.openxmlformats.org/package/2006/relationships"><Relationship Type="http://schemas.openxmlformats.org/officeDocument/2006/relationships/slide" Target="/ppt/slides/slide237.xml" Id="Rea9569dff1c1449b" /><Relationship Type="http://schemas.openxmlformats.org/officeDocument/2006/relationships/notesMaster" Target="/ppt/notesMasters/notesMaster1.xml" Id="R46e986cb24df494f" /></Relationships>
</file>

<file path=ppt/notesSlides/_rels/notesSlide238.xml.rels>&#65279;<?xml version="1.0" encoding="utf-8"?><Relationships xmlns="http://schemas.openxmlformats.org/package/2006/relationships"><Relationship Type="http://schemas.openxmlformats.org/officeDocument/2006/relationships/slide" Target="/ppt/slides/slide238.xml" Id="R12101b38095c4e00" /><Relationship Type="http://schemas.openxmlformats.org/officeDocument/2006/relationships/notesMaster" Target="/ppt/notesMasters/notesMaster1.xml" Id="Redd11196a07a4fd0" /></Relationships>
</file>

<file path=ppt/notesSlides/_rels/notesSlide239.xml.rels>&#65279;<?xml version="1.0" encoding="utf-8"?><Relationships xmlns="http://schemas.openxmlformats.org/package/2006/relationships"><Relationship Type="http://schemas.openxmlformats.org/officeDocument/2006/relationships/slide" Target="/ppt/slides/slide239.xml" Id="R117d6397a547417a" /><Relationship Type="http://schemas.openxmlformats.org/officeDocument/2006/relationships/notesMaster" Target="/ppt/notesMasters/notesMaster1.xml" Id="R9143c072fa3b47be" /></Relationships>
</file>

<file path=ppt/notesSlides/_rels/notesSlide240.xml.rels>&#65279;<?xml version="1.0" encoding="utf-8"?><Relationships xmlns="http://schemas.openxmlformats.org/package/2006/relationships"><Relationship Type="http://schemas.openxmlformats.org/officeDocument/2006/relationships/slide" Target="/ppt/slides/slide240.xml" Id="R1f564fe00c284a0a" /><Relationship Type="http://schemas.openxmlformats.org/officeDocument/2006/relationships/notesMaster" Target="/ppt/notesMasters/notesMaster1.xml" Id="R3eccd7c1cc0a42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1차시의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현재 차시와 강의·시연·소프트웨어 실습 비중을 한 번에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2차시의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local:requirements-stt-optional.txt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local:output/day2-stt-lab/transcript.json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https://github.com/ggerganov/whisper.cpp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local:requirements-stt-optional.txt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local:requirements-stt-optional.txt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local:output/day2-stt-lab/transcript.json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local:output/day2-stt-lab/transcript.json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local:requirements-stt-optional.txt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local:output/day2-stt-lab/transcript.json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local:requirements-stt-optional.txt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local:output/day2-stt-lab/transcript.json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local:requirements-stt-optional.txt</a:t>
            </a:r>
          </a:p>
          <a:p xmlns:a="http://schemas.openxmlformats.org/drawingml/2006/main">
            <a:r>
              <a:t>- local:data/demo_meeting.wav</a:t>
            </a:r>
          </a:p>
          <a:p xmlns:a="http://schemas.openxmlformats.org/drawingml/2006/main">
            <a:r>
              <a:t>- local:output/day2-stt-lab/transcript.json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3차시의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local:output/day2-stt-lab/meeting_result.json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https://support.google.com/meet/answer/12849897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local:output/day2-stt-lab/meeting_result.json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local:output/day2-stt-lab/meeting_result.json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local:output/day2-stt-lab/meeting_result.json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local:output/day2-stt-lab/meeting_result.json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local:src/meeting_demo.py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local:data/demo_meeting_transcript.txt</a:t>
            </a:r>
          </a:p>
          <a:p xmlns:a="http://schemas.openxmlformats.org/drawingml/2006/main">
            <a:r>
              <a:t>- local:output/day2-stt-lab/meeting_result.json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4차시의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5차시의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local:data/meeting_sample_ko_12min.txt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https://jupyter.org/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local:data/meeting_sample_ko_12min.txt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local:data/meeting_sample_ko_12min.txt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local:data/meeting_sample_ko_12min.txt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local:data/meeting_sample_ko_12min.txt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6차시의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local:src/openai_provider.py</a:t>
            </a:r>
          </a:p>
          <a:p xmlns:a="http://schemas.openxmlformats.org/drawingml/2006/main">
            <a:r>
              <a:t>- local:requirements-local-llm-optional.txt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local:src/openai_provider.py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local:src/openai_provider.py</a:t>
            </a:r>
          </a:p>
          <a:p xmlns:a="http://schemas.openxmlformats.org/drawingml/2006/main">
            <a:r>
              <a:t>- local:requirements-local-llm-optional.txt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local:src/openai_provider.py</a:t>
            </a:r>
          </a:p>
          <a:p xmlns:a="http://schemas.openxmlformats.org/drawingml/2006/main">
            <a:r>
              <a:t>- local:requirements-local-llm-optional.txt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local:src/openai_provider.py</a:t>
            </a:r>
          </a:p>
          <a:p xmlns:a="http://schemas.openxmlformats.org/drawingml/2006/main">
            <a:r>
              <a:t>- local:requirements-local-llm-optional.txt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local:src/langchain_lab.py</a:t>
            </a:r>
          </a:p>
          <a:p xmlns:a="http://schemas.openxmlformats.org/drawingml/2006/main">
            <a:r>
              <a:t>- local:src/openai_provider.py</a:t>
            </a:r>
          </a:p>
          <a:p xmlns:a="http://schemas.openxmlformats.org/drawingml/2006/main">
            <a:r>
              <a:t>- local:requirements-local-llm-optional.txt</a:t>
            </a:r>
          </a:p>
          <a:p xmlns:a="http://schemas.openxmlformats.org/drawingml/2006/main">
            <a:r>
              <a:t>- local:tests/test_langchain_langgraph_lab.py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7차시의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local:output/day1-meeting-agent-ollama/workflow_result.json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local:output/day1-meeting-agent-ollama/workflow_result.json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local:output/day1-meeting-agent-ollama/workflow_result.json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local:output/day1-meeting-agent-ollama/workflow_result.json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local:output/day1-meeting-agent-ollama/workflow_result.json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local:tests/test_meeting_agent_workflow.py</a:t>
            </a:r>
          </a:p>
          <a:p xmlns:a="http://schemas.openxmlformats.org/drawingml/2006/main">
            <a:r>
              <a:t>- local:output/day1-meeting-agent-ollama/workflow_result.json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8차시의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local:data/meeting_sample_ko_12min_expected.json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local:tests/test_observability_workflow.py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local:data/meeting_sample_ko_12min_expected.json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local:data/meeting_sample_ko_12min_expected.json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local:tests/test_observability_workflow.py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생각 활동이 아니라 직접 IDE·notebook·terminal에서 실행하는 구간임을 분명히 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local:data/meeting_sample_ko_12min_expected.json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local:tests/test_observability_workflow.py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local:data/meeting_sample_ko_12min_expected.json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local:tests/test_observability_workflow.py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local:data/meeting_sample_ko_12min_expected.json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local:tests/test_observability_workflow.py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2e6993f9174d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d2ee8cd6a34e9b" /><Relationship Type="http://schemas.openxmlformats.org/officeDocument/2006/relationships/slideLayout" Target="/ppt/slideLayouts/slideLayout1.xml" Id="R09ba985f2db44a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ba985f2db44a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70db655ee4c74" /><Relationship Type="http://schemas.openxmlformats.org/officeDocument/2006/relationships/notesSlide" Target="/ppt/notesSlides/notesSlide1.xml" Id="R70adb96c0e8e49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7d9ff55aa4302" /><Relationship Type="http://schemas.openxmlformats.org/officeDocument/2006/relationships/notesSlide" Target="/ppt/notesSlides/notesSlide2.xml" Id="R93918ce866f949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7158a08164f87" /><Relationship Type="http://schemas.openxmlformats.org/officeDocument/2006/relationships/notesSlide" Target="/ppt/notesSlides/notesSlide3.xml" Id="Rd940a06abb4347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60b5afb62454d" /><Relationship Type="http://schemas.openxmlformats.org/officeDocument/2006/relationships/notesSlide" Target="/ppt/notesSlides/notesSlide4.xml" Id="R0a83a814224344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6b63272844001" /><Relationship Type="http://schemas.openxmlformats.org/officeDocument/2006/relationships/notesSlide" Target="/ppt/notesSlides/notesSlide5.xml" Id="R1a5e0f021a6f40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2bbc486a9415d" /><Relationship Type="http://schemas.openxmlformats.org/officeDocument/2006/relationships/notesSlide" Target="/ppt/notesSlides/notesSlide6.xml" Id="R69e72e841ea14c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6896cca9e4f7b" /><Relationship Type="http://schemas.openxmlformats.org/officeDocument/2006/relationships/notesSlide" Target="/ppt/notesSlides/notesSlide7.xml" Id="R6aa11c20c81440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15730488a45ca" /><Relationship Type="http://schemas.openxmlformats.org/officeDocument/2006/relationships/notesSlide" Target="/ppt/notesSlides/notesSlide8.xml" Id="Rdbf34e6e2a1443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721586f1447f2" /><Relationship Type="http://schemas.openxmlformats.org/officeDocument/2006/relationships/notesSlide" Target="/ppt/notesSlides/notesSlide9.xml" Id="R7f6cfca0a92747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b09f1f4164972" /><Relationship Type="http://schemas.openxmlformats.org/officeDocument/2006/relationships/notesSlide" Target="/ppt/notesSlides/notesSlide10.xml" Id="Rf2904bca7a724e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31f652b414f0d" /><Relationship Type="http://schemas.openxmlformats.org/officeDocument/2006/relationships/notesSlide" Target="/ppt/notesSlides/notesSlide11.xml" Id="R3c640ac7a54841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53fabce514ba8" /><Relationship Type="http://schemas.openxmlformats.org/officeDocument/2006/relationships/notesSlide" Target="/ppt/notesSlides/notesSlide12.xml" Id="Rc4d0fd945e9a47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b400f88674754" /><Relationship Type="http://schemas.openxmlformats.org/officeDocument/2006/relationships/notesSlide" Target="/ppt/notesSlides/notesSlide13.xml" Id="R8683599403984fd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fd7c90bd0489a" /><Relationship Type="http://schemas.openxmlformats.org/officeDocument/2006/relationships/image" Target="/ppt/media/image.jpeg" Id="R03d8c2a5694f4ebb" /><Relationship Type="http://schemas.openxmlformats.org/officeDocument/2006/relationships/notesSlide" Target="/ppt/notesSlides/notesSlide14.xml" Id="Rd5169ce650954b3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2fd500c904a91" /><Relationship Type="http://schemas.openxmlformats.org/officeDocument/2006/relationships/notesSlide" Target="/ppt/notesSlides/notesSlide15.xml" Id="R2d324500617548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6dd3414a94714" /><Relationship Type="http://schemas.openxmlformats.org/officeDocument/2006/relationships/notesSlide" Target="/ppt/notesSlides/notesSlide16.xml" Id="Re9e8ea616863443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9056958564583" /><Relationship Type="http://schemas.openxmlformats.org/officeDocument/2006/relationships/notesSlide" Target="/ppt/notesSlides/notesSlide17.xml" Id="R4ffe6bd2c1e540c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9e22503ad4b84" /><Relationship Type="http://schemas.openxmlformats.org/officeDocument/2006/relationships/notesSlide" Target="/ppt/notesSlides/notesSlide18.xml" Id="R99bd0956559d41c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ecc67e8324b40" /><Relationship Type="http://schemas.openxmlformats.org/officeDocument/2006/relationships/notesSlide" Target="/ppt/notesSlides/notesSlide19.xml" Id="Re01d44da0bb04e3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43b6ac9124b4e" /><Relationship Type="http://schemas.openxmlformats.org/officeDocument/2006/relationships/notesSlide" Target="/ppt/notesSlides/notesSlide20.xml" Id="R09de1e331b3d4da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857591c95439d" /><Relationship Type="http://schemas.openxmlformats.org/officeDocument/2006/relationships/notesSlide" Target="/ppt/notesSlides/notesSlide21.xml" Id="R85e6061881d1402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374f38e8a47a9" /><Relationship Type="http://schemas.openxmlformats.org/officeDocument/2006/relationships/notesSlide" Target="/ppt/notesSlides/notesSlide22.xml" Id="R41927be4b3674e6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29e3ebda940a7" /><Relationship Type="http://schemas.openxmlformats.org/officeDocument/2006/relationships/notesSlide" Target="/ppt/notesSlides/notesSlide23.xml" Id="Ra9fb4198f4e44ed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f72b50c814acc" /><Relationship Type="http://schemas.openxmlformats.org/officeDocument/2006/relationships/notesSlide" Target="/ppt/notesSlides/notesSlide24.xml" Id="R1ad5627a63d54e4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400624a034b7d" /><Relationship Type="http://schemas.openxmlformats.org/officeDocument/2006/relationships/notesSlide" Target="/ppt/notesSlides/notesSlide25.xml" Id="Rfc0559e527f8463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f843ea0a64659" /><Relationship Type="http://schemas.openxmlformats.org/officeDocument/2006/relationships/notesSlide" Target="/ppt/notesSlides/notesSlide26.xml" Id="Rd321f60937b0455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d9fc5df944a75" /><Relationship Type="http://schemas.openxmlformats.org/officeDocument/2006/relationships/notesSlide" Target="/ppt/notesSlides/notesSlide27.xml" Id="R97d396b483634d0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91bbf5e654260" /><Relationship Type="http://schemas.openxmlformats.org/officeDocument/2006/relationships/notesSlide" Target="/ppt/notesSlides/notesSlide28.xml" Id="Rf22a2227992b48f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34bb9e880457c" /><Relationship Type="http://schemas.openxmlformats.org/officeDocument/2006/relationships/notesSlide" Target="/ppt/notesSlides/notesSlide29.xml" Id="Rd1e4617a5537445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d434162fd4558" /><Relationship Type="http://schemas.openxmlformats.org/officeDocument/2006/relationships/notesSlide" Target="/ppt/notesSlides/notesSlide30.xml" Id="R1318163e28624dc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c67b991f942c3" /><Relationship Type="http://schemas.openxmlformats.org/officeDocument/2006/relationships/notesSlide" Target="/ppt/notesSlides/notesSlide31.xml" Id="R052bfa7da66a498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60703689541ac" /><Relationship Type="http://schemas.openxmlformats.org/officeDocument/2006/relationships/notesSlide" Target="/ppt/notesSlides/notesSlide32.xml" Id="R1c592c35b51e467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a10965b2e4c9a" /><Relationship Type="http://schemas.openxmlformats.org/officeDocument/2006/relationships/notesSlide" Target="/ppt/notesSlides/notesSlide33.xml" Id="Raf5b82ba3f814a5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753873d5b4ac0" /><Relationship Type="http://schemas.openxmlformats.org/officeDocument/2006/relationships/notesSlide" Target="/ppt/notesSlides/notesSlide34.xml" Id="R483989dd4d8846f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634a424f6445a" /><Relationship Type="http://schemas.openxmlformats.org/officeDocument/2006/relationships/notesSlide" Target="/ppt/notesSlides/notesSlide35.xml" Id="R402a2bd3536647c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053ec62c9433d" /><Relationship Type="http://schemas.openxmlformats.org/officeDocument/2006/relationships/notesSlide" Target="/ppt/notesSlides/notesSlide36.xml" Id="Rac70456e8f8a4fa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b046d3edb4b91" /><Relationship Type="http://schemas.openxmlformats.org/officeDocument/2006/relationships/notesSlide" Target="/ppt/notesSlides/notesSlide37.xml" Id="R88c832a8294c44a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7b490fd7b4209" /><Relationship Type="http://schemas.openxmlformats.org/officeDocument/2006/relationships/notesSlide" Target="/ppt/notesSlides/notesSlide38.xml" Id="R3f1ed2665cc0439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8543dadbe4832" /><Relationship Type="http://schemas.openxmlformats.org/officeDocument/2006/relationships/notesSlide" Target="/ppt/notesSlides/notesSlide39.xml" Id="R53bcc570f3554c9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5c51c853443a4" /><Relationship Type="http://schemas.openxmlformats.org/officeDocument/2006/relationships/notesSlide" Target="/ppt/notesSlides/notesSlide40.xml" Id="Re8b507c1c70549d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466f268eb4fce" /><Relationship Type="http://schemas.openxmlformats.org/officeDocument/2006/relationships/notesSlide" Target="/ppt/notesSlides/notesSlide41.xml" Id="R660487fe6488448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b34f127484c12" /><Relationship Type="http://schemas.openxmlformats.org/officeDocument/2006/relationships/notesSlide" Target="/ppt/notesSlides/notesSlide42.xml" Id="Rd2e0c02a4ddc4681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c93902b104180" /><Relationship Type="http://schemas.openxmlformats.org/officeDocument/2006/relationships/notesSlide" Target="/ppt/notesSlides/notesSlide43.xml" Id="R714ae4dddf9644c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689341ad94cf1" /><Relationship Type="http://schemas.openxmlformats.org/officeDocument/2006/relationships/image" Target="/ppt/media/image2.jpeg" Id="R54f127cc4a324b6e" /><Relationship Type="http://schemas.openxmlformats.org/officeDocument/2006/relationships/notesSlide" Target="/ppt/notesSlides/notesSlide44.xml" Id="R386b10d2c87247b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4a29578b34df5" /><Relationship Type="http://schemas.openxmlformats.org/officeDocument/2006/relationships/notesSlide" Target="/ppt/notesSlides/notesSlide45.xml" Id="Rf9b8c4b4ad2a4f8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e04ae357045dc" /><Relationship Type="http://schemas.openxmlformats.org/officeDocument/2006/relationships/notesSlide" Target="/ppt/notesSlides/notesSlide46.xml" Id="R55ea115e41b1498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0719b47704a07" /><Relationship Type="http://schemas.openxmlformats.org/officeDocument/2006/relationships/notesSlide" Target="/ppt/notesSlides/notesSlide47.xml" Id="R3d7ccb1d4fec409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9642c2c37414a" /><Relationship Type="http://schemas.openxmlformats.org/officeDocument/2006/relationships/notesSlide" Target="/ppt/notesSlides/notesSlide48.xml" Id="Rf532ff0ca9ff4a0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228233a624796" /><Relationship Type="http://schemas.openxmlformats.org/officeDocument/2006/relationships/notesSlide" Target="/ppt/notesSlides/notesSlide49.xml" Id="R74cac979f7bb4b2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a9c72d72749c4" /><Relationship Type="http://schemas.openxmlformats.org/officeDocument/2006/relationships/notesSlide" Target="/ppt/notesSlides/notesSlide50.xml" Id="R1d40152ba59b47a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3bc4ed46a4d67" /><Relationship Type="http://schemas.openxmlformats.org/officeDocument/2006/relationships/notesSlide" Target="/ppt/notesSlides/notesSlide51.xml" Id="Re256bd58b4f0480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d65a9042748d8" /><Relationship Type="http://schemas.openxmlformats.org/officeDocument/2006/relationships/notesSlide" Target="/ppt/notesSlides/notesSlide52.xml" Id="Rda6dc2b14b0f456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fded8e6d14e46" /><Relationship Type="http://schemas.openxmlformats.org/officeDocument/2006/relationships/notesSlide" Target="/ppt/notesSlides/notesSlide53.xml" Id="Rb72965b02cdf4b72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11ea559084896" /><Relationship Type="http://schemas.openxmlformats.org/officeDocument/2006/relationships/notesSlide" Target="/ppt/notesSlides/notesSlide54.xml" Id="Rc1e54325ae3f427d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91fa963444ef4" /><Relationship Type="http://schemas.openxmlformats.org/officeDocument/2006/relationships/notesSlide" Target="/ppt/notesSlides/notesSlide55.xml" Id="R809ad1b190c84a2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6bd22f2534670" /><Relationship Type="http://schemas.openxmlformats.org/officeDocument/2006/relationships/notesSlide" Target="/ppt/notesSlides/notesSlide56.xml" Id="Rb6183af011804eb2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62a94113b4574" /><Relationship Type="http://schemas.openxmlformats.org/officeDocument/2006/relationships/notesSlide" Target="/ppt/notesSlides/notesSlide57.xml" Id="R95caa82847ef437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a1bd5f81c4412" /><Relationship Type="http://schemas.openxmlformats.org/officeDocument/2006/relationships/notesSlide" Target="/ppt/notesSlides/notesSlide58.xml" Id="Re11d77a9297d4623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5e3e41a144142" /><Relationship Type="http://schemas.openxmlformats.org/officeDocument/2006/relationships/notesSlide" Target="/ppt/notesSlides/notesSlide59.xml" Id="R6dbfcc041c914899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a071b9d4c4820" /><Relationship Type="http://schemas.openxmlformats.org/officeDocument/2006/relationships/notesSlide" Target="/ppt/notesSlides/notesSlide60.xml" Id="Rc358c6206c48450d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bb34a77a474ce3" /><Relationship Type="http://schemas.openxmlformats.org/officeDocument/2006/relationships/notesSlide" Target="/ppt/notesSlides/notesSlide61.xml" Id="R80543f3b461c4034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c64a842394779" /><Relationship Type="http://schemas.openxmlformats.org/officeDocument/2006/relationships/notesSlide" Target="/ppt/notesSlides/notesSlide62.xml" Id="Rd76f1cf4be7a4b8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670ad1618425a" /><Relationship Type="http://schemas.openxmlformats.org/officeDocument/2006/relationships/notesSlide" Target="/ppt/notesSlides/notesSlide63.xml" Id="R4f2983d0092a40b8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ee902978a4b1f" /><Relationship Type="http://schemas.openxmlformats.org/officeDocument/2006/relationships/notesSlide" Target="/ppt/notesSlides/notesSlide64.xml" Id="R3040cb2d72764a53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088225f194c9c" /><Relationship Type="http://schemas.openxmlformats.org/officeDocument/2006/relationships/notesSlide" Target="/ppt/notesSlides/notesSlide65.xml" Id="R658e1825627c4d76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c401b9e874671" /><Relationship Type="http://schemas.openxmlformats.org/officeDocument/2006/relationships/notesSlide" Target="/ppt/notesSlides/notesSlide66.xml" Id="Ra85fdea4269f43f2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4639e303b4fb8" /><Relationship Type="http://schemas.openxmlformats.org/officeDocument/2006/relationships/notesSlide" Target="/ppt/notesSlides/notesSlide67.xml" Id="R5bffede67cfd41f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e2ebaaca44a6b" /><Relationship Type="http://schemas.openxmlformats.org/officeDocument/2006/relationships/notesSlide" Target="/ppt/notesSlides/notesSlide68.xml" Id="R775527a06244449e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00086e82b4f07" /><Relationship Type="http://schemas.openxmlformats.org/officeDocument/2006/relationships/notesSlide" Target="/ppt/notesSlides/notesSlide69.xml" Id="Rdf42e20a356f4554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7eedb00f44799" /><Relationship Type="http://schemas.openxmlformats.org/officeDocument/2006/relationships/notesSlide" Target="/ppt/notesSlides/notesSlide70.xml" Id="R9ba0d93e675d4624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68de3a86f4541" /><Relationship Type="http://schemas.openxmlformats.org/officeDocument/2006/relationships/notesSlide" Target="/ppt/notesSlides/notesSlide71.xml" Id="R04a43817abf44d80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a319d4e2d4fc3" /><Relationship Type="http://schemas.openxmlformats.org/officeDocument/2006/relationships/notesSlide" Target="/ppt/notesSlides/notesSlide72.xml" Id="R7bb9f050fd3f437d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730aff07744a0" /><Relationship Type="http://schemas.openxmlformats.org/officeDocument/2006/relationships/notesSlide" Target="/ppt/notesSlides/notesSlide73.xml" Id="R03fb9dcf26054135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63a7a616a4d46" /><Relationship Type="http://schemas.openxmlformats.org/officeDocument/2006/relationships/image" Target="/ppt/media/image3.jpeg" Id="R74df7ae6d8b4454f" /><Relationship Type="http://schemas.openxmlformats.org/officeDocument/2006/relationships/notesSlide" Target="/ppt/notesSlides/notesSlide74.xml" Id="R42ddf79f89204144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8e52303964ee0" /><Relationship Type="http://schemas.openxmlformats.org/officeDocument/2006/relationships/notesSlide" Target="/ppt/notesSlides/notesSlide75.xml" Id="R340a1a8f10e84454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12bfa397a4e9f" /><Relationship Type="http://schemas.openxmlformats.org/officeDocument/2006/relationships/notesSlide" Target="/ppt/notesSlides/notesSlide76.xml" Id="Re29fc2e8d6c24fd4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b8527537640aa" /><Relationship Type="http://schemas.openxmlformats.org/officeDocument/2006/relationships/notesSlide" Target="/ppt/notesSlides/notesSlide77.xml" Id="R4a6f9797700c4cd2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c1da71b9b401d" /><Relationship Type="http://schemas.openxmlformats.org/officeDocument/2006/relationships/notesSlide" Target="/ppt/notesSlides/notesSlide78.xml" Id="R406c97753ca64db0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83aa412cb4267" /><Relationship Type="http://schemas.openxmlformats.org/officeDocument/2006/relationships/notesSlide" Target="/ppt/notesSlides/notesSlide79.xml" Id="Rc97c8ba99c6a4292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2f603aa3d49dc" /><Relationship Type="http://schemas.openxmlformats.org/officeDocument/2006/relationships/notesSlide" Target="/ppt/notesSlides/notesSlide80.xml" Id="R4fddc8c097664dba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7bf6d314140ed" /><Relationship Type="http://schemas.openxmlformats.org/officeDocument/2006/relationships/notesSlide" Target="/ppt/notesSlides/notesSlide81.xml" Id="R05c93f7ea00140da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864d28e964318" /><Relationship Type="http://schemas.openxmlformats.org/officeDocument/2006/relationships/notesSlide" Target="/ppt/notesSlides/notesSlide82.xml" Id="R70a0ee7562804405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9896993ca497d" /><Relationship Type="http://schemas.openxmlformats.org/officeDocument/2006/relationships/notesSlide" Target="/ppt/notesSlides/notesSlide83.xml" Id="Rd80923aad5164be9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69ab1bd5a4a88" /><Relationship Type="http://schemas.openxmlformats.org/officeDocument/2006/relationships/notesSlide" Target="/ppt/notesSlides/notesSlide84.xml" Id="R598efa51865446c3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db61be0cf4471" /><Relationship Type="http://schemas.openxmlformats.org/officeDocument/2006/relationships/notesSlide" Target="/ppt/notesSlides/notesSlide85.xml" Id="Rfd4d9787427e4199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d3ab441a34234" /><Relationship Type="http://schemas.openxmlformats.org/officeDocument/2006/relationships/notesSlide" Target="/ppt/notesSlides/notesSlide86.xml" Id="R129700b378e347d8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9a65364b24e01" /><Relationship Type="http://schemas.openxmlformats.org/officeDocument/2006/relationships/notesSlide" Target="/ppt/notesSlides/notesSlide87.xml" Id="R95aed5d878ea4f43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d9d4cf153b4baa" /><Relationship Type="http://schemas.openxmlformats.org/officeDocument/2006/relationships/notesSlide" Target="/ppt/notesSlides/notesSlide88.xml" Id="R0448312ea0f84267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e1fb36a694dca" /><Relationship Type="http://schemas.openxmlformats.org/officeDocument/2006/relationships/notesSlide" Target="/ppt/notesSlides/notesSlide89.xml" Id="R67d00c88aee5493a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6d4d5a6594672" /><Relationship Type="http://schemas.openxmlformats.org/officeDocument/2006/relationships/notesSlide" Target="/ppt/notesSlides/notesSlide90.xml" Id="R6ceee2b5f3e643df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2440f20b9411d" /><Relationship Type="http://schemas.openxmlformats.org/officeDocument/2006/relationships/notesSlide" Target="/ppt/notesSlides/notesSlide91.xml" Id="R8ef8c67acaed46ee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1c8cbbd24413b" /><Relationship Type="http://schemas.openxmlformats.org/officeDocument/2006/relationships/notesSlide" Target="/ppt/notesSlides/notesSlide92.xml" Id="R49de9b9e09e04291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9cd2510b340b1" /><Relationship Type="http://schemas.openxmlformats.org/officeDocument/2006/relationships/notesSlide" Target="/ppt/notesSlides/notesSlide93.xml" Id="Rd93cbd787c844340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b1946caa34d19" /><Relationship Type="http://schemas.openxmlformats.org/officeDocument/2006/relationships/notesSlide" Target="/ppt/notesSlides/notesSlide94.xml" Id="Rb80c285fffe64fbb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b966941ee4b13" /><Relationship Type="http://schemas.openxmlformats.org/officeDocument/2006/relationships/notesSlide" Target="/ppt/notesSlides/notesSlide95.xml" Id="Rb9b4148a54e74311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0fcc1e97b48e0" /><Relationship Type="http://schemas.openxmlformats.org/officeDocument/2006/relationships/notesSlide" Target="/ppt/notesSlides/notesSlide96.xml" Id="R28ef081777044436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e2cbd14f34c09" /><Relationship Type="http://schemas.openxmlformats.org/officeDocument/2006/relationships/notesSlide" Target="/ppt/notesSlides/notesSlide97.xml" Id="Rec58c45da4724978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4abc3f0fa442f" /><Relationship Type="http://schemas.openxmlformats.org/officeDocument/2006/relationships/notesSlide" Target="/ppt/notesSlides/notesSlide98.xml" Id="Rd054ea821872499e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0ef73bd184fb9" /><Relationship Type="http://schemas.openxmlformats.org/officeDocument/2006/relationships/notesSlide" Target="/ppt/notesSlides/notesSlide99.xml" Id="R39874c6ef2a54864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c8424915a4aab" /><Relationship Type="http://schemas.openxmlformats.org/officeDocument/2006/relationships/notesSlide" Target="/ppt/notesSlides/notesSlide100.xml" Id="R813c595737da46e6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e787b73a54f77" /><Relationship Type="http://schemas.openxmlformats.org/officeDocument/2006/relationships/notesSlide" Target="/ppt/notesSlides/notesSlide101.xml" Id="Rb3742fc7a56e4699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9c27dbd8f4aef" /><Relationship Type="http://schemas.openxmlformats.org/officeDocument/2006/relationships/notesSlide" Target="/ppt/notesSlides/notesSlide102.xml" Id="R2fe0838a51374f48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49de96eea4336" /><Relationship Type="http://schemas.openxmlformats.org/officeDocument/2006/relationships/notesSlide" Target="/ppt/notesSlides/notesSlide103.xml" Id="Ra6b2bc5a2aad48fc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999c6456a4977" /><Relationship Type="http://schemas.openxmlformats.org/officeDocument/2006/relationships/image" Target="/ppt/media/image4.jpeg" Id="R147958b095b14b5a" /><Relationship Type="http://schemas.openxmlformats.org/officeDocument/2006/relationships/notesSlide" Target="/ppt/notesSlides/notesSlide104.xml" Id="R3445b67fdd414aa4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5d68e6b7648c8" /><Relationship Type="http://schemas.openxmlformats.org/officeDocument/2006/relationships/notesSlide" Target="/ppt/notesSlides/notesSlide105.xml" Id="R3f73a0825d9b4a06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1433372934c78" /><Relationship Type="http://schemas.openxmlformats.org/officeDocument/2006/relationships/notesSlide" Target="/ppt/notesSlides/notesSlide106.xml" Id="Rbaa6c8c9475d4d26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d187a86814186" /><Relationship Type="http://schemas.openxmlformats.org/officeDocument/2006/relationships/notesSlide" Target="/ppt/notesSlides/notesSlide107.xml" Id="R36eb291f19254e4a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7448dadd4467e" /><Relationship Type="http://schemas.openxmlformats.org/officeDocument/2006/relationships/notesSlide" Target="/ppt/notesSlides/notesSlide108.xml" Id="R1830290afebc4737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8c88dbb464a28" /><Relationship Type="http://schemas.openxmlformats.org/officeDocument/2006/relationships/notesSlide" Target="/ppt/notesSlides/notesSlide109.xml" Id="Rc97f23f9705542e1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8f3963f454c69" /><Relationship Type="http://schemas.openxmlformats.org/officeDocument/2006/relationships/notesSlide" Target="/ppt/notesSlides/notesSlide110.xml" Id="Re68facd131434520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22f6c5b3d64561" /><Relationship Type="http://schemas.openxmlformats.org/officeDocument/2006/relationships/notesSlide" Target="/ppt/notesSlides/notesSlide111.xml" Id="R1b02f46b8a434755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0b24aaecfb4892" /><Relationship Type="http://schemas.openxmlformats.org/officeDocument/2006/relationships/notesSlide" Target="/ppt/notesSlides/notesSlide112.xml" Id="R58f8f8d5d37640f6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85238cc6f4df7" /><Relationship Type="http://schemas.openxmlformats.org/officeDocument/2006/relationships/notesSlide" Target="/ppt/notesSlides/notesSlide113.xml" Id="R4089a71b87f74618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cf4d661664670" /><Relationship Type="http://schemas.openxmlformats.org/officeDocument/2006/relationships/notesSlide" Target="/ppt/notesSlides/notesSlide114.xml" Id="R2f78cfd7240443ae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d49f0f9054a01" /><Relationship Type="http://schemas.openxmlformats.org/officeDocument/2006/relationships/notesSlide" Target="/ppt/notesSlides/notesSlide115.xml" Id="R6f9848d029c14c8c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bc1ce9d6241cd" /><Relationship Type="http://schemas.openxmlformats.org/officeDocument/2006/relationships/notesSlide" Target="/ppt/notesSlides/notesSlide116.xml" Id="R1ef3eaa2086d4930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ba889e8ce4f60" /><Relationship Type="http://schemas.openxmlformats.org/officeDocument/2006/relationships/notesSlide" Target="/ppt/notesSlides/notesSlide117.xml" Id="R0cdc0a21deac42c5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f25c40ca646d7" /><Relationship Type="http://schemas.openxmlformats.org/officeDocument/2006/relationships/notesSlide" Target="/ppt/notesSlides/notesSlide118.xml" Id="R7d1eb9d4cb70411d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a78e9acb944d38" /><Relationship Type="http://schemas.openxmlformats.org/officeDocument/2006/relationships/notesSlide" Target="/ppt/notesSlides/notesSlide119.xml" Id="Rdde16e5558c24f9a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f6ec362f345ba" /><Relationship Type="http://schemas.openxmlformats.org/officeDocument/2006/relationships/notesSlide" Target="/ppt/notesSlides/notesSlide120.xml" Id="R2e713bba16414b42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8b20dfbc8402b" /><Relationship Type="http://schemas.openxmlformats.org/officeDocument/2006/relationships/notesSlide" Target="/ppt/notesSlides/notesSlide121.xml" Id="R0a957dbe0bea466b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f084827234bfa" /><Relationship Type="http://schemas.openxmlformats.org/officeDocument/2006/relationships/notesSlide" Target="/ppt/notesSlides/notesSlide122.xml" Id="R4680777ff14f41c6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2c6f93ec548b5" /><Relationship Type="http://schemas.openxmlformats.org/officeDocument/2006/relationships/notesSlide" Target="/ppt/notesSlides/notesSlide123.xml" Id="R1430e1fa42a8496d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829bf1d39432b" /><Relationship Type="http://schemas.openxmlformats.org/officeDocument/2006/relationships/notesSlide" Target="/ppt/notesSlides/notesSlide124.xml" Id="Rc30ee791dc0e4715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1d66a30f74d57" /><Relationship Type="http://schemas.openxmlformats.org/officeDocument/2006/relationships/notesSlide" Target="/ppt/notesSlides/notesSlide125.xml" Id="R9f115d8b811e473b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f6e6217b04043" /><Relationship Type="http://schemas.openxmlformats.org/officeDocument/2006/relationships/notesSlide" Target="/ppt/notesSlides/notesSlide126.xml" Id="R49512689ed414b61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3a5888a0b4504" /><Relationship Type="http://schemas.openxmlformats.org/officeDocument/2006/relationships/notesSlide" Target="/ppt/notesSlides/notesSlide127.xml" Id="Rd2a08997241a4043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4dc38703d4339" /><Relationship Type="http://schemas.openxmlformats.org/officeDocument/2006/relationships/notesSlide" Target="/ppt/notesSlides/notesSlide128.xml" Id="Rfe171d38dc964068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a960fc81d4045" /><Relationship Type="http://schemas.openxmlformats.org/officeDocument/2006/relationships/notesSlide" Target="/ppt/notesSlides/notesSlide129.xml" Id="R1947eb62a4144dcc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1d9fa7abf4ab2" /><Relationship Type="http://schemas.openxmlformats.org/officeDocument/2006/relationships/notesSlide" Target="/ppt/notesSlides/notesSlide130.xml" Id="Rd0dad7648b784c1e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88c8e062342eb" /><Relationship Type="http://schemas.openxmlformats.org/officeDocument/2006/relationships/notesSlide" Target="/ppt/notesSlides/notesSlide131.xml" Id="R34aaec515da84655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71b2239d244a0" /><Relationship Type="http://schemas.openxmlformats.org/officeDocument/2006/relationships/notesSlide" Target="/ppt/notesSlides/notesSlide132.xml" Id="Rf5d725a5a3324c34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95ee222c3543bc" /><Relationship Type="http://schemas.openxmlformats.org/officeDocument/2006/relationships/notesSlide" Target="/ppt/notesSlides/notesSlide133.xml" Id="Re1e2fffe95ec4c12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8fe6482ce46ce" /><Relationship Type="http://schemas.openxmlformats.org/officeDocument/2006/relationships/image" Target="/ppt/media/image5.jpeg" Id="R20589ee4e5b74457" /><Relationship Type="http://schemas.openxmlformats.org/officeDocument/2006/relationships/notesSlide" Target="/ppt/notesSlides/notesSlide134.xml" Id="Rb52c469c6efc448d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cada1ed0c441a" /><Relationship Type="http://schemas.openxmlformats.org/officeDocument/2006/relationships/notesSlide" Target="/ppt/notesSlides/notesSlide135.xml" Id="R81d8a6ac58fd489e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11336ebba4c02" /><Relationship Type="http://schemas.openxmlformats.org/officeDocument/2006/relationships/notesSlide" Target="/ppt/notesSlides/notesSlide136.xml" Id="Re0b2c69880684d6a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8656e6cb6457e" /><Relationship Type="http://schemas.openxmlformats.org/officeDocument/2006/relationships/notesSlide" Target="/ppt/notesSlides/notesSlide137.xml" Id="Rc65b4c7ee4894b08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96cb083da4460" /><Relationship Type="http://schemas.openxmlformats.org/officeDocument/2006/relationships/notesSlide" Target="/ppt/notesSlides/notesSlide138.xml" Id="R888289663cdc4788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59c4228ed4570" /><Relationship Type="http://schemas.openxmlformats.org/officeDocument/2006/relationships/notesSlide" Target="/ppt/notesSlides/notesSlide139.xml" Id="Rb0388faa6df44e2f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3a95362764bbe" /><Relationship Type="http://schemas.openxmlformats.org/officeDocument/2006/relationships/notesSlide" Target="/ppt/notesSlides/notesSlide140.xml" Id="R89beca7e475549c9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56ce6ddfa4f53" /><Relationship Type="http://schemas.openxmlformats.org/officeDocument/2006/relationships/notesSlide" Target="/ppt/notesSlides/notesSlide141.xml" Id="R7a0775578835426b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419bf78e84c66" /><Relationship Type="http://schemas.openxmlformats.org/officeDocument/2006/relationships/notesSlide" Target="/ppt/notesSlides/notesSlide142.xml" Id="Re66d461ef90147cd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710fba83124aba" /><Relationship Type="http://schemas.openxmlformats.org/officeDocument/2006/relationships/notesSlide" Target="/ppt/notesSlides/notesSlide143.xml" Id="Rc7919759001d4763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85c5400e84c09" /><Relationship Type="http://schemas.openxmlformats.org/officeDocument/2006/relationships/notesSlide" Target="/ppt/notesSlides/notesSlide144.xml" Id="R6eaeb614ab4c4cc5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4d5ca2ec24d4e" /><Relationship Type="http://schemas.openxmlformats.org/officeDocument/2006/relationships/notesSlide" Target="/ppt/notesSlides/notesSlide145.xml" Id="Rb41ea80421bd46dd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80cbdadfb42aa" /><Relationship Type="http://schemas.openxmlformats.org/officeDocument/2006/relationships/notesSlide" Target="/ppt/notesSlides/notesSlide146.xml" Id="Rc5ecaf38c57447b5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c6067297f4e02" /><Relationship Type="http://schemas.openxmlformats.org/officeDocument/2006/relationships/notesSlide" Target="/ppt/notesSlides/notesSlide147.xml" Id="R012d3ae76df744f5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b3457030a42b4" /><Relationship Type="http://schemas.openxmlformats.org/officeDocument/2006/relationships/notesSlide" Target="/ppt/notesSlides/notesSlide148.xml" Id="R6aa7cae52dd94bb0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e0fefa1c04e6a" /><Relationship Type="http://schemas.openxmlformats.org/officeDocument/2006/relationships/notesSlide" Target="/ppt/notesSlides/notesSlide149.xml" Id="Rc576afed279b4ea5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49ab995914e39" /><Relationship Type="http://schemas.openxmlformats.org/officeDocument/2006/relationships/notesSlide" Target="/ppt/notesSlides/notesSlide150.xml" Id="R1f513eb62e554b5c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59c49dbd14084" /><Relationship Type="http://schemas.openxmlformats.org/officeDocument/2006/relationships/notesSlide" Target="/ppt/notesSlides/notesSlide151.xml" Id="R57a75d59d8644dee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689c0b79a457b" /><Relationship Type="http://schemas.openxmlformats.org/officeDocument/2006/relationships/notesSlide" Target="/ppt/notesSlides/notesSlide152.xml" Id="Rdeb26b4b427c4f87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d379f39d64c23" /><Relationship Type="http://schemas.openxmlformats.org/officeDocument/2006/relationships/notesSlide" Target="/ppt/notesSlides/notesSlide153.xml" Id="R9955bfb6906547bb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baa7bb17643a6" /><Relationship Type="http://schemas.openxmlformats.org/officeDocument/2006/relationships/notesSlide" Target="/ppt/notesSlides/notesSlide154.xml" Id="Rd5b449455e32470c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9ce2317994134" /><Relationship Type="http://schemas.openxmlformats.org/officeDocument/2006/relationships/notesSlide" Target="/ppt/notesSlides/notesSlide155.xml" Id="R5b9988e71dd140c0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630621603422a" /><Relationship Type="http://schemas.openxmlformats.org/officeDocument/2006/relationships/notesSlide" Target="/ppt/notesSlides/notesSlide156.xml" Id="R2fdc0284a20b4336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a135278cf4e35" /><Relationship Type="http://schemas.openxmlformats.org/officeDocument/2006/relationships/notesSlide" Target="/ppt/notesSlides/notesSlide157.xml" Id="R317d6b2641904696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dfe40be2d499e" /><Relationship Type="http://schemas.openxmlformats.org/officeDocument/2006/relationships/notesSlide" Target="/ppt/notesSlides/notesSlide158.xml" Id="R738bc65fb53141d6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d2dfb4ce84fc4" /><Relationship Type="http://schemas.openxmlformats.org/officeDocument/2006/relationships/notesSlide" Target="/ppt/notesSlides/notesSlide159.xml" Id="R1e75975719384777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1b547b1c949f5" /><Relationship Type="http://schemas.openxmlformats.org/officeDocument/2006/relationships/notesSlide" Target="/ppt/notesSlides/notesSlide160.xml" Id="R04aead4babfd469b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5248625294edb" /><Relationship Type="http://schemas.openxmlformats.org/officeDocument/2006/relationships/notesSlide" Target="/ppt/notesSlides/notesSlide161.xml" Id="Rd99e974e17fa4eec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328667a044ab2" /><Relationship Type="http://schemas.openxmlformats.org/officeDocument/2006/relationships/notesSlide" Target="/ppt/notesSlides/notesSlide162.xml" Id="R3480b049341e49ff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a6bf489cd4ce0" /><Relationship Type="http://schemas.openxmlformats.org/officeDocument/2006/relationships/notesSlide" Target="/ppt/notesSlides/notesSlide163.xml" Id="R7d80dd4662ba455c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02bcb25c44f19" /><Relationship Type="http://schemas.openxmlformats.org/officeDocument/2006/relationships/image" Target="/ppt/media/image6.jpeg" Id="Rfefd41839c5a486a" /><Relationship Type="http://schemas.openxmlformats.org/officeDocument/2006/relationships/notesSlide" Target="/ppt/notesSlides/notesSlide164.xml" Id="R7ee5c37892f74405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b6fc401b24a40" /><Relationship Type="http://schemas.openxmlformats.org/officeDocument/2006/relationships/notesSlide" Target="/ppt/notesSlides/notesSlide165.xml" Id="R4d7c7ae171ca44ea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c5c1d67da4d26" /><Relationship Type="http://schemas.openxmlformats.org/officeDocument/2006/relationships/notesSlide" Target="/ppt/notesSlides/notesSlide166.xml" Id="Re1e62d65dc044d60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e8ddda1fa484b" /><Relationship Type="http://schemas.openxmlformats.org/officeDocument/2006/relationships/notesSlide" Target="/ppt/notesSlides/notesSlide167.xml" Id="R59949a2f245449ea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ed09c607142b1" /><Relationship Type="http://schemas.openxmlformats.org/officeDocument/2006/relationships/notesSlide" Target="/ppt/notesSlides/notesSlide168.xml" Id="R83c07449d837493d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634c081dc49eb" /><Relationship Type="http://schemas.openxmlformats.org/officeDocument/2006/relationships/notesSlide" Target="/ppt/notesSlides/notesSlide169.xml" Id="Re6ae20b527844961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28eb3123f45f9" /><Relationship Type="http://schemas.openxmlformats.org/officeDocument/2006/relationships/notesSlide" Target="/ppt/notesSlides/notesSlide170.xml" Id="R7de6d6ea9b094e5c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9ddf84be9436d" /><Relationship Type="http://schemas.openxmlformats.org/officeDocument/2006/relationships/notesSlide" Target="/ppt/notesSlides/notesSlide171.xml" Id="R4b8a43ef92b447e2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8dc19e3024a98" /><Relationship Type="http://schemas.openxmlformats.org/officeDocument/2006/relationships/notesSlide" Target="/ppt/notesSlides/notesSlide172.xml" Id="R166847d2088d4ca2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5923846364e1a" /><Relationship Type="http://schemas.openxmlformats.org/officeDocument/2006/relationships/notesSlide" Target="/ppt/notesSlides/notesSlide173.xml" Id="R05900652f52e4723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56da7837240d7" /><Relationship Type="http://schemas.openxmlformats.org/officeDocument/2006/relationships/notesSlide" Target="/ppt/notesSlides/notesSlide174.xml" Id="R7d285abe0b6e42cd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5a5b19c434b4d" /><Relationship Type="http://schemas.openxmlformats.org/officeDocument/2006/relationships/notesSlide" Target="/ppt/notesSlides/notesSlide175.xml" Id="R28559b6ca12c4a2d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60f5b06a645c0" /><Relationship Type="http://schemas.openxmlformats.org/officeDocument/2006/relationships/notesSlide" Target="/ppt/notesSlides/notesSlide176.xml" Id="R862307e14e9a4f9a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7de971f574fe3" /><Relationship Type="http://schemas.openxmlformats.org/officeDocument/2006/relationships/notesSlide" Target="/ppt/notesSlides/notesSlide177.xml" Id="Re72a67373f7a44ad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9c5d9d2874eae" /><Relationship Type="http://schemas.openxmlformats.org/officeDocument/2006/relationships/notesSlide" Target="/ppt/notesSlides/notesSlide178.xml" Id="R9e532d49b6aa4825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0314e09174c71" /><Relationship Type="http://schemas.openxmlformats.org/officeDocument/2006/relationships/notesSlide" Target="/ppt/notesSlides/notesSlide179.xml" Id="R856bd6f9d4c24e29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22cfe25e0403e" /><Relationship Type="http://schemas.openxmlformats.org/officeDocument/2006/relationships/notesSlide" Target="/ppt/notesSlides/notesSlide180.xml" Id="Raf02423b57694a5c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edfd9051e4dc9" /><Relationship Type="http://schemas.openxmlformats.org/officeDocument/2006/relationships/notesSlide" Target="/ppt/notesSlides/notesSlide181.xml" Id="R7f1e4f723d4e4047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e25412ff94d70" /><Relationship Type="http://schemas.openxmlformats.org/officeDocument/2006/relationships/notesSlide" Target="/ppt/notesSlides/notesSlide182.xml" Id="Recf950b722d6470a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60936a6ce04159" /><Relationship Type="http://schemas.openxmlformats.org/officeDocument/2006/relationships/notesSlide" Target="/ppt/notesSlides/notesSlide183.xml" Id="R1f4a0c54929446a8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cc710faf3417b" /><Relationship Type="http://schemas.openxmlformats.org/officeDocument/2006/relationships/notesSlide" Target="/ppt/notesSlides/notesSlide184.xml" Id="R822f22aebdd94aa4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86a667f4d4a74" /><Relationship Type="http://schemas.openxmlformats.org/officeDocument/2006/relationships/notesSlide" Target="/ppt/notesSlides/notesSlide185.xml" Id="R5e0508140a0642b0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f0371071d4886" /><Relationship Type="http://schemas.openxmlformats.org/officeDocument/2006/relationships/notesSlide" Target="/ppt/notesSlides/notesSlide186.xml" Id="Rcc5c0d33b0674356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1c9bfa3c34f15" /><Relationship Type="http://schemas.openxmlformats.org/officeDocument/2006/relationships/notesSlide" Target="/ppt/notesSlides/notesSlide187.xml" Id="R13b815b4e079401d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a879930984cc1" /><Relationship Type="http://schemas.openxmlformats.org/officeDocument/2006/relationships/notesSlide" Target="/ppt/notesSlides/notesSlide188.xml" Id="Rf61cd40e9af748ce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28568de0e4f56" /><Relationship Type="http://schemas.openxmlformats.org/officeDocument/2006/relationships/notesSlide" Target="/ppt/notesSlides/notesSlide189.xml" Id="R4fec4aefea3548ec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3261507f24d68" /><Relationship Type="http://schemas.openxmlformats.org/officeDocument/2006/relationships/notesSlide" Target="/ppt/notesSlides/notesSlide190.xml" Id="Re712cf25b9b44c2c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a1c3f99814c83" /><Relationship Type="http://schemas.openxmlformats.org/officeDocument/2006/relationships/notesSlide" Target="/ppt/notesSlides/notesSlide191.xml" Id="Rd5218647de4b4751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114ae31564ec2" /><Relationship Type="http://schemas.openxmlformats.org/officeDocument/2006/relationships/notesSlide" Target="/ppt/notesSlides/notesSlide192.xml" Id="R496dc2516c2b4a30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28e00923a4f72" /><Relationship Type="http://schemas.openxmlformats.org/officeDocument/2006/relationships/notesSlide" Target="/ppt/notesSlides/notesSlide193.xml" Id="R6c66c355c37e40e9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d6022ff534713" /><Relationship Type="http://schemas.openxmlformats.org/officeDocument/2006/relationships/image" Target="/ppt/media/image7.jpeg" Id="R51aab393adf2486d" /><Relationship Type="http://schemas.openxmlformats.org/officeDocument/2006/relationships/notesSlide" Target="/ppt/notesSlides/notesSlide194.xml" Id="R56886d60772648fc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7a9d515b534434" /><Relationship Type="http://schemas.openxmlformats.org/officeDocument/2006/relationships/notesSlide" Target="/ppt/notesSlides/notesSlide195.xml" Id="Rf29dff9353b349e5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767a190f34810" /><Relationship Type="http://schemas.openxmlformats.org/officeDocument/2006/relationships/notesSlide" Target="/ppt/notesSlides/notesSlide196.xml" Id="R7d1280a9220f4ef6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a35a15cb241fb" /><Relationship Type="http://schemas.openxmlformats.org/officeDocument/2006/relationships/notesSlide" Target="/ppt/notesSlides/notesSlide197.xml" Id="R0539420f78f442b0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89d6c7d9b4002" /><Relationship Type="http://schemas.openxmlformats.org/officeDocument/2006/relationships/notesSlide" Target="/ppt/notesSlides/notesSlide198.xml" Id="Rc3fd456d00ba49cb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10f8ebe2a4446" /><Relationship Type="http://schemas.openxmlformats.org/officeDocument/2006/relationships/notesSlide" Target="/ppt/notesSlides/notesSlide199.xml" Id="R7aa68b1839f749c1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3223f0e104e8c" /><Relationship Type="http://schemas.openxmlformats.org/officeDocument/2006/relationships/notesSlide" Target="/ppt/notesSlides/notesSlide200.xml" Id="R4ce5ba255655488a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8b475139d4cbe" /><Relationship Type="http://schemas.openxmlformats.org/officeDocument/2006/relationships/notesSlide" Target="/ppt/notesSlides/notesSlide201.xml" Id="Rd7b506f0ed8249f3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2f1fa4f81449e" /><Relationship Type="http://schemas.openxmlformats.org/officeDocument/2006/relationships/notesSlide" Target="/ppt/notesSlides/notesSlide202.xml" Id="Rfa4a818867fb4016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05f09d38a41eb" /><Relationship Type="http://schemas.openxmlformats.org/officeDocument/2006/relationships/notesSlide" Target="/ppt/notesSlides/notesSlide203.xml" Id="R569cbc6782204adb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ac2f534ed424d" /><Relationship Type="http://schemas.openxmlformats.org/officeDocument/2006/relationships/notesSlide" Target="/ppt/notesSlides/notesSlide204.xml" Id="Ra33fa8530c754faa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70b6de0784756" /><Relationship Type="http://schemas.openxmlformats.org/officeDocument/2006/relationships/notesSlide" Target="/ppt/notesSlides/notesSlide205.xml" Id="Rbd66467916c34757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f52532efa4600" /><Relationship Type="http://schemas.openxmlformats.org/officeDocument/2006/relationships/notesSlide" Target="/ppt/notesSlides/notesSlide206.xml" Id="Rd01c5ad0654a44b3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d278712214848" /><Relationship Type="http://schemas.openxmlformats.org/officeDocument/2006/relationships/notesSlide" Target="/ppt/notesSlides/notesSlide207.xml" Id="Rb3e6175d1756407e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5376bea4c48dd" /><Relationship Type="http://schemas.openxmlformats.org/officeDocument/2006/relationships/notesSlide" Target="/ppt/notesSlides/notesSlide208.xml" Id="R33d7e4c45a0c4ab6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399024b6240fc" /><Relationship Type="http://schemas.openxmlformats.org/officeDocument/2006/relationships/notesSlide" Target="/ppt/notesSlides/notesSlide209.xml" Id="R8ae46ebb78c44da8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211f0f2fa4048" /><Relationship Type="http://schemas.openxmlformats.org/officeDocument/2006/relationships/notesSlide" Target="/ppt/notesSlides/notesSlide210.xml" Id="R6e8bea213e4c4a8e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cc542c6484f72" /><Relationship Type="http://schemas.openxmlformats.org/officeDocument/2006/relationships/notesSlide" Target="/ppt/notesSlides/notesSlide211.xml" Id="R7c2231edbc5e417d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e41f384744883" /><Relationship Type="http://schemas.openxmlformats.org/officeDocument/2006/relationships/notesSlide" Target="/ppt/notesSlides/notesSlide212.xml" Id="R618dfef29dbe469a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7fd1f88ccb4f4b" /><Relationship Type="http://schemas.openxmlformats.org/officeDocument/2006/relationships/notesSlide" Target="/ppt/notesSlides/notesSlide213.xml" Id="R2c3d9884b23147e2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81cc47f1c4fee" /><Relationship Type="http://schemas.openxmlformats.org/officeDocument/2006/relationships/notesSlide" Target="/ppt/notesSlides/notesSlide214.xml" Id="Ra1c6bc00e6c1489c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fbb7cf2b84c98" /><Relationship Type="http://schemas.openxmlformats.org/officeDocument/2006/relationships/notesSlide" Target="/ppt/notesSlides/notesSlide215.xml" Id="R700fe881e45b442f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b527ab4854b3c" /><Relationship Type="http://schemas.openxmlformats.org/officeDocument/2006/relationships/notesSlide" Target="/ppt/notesSlides/notesSlide216.xml" Id="Ra4e0b7234bef4098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63432f845419c" /><Relationship Type="http://schemas.openxmlformats.org/officeDocument/2006/relationships/notesSlide" Target="/ppt/notesSlides/notesSlide217.xml" Id="R902c537281c64e86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68925303e4fe1" /><Relationship Type="http://schemas.openxmlformats.org/officeDocument/2006/relationships/notesSlide" Target="/ppt/notesSlides/notesSlide218.xml" Id="Rdb7a18de74ee4ec1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d526b51494bbc" /><Relationship Type="http://schemas.openxmlformats.org/officeDocument/2006/relationships/notesSlide" Target="/ppt/notesSlides/notesSlide219.xml" Id="Rc75d8b085e154772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d0e3334d44934" /><Relationship Type="http://schemas.openxmlformats.org/officeDocument/2006/relationships/notesSlide" Target="/ppt/notesSlides/notesSlide220.xml" Id="R1d88f19265064880" /></Relationships>
</file>

<file path=ppt/slides/_rels/slide2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39817dee7543db" /><Relationship Type="http://schemas.openxmlformats.org/officeDocument/2006/relationships/notesSlide" Target="/ppt/notesSlides/notesSlide221.xml" Id="Rcb50da68716241fb" /></Relationships>
</file>

<file path=ppt/slides/_rels/slide2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6de110f7f4f5b" /><Relationship Type="http://schemas.openxmlformats.org/officeDocument/2006/relationships/notesSlide" Target="/ppt/notesSlides/notesSlide222.xml" Id="R8eee47f55b9d442f" /></Relationships>
</file>

<file path=ppt/slides/_rels/slide2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31e3833cf410c" /><Relationship Type="http://schemas.openxmlformats.org/officeDocument/2006/relationships/notesSlide" Target="/ppt/notesSlides/notesSlide223.xml" Id="R1cb5641b226b4445" /></Relationships>
</file>

<file path=ppt/slides/_rels/slide2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1e9748fae4d4c" /><Relationship Type="http://schemas.openxmlformats.org/officeDocument/2006/relationships/image" Target="/ppt/media/image8.jpeg" Id="Rcbbc6bde60d94c14" /><Relationship Type="http://schemas.openxmlformats.org/officeDocument/2006/relationships/notesSlide" Target="/ppt/notesSlides/notesSlide224.xml" Id="Rbf28c1d7632645d0" /></Relationships>
</file>

<file path=ppt/slides/_rels/slide2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b040ad59143de" /><Relationship Type="http://schemas.openxmlformats.org/officeDocument/2006/relationships/notesSlide" Target="/ppt/notesSlides/notesSlide225.xml" Id="Re20aebc2b11d4c8a" /></Relationships>
</file>

<file path=ppt/slides/_rels/slide2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2f08b0e7b48e9" /><Relationship Type="http://schemas.openxmlformats.org/officeDocument/2006/relationships/notesSlide" Target="/ppt/notesSlides/notesSlide226.xml" Id="R7078c94790d24af0" /></Relationships>
</file>

<file path=ppt/slides/_rels/slide2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d6d215c224353" /><Relationship Type="http://schemas.openxmlformats.org/officeDocument/2006/relationships/notesSlide" Target="/ppt/notesSlides/notesSlide227.xml" Id="R6d058faebe024ef2" /></Relationships>
</file>

<file path=ppt/slides/_rels/slide2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c783d60444149" /><Relationship Type="http://schemas.openxmlformats.org/officeDocument/2006/relationships/notesSlide" Target="/ppt/notesSlides/notesSlide228.xml" Id="Rabff091321024335" /></Relationships>
</file>

<file path=ppt/slides/_rels/slide2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2b43a97f04448" /><Relationship Type="http://schemas.openxmlformats.org/officeDocument/2006/relationships/notesSlide" Target="/ppt/notesSlides/notesSlide229.xml" Id="Ree5e8236d5784dc3" /></Relationships>
</file>

<file path=ppt/slides/_rels/slide2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3d84443de4436" /><Relationship Type="http://schemas.openxmlformats.org/officeDocument/2006/relationships/notesSlide" Target="/ppt/notesSlides/notesSlide230.xml" Id="R1516fe4165eb410f" /></Relationships>
</file>

<file path=ppt/slides/_rels/slide2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97b560681740b5" /><Relationship Type="http://schemas.openxmlformats.org/officeDocument/2006/relationships/notesSlide" Target="/ppt/notesSlides/notesSlide231.xml" Id="R5bd226f15e4d4a62" /></Relationships>
</file>

<file path=ppt/slides/_rels/slide2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c797d7111b4a5e" /><Relationship Type="http://schemas.openxmlformats.org/officeDocument/2006/relationships/notesSlide" Target="/ppt/notesSlides/notesSlide232.xml" Id="Rf8172359c2594b70" /></Relationships>
</file>

<file path=ppt/slides/_rels/slide2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27f06eba748a9" /><Relationship Type="http://schemas.openxmlformats.org/officeDocument/2006/relationships/notesSlide" Target="/ppt/notesSlides/notesSlide233.xml" Id="R1651f98902c44108" /></Relationships>
</file>

<file path=ppt/slides/_rels/slide2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935c5780a4866" /><Relationship Type="http://schemas.openxmlformats.org/officeDocument/2006/relationships/notesSlide" Target="/ppt/notesSlides/notesSlide234.xml" Id="R45761d1d9c4e45f0" /></Relationships>
</file>

<file path=ppt/slides/_rels/slide2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047e1a6ec4e71" /><Relationship Type="http://schemas.openxmlformats.org/officeDocument/2006/relationships/notesSlide" Target="/ppt/notesSlides/notesSlide235.xml" Id="Rb86227f5e91549de" /></Relationships>
</file>

<file path=ppt/slides/_rels/slide2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f03a0639c4827" /><Relationship Type="http://schemas.openxmlformats.org/officeDocument/2006/relationships/notesSlide" Target="/ppt/notesSlides/notesSlide236.xml" Id="R782f4c78ed444f77" /></Relationships>
</file>

<file path=ppt/slides/_rels/slide2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f5f80565b4555" /><Relationship Type="http://schemas.openxmlformats.org/officeDocument/2006/relationships/notesSlide" Target="/ppt/notesSlides/notesSlide237.xml" Id="Ra6a3add834f54fa8" /></Relationships>
</file>

<file path=ppt/slides/_rels/slide2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efaf259844d10" /><Relationship Type="http://schemas.openxmlformats.org/officeDocument/2006/relationships/notesSlide" Target="/ppt/notesSlides/notesSlide238.xml" Id="R720fca5460b64f6b" /></Relationships>
</file>

<file path=ppt/slides/_rels/slide2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2643c87bf4c2b" /><Relationship Type="http://schemas.openxmlformats.org/officeDocument/2006/relationships/notesSlide" Target="/ppt/notesSlides/notesSlide239.xml" Id="R0708ef6d2ae748dd" /></Relationships>
</file>

<file path=ppt/slides/_rels/slide2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bb6dd9b914600" /><Relationship Type="http://schemas.openxmlformats.org/officeDocument/2006/relationships/notesSlide" Target="/ppt/notesSlides/notesSlide240.xml" Id="Rc466caa296864b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5D250-2B7A-4701-A522-FD94DE33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5DC1D-1059-4511-99BA-58611731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IPA · LLM AGENT &amp; 업무자동화 40H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8D28F-1936-4AA0-9151-E17F2760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09:00-09:50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77410-0D4B-4D82-AA2B-F7EF4251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오디오는 먼저 파일 계약부터 확인합니다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AC028-4D0C-447A-9250-116C88F1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길이·채널·샘플링레이트를 읽고 전사 가능 여부를 판단한다.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BF3CE1-47CD-467E-8C9C-FC944D26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F53456-1EE0-457D-B212-01DCC6A3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1A67F-4EEE-481A-8D50-7EBE14BD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BE49E8-54A8-4FBF-9888-0E4FB29E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34C15-D6E4-4261-A82E-87753793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data/demo_meeting.wav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data/demo_meeting_transcript.txt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24546F-1E86-46FD-85AF-CD55FB13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F54557-0A0D-43BF-871D-63C33904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audio_metadata.json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1F54D6-2088-4C47-9957-AC631DA6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1차시</a:t>
            </a:r>
          </a:p>
        </p:txBody>
      </p:sp>
    </p:spTree>
    <p:extLst>
      <p:ext uri="{BB962C8B-B14F-4D97-AF65-F5344CB8AC3E}">
        <p14:creationId xmlns:p14="http://schemas.microsoft.com/office/powerpoint/2010/main" val="12705114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FF5517F-C106-4CE0-BAAE-4DB7706E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하루 전체 시간표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5FA4F-3CE6-4990-BC4B-F85A7E0F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2일차는 여덟 개 차시로 하나의 서비스를 완성합니다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8A5DF1-371E-4D20-A06B-A40D666C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8DD14-0D6D-490D-9E32-7E6793B8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3E2AF-7BEB-4F92-9EB7-B48CC303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78A4F-E3B3-43A8-9B99-486367DC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1F791-90AE-420E-BEBE-2074CC98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오전 3개 차시 뒤 30분 휴식, 12:00-13:00 점심, 오후 5개 차시 뒤 휴식과 Q&amp;A로 마무리합니다.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6F64C2-DB35-44F2-87F2-55FAB56E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A19E75-E190-41EF-91BD-0D681291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8B77CE-1E53-4AF7-9E41-A0C77D27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145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1782D-1DFF-40A5-BC52-84B8362B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7907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DC118-F5B5-4793-81BD-925504DD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714500"/>
            <a:ext cx="4057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05F2DB-BF54-4F02-ACFF-27A859F2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790700"/>
            <a:ext cx="3867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배우는 내용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33D07-474F-4E72-8F4E-8B1E9B69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D2D277-7A78-4AE7-98C3-E5207289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DF91D-D4C2-4041-9ADF-CC5D8A8A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1450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4B3B1F-CCD8-42B7-B264-769FA65E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907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D42B5-51B8-4F22-B64A-E771F9CB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4AA3E4-20A3-460B-9C8F-FF5990EC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B5A39-1C9D-4CF9-94F1-E6FF4750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76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D0A7F-F7AC-4EF8-B318-8ED79B7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43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0DC86F-B6F1-4E1C-AE33-648AA3F4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76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0BAA6E-A7D2-43D1-85AD-574ABECB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43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오디오는 먼저 파일 계약부터 확인합니다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D7B085-BA98-4DBA-9840-E18FB22C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76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781AC6-5940-46F4-A151-02A769FC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43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E3C7ED-2996-4ED6-870F-E831AE68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76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0D0F86-90FC-4D54-9BC7-B5094D8F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43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8701E1-4170-4080-9E3F-771CFC20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232BE3-1582-4ABC-8B44-3A1C03C9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F7173B-B49C-4E77-8D64-C8B67DA3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552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79DA93-107F-40A9-A0BA-6DCDE947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19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007233-64BC-455F-AD22-EF1F2A1B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52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876A8D-C6F5-423E-884F-548D9899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19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faster-whisper는 로컬 STT의 교체 가능한 adapter입니다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C63EAF-4231-48F0-95EA-98E6FC2C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52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0CB66-5C59-42D8-A897-D9DC299B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19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FC53C1-7BE2-4DBE-90D9-7D7C42A9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52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75EC6-9CDE-4902-BDF1-5C86E1FE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19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37D105-7A93-4465-A84C-195B252C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0B4FD4-3834-4BBF-A56B-FF5F791A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2F4AB-2C7F-4E7B-98B6-6CA70611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28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29B6DA-6F50-4B64-B92E-EFB5930F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95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755862-9C1E-429A-B75F-D9348489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28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2F333D-4FA6-436D-BFE0-86466C44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95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전사 성공과 전사 품질 통과는 다른 상태입니다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418ABF-4457-4309-9A4C-C21BDEBA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2F3297-5A00-4C8B-8E33-A1B0A1AE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95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B0C73C-DC21-415C-B149-89118B99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28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65049D8-08A2-4967-A904-D466BC72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95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A808D3-1A88-4E1D-81EE-F9B5A414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9EFD33-DC95-4ECF-9EE6-B6398392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71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6EC196-839D-47AC-9BBF-51762D00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505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812C84-70D8-428A-AF73-B007D1BC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71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F81D0F2-E6CE-4866-BA9F-D281B9E5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05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EF687DE-328F-4290-B0EB-19829830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71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회의록 schema는 요약보다 먼저 합의합니다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CD9E2C2-19AE-4CA9-852F-7E961B32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C9FE71-FB8C-4ED5-99AE-9D610B29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71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20789E2-F40D-446B-A989-F8694B94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05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FFB2E14-8724-491D-9186-E5101E2F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71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9067FFB-A78B-44D1-81A4-49236BD9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787034-1DF3-4AB2-9597-427670C4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F462AD9-1936-4772-913B-55ED9E8F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BD0D15C-3E3B-4A4A-BE9A-A825D94D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48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76CC4F2-3574-45D3-9866-DDF3FC91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81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4F10866-4548-4194-BB79-59A0DA03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48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긴 회의는 문장이 아니라 발화 단위로 나눕니다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AC207FE-873F-425C-A8BF-F99B5BD7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81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59BB587-FFD4-401B-9940-DA4E3C0D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48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FF3BDE6-0E0D-4B1D-9F8A-A89FB893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981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510D165-54E9-4134-A7DF-0CB520D1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48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DAA86C5-BF34-4EF2-A941-03EC4320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FB2BC89-D11D-43CB-8E98-55F7EFA4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4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6C528FA-057F-46B1-A4B6-2D9BCE50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457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9F2BB21-6D60-4199-929C-85965CD0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24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255C9D2-36E2-4177-BCA1-8E885769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57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97D143E-B4DD-40EB-94D2-AB95C56F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24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LangChain은 prompt·model·parser를 하나의 실행 계약으로 묶습니다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40AF5F5-67AF-4A95-BA05-2DCCAB82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57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682960E-9D9B-403E-AF0F-DA0FAAD8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24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215B014-48BC-43B0-9EA0-A24522FC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457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73F9D50-1CE7-4FFF-A4A7-A1324B03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524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38DE7C1-FEF6-49DE-936E-837A51BB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6CF9606-4E61-487D-8925-719BC119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00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6908F91-1E2A-44D3-AF80-17E68283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33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1F038F0-E834-474B-B96B-A190CF09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00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CB5980F-749B-4470-9B02-7DDD02E3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8AC47FE-DC9A-4BD0-8568-A4B5E43B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근거가 없는 Action Item은 좋은 문장이 아니라 위험한 업무입니다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05976E8-2394-4897-BE47-737566AB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33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9E5C2FE-0381-4647-8C7E-F0AAE3E0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647E79B-537F-4A24-8A11-6962AD30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360E7CD-F9EA-4503-8CEB-AD0A6623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000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3B11464-65A5-48F6-B77D-6020F10D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E069166-220F-4B24-AA9C-D3F4FD28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781419E-C92A-4071-9E6F-13DFDD96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410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AB02BF0-11B7-4821-A79A-0DE38B96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476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307D726-3A39-4780-8E27-6E1475C2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410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16A7832-9720-4321-B508-6705CF1C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476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회의 Agent도 도메인별 품질 기준은 달라집니다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C35C33E-4BDE-487C-854C-215F4EF3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410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C1F4397-8AEE-4AFF-AD70-B3B47370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476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소프트웨어 실습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716ACB8-0D12-4563-B536-D7B41425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410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C258D9F-68A3-42C2-86A0-3D0DA46B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76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62FBBEC-EA38-471C-B5AE-E2DA627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11:30-12:00 쉬는 시간 · 12:00-13:00 점심시간 · 17:10-17:40 쉬는 시간 · 17:40-18:00 Q&amp;A·실행 복구</a:t>
            </a:r>
          </a:p>
        </p:txBody>
      </p:sp>
    </p:spTree>
    <p:extLst>
      <p:ext uri="{BB962C8B-B14F-4D97-AF65-F5344CB8AC3E}">
        <p14:creationId xmlns:p14="http://schemas.microsoft.com/office/powerpoint/2010/main" val="16580103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6EFBC-0BA8-4E0A-B7D3-E49CDDD1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깨진 입력을 모델 문제로 오해하면 복구 순서가 뒤집힌다.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F152D-1C90-4316-8322-9E9C333D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31E31-DAB5-4960-A552-E533EB68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810F8-0319-4AE8-AA6D-2EDA2DB4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1A641-FEBB-480E-9F73-EBDCBAB6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E47085-EB78-442E-BCD9-45F3C3B6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길이·채널·샘플링레이트를 읽고 전사 가능 여부를 판단한다.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E79DF-BEBE-4A13-9DD7-90DFED96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537713-A1CD-4398-8A8A-A29ED658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audio_metadata.json</a:t>
            </a:r>
          </a:p>
        </p:txBody>
      </p:sp>
    </p:spTree>
    <p:extLst>
      <p:ext uri="{BB962C8B-B14F-4D97-AF65-F5344CB8AC3E}">
        <p14:creationId xmlns:p14="http://schemas.microsoft.com/office/powerpoint/2010/main" val="19237746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8AB6D8-F742-4660-853F-67086504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4CABF-0A8B-46B8-801B-EE85771F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7D2A5-FB9B-4455-8FCF-FC397301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B9BAD-5E2F-4D4B-B473-6F0157A0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3B534-A90D-45AA-8835-648FAD83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F751C-1215-4153-95EA-D1EE1BCC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669ECF-ED43-4CCB-8F6D-0C1B4937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5A711-5A51-4207-9163-13FAB989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길이·채널·샘플링레이트를 읽고 전사 가능 여부를 판단한다.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AB75EC-4B68-47A5-856E-2F5AD4D9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6C2C2-A599-44A5-B598-C1D3D50A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F8EDB-37C5-4A09-97DF-8DAF04B1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파일이 없거나 codec을 열 수 없는데 재시도만 반복한다.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420B8B-BFD8-4157-8267-9FFF40B8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05B84-240E-4D2D-B458-7C64C2E6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0B7B9-14DC-4EA3-BDC7-EF4EEB97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1160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35BC9B-05B6-401C-91DB-3966B9DA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DFAF8-AF3D-4537-91F5-09E204E5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231E7A-B47E-4039-8B5F-F42027EA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37A30A-6279-4C68-B0BA-2E089BBA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EDC86-1558-4CD8-A0F9-EBB57172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30E1E-CA39-4586-989B-71F2328A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98DF8-B111-4988-8D91-AA1E9E44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18FF32-AC40-47EC-9199-E9EE5B80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E259FA-F7D6-4F97-AC00-BA001423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5A22B-5419-49E1-871D-E2C014BB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C7377-B566-448F-ACB0-00CF8BC1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8B0DE-2203-4FE5-8DCB-128F622D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C95BF6-EDAC-4EE6-A461-CF54E22E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6FBB01-7ABA-4E44-8169-B6AA4612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음성을 저장하는 압축 방식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BD6818-F315-46BB-BE7C-ED0C24D6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51CD81-5CFD-444C-AC91-8CC1058E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Container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CFF2BA-8D83-466E-9F19-083C3338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85DF3-D96B-4B8A-BD5A-AEC54F0F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음성과 메타데이터를 담는 파일 형식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6E80ED-5A67-407E-9EC0-BCF21FFC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F8C6C5-F3B1-4F88-A248-F634638E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rate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749813-A2C1-4033-A8AB-62DF1EE4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F2D38-F59D-4194-8019-F51A4642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1초를 몇 번 측정했는지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D5F3CD-BED4-4CB1-8633-DF8042EE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05C945-2174-40F9-AD1D-1E54BD08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Channel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702419-EF76-4940-ABB2-8709BF03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DEADA3-1538-4DE2-B32F-6F2555E8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mono·stereo 같은 음성 통로 수</a:t>
            </a:r>
          </a:p>
        </p:txBody>
      </p:sp>
    </p:spTree>
    <p:extLst>
      <p:ext uri="{BB962C8B-B14F-4D97-AF65-F5344CB8AC3E}">
        <p14:creationId xmlns:p14="http://schemas.microsoft.com/office/powerpoint/2010/main" val="15372086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C7D6E1-FB79-447F-BD78-BFB84544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E683B-F268-4D20-8829-B14E1EE2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E38E8-BD94-4052-B90B-2343D7CA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50EBA-F723-4486-B9CE-74EA4A24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1B944-9172-424F-AECA-3544F49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6B751-3078-421E-81B0-9F5E98B4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C8B48-201F-4A78-96A8-D2CBCE0A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958F21-FD3C-40CE-97C4-2F64F18A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data/demo_meeting.wav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4A5D39-581D-45DB-A8FF-C933DC9C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946F9-3022-487E-A3FA-C07DAD8B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4484B-0C5B-42DA-99AF-3CEEBB22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경로 확인 → 파일 존재 확인 → WAV metadata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4BD2A6-7677-4D0F-B388-1D460163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46091-1302-4441-B5F8-2472892E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04317-31CF-40C4-A8CB-C9097395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5D93A-FCC8-4999-8A71-B4C5CDC2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48071-E484-41CE-B9A6-510B2977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454BB1-C06A-4C0F-9F98-072BDD8E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WAV의 길이·rate·channel이 숫자로 반환된다.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 오디오는 WORKSPACE_PATH_BLOCKED로 끝난다.</a:t>
            </a:r>
          </a:p>
        </p:txBody>
      </p:sp>
    </p:spTree>
    <p:extLst>
      <p:ext uri="{BB962C8B-B14F-4D97-AF65-F5344CB8AC3E}">
        <p14:creationId xmlns:p14="http://schemas.microsoft.com/office/powerpoint/2010/main" val="15156190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8099EA-373F-4966-82F0-564A0F8A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89FC9-C4A9-43CA-AF0A-FBFF0F2D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AB9A9-DB3A-4B0D-98CB-0E295648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F9FFD-E7E9-4FAE-8810-1C93570E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F8B9C-1011-4A74-B33D-068F6EDA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8F6C1-FBC4-418E-B2FD-F9C49310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5A70B-2582-4514-B99F-17169680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B5F8B-0C61-4DFA-8E3D-BCF20CA0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D6429-77D9-4DCE-9B12-8B103976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경로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C9FC1-4102-4EE2-B7D1-83706EBD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89B24-150B-4894-A639-EA162F67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37687-01D3-48C6-AAE0-D336BEB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 존재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266DCC-96FD-4617-BA3D-9C0A8AA9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357220-2BBB-4977-9243-1508A38D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1C22B-4640-4B8E-B9C4-36789775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WAV metadata 읽기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F5C5F-AFAA-48A4-A381-9FB913F5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5F2A3D-D43E-4488-9F4A-E87AC3C9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20F8B7-0816-4A5F-B12F-02975599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지원 조건 판정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74C86D-ECFE-40D1-814A-59D1B8A9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5AFE7F-EEFF-44FE-AC20-2FEA3F3E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697435-CC98-458E-81BA-C1BE27E6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전사 또는 구조화 실패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7529D5-7624-430D-BE25-5E5981D4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audio_metadata.json에서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213821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78F64C-1AE5-4541-89E6-B40945A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0B1024-923C-4E5D-B078-B878B965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5CE42-21EE-4035-82F0-290AC76E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96ACC6-F8CA-4190-B8FF-3F3BA758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44BE57-C081-460E-AAB3-395125CE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BD8F5-B23A-4258-857C-A5B98A70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FA2D3-8E54-4444-A036-8D806C21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3FF51-170A-47AC-8FF2-4403809C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WAV의 길이·rate·channel이 숫자로 반환된다.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4BB00-13F5-4B48-BF63-424EF490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9E2860-BE65-417A-A61E-F93E5F0B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2F948F-85C7-43AE-867D-C371FCC7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 오디오는 WORKSPACE_PATH_BLOCKED로 끝난다.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9ABB4-4599-4FF2-9C92-7A3AEDD2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0C11C-98BE-46C1-8EDD-620091D6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49B2D1-B5F6-40CD-9083-473F96D1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3A0A55-B66E-4583-94B1-F4D3BE3F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7E800-C353-472E-A62D-6443E249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99995-EA34-4CED-89F8-07DE0EA8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식별자·audio_metadata.json</a:t>
            </a:r>
          </a:p>
        </p:txBody>
      </p:sp>
    </p:spTree>
    <p:extLst>
      <p:ext uri="{BB962C8B-B14F-4D97-AF65-F5344CB8AC3E}">
        <p14:creationId xmlns:p14="http://schemas.microsoft.com/office/powerpoint/2010/main" val="2303940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851AF9-0B22-42FA-B91E-B93E7E98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A9607-273F-44F2-9794-7506B33F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9226D-3CF5-4692-A345-965BE03F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0C736-471A-4314-9CC2-A7BC3846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89871-21E8-4AD0-BAD4-E60F1A7B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89B6E-CB82-4910-8078-54DA1465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DEEB3-290F-4272-A773-1C026AE2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D6092-4394-4892-A254-DDA4CD21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CCA1E-F541-4A04-8528-504FDD8E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data/demo_meeting.wav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E9F60-BC4C-4B28-B9C6-9EF07D65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3F0D2B-06D4-4998-88C6-D011526E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93DAB-7AF2-40F5-9AFB-C22F25A4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data/demo_meeting_transcript.txt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D6FCF-777D-4C47-8C8C-34FFC0A2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534A12-B3D7-45C6-8479-FCDBF2B1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03A479-4D62-47C0-A686-B8C25FB4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A8EA83-53B4-4C12-B342-757917C4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5CA41-AF4E-4E20-AE7D-661FF8F7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2DD0A1-9393-476D-B1D2-8E28F761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</p:txBody>
      </p:sp>
    </p:spTree>
    <p:extLst>
      <p:ext uri="{BB962C8B-B14F-4D97-AF65-F5344CB8AC3E}">
        <p14:creationId xmlns:p14="http://schemas.microsoft.com/office/powerpoint/2010/main" val="8646383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3A605-3B2B-41B7-AC53-B4F0D0BB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F0C24-0F00-4B9A-98B7-6953E411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오디오는 먼저 파일 계약부터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9F1B0-2EF8-4128-9D53-890A84ED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FB5D5A-614D-41D1-87EF-4D1D93D7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D9BFD-00B1-455F-8A57-EF14DB59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3445C-5313-475C-8136-FDCACA40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748A1-DF4F-4F1B-8518-2BCE83C8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깨진 입력을 모델 문제로 오해하면 복구 순서가 뒤집힌다.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9E5CD8-E315-48D2-BCA4-EC6046E0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DC1088-2642-476E-8012-04E48BBE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2E1F0C-ECE3-4C45-AAD3-54B275B5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파일이 없거나 codec을 열 수 없는데 재시도만 반복한다.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2CC777-3154-460A-80E5-020377E2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FILE_NOT_FOUND와 UNSUPPORTED_AUDIO를 구분하고 변환 또는 fixture 경로를 안내한다.</a:t>
            </a:r>
          </a:p>
        </p:txBody>
      </p:sp>
    </p:spTree>
    <p:extLst>
      <p:ext uri="{BB962C8B-B14F-4D97-AF65-F5344CB8AC3E}">
        <p14:creationId xmlns:p14="http://schemas.microsoft.com/office/powerpoint/2010/main" val="2489232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83796D-48EA-4816-89D1-8AA71BEC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08A2C-2102-4222-9D1F-A1F84AAE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D8073-FECB-4295-80EB-1359CD14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866993-30A8-4850-BFB8-6697FFAE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FE6F8-48A1-46C0-AB48-95428493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55469B-17FE-4E6E-BEA9-6056A197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4FD083-E5C1-4A8A-9BE1-ABC0E0F0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9577B-58E5-4265-A01C-90973678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13B7E0-FEC2-43E4-878F-0B2149A8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B24F-91EE-47BE-ACB4-267BDD9F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359440-8F3B-457D-8D14-ABB3513B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063188-D8D1-40EE-AD5F-368868C9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313599-9574-4989-972E-5E7DBE6E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D7EFC9-FF71-439A-8C93-64D00453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D95A3-3400-41D8-A058-64C56E5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D3327-F576-47A1-806A-EBDA9F5D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음성을 저장하는 압축 방식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12E35F-FE58-4484-A487-4FEA7DAB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CA7A50-9FB0-4534-A18B-81101E2E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814BA7-CEF0-4AB7-81E2-3DB38617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BACCF8-ED94-4243-B7AD-96B28892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Container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BE7D01-9D08-4917-9F1E-0B0F4D5C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9CAD6-DD0B-4FA9-B5EB-65AD8E94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음성과 메타데이터를 담는 파일 형식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D4B480-18B2-4A5B-98CC-9E175CC5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46C73-E224-4648-ADCD-E3EF959B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0D40D5-6BBF-481D-80AB-7D56F298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D69411-855F-4B2F-BD9F-6EBC9643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96E1EC-3821-4F0F-B303-92E5B20D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FF0D0-92AD-4540-B254-94C7618E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1초를 몇 번 측정했는지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758C1F-17A9-4677-91EB-FEAB3EDB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59F0DB-76DA-4891-B87D-A03ECFB0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8A86DE-24E4-4CED-B3AC-96E6624C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14EDDE-882B-46B8-B06A-A0ED192D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Channel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D8D61A-5A2A-462C-B758-774DB182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AE9C-5755-44AD-A2BD-656B848C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mono·stereo 같은 음성 통로 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CD826D-6CBE-412E-BDDE-A0856E98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2B44C5-73FC-4965-9E96-EB747736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156240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6387DD-075B-41DD-8DEF-26170FE5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9170D9-40C1-45B0-BB63-0ABCDA56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1CF4DF-3F5E-4CAE-8821-0EE545F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C02E2-FCA8-4479-95E6-584B6208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21D38-B99B-4E79-8AEF-F53E889D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22FAC-8D99-4D91-B597-28870959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2B764-3F44-44F0-A9A0-95392589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292E9-3875-45E7-95A5-AE596520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2FA697-BFF0-43B7-9254-B3799965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파일이 없거나 codec을 열 수 없는데 재시도만 반복한다.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A47F05-BF1B-444E-971D-CFA530D5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C3E4C-AAF3-4869-90FB-F3E7E9EC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깨진 입력을 모델 문제로 오해하면 복구 순서가 뒤집힌다.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0413E-EC3B-49D5-9CA8-BECC45DF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9880482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77CB3D-0C51-49CC-811A-F630FD6F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06420-5A1A-476D-A039-D3479A2E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75012-0908-4B9B-B567-20D7DB00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2397E-3F06-41F5-BCC5-CDF7FD1B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50B750-4BB5-4F2A-941D-94C80798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44997-C45A-4952-9232-BAC64D17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E14C1-24B1-4EA2-960D-E889198E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F5BDB-CA59-4C85-9E76-879CA619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39AA49-8BAF-4F7B-BFB4-3EDAB0A5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workspace 밖 오디오는 WORKSPACE_PATH_BLOCKED로 끝난다.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D791C9-7F99-4809-BD3B-5C0ED94C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FB691-6075-4119-A49E-49CA5AB6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A324D0-08DA-4689-8B00-053A9440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파일이 없거나 codec을 열 수 없는데 재시도만 반복한다.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A9F6F3-EDC3-46CF-A9E4-C8FBF88E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A9BDCC-FA13-4AC1-A622-69749254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70D2B-F825-400C-BF97-263DFE45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FILE_NOT_FOUND와 UNSUPPORTED_AUDIO를 구분하고 변환 또는 fixture 경로를 안내한다.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47E0BC-3EB8-4DE1-BA49-8BE3C436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25632B-2829-48BD-A961-70057CD0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491FD-C493-4400-B6EC-BD196AFB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audio_metadata.json과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3115694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4C1F8-6C1D-4D0C-853C-C76A48F0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404D0-1ED8-4AB9-A00C-179D0054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68C06-D67B-4F67-9B3B-8FB4DB04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51379-55BC-4031-9D38-F856AA23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8ED32-06EF-4FEC-85A0-96900F04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80F3BF-348A-48B0-B413-B9B873CD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d8c2a5694f4ebb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6ECE8-586E-4E62-9C98-C1678EBC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오디오 metadata 검사 함수를 작은 책임으로 분리하고 정상·경로 이탈 test를 추가한다.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FE0B4-D952-46DA-86EB-9E7DD315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6773639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C41F5C-A5F2-4FD1-B7F7-FC9BDBD7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A2875-7C73-4204-97C7-8F264524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E461AD-BE18-438B-A88D-A2A0304F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6CF06-BC82-482D-96F6-36F8A2E2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E65462-600A-43E2-865C-387CA969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8D5292-1418-4A9D-ACEA-CE338FA5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32C9B-B81B-46D8-B3E5-B6D6DE1C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6A171B-96B4-4C77-92B4-2F211A76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17916-AAB7-4D1A-9F0C-C6DEA043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오디오 metadata 검사 함수를 작은 책임으로 분리하고 정상·경로 이탈 test를 추가한다.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DFBA3E-017D-48C3-A259-C92885BA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02ABA-914F-48BF-8EC3-FD6EF1ED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95827-0F77-42BB-9EBD-36623695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data/demo_meeting_transcript.txt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E44A18-8C7A-4833-9260-F61DB09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F0DF7-6D23-4DBB-9ACC-C5DA4827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16DCB0-AFB8-4281-B34B-3616C6EE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WAV의 길이·rate·channel이 숫자로 반환된다.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 오디오는 WORKSPACE_PATH_BLOCKED로 끝난다.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0E037E-724C-4708-8296-D00A61DC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BB6F5-DF39-42F0-80F6-27D9D609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3746E-1D4E-417F-87EF-56309F12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3274823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C8DA76-FDB4-4E36-AE5B-1EF49555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4425A-C9DE-4D17-A0E6-662AB65B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D9FDE-C375-41D2-B9ED-0A4AF30D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8FBF5-7CFC-42A9-83C1-88B44444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EA101-7AEC-4450-A281-1FF9DD9D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C2991-4D84-4335-89DB-168185E1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7D397-EEBE-47C4-8F7F-0DD32E98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F4E05-12E3-426A-89C8-3988618B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23D22-A4A9-4E02-A81F-FA14013D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59A4E-551F-4A4D-8146-9853DFBC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973B9-E66C-4B56-84A5-2633F068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4B93F4-499A-4F7D-8233-6109A3F5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2C768-0105-44EC-9625-D17214BD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665502-6EAE-45E9-B350-94EFDBF7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WAV의 길이·rate·channel이 숫자로 반환된다.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8CAC6-49B4-4BC9-AEB7-AD91742C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A36111-E04C-4BCA-A19E-BAE17026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40F47D-E274-4FEC-A74C-9446D340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6D588-5C8D-4ED8-85F6-23FBC0C7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 오디오는 WORKSPACE_PATH_BLOCKED로 끝난다.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B48379-353F-4833-9D2F-BBC90309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203F6A-6501-4ED1-8FF5-D12C8AB0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32870B-283E-401F-8113-3F5BA07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A692DF-1428-4522-ADC3-C582EE68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48189122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04121D-7AE4-4368-A2F5-2D6CABAB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3240D-A98D-4C0F-B112-E56513AD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6DC8C6-2A61-4053-AB61-56AF489C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89450-6FFE-41B7-9304-0FBEE84E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7B411-EF20-421A-A399-56EB96B9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F6E369-0070-449F-BDA0-365C65A3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F4971-BAE9-4B85-84E5-2653256C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3419B-592E-4F2D-90B2-AE087055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C1023C-9258-46D7-A336-E9CCAB39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data/demo_meeting.wav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642F1-BD1E-4958-8634-781BA272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B8A746-7324-4E13-A5AD-55EFCF2F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06006-AC36-4ED6-B62D-D0822FF6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data/demo_meeting_transcript.txt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6E7DC0-57DD-4E83-A12D-01346323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494A6A-F323-406E-AF74-A039159F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800107-1E2E-442B-8F4B-54BD222D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src.meeting_demo --help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23021A-837F-4FA9-BF5E-FDAC13D6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45804F-95C8-460F-B518-0579B558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F51696-42A0-4501-B661-EA6A9681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WAV의 길이·rate·channel이 숫자로 반환된다.</a:t>
            </a:r>
          </a:p>
        </p:txBody>
      </p:sp>
    </p:spTree>
    <p:extLst>
      <p:ext uri="{BB962C8B-B14F-4D97-AF65-F5344CB8AC3E}">
        <p14:creationId xmlns:p14="http://schemas.microsoft.com/office/powerpoint/2010/main" val="39453109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D9B36-BDE2-4A5E-A404-AF67AD5D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ACB3A-507D-47CB-968E-4008AFD1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29251-B205-415E-A772-94881E93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38671-1A4C-405C-9F67-65ABFE37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334B4F-C5DA-4F15-A8FE-449D9C7B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402D3-0530-48D4-B832-C44BC230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68225-4A9F-46C4-B792-BAB13960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3ABCC8-56A4-4C76-9FB5-B89E8A54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49B865-EFF1-4EC0-839D-09C751D8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src.meeting_demo --help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B0F85-EBC0-4770-AF45-07D04C04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E7392E-FA8C-49E1-8158-E1374C8D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59113160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47AC31-C22C-4195-A1E4-57FB45AB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0291A-B8C1-42AB-9CF5-DC1AFAD4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31C62-9908-42DE-9D7F-9C789E5F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E9B26-A9E8-43F1-BEBF-3BDDDC91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DF617-D33A-476A-9DBB-985D170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38D7F-4319-4EDF-A7B5-8AE19AEC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15740-4944-4A66-A16F-1BC5AF2E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EF7BC-6538-495B-B853-57386290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48C979-4462-4B47-B084-876D33D5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A7550-9F7C-4551-9AB5-B889CC63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051E8-2A5E-42DE-9453-7DD7463D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43164-8C3C-4074-AD18-6C3D9F8E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CF94A1-BA93-48BA-A6B4-9C3298BE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WAV의 길이·rate·channel이 숫자로 반환된다.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workspace 밖 오디오는 WORKSPACE_PATH_BLOCKED로 끝난다.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9516250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EB2E5-A72D-4497-A7E4-7DAA5401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0ED21-87D9-4B7F-AEA9-C5A65612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C377B-9DDA-4178-A4CA-9F855FA5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8654C-03C1-43AB-9BB2-05ECFA0E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7CFE9-926C-4993-8E5D-81D23657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2AFE5-B5F6-4965-B9A5-6770BC12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B7F63-C9A7-49A4-900A-A7939133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8A00D-F1B0-4B58-A1D8-724F3F5A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파일이 없거나 codec을 열 수 없는데 재시도만 반복한다.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F9959-38BD-42AF-87C1-D68FAB7E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836067-DE01-4331-8653-4B25FF6A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B9B17A-B7EA-4A3F-9DD4-E6AE87C7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FILE_NOT_FOUND와 UNSUPPORTED_AUDIO를 구분하고 변환 또는 fixture 경로를 안내한다.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67841-1BDB-4653-BA3C-6A05F269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workspace 밖 오디오는 WORKSPACE_PATH_BLOCKED로 끝난다.</a:t>
            </a:r>
          </a:p>
        </p:txBody>
      </p:sp>
    </p:spTree>
    <p:extLst>
      <p:ext uri="{BB962C8B-B14F-4D97-AF65-F5344CB8AC3E}">
        <p14:creationId xmlns:p14="http://schemas.microsoft.com/office/powerpoint/2010/main" val="70164735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FEF7AA-8E81-4CB0-8FEC-910A1C17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33021-CC9A-476F-9729-9EB4B9C2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64D8F1-E086-4171-8F5D-0EADC790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B3DC6-CCE1-4AB8-B431-CCE67017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7C81E-BAA3-4CCE-AF10-A549E3D3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D42ED-D5EF-4550-98EC-A9B0067B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9CD6C3-2A17-4947-B9B3-D79548ED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BA71F0-3475-4B65-92EC-51E912DA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94B55-F97E-4D46-B00A-34924AF7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2CB3D9-E7D3-4314-BF62-4570FCA3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36F4C-65CA-4938-A3C3-B11A1419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1318F0-E29D-4E36-9837-8E3585C1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WAV의 길이·rate·channel이 숫자로 반환된다.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 저장</a:t>
            </a:r>
          </a:p>
        </p:txBody>
      </p:sp>
    </p:spTree>
    <p:extLst>
      <p:ext uri="{BB962C8B-B14F-4D97-AF65-F5344CB8AC3E}">
        <p14:creationId xmlns:p14="http://schemas.microsoft.com/office/powerpoint/2010/main" val="152653134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20ED0-7655-4948-A48E-66761A6B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E2687-671E-4398-A743-F52C1664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C666AD-29C7-48C8-B716-5A501E9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3C577-AC46-4D31-BBE6-682F594A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ED534-B12F-4016-9C50-6030A9B7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35C03-9A03-4CD6-8826-B621585B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6CFBC-8AC5-464C-9E22-79B5BB50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data/demo_meeting.wav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51FE9-8FC0-4880-85BA-D852F626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E80B95-C36D-4BDA-BA32-F31B6F5B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audio_metadata.json</a:t>
            </a:r>
          </a:p>
        </p:txBody>
      </p:sp>
    </p:spTree>
    <p:extLst>
      <p:ext uri="{BB962C8B-B14F-4D97-AF65-F5344CB8AC3E}">
        <p14:creationId xmlns:p14="http://schemas.microsoft.com/office/powerpoint/2010/main" val="29838406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C3232-0BF4-4BC3-BFB2-A4F42C1B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13716-4209-46B6-989C-A1CCA87C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46EF5-192E-455C-8B53-061588F8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584DA-F5FC-432B-9FB0-B8502F1F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63237-27E7-4584-8D48-BA888B4E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33C89-A8EA-4DB7-A004-9CC635F0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ED486-980B-4B1F-AED3-B4428710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src.meeting_demo --help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WAV의 길이·rate·channel이 숫자로 반환된다.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667EA-8371-4166-80D1-A228B904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122CC4-8B01-422C-9B0B-396200EB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audio_metadata.json</a:t>
            </a:r>
          </a:p>
        </p:txBody>
      </p:sp>
    </p:spTree>
    <p:extLst>
      <p:ext uri="{BB962C8B-B14F-4D97-AF65-F5344CB8AC3E}">
        <p14:creationId xmlns:p14="http://schemas.microsoft.com/office/powerpoint/2010/main" val="213586391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EF286-7F33-4B4C-9331-BF3BFB39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4F7F55-B187-40F6-9FAF-92C0CBCD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9D1F6-D63F-4710-8C5E-AE648EEE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79DEB-997C-472E-9510-C82473FF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4DB96-8617-4306-A35F-DA18E688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6A10A7-34D7-4D26-8DDA-B6A5CCC3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0AF92-872E-44B3-A086-135A9352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 오디오는 WORKSPACE_PATH_BLOCKED로 끝난다.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FILE_NOT_FOUND와 UNSUPPORTED_AUDIO를 구분하고 변환 또는 fixture 경로를 안내한다.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DE1E1D-192D-4550-AFF2-6CC5848F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B0662-DA5F-4395-AC6A-00FFA155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33145043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93DD5-ADF1-4EB7-9B53-5D49B751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77B28-0D40-4A7A-A0B3-FD6DBDB0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F249F-0C27-40E9-A6A0-93FE65A2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94E01-CAF7-4980-B0A6-6BAEA70A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E35ED-2EFD-4391-BC1E-08328960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2D84B-5BAE-40CD-8D41-74D05D4E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44047-6D0C-4C93-AA14-E6E68917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099120-181A-49E0-B7FA-5B03EE03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0D354F-F324-4184-8362-6681479D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WAV의 길이·rate·channel이 숫자로 반환된다.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58896-36FA-428C-B61D-3E60E4B2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0D5DA2-2F11-491F-B396-0C381FFE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9607BF-7FC6-49E1-A850-C9101002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93A3B1-1D09-4727-9888-DB2D85D7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7A073-3217-41B4-8E8B-E1DA5214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F43256-253E-4B3F-9244-5A640AAD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CF0E9-99BD-42CA-B208-F9350DA2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6DB2B-A7B5-410E-956C-121ECBD7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C5DC3-B47F-4479-86A2-1D463F80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98718964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F54591-DAA1-4563-A03C-1023653B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A1FE8-3169-4C7F-A141-A34B2F4F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9A359D-64A3-40CF-A2BC-9307808E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7C71D-F35F-4C7D-8B4D-BED71759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F81608-8646-4BC3-9A67-6CF4A2B6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D86F09-C5CE-4B1F-BF74-A5DCA0E6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1B5A08-4AA4-4D5D-BA6F-D617D7AB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62753-746B-4852-8B80-ECD1CB12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076EA-C7FF-4FC4-9432-7BFB7A99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workspace 밖 오디오는 WORKSPACE_PATH_BLOCKED로 끝난다.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5E955-01C9-47EC-9B49-8046CF7A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ED4F96-9182-4910-A82C-87152CCB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643A9-F329-4FB2-AEAD-C6E92271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459305-EDAE-4B8C-A895-1CA7F7F5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7CBB2-68E4-4365-A475-2F556FA3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F7B890-4395-434A-B190-34F77B17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5A40D-5C21-4E13-9A5F-32AFA643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4C735-EE90-47B5-BE29-93A725F8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E6D964-3FC2-4127-B512-5ADFF34F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48341229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37DCEA-FD89-4236-B313-3DDBF351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E163B-F7F0-491D-B9CF-178F98A9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C31865-4599-437F-8C14-765359FF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DD880-0D3B-43AE-9C83-92D63540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F6C27-5F0C-4A95-B1A2-1DAAE495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EBC28E-0656-4591-BBB0-F627E3F0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362A9A-3CBD-40D0-8D6B-A787BFFF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고객 상담 녹음이 들어오기 전에 포맷과 보존 정책을 검사하는 업로드 단계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80504-57E0-461A-BCE0-82A6F93E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12092-B07A-456B-B7A6-AB8340F0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25E87-E3D1-46ED-A7C8-41B7B840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B6318-8101-4B49-B118-D7E3A890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1D44A-5C8D-445E-A168-83F2E460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F82C80-CD9B-48D0-98BC-77F13ABF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E8A79-E107-4405-8C58-20C7815F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C09C0-625E-473E-833D-43E174AD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13AAE3-5372-46AB-B6FB-4357FD6D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556A98-CB8E-4713-9A7D-DAF26B45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49C7BC-A888-4D9B-B456-7F5B236F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7C5D26-9C1D-4DA1-B193-D4C456E7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21319968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238EE-D5E8-4583-B679-81318E5E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2F10A-0310-4D5A-8C8B-499BE9AB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25E761-CC2D-43B9-BFD9-FAADE10A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D007B-BC58-4A59-95C9-DF145CC0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4E239-EE1E-4213-B5F7-D5FD33EC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A7FD8-7344-4597-9381-4D2D2530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52BE2-9E6C-4E9F-88DF-9C273F12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고객 상담 녹음이 들어오기 전에 포맷과 보존 정책을 검사하는 업로드 단계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D9FE6E-942A-4C65-A927-4431E0CF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DB091-EA19-4BC7-9C69-B3161045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B60D7-C4E7-4423-9FAA-796FA474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02A7B-8E9B-4936-AD86-302D89F1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3C4187-675F-42D8-88C0-EE0349BB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D58D91-F29C-4C62-8D08-4930AC19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73C60B-60A2-4B3D-98FC-012AAF60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923F8F-5D5A-437C-A444-B76E9816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19BA5D-5D0F-4832-B34C-001D3DCC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85BCA-F145-4B51-8871-F8A511D4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AEFC7B-C4D8-4A4A-B220-6DB79744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16C423-6A4A-4F1F-B108-7790C020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00110818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82018E-3437-490C-AEDD-93F1F1F9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9F34E5-D917-4E4D-8E92-DEDF60A9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5C4F2-DE1A-4082-A64F-9BADD126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BC25F-8F5C-4107-890C-7D4AAE9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DD989F-82F3-4365-A31C-23172A4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5E0CF-FEE1-47D2-B16E-35313168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F6236E-EEF6-4DA1-AFF3-B126726C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F53D1-2790-4F46-80F1-E8605555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214D64-6F62-458B-9BE2-3FC2B5F0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WAV의 길이·rate·channel이 숫자로 반환된다.로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EF8261-7785-4A73-AFE7-A8384F94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1B418-3794-4BC9-9C2C-8D079D83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EA8FA-2CC0-434D-90C3-874E9A5D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92CDF-3C68-4F80-8893-E492CAFE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4BC11-0BB8-4419-A631-956575DE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137CF3-B6CD-426A-B131-33C60DD9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FILE_NOT_FOUND와 UNSUPPORTED_AUDIO를 구분하고 변환 또는 fixture 경로를 안내한다.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9995A1-D473-48F9-9F5B-FC4EB799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594BE-698C-4EA2-86FA-E73718D9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9735E3-7A49-46F6-889E-786C0430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76942738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A2F663-96BE-49B8-A95F-6A070A13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9EB21-9EE3-4C37-A5DB-B28109D5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2FCD8-4D4C-4240-A6CE-2BB0A739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EFAC0-D224-4811-AE82-7920024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B9F9F-6DC4-4285-AD7A-427F3CDC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9D5CF-FDEC-46D4-A9E3-EAFCF1A2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5E8BF-CE24-4731-8CA3-7E21A024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418AF-3276-444C-A539-058C55C3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2A064-156C-47A6-8354-2F5CC32D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오디오는 먼저 파일 계약부터 확인합니다이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722B8-9738-4881-89AF-BC8AC775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AC9EA-A956-47AF-87C1-3AFFB0CD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7458D-4AB8-42E9-B1FC-9B128BF9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src.meeting_demo --help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10898-7992-4B7C-9D20-83408A8B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F9067-B925-442B-8637-58AA7433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AA7DBB-2256-4249-AB1D-8EE3304B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audio_metadata.json과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EB2E0D-AD50-43EB-B207-38F43609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faster-whisper는 로컬 STT의 교체 가능한 adapter입니다</a:t>
            </a:r>
          </a:p>
        </p:txBody>
      </p:sp>
    </p:spTree>
    <p:extLst>
      <p:ext uri="{BB962C8B-B14F-4D97-AF65-F5344CB8AC3E}">
        <p14:creationId xmlns:p14="http://schemas.microsoft.com/office/powerpoint/2010/main" val="83458644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7C5A4-813A-4415-9A78-C5167AE6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59D03-1628-448E-8C23-7ECEF965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2차시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200BB-5405-4844-8291-4A82703E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09:50-10:40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0DC19-86C8-4899-813D-A4939052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faster-whisper는 로컬 STT의 교체 가능한 adapter입니다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95DE8-0E1A-4D76-A49D-5F98B76D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CPU int8 환경에서 한국어 음성을 segment와 timestamp로 전사한다.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4A3FE-E61C-4313-BACA-4741B8D7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D4F65-1803-4B45-9E50-218AF0C0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F4F61-FA94-4ADE-BEEB-6C9EDABF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15404-6CF1-4023-AC71-A3898E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B7CCC-DBFB-476A-BD59-41A14C3B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requirements-stt-optional.txt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48AA2D-709E-4F03-A2EA-1A1F1140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28992-1D4C-4883-8C93-5CDACF6A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transcript.json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A87AE2-5EEB-49B2-A45A-B319C4E5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2차시</a:t>
            </a:r>
          </a:p>
        </p:txBody>
      </p:sp>
    </p:spTree>
    <p:extLst>
      <p:ext uri="{BB962C8B-B14F-4D97-AF65-F5344CB8AC3E}">
        <p14:creationId xmlns:p14="http://schemas.microsoft.com/office/powerpoint/2010/main" val="96773050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C61C3-F8F5-4171-9EA2-81C54157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D0C382-7249-4B07-B114-041EC706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2차시는 앞의 결과를 이어받아 다음 상태를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BC699-28F4-47A5-855C-2A7C0D0D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D67A9-7401-410F-B067-89C40515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FD2BC-CC43-43BC-A102-42EB767C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DCE2D-C9FE-4932-A2F0-3EE099C3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F3578-11CF-4CAA-A7B1-05624134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7B9E7-E9C2-4D1D-AF58-4D3F4BC4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1733CF-ACCA-49D6-B4DC-9885F6B7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audio_metadata.json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2574F-3B0B-4535-A533-8431C872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D553BF-6E19-40BE-9A52-3C26D995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61C5A6-E271-458B-A9B4-C33DA2A4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faster-whisper는 로컬 STT의 교체 가능한 adapter입니다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50B76-273D-4DB3-9BC7-D32EE9A2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186A5F-A1E6-4CE8-8C4C-3E5F98A6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B8A46-D60F-47D2-8716-C0B2AEB6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AACE1-D067-4CE3-85FB-83C790D5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17C9B-573D-4285-8C74-F08DAE5B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510917-C714-4DC6-B8A2-C0767F5F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전사 성공과 전사 품질 통과는 다른 상태입니다</a:t>
            </a:r>
          </a:p>
        </p:txBody>
      </p:sp>
    </p:spTree>
    <p:extLst>
      <p:ext uri="{BB962C8B-B14F-4D97-AF65-F5344CB8AC3E}">
        <p14:creationId xmlns:p14="http://schemas.microsoft.com/office/powerpoint/2010/main" val="147636038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B84C0-C829-46AF-9B2E-46FFC2A8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2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호출과 나머지 업무 로직을 분리해야 GPU·모델·provider를 바꿀 수 있다.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FAC1C-6858-4CA6-8B91-2B21263C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874C0-B21D-49E7-B45A-E62576B3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C3F02-4F50-4975-8EF2-E943A7B2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6AE6CB-8378-449A-A8D0-B043892D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D43CA2-44FC-4E7F-A9EB-55C62197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CPU int8 환경에서 한국어 음성을 segment와 timestamp로 전사한다.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F2BC7-F9C6-4852-8556-D5CADDF4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BF023-BA62-47EC-A02E-A306A480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transcript.json</a:t>
            </a:r>
          </a:p>
        </p:txBody>
      </p:sp>
    </p:spTree>
    <p:extLst>
      <p:ext uri="{BB962C8B-B14F-4D97-AF65-F5344CB8AC3E}">
        <p14:creationId xmlns:p14="http://schemas.microsoft.com/office/powerpoint/2010/main" val="95626103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E5AE8-88E0-46C6-8D01-37782BE6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93657-665F-4F01-8DD0-4D6A56C7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FA1E92-C2CA-4221-A2E0-8CF3D0E8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653F4-84A0-48C3-8164-A2011808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3488D-B51B-41EA-8F73-024FCC9F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55D1DF-B52E-4ADE-8B26-FE3A3AE5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4993A-01D0-4AC8-A9E6-A197671D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80B45-29E9-4DE4-AD59-E1E24480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CPU int8 환경에서 한국어 음성을 segment와 timestamp로 전사한다.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436C9-9DD7-446C-9334-E0BBC947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6A7CE4-1F5A-4DC7-9E1D-8A6B9475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2A199-6BB7-4FA5-8BAE-5B2255A0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download나 GPU OOM 때문에 후속 수업 전체가 멈춘다.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0D5A4-A1FC-4E22-BAC4-46C54C19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C2665A-4B33-46C6-A324-35E55052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59956-26D2-44F8-B1B8-1D73DDE2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91320479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959672-1CF4-4AEF-BFD0-8C65D92B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67A01-51E4-478F-AFD0-8E150AE2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0C5F50-5DC8-4D30-84DE-45EB9D3E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B9D06-2543-4DC6-9FBF-0F2A4E6F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363C4-8856-42F6-B37E-E8923857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D851A-CA34-41AA-ADF5-4E97E046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520FC-5CE6-4E33-B6A4-15FAED30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8F8A8-4F0B-4EDC-BC07-D154B3FC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6F13A-FEF0-4142-A11A-F1D6FE50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32E7DE-C9EF-40B0-8ECF-5F552201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F89CC8-8031-4C6D-8C33-8A9912DD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A770E-EA4F-4860-A4EA-B7D21C73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Whisper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CED00-3EC0-4C1B-99E6-9821620F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E375DD-9E5C-423E-B953-7480925D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음성을 문자로 바꾸는 모델 계열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277A7-9994-478B-BCE3-BC3821B4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674C46-3F24-48AB-98A3-113B8614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faster-whisper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FD7AE-DF72-4E12-A71E-A508C9A7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68E703-305B-40EB-BCC6-0A40E028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CTranslate2 기반 실행 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5CE9C-4BA3-49D0-856A-EE559B90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B50ED-38FD-42EC-85BB-DB8D63B4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B5B90-954B-48DA-AF3C-A2963F04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0FC3AD-786A-4F7A-B2AE-4AC5C448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메모리를 줄이는 계산 형식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E48B5A-5819-4645-BF4F-841D5808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8CE6FC-B52B-490E-A24E-71F7899A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4411AE-D992-4B6A-949E-45A618B4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A6E5D5-8B2D-4CCB-A7AB-10CB1759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시작·끝 시각이 붙은 발화 조각</a:t>
            </a:r>
          </a:p>
        </p:txBody>
      </p:sp>
    </p:spTree>
    <p:extLst>
      <p:ext uri="{BB962C8B-B14F-4D97-AF65-F5344CB8AC3E}">
        <p14:creationId xmlns:p14="http://schemas.microsoft.com/office/powerpoint/2010/main" val="131988480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F28670-0399-44CE-B4B6-0FC32800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AD08D-EAE4-4665-A6F9-2AC20EED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F20657-5A44-448B-B69B-8B8BED83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B7F3F-2251-4E87-9B51-D47F997F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EAA49-74FE-4124-B4D6-7393E11C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7DC4A-6A25-40AE-8C3D-508143D1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57100F-385E-495E-9D87-DB2F2052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E2268-A425-4E6A-9A51-3A6AEA5C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45C433-5EAD-49B5-9420-1198780B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48649-8673-414E-B743-1B5CE275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418DA7-F50A-4724-9F2D-9E30DCAB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load → VAD 적용 → beam 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7D0B8-4F4F-4B36-9F4C-3F35C049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EC6500-0195-4DEB-B1B5-383C3413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99620-70EF-42FA-B251-BA4D18BF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A3290-9988-477D-A1A5-90B6A748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326743-4053-47FC-BE63-5BC1AB81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C36776-6879-490D-ADD6-4CF5134E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segment마다 start·end·text가 있고 float가 JSON 직렬화된다.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package가 없으면 fixture와 STT_FALLBACK_USED를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61200056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57AA4F-F3A2-4661-8207-8A907377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E24CF-57AF-491B-BC23-B185D831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0C892-1450-4B90-87CC-5E5E5352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DC1F7-6598-46A5-9F8D-7877E415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1513E-9C7B-4768-9AE0-F6DBDC77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6B5F39-514A-47C4-81B1-AE085B0A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5E367-9452-4134-B11E-377E06B8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B6BAA-9281-4F79-9DF1-B6235844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19999F-C8CF-4722-98A8-373609EF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AA10E-2CE5-42FC-B7E4-75E78BEA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67C83F-7DDD-4DBE-A11B-E47880D4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31CADE-587D-44FB-9033-28CD427C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VAD 적용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C04F35-63B8-469E-B89B-95527008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B4A48-A76D-49AC-957F-181DCF87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8AE8BA-954C-4A2B-9566-3C9117CA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beam 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37FF8D-5442-4A08-942F-137A5D0C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FD676C-78C6-4E65-86CB-287B4F5A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2EB28E-E9B0-4DA5-9CFC-0E8EA3DB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 순회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720687-7D0A-4E83-BDFE-15D2761F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50BF6C-974E-49A6-ACD5-F551E41D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57707-CDC2-4E74-9C9F-B7C117FD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JSON 안전 float 변환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AF8DC7-0114-4954-A61E-F41C3281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transcript.json에서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85732113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9C0581-1CA0-4866-BA70-A08CDD32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2FC88-BE23-4120-9C68-45224CF2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23F58F-AAEE-4AC1-B634-5FB92DEC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FC58A-FA2A-4E59-B81F-9A24651C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5E168D-A6A4-4077-970A-3CAED965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74D89-E848-4214-B80A-DE0FE1F4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07BD16-BF71-4D03-8783-33E4C8A2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17B042-B637-4E56-8696-6BA635B9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segment마다 start·end·text가 있고 float가 JSON 직렬화된다.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81FDA-EDCF-45C0-89A3-A5424786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2998-9D9F-4438-AD76-BF67DF04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39FF29-C5A1-4767-BBEA-A2C80563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package가 없으면 fixture와 STT_FALLBACK_USED를 함께 남긴다.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9BC39-01C1-4280-AB09-CD5C2428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BF1D51-509D-48D4-A185-F4134FA1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0C234-CCEA-4368-BBC5-54391930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27CB5-B394-451E-AFB6-31B3B482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814CE0-0DE1-4790-9A79-2EE24F1E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6C9C2B-31DD-4F78-9829-A126DC63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식별자·transcript.json</a:t>
            </a:r>
          </a:p>
        </p:txBody>
      </p:sp>
    </p:spTree>
    <p:extLst>
      <p:ext uri="{BB962C8B-B14F-4D97-AF65-F5344CB8AC3E}">
        <p14:creationId xmlns:p14="http://schemas.microsoft.com/office/powerpoint/2010/main" val="144481728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237A52-7918-439C-875F-F0003030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A8153-419C-4D79-BDEA-9EEA9652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42866-2026-460C-ABB7-E502A7B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4C147-C0F7-4197-B0FC-5C0756E8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FB30B-EBDF-47FF-AF19-4FD33B86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342AA-4E3F-4503-BC46-4C9C5A3F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90606-A4E1-4274-A300-D8588274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78CBE-838F-4772-A926-11EE1B85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16DFDB-F921-4FEE-BE55-EB63495C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3C826-054C-4C57-996C-EBACAEDB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53BDF-6198-4772-A9EE-428DC3E9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CD6DC4-0252-4CC1-99C0-AD1BC0FC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requirements-stt-optional.txt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C0C7D-AC30-45AB-8DA6-25980ED9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AF4D4C-D531-42F2-B9C3-3CA2D75F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DAD48-11AC-47DB-82C9-BC948FF8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data/demo_meeting.wav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DDD6F-5092-46B1-94A3-26E36AD2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F38EB8-B331-41A5-95B3-E9FED801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EAD7EB-FB66-4361-880F-68251EAF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output/day2-stt-lab/transcript.json</a:t>
            </a:r>
          </a:p>
        </p:txBody>
      </p:sp>
    </p:spTree>
    <p:extLst>
      <p:ext uri="{BB962C8B-B14F-4D97-AF65-F5344CB8AC3E}">
        <p14:creationId xmlns:p14="http://schemas.microsoft.com/office/powerpoint/2010/main" val="166446439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C1C42-8FBD-44AE-AFDA-DECD39A9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DA0ED9-425F-446E-9FFC-8815444D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faster-whisper는 로컬 STT의 교체 가능한 adapter입니다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8031F-1963-48F4-B763-B114B018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5B511-E42C-4E82-9171-82A2A95C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9EAA6-91BB-49C1-ACD6-0963C713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A9F69-95FC-4EC7-A999-D76F47EE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9313F6-1262-441C-A085-9A3E9738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호출과 나머지 업무 로직을 분리해야 GPU·모델·provider를 바꿀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C787F6-2673-4D0F-8C7E-F31AC41A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9DD25-B3D2-495E-B32F-13C975A3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BD5BD-C4B8-4F5B-A693-16763F76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download나 GPU OOM 때문에 후속 수업 전체가 멈춘다.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654180-BF50-4564-8E3A-902BE03B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local_files_only·CPU int8·작은 모델·reviewed fixture 순서로 내려간다.</a:t>
            </a:r>
          </a:p>
        </p:txBody>
      </p:sp>
    </p:spTree>
    <p:extLst>
      <p:ext uri="{BB962C8B-B14F-4D97-AF65-F5344CB8AC3E}">
        <p14:creationId xmlns:p14="http://schemas.microsoft.com/office/powerpoint/2010/main" val="76269956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BE2CDF-8A85-4437-8837-64A44277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0D4B2-640F-44CD-A296-740F64C5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62CBF-E1F2-446F-B22E-0F74520D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FCED4-CF3E-4B13-AA89-BC54BA25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2A9F8-EC69-4C48-A221-E4A12037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9E5E1-3C22-4142-8917-6DE94059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752FD-2A61-4E33-846A-54235667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5AAAD-53C5-4559-B5FF-8D9DC107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1ACA1B-1EBB-4BF2-8D70-70D5A237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ACB0B-319C-4C1C-B8FC-DD957F5D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F5303-1AB2-4D78-B760-36ED3D90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D2C51E-22AA-4B39-98B0-15AEEA08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A08D49-F8D4-419D-BFAD-57CFC39B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B6BE5-67F4-4ADF-B1D1-495F33E3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Whisper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8DEB06-55B4-45F4-A0D8-453DBBF6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B036EE-39AB-4489-8054-49DE10B8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음성을 문자로 바꾸는 모델 계열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AFCADD-9F1C-4F2E-B163-4A85811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D50231-072E-4F24-9651-D9D86334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54EEB2-26F2-4B4C-959B-82D8EEC3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E252D7-AB97-415D-8237-7E9618A7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faster-whisper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5E919C-735F-41C3-996B-DEC44C46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B468A2-7E7E-4FBA-90DB-3A7666D0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CTranslate2 기반 실행 구현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C50BD-A967-46F6-A8DD-CBAAD0C2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439424-0203-47A4-816C-CC776ED9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CE9A17-7EE3-4A63-B730-A4E6765D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C0B897-C1BB-420C-A8EB-F76C2990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FA342E-9564-4498-88A7-4FD84CE2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694F69-97C5-46E2-B4A5-7D218CE5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메모리를 줄이는 계산 형식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0ED7CB-BC80-4792-9D8C-5B2D407B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F80729-11A8-4BE9-8506-244F7695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057862-E2A0-47BE-BA6D-4B971AA7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B255F8-8E18-4ABC-AE5A-F544AE8E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24B308-030E-423A-AC08-1CB824AA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84E04E-2BE1-4411-8289-11C107D1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시작·끝 시각이 붙은 발화 조각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FEA972-6D72-456E-89F1-77887ABA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98D366-9876-44AD-BCC3-1B5FCB94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25140672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8AAB9-ACF3-4C86-8CC5-11C5BC95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8CD10-EF2B-4980-A43E-43345975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B7D2DC-5A8E-4326-817C-5FE9E92A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7CD8E-B63B-4B40-86CC-F7EE550A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1C37C-55F6-40A9-BE92-5FCAC7A7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45C5B-2F63-4287-B132-3F840AAE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44164-9E4A-4F42-813C-C9784D49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1BF81-A63D-4616-B974-0ABB9F75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C4E4D-35FA-4B66-A9E2-3EB0304B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download나 GPU OOM 때문에 후속 수업 전체가 멈춘다.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9EE45-5003-4885-9194-1A9F5E26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FF17A6-EA22-493C-96A1-ECC164DE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호출과 나머지 업무 로직을 분리해야 GPU·모델·provider를 바꿀 수 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A846B8-5BFF-4F4C-B288-1CBA66CF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400224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1FFD9-F9D1-47CC-929F-DF153754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DD7FB8-033A-4567-8E65-CFB880EE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6FC17-D76A-4CFA-A92A-6B6F7F47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1EE9F-B5E2-4F45-9788-6BA0E8C7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7550D-8D30-4CAF-AE94-0D12E993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DDA73-F9C3-4924-9636-21B7BD0B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06F04-C18C-4DB9-BC67-BC2E07B3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E3990-1C91-452D-ADF9-9EC5E451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648091-5952-407C-9F09-2FE4F34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STT package가 없으면 fixture와 STT_FALLBACK_USED를 함께 남긴다.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809E4-8979-4B0F-9664-5496A021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DD642-410B-4F5E-AEBA-DA347F57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5C0A9-7996-45F7-A3AF-941B6281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모델 download나 GPU OOM 때문에 후속 수업 전체가 멈춘다.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DB92B-3F92-4BD0-B123-06371A49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4243D3-07F6-47DC-88B3-B286A5C0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D2105-9A95-48D8-8D64-BAFA04D1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local_files_only·CPU int8·작은 모델·reviewed fixture 순서로 내려간다.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8FB9B6-C925-4F89-8239-F6C8F0C2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6649F8-131D-434C-9841-1A575180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08F31C-10DD-4C36-A517-8634CE2A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transcript.json과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81119013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B1194-A531-4548-84FE-F69B7731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D72B6-4EEB-43DF-BF4F-DA3D1CA2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34388-CDE5-4673-8CC6-7EAC97C7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EF223-475F-4FBA-BD7C-83901805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4C0A7-6BE2-4E95-9129-28563EAB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AFC7C-20CE-488E-9E92-EEA4CCE9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f127cc4a324b6e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62DD1-ECB4-4AA4-8502-F205AEC6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adapter가 같은 transcript contract를 반환하는지 test로 고정한다.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D74345-7630-4B5D-8538-0026FA4E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68704683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9259A2-9EF0-49B1-B407-2847F957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16240-3AF9-46D0-BA4E-09B0DF9D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40A7D5-4C15-4743-8EBE-FE409ACC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631E7-5000-4031-8C9E-7F07CA6A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83DC7-4C16-4570-B684-6274149A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2BB03-3914-4FA5-8BCA-F6B620FA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C8882-79DD-496A-80B6-3C920E66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DE1BC-F937-4B2D-BB76-3DC7F294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219B61-5E1E-4F8B-96EE-B86F41B8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adapter가 같은 transcript contract를 반환하는지 test로 고정한다.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B3FE1-A246-48BC-9FC8-5E2232A2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768FA-F4EA-45F7-B78F-B2FCF733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F15D5-90BC-4E80-984F-505FB08B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requirements-stt-optional.txt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data/demo_meeting.wav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918AE4-3224-4F77-BEE5-E3076760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F2358C-FD5F-440A-B247-B1347A75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DE293-2A1D-4889-A7AD-2CD19660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segment마다 start·end·text가 있고 float가 JSON 직렬화된다.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package가 없으면 fixture와 STT_FALLBACK_USED를 함께 남긴다.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3BF89-9351-4209-A999-248E4AF1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63DC2-FB2D-460A-84A2-A9FA76B8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2E99B0-D83D-4FCB-8B71-71AF0DC4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47564826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0F42CC-9F39-47B6-96AC-5024C86F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C0165C-C183-4F11-9681-C358F9AC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DDC7F-9F44-43CA-99D5-B89A2591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60361-F9CD-4B2A-BD25-ED8C9C00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C3541-A4D4-4153-A322-A2F47520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B3C49-93A3-4811-B9D3-80B1D596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3945D-4C85-4CA5-BE66-4DAAC231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32A0C-AC0D-4153-9675-1C515DDE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DDA2E-97DE-428C-9F97-09250651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39126A-235B-4B48-A45F-CB12F701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4238A9-D8A1-4BA6-93EC-29480987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4CAC1-0359-4873-8452-BF0B0ACC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CAA70-DAB7-4B11-B236-72A0AC1C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B0425-F155-4E9D-A0ED-0442E96B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segment마다 start·end·text가 있고 float가 JSON 직렬화된다.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1E6976-495E-4B75-930F-57C34364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ECC3C-DAF6-40E0-84E4-D8300FA0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CF6979-235D-4851-9BCE-9B758D7D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478BFF-7B62-4378-8ECE-6781D968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package가 없으면 fixture와 STT_FALLBACK_USED를 함께 남긴다.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274997-2569-431E-9DB7-515B4540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FA0F46-C463-415D-8837-A0EA1535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7F91EC-0734-4A27-82E0-D488902B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B6DF70-0A3D-44E3-91FA-C0CC5F14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72845098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2F99B-AB53-43F6-A437-3A78657B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23D3D-60D6-495A-8E14-64AC1A01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C6B23-9B0C-4675-BD2B-A610BC70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1141B-4C66-4E36-ACE9-050CF18F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804F4-6CD2-47B4-AEDD-C436AB30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87868-6CFD-48C2-AACC-56071CC0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D6FB7A-327C-49FF-A4C5-7643B3BB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980A16-BF70-43FA-9C22-22F4E0E4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6AAD5-CE4E-4249-9C00-A3A16256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src/meeting_demo.py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1B30C-C491-422E-A512-BCF29DDC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2A50D-446A-46F5-A918-1CC3453C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38FA8F-F277-4999-AD12-8377E495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requirements-stt-optional.txt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5CAF3-86BE-4CEA-9916-ED6FB831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4ABB6-BAC8-4C7F-B9A0-9EE3726D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6FB30-AF78-4B4E-B45E-243B19F0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src.meeting_demo --audio data/demo_meeting.wav --model small --device cpu --compute-type int8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3619AA-DF8F-4CDC-AA53-69A59670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4B92E3-1224-4969-B08F-3F16B993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6AD2FD-001F-480B-B16A-A37E3C11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segment마다 start·end·text가 있고 float가 JSON 직렬화된다.</a:t>
            </a:r>
          </a:p>
        </p:txBody>
      </p:sp>
    </p:spTree>
    <p:extLst>
      <p:ext uri="{BB962C8B-B14F-4D97-AF65-F5344CB8AC3E}">
        <p14:creationId xmlns:p14="http://schemas.microsoft.com/office/powerpoint/2010/main" val="25730419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174F44-2F41-4086-B3CE-7EB195E9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6192C7-A3CF-4E84-A23F-4D88A522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E3ED9-089A-4560-BF34-3F7625D0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C86C8-6780-4998-BDAF-45D23969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BD806-35F4-4942-923F-DCFECFD9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73E30-2F37-4770-9B2B-ECF38E31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CE770-FD63-4439-8E62-8F692DFD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DB06A-3062-4C0B-BA07-7055BB09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D19F8C-A97F-44B6-8A1F-533F26C3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src.meeting_demo --audio data/demo_meeting.wav --model small --device cpu --compute-type int8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042A5-62AF-49B2-AD29-4AE6346F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D9426-2557-4414-B282-C00C9AAB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90006609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FCB2FD-7E74-4F39-9338-6BA53772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063CAA-C260-4300-B8A6-43E792C9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F081C5-36F2-465A-91F7-E0079E6E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73178-0D88-4143-94B3-E938529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FF6CC-D39F-4E62-892F-744F9581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80028-3603-4F0A-A7B6-7B63CC26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6CEA6-CDEA-4D4A-B3C7-5DBF4333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ECBB5-89F0-4D37-8309-007BCC16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F6E46-27D3-4261-AE29-DD812862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6E814E-E36F-4D79-9B60-5151D30E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77D542-2B18-40C0-BB7A-0A17765E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174BF-5572-4502-B5E2-CFF74D87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CEBF43-647F-4EB6-ACE5-26617D80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segment마다 start·end·text가 있고 float가 JSON 직렬화된다.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STT package가 없으면 fixture와 STT_FALLBACK_USED를 함께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91882395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D20CFA-DB0B-4542-90E5-1FB684BB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80E7F-9A7F-4FB3-831B-73924BCA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46388-65CA-490D-8204-DB4A38CD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A1C7F-883C-44DB-8F32-7924CEDA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2F2CA-168D-481F-BA1E-DA8AB196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9FA32E-3F26-4861-95EB-9CDA8756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63FD0-71F2-4597-9130-C29C5DC8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5A108-C149-48A1-9868-02A2D3DE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download나 GPU OOM 때문에 후속 수업 전체가 멈춘다.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98439-2286-48CC-89E9-F06877DC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5005CC-A028-401F-B561-A15FBD21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FC732-4642-4256-BA28-AF7768A0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local_files_only·CPU int8·작은 모델·reviewed fixture 순서로 내려간다.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510651-1B0A-4482-9C70-0D9E7791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STT package가 없으면 fixture와 STT_FALLBACK_USED를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49623544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6D0C68-E1C5-491C-8EDC-9A4970EE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690DA-7DCB-4E7B-AA8F-59DFA3AD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0E418-E0F9-46BF-9B84-F871FA11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194CF-9F45-45AA-B090-633776D2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016ED-9544-4CD2-B718-C7A0D64B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7603C-EE6E-4569-A195-F312B73F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B73AE7-4408-4DAA-9CAF-770EE284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B497E-C09B-47A8-AF96-D35EF23B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output/day2-stt-lab/transcript.json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919A46-CFBA-4A02-A765-4F0DE376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0D3FB4-AAAE-4587-8FE3-0D035999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D68F21-3CD3-4F23-9C98-F52CB82F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FA2D7-EF88-404F-8231-A2738170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segment마다 start·end·text가 있고 float가 JSON 직렬화된다.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 저장</a:t>
            </a:r>
          </a:p>
        </p:txBody>
      </p:sp>
    </p:spTree>
    <p:extLst>
      <p:ext uri="{BB962C8B-B14F-4D97-AF65-F5344CB8AC3E}">
        <p14:creationId xmlns:p14="http://schemas.microsoft.com/office/powerpoint/2010/main" val="9306633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C506AA-4FE0-4F14-8E70-CCF3C77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6953F-ACDE-433C-BEB9-C15A5711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8395D-191C-44EA-842F-E0E19695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29DC9-C1B9-43E9-B9AC-900F24A1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2D1643-7412-49B3-B97F-0E434BB9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34FCA-8F4C-4405-AA97-BC9C8E0C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2EFB8-F916-4651-A286-6419D971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src/meeting_demo.py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07FCFC-6BCF-4E5D-B2EB-6E7A657A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A4DC0-39BE-4718-A9BB-033F1198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transcript.json</a:t>
            </a:r>
          </a:p>
        </p:txBody>
      </p:sp>
    </p:spTree>
    <p:extLst>
      <p:ext uri="{BB962C8B-B14F-4D97-AF65-F5344CB8AC3E}">
        <p14:creationId xmlns:p14="http://schemas.microsoft.com/office/powerpoint/2010/main" val="153632718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7631D-74B5-4E02-A030-6A608E4C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66EFC-C8F7-4724-83BB-DEB4D568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9EE5F-5C41-4199-9C8F-6535D3E0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05C4E-00DA-4D0D-87CD-70A4EF13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8C0A4-D545-44E4-87BA-17513900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47F52-A592-4E1C-8A22-30931488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9B9AE9-94AB-45CB-BB61-91DBC38A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src.meeting_demo --audio data/demo_meeting.wav --model small --device cpu --compute-type int8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segment마다 start·end·text가 있고 float가 JSON 직렬화된다.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FDB1E-5A14-4972-8983-A7C07CEA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E53B2-53D7-493C-A5CB-701A6BC1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transcript.json</a:t>
            </a:r>
          </a:p>
        </p:txBody>
      </p:sp>
    </p:spTree>
    <p:extLst>
      <p:ext uri="{BB962C8B-B14F-4D97-AF65-F5344CB8AC3E}">
        <p14:creationId xmlns:p14="http://schemas.microsoft.com/office/powerpoint/2010/main" val="61071870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E8B5A7-A2E1-4EA8-B035-FB563887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532CCE-171A-4C22-9DEB-30FB2C89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46286-25AD-4481-B3B2-808A0748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502E3-9CD6-4B3A-9F18-720C6001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8BE08-565E-4BE6-9ECE-3825B3A3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38F970-EF66-4576-84ED-105D74A1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0356FB-0B92-4714-960B-7E7F1BF5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package가 없으면 fixture와 STT_FALLBACK_USED를 함께 남긴다.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local_files_only·CPU int8·작은 모델·reviewed fixture 순서로 내려간다.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15D52-BAD1-4307-9066-E65AB5BF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2E23D-B31A-43CF-87BD-EDAE593B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202882382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FDBA1-8364-42BB-8DDA-5D1938E3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09A0BD-560A-4A22-99FF-90588FC9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623873-B35E-4E86-9E0C-5B1B390D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63455-97FB-4AB3-B17D-0BB958B3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AA8BF5-4BF3-4B27-8E24-CDB878E0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7978B-5AB5-4F93-AE66-C1B57653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F192F-E262-44C7-A118-97D472D0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7863A2-83A9-4DE8-BAFA-D8BD2710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29BBF-1D63-41AA-956B-370FAF17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segment마다 start·end·text가 있고 float가 JSON 직렬화된다.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6DAA5-F608-473F-B881-416ABFCF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8A27F-341F-4B2B-8F79-3825D2A4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F5661C-1BA8-4D29-B6B4-60029D58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F2EEA-5CE6-4DE4-9DCA-E3057DF2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69C4BA-174D-4DCD-A442-9F522113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D485C-0F99-48FE-A9FC-CAEFEDC9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2A592B-D539-4529-ADA2-79FDDF6C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74740-0686-4226-BD7F-BCCDB93D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8DCB41-40C8-4239-AFC3-61AC2A52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652606964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15D62C-6401-40CE-859B-0C0525AA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A640FA-9891-4251-B1FE-7D5ACBD0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093D1-A10B-4ABE-B5C2-012E5780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A7F7D-3A06-48AF-AA71-8177AF24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8AEE99-762D-48AE-AEDA-262654DE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94924-FB56-4E42-811D-DEA65B19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3D5CE-52F6-490E-9550-4746779F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5C804-5333-4788-BA9D-8C86A3C8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E7AF82-1E63-4684-8FA2-74731B03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STT package가 없으면 fixture와 STT_FALLBACK_USED를 함께 남긴다.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3914A-6CFB-48CB-9D89-464E3907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92D001-02A3-4C03-A719-62464F70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9DABB-99D1-4A13-B1A0-1BF30E83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26A93-C758-4AA4-9311-F480F598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AD3F90-7CE3-4914-BA33-588F9C09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6CDEDE-B62C-4407-BB16-5B116ADC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0C90C-A9A3-49C8-94D7-4144BD5F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24C21-4E29-4AB1-8C0A-F041008D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391F64-C5A9-412E-8EFB-232B8A99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84691554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9E59A-A17B-4167-93BB-BC6851D3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F894E-075F-4A78-A920-006505BC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8BD64-F5DC-4E2E-9088-E402C1FF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FF4BA-A959-4B31-9E00-EAC54D9C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F7F2BE-FF29-45CD-A19C-6362E5A5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202366-51F7-4AAD-A62B-6AFE86D7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E713E2-2AC5-4901-B4FC-CDC13279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사내망에서 원본 음성을 외부로 보내지 않는 상담 품질 분석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C20D1-DAF3-44C1-B4C9-2FCDF8BC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CF6171-1F94-41B6-876A-E7B157C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D9980A-0911-4C01-B605-34DC620B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194371-F3C4-42FA-BC71-14E6F413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1AF05B-9FFE-4B4B-9375-47DFC28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6BE3CE-84F6-4C9B-8BA6-E5960E49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4EC71-213B-4FA0-8D4F-F12A0D54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EE17FF-C5D0-45A3-A009-AAE5AFEC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EBA4C2-0087-4CCD-8306-0DF7B1E4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15843D-F01F-4C0A-9022-8C18577A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D2BC9E-8305-420E-B72E-F75BECA5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6AA2E6-59B7-429A-B7E7-EC8066D7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06603045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50D3F5-2630-4F73-ABC3-40D22483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E4A7A-8B25-4D0F-B297-FC46937A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28608C-6207-4988-BF2C-97B43533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1E282-1C6A-487A-956B-6D48725E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ECCF7-1D93-46A5-A2A4-88817840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064CCF-70DD-4C7B-8E5D-502CF0B0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4B9A1D-CEE6-4EB3-8859-CCBF0AEE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사내망에서 원본 음성을 외부로 보내지 않는 상담 품질 분석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2487D-61F6-4ECB-821D-D0890D63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12B1D-8CB2-4299-813B-0043803D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AA62F-6A26-4E63-B56A-25F700EF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4FE3C-FC48-4FFD-B893-5666A4A4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29BAF-F93E-43B5-BADD-17AA5CD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B5135F-1018-46A6-BBD5-F3B22B15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96CBF2-C2C0-4C26-B273-B86CF1C7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2ED70E-FCB6-4CD2-B150-928D9765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8ED7B4-ED1E-4114-8569-EE7B72D7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3A804-EC23-4B79-86C0-919EBD25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C95B45-D8D0-4C5B-AE8F-7670345D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4813C5-D5BC-4888-BA6F-BF87567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21469003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6C4507-B573-44B3-94ED-83CE5EC2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C1988-2A27-4059-BECA-67EDE01F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EB527-8BC0-475E-A7DC-C7BF6113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79C2F-213A-4759-AA94-05B62554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81115-03E2-4FDA-91C5-51CCAE3E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E9345-7572-4EC5-88A2-71F70688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B840F-6A2B-4074-8CAE-A82AE953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363C1-FD6E-462B-A56E-A383842A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B61E4C-1E47-4BF9-8E14-E3A083DE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segment마다 start·end·text가 있고 float가 JSON 직렬화된다.로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7DF08-7CF6-413C-A99A-1EFDAC92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59386-B64F-42F4-88CC-109CAC7E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12B67-A54E-4B48-AE98-99F617EA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7282C5-DDD2-44B3-BB15-3DC3C498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9AEED-D369-4829-915E-37A04EB1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9DAB6E-7281-4F51-B7D0-13D963DA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local_files_only·CPU int8·작은 모델·reviewed fixture 순서로 내려간다.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AEA225-03E8-45B3-910A-85A7E2A8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B1A75A-0CC0-40EE-97B6-276B9532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B56AF-977B-400B-919B-5CFC3524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14731665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82F83-A3FD-4245-9EC4-D92994FC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F23B1-32A0-41AC-B66B-B698C467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D31DB-4814-4B32-9E0A-8809F9E1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15EA3-EEB7-47D3-9F2E-35B0FAFF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27F326-F48F-41A5-A0EB-0C7E5BD4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51B9DE-9BB3-42B4-8FA3-D8D78C31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6C068-DF94-44A5-97F9-6589451E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ABF48-CFF7-465E-9649-7A43785D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DAEA9-85C6-4C6F-828C-72420D54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faster-whisper는 로컬 STT의 교체 가능한 adapter입니다이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620CD-0813-45DF-8D97-5417FF46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CF954-D27B-4AB9-9E48-4642C977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7ED85-87F4-44D1-B594-3FA1DF7D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src.meeting_demo --audio data/demo_meeting.wav --model small --device cpu --compute-type int8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5C81F8-0704-478A-AA1A-D844029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73776-8CB4-4896-B686-3D5E4618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3DEA67-A0E9-4122-9D18-40ABE577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transcript.json과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D9A90-9AD2-427F-A0C4-50A6FE61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전사 성공과 전사 품질 통과는 다른 상태입니다</a:t>
            </a:r>
          </a:p>
        </p:txBody>
      </p:sp>
    </p:spTree>
    <p:extLst>
      <p:ext uri="{BB962C8B-B14F-4D97-AF65-F5344CB8AC3E}">
        <p14:creationId xmlns:p14="http://schemas.microsoft.com/office/powerpoint/2010/main" val="1271600650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E471E5-9EE3-4350-A313-2093AC29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AE710-EBFF-47BE-B5B8-049A95BD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3차시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1CB70C-2454-4DBA-A782-39777812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10:40-11:30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8DCD7-9510-4613-BBBF-A6F4F0C0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전사 성공과 전사 품질 통과는 다른 상태입니다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EEF94-37F4-4B3D-9C42-19BE2F48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무음·반복·낮은 확률·언어 불일치를 품질 flag로 분리한다.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BB1BA-E388-44D4-98ED-C01C73A8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C3FC44-982C-4C30-AF55-25319329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75D1A-0A81-428F-936C-CDB63CCA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BDE5F-A303-49BE-B8A4-3DDA7F33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0E834-2285-4396-A50C-D31CC473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tests/test_meeting_agent_workflow.py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FC5E3B-5408-4FD5-AA45-F9CB9217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55DF57-6822-49DC-A96C-D6D35DB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quality_gate.json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3434F-60DC-4F88-A2E0-5F56E8E2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3차시</a:t>
            </a:r>
          </a:p>
        </p:txBody>
      </p:sp>
    </p:spTree>
    <p:extLst>
      <p:ext uri="{BB962C8B-B14F-4D97-AF65-F5344CB8AC3E}">
        <p14:creationId xmlns:p14="http://schemas.microsoft.com/office/powerpoint/2010/main" val="1891880314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6D7B62-ABA1-41E0-B00E-1A36AEE3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4A62D-4C4E-4025-B385-D7338144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3차시는 앞의 결과를 이어받아 다음 상태를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6DACD-867A-4D41-8BC4-167E33A4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D8877-60C6-4048-8554-58A084D7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DE544F-F081-4291-A251-691D3A99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548622-91AE-41F8-A068-EBF1245A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4D3AA-1EC1-4069-B9F0-192AB600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49392-FE29-45BC-AA34-3F1D3348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CAAA4D-FE51-4EDA-A4F5-8C058D3E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38E201-A827-4915-8D9A-9E25CE80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6C362-D35C-43CB-A408-88CFB900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BE2CC-F7AD-41CE-A4DD-A1103B47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전사 성공과 전사 품질 통과는 다른 상태입니다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6CDA7-2620-4822-BED6-69217D73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27C3FB-B66A-4C6D-BC8D-7E5DE089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D95D05-D56D-45C5-81D2-E119BD26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52B820-8AAA-4A55-9CB8-81FF961A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871810-2E48-4346-BF61-3D345913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96FC39-1009-4E07-BC3F-C27B29DB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회의록 schema는 요약보다 먼저 합의합니다</a:t>
            </a:r>
          </a:p>
        </p:txBody>
      </p:sp>
    </p:spTree>
    <p:extLst>
      <p:ext uri="{BB962C8B-B14F-4D97-AF65-F5344CB8AC3E}">
        <p14:creationId xmlns:p14="http://schemas.microsoft.com/office/powerpoint/2010/main" val="407018310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3CD32F-97C8-4DBD-99EC-9C9AA6B3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문자가 생성됐다는 사실만으로 회의 결과를 만들면 이름과 숫자 오류가 그대로 번진다.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60E81-ABAF-4051-92D4-2326D8AE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EE67D-B9D2-4F39-AF78-8CB99E54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ADD75-961A-4BD3-8AC7-AE3C8DD4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B300B-32D3-4DE5-A881-54C7E292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676BC-5557-48C6-B26A-390875F8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무음·반복·낮은 확률·언어 불일치를 품질 flag로 분리한다.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99F95-FFB3-4742-A8F7-17D316CF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DB8C6-398B-4E69-9518-252E0039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quality_gate.json</a:t>
            </a:r>
          </a:p>
        </p:txBody>
      </p:sp>
    </p:spTree>
    <p:extLst>
      <p:ext uri="{BB962C8B-B14F-4D97-AF65-F5344CB8AC3E}">
        <p14:creationId xmlns:p14="http://schemas.microsoft.com/office/powerpoint/2010/main" val="2039203105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0A4BF-A90A-4B24-9E0D-90569CC9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D5384-3B51-469E-849F-B0EC7D99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56CD7-67A5-4643-9570-93AC2FB8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A9077-0F49-4186-BA44-2E7502FD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04F9C-8024-4990-B250-91A623B7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9C0B6-EC1E-4291-BCB4-6F0F8385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3A58D-919C-4444-B210-AAEF48B7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D5B53-C644-4151-90EA-6BE3A124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무음·반복·낮은 확률·언어 불일치를 품질 flag로 분리한다.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568A2-F775-43AC-BF27-D9FF9D6C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FA6C4-0AF5-439D-B29C-383A5C63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99FCC-0D60-4CA6-AC00-10D30DEB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낮은 품질 segment 하나를 전체 성공으로 숨긴다.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DA8D8-BD81-4437-A347-F6B1C3B2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C5209-6AF1-44B4-8A13-FD1B9A3E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306626-2CDF-4460-A3B5-44756E38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296296792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5860A1-9440-40EA-8C7F-9CDC7182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0C8F7C-11A4-4501-B1BF-A3D787D4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20569-5D82-4EBD-963C-BCA476D4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D0B8D-50A3-4A0E-91B1-99624CF7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7B45D-B712-4F82-8615-86EECBDE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81319-1266-4CEF-B28A-930211F4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A7B3A-E99F-48EE-A96B-662656FE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29DA7-00B2-4569-965D-6EED25CF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E3B34F-47A6-468A-A944-EDBFA1FE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DC510-17C9-4CF6-807C-1382BD3A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F4EAE-25E3-4C43-BC0A-77850E01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68A7D-EB16-416F-8018-38B80B99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ECEC41-16B6-444D-9979-04126277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85EDC-FA2F-4E92-B52A-FE0DF837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말소리 구간을 먼저 찾는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375D7C-6DF2-4E61-BAC0-49E64962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EA479A-B219-4126-8DB1-6F2D96AE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no-speech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DC443E-924F-4DC6-8B97-BDC10362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E3D766-A70F-40B2-9032-28AD5B49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해당 구간이 무음일 가능성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B3618-67CD-4A5F-BB8D-6820E24E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F2CFAF-6F14-48B0-B89F-D8388501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log probability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E1826-D45D-4E13-9F8A-C0F44567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1CDA9-F747-48D6-826D-58D9ED76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모델이 전사에 가진 상대 신뢰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DDB5FD-118C-4B6F-8587-CD92080C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3B5703-F06F-430B-B9FC-90FC5B65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Hotwords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428784-8DC6-4D99-8413-4CB4E26E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C0E1FB-154C-4018-AF8E-F6AD5222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제품명 등 인식 힌트</a:t>
            </a:r>
          </a:p>
        </p:txBody>
      </p:sp>
    </p:spTree>
    <p:extLst>
      <p:ext uri="{BB962C8B-B14F-4D97-AF65-F5344CB8AC3E}">
        <p14:creationId xmlns:p14="http://schemas.microsoft.com/office/powerpoint/2010/main" val="1095092458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7C38D-D210-4B64-BFC9-31417C1B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29E3F2-B7A2-46BA-A996-C1C33CDE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97273-DCC1-468D-A4B9-F80172C3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C8466-BCC0-4A12-8F9A-FC59C7FB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F5272D-2C3F-4D9D-9CF1-0D93B2F3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E8584-6B08-4C73-B643-DA25006F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448EA-6B05-4899-B791-328E443A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BB958-33FB-4857-8E44-9C722941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482DB9-4DFA-4904-A355-F1D81E17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3F386-44D3-432A-9235-10E39DF2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93E0F3-0665-410A-B11D-B610232D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 metric 수집 → 반복 탐지 → 언어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51617E-54B4-4C17-BEC7-1D814986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BEE9A-D505-404C-9AB4-8F7B41E4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7CD88-AE1E-485E-8901-60301231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4B6D5-DB7A-4803-B990-2335AE4A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CE5DB-933C-4C6D-BC8F-FB5B088D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496EE0-1E7E-43C7-8074-84FAA3DD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한국어·충분한 길이·무 flag일 때 READY다.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fallback·짧은 전사·reference 유사도 저하는 HOLD다.</a:t>
            </a:r>
          </a:p>
        </p:txBody>
      </p:sp>
    </p:spTree>
    <p:extLst>
      <p:ext uri="{BB962C8B-B14F-4D97-AF65-F5344CB8AC3E}">
        <p14:creationId xmlns:p14="http://schemas.microsoft.com/office/powerpoint/2010/main" val="1806904782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A91E4F-9B5C-454C-ABC1-7F604596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9C65F-D73B-428B-A4FA-FB62259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4A41E-4CE1-41A3-8A22-2040FA45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7CD41-D57F-49C1-AF88-BA16DDC7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3E090-66D1-46A6-B425-C4917F35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FBDC0-8271-4714-8794-F9DB7C77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E0809-5AA9-46FC-BF35-3A85AB18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3DE7B9-F539-4FA8-8D23-C1A6A30F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D0036-92BB-48F9-B359-4057ADBC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 metric 수집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5D74F5-F1C1-489B-99C0-552AE7E3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834A2E-6E8F-4E4B-BE9C-01CFEAE4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DC74AE-80E4-4738-923D-6ADAA361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 탐지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EBC039-94CC-4307-BE24-BEE16F55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DDBC9-7778-478B-8A79-BE8C9150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EE9A90-0292-45EC-948C-965A5D8A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언어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B0033-B726-46AE-A5AA-96B95F07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50E98-1E73-4047-B9CA-36D2B717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AC7615-4C01-445D-BF2F-41D79BAB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reference 비교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5CEAB2-00B2-41C2-8E92-11EBD782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195E9-6C8B-43EC-9038-E7EBB2C8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70DB74-9ED7-42C9-9857-A465CB02B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READY 또는 HOLD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E2FDB7-D50D-4237-BAE7-8BDAE2F3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quality_gate.json에서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753520651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009887-6AB4-4AF8-8BCF-9408349F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34851-FFB7-4EF6-A57A-C4944B08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20AA6-A8B7-448C-AB16-961495B5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BE4962-B696-4113-BE6C-BC8564A6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0C5F8-23F8-4661-A7F4-DF828A05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49518-ADC3-413E-BCBD-10858FAB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8EB79-6E17-46AB-BAA0-FB50C315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7856E1-DA5C-49BA-89E6-15954EEA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한국어·충분한 길이·무 flag일 때 READY다.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753AB-9362-4849-8268-51F7741F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9A275-F05A-4593-BDFB-70561859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E74CA-5642-407A-9B40-83893A97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fallback·짧은 전사·reference 유사도 저하는 HOLD다.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BC1D3-27B1-4170-8933-232FC61D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64486-FBD6-4291-A656-6ECAB48A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7B908-DDDB-4977-B521-2BCA71A8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0AAF63-08C8-408A-82AF-70FBC062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C203A6-8CB1-42C5-8385-DB3BE61D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800E6-0E41-4774-9598-8FCF069C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식별자·quality_gate.json</a:t>
            </a:r>
          </a:p>
        </p:txBody>
      </p:sp>
    </p:spTree>
    <p:extLst>
      <p:ext uri="{BB962C8B-B14F-4D97-AF65-F5344CB8AC3E}">
        <p14:creationId xmlns:p14="http://schemas.microsoft.com/office/powerpoint/2010/main" val="1187345666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9E9FB5-2294-4798-B23B-B4BD3442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0779E-C1BD-432A-A633-0BB0B27F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40A07-6328-4E35-8E96-666A4F73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C5F05-F474-4109-95EA-DB0C7569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FAD3C-1F9E-4BB5-9AFD-3E778324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896F5-4099-41C8-9A07-C94E5190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33F11F-BC0D-4668-845B-6DE43111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DCCB9-08D4-42A5-90D6-EC9B8586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645C8-04EB-428A-A174-0718EB31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src/meeting_demo.py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3687F3-EC03-44BD-AA24-B19C4C3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6DE57-B071-4D9D-A9C8-2FC2EAF7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69E364-F382-4955-9818-2ADF03B3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F54EBD-D434-4904-81CA-E42F3A45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2BC030-03BE-427C-B7DA-97905537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03A3F-5E9F-400D-84CA-E8D947A4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data/demo_meeting_transcript.txt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B3E31-1009-4818-B21A-CCFAAE44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BA2F7-5E34-4AF6-B318-9FFAAEF3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11BEC3-46E3-458C-86EF-72F97CC2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output/day2-stt-lab/meeting_result.json</a:t>
            </a:r>
          </a:p>
        </p:txBody>
      </p:sp>
    </p:spTree>
    <p:extLst>
      <p:ext uri="{BB962C8B-B14F-4D97-AF65-F5344CB8AC3E}">
        <p14:creationId xmlns:p14="http://schemas.microsoft.com/office/powerpoint/2010/main" val="915945400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13D29D-67EF-4935-A20F-1ACD1F31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3CBCC-848A-4507-A741-B409038D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전사 성공과 전사 품질 통과는 다른 상태입니다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07461-0BA3-45E1-B6B5-F619D697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E3433-233E-418B-B9C6-652B51E9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1CD5A-5BB9-40CA-8108-2F3E9A4B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42159-A5B1-4A10-A69F-E432CC61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2841F-4C4B-40B0-886C-11F079F8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문자가 생성됐다는 사실만으로 회의 결과를 만들면 이름과 숫자 오류가 그대로 번진다.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A18D7-3E14-4BE6-A2B8-52106D2E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CE8C4-8DFC-4DCC-8CA0-46D51CBD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C5AD9E-5E54-4D87-9B62-B0848C19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낮은 품질 segment 하나를 전체 성공으로 숨긴다.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6F03C-F2C0-479A-BD7F-E6358E1B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flagged segment와 timestamp만 사람에게 보여주고 accept·edit·reject를 받는다.</a:t>
            </a:r>
          </a:p>
        </p:txBody>
      </p:sp>
    </p:spTree>
    <p:extLst>
      <p:ext uri="{BB962C8B-B14F-4D97-AF65-F5344CB8AC3E}">
        <p14:creationId xmlns:p14="http://schemas.microsoft.com/office/powerpoint/2010/main" val="85063402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0A51A4-797D-4525-BC64-004BADA9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2D826-C0DC-41D0-A516-51F98A82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0ED71-6617-4B1C-A165-E6B03171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82D05E-0621-4BF1-8331-DB5C0AC9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DFFB4-B316-4CBF-ACBC-764FB284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9E1EE-2E9A-4337-94D7-62DE52F1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E4D729-1A6A-4893-B68A-B0960EBA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99218-E345-4EF0-8CB2-CB17A8D5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429C8B-3ECC-4288-AACB-0B906DB0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05DB71-577F-4C3B-A11E-608FB855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90F50F-D7CE-4F23-BF24-B9CB42B0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6597B2-613E-4F0C-BC1F-04D2D681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C41926-3111-4960-9762-A8FF4452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01F6B6-2597-4EAD-AA97-A36F5DD5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61A627-DBD9-4B88-9259-853763D7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C50BC-8B8C-4C48-B278-8E72AEDF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말소리 구간을 먼저 찾는 처리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74A4E3-4C78-4008-A753-75DC0937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D5FEDB-29F3-4498-AAA3-477AF5FB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B42CA0-40C2-4947-8EA1-26C6593E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1A48D0-AAAE-4703-A421-11C165B5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no-speech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F56BF6-2150-4F45-AB7D-CF0C8610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50D551-9B98-4432-AAC7-E76D24CF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해당 구간이 무음일 가능성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2D65A6-21D3-4D67-B065-AF7C49FE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83109-3570-4DD8-9E97-121EE1ED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C58978-32A7-49DD-BA5C-272C073D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81B026-2865-49CF-83E8-AA137F4F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log probability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1C15CD-6199-4E0C-BE60-260E8545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B55381-C3E0-4085-903A-7E8D2C46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모델이 전사에 가진 상대 신뢰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123928-193F-427A-A88F-EE74E8C0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E6AA91-77E2-40F2-B08E-CF21D5D0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34BE59-0A1B-46A4-935F-A59736F6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DF4832-C2DA-4F46-B74A-62CADBDE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Hotwords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CEEB86-D722-4438-9E7B-C21238DB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6C2614-798A-4BF4-8C38-8D5277E1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제품명 등 인식 힌트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526648-C21A-4C80-9A49-6BF32440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63921D-B54D-4253-8945-61DD0C6C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008920606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299FFD-B2B3-4879-A928-A2B691C2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268C6F-E250-4D4E-9CE3-1BF3EC31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80278-B65C-4258-AEA9-60E86898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3DBF6E-4B0A-44C8-98AB-71BD3A05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07558-E921-4425-BB0F-4397472A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F015E-91DA-40B9-B871-FA3D826C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90BCA-B1A3-4D05-9CD4-AF45D5F5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143A0-8345-46D5-8E36-CB9E0974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EB194-3F1A-4175-9EE7-55AAE1CF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낮은 품질 segment 하나를 전체 성공으로 숨긴다.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3E5561-0122-4AAE-A1A1-AB3136F3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E4B7E-955C-4BE3-956D-4C39EAFB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문자가 생성됐다는 사실만으로 회의 결과를 만들면 이름과 숫자 오류가 그대로 번진다.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72D392-C660-40D8-9848-54F8BB1F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483818315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45DAE-B176-4E25-9381-91C20AE5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CE4A1-D29E-48AD-A614-22BC2E4C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7CAC2-CFF3-4311-AD3B-FB72A5CE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6ADA8-12E0-4FEF-80C0-DD6277A9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EFEED-173B-488B-A316-7FC3C2B5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DBE0F9-3146-4EE2-AD82-C910911D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3422A-DC99-46C0-AB03-8DD8E655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29CC0-C9D7-4C23-8193-C009E2D5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20C316-1BB1-449F-A591-99B72965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fallback·짧은 전사·reference 유사도 저하는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182319-ED71-4D04-922D-63BB6E0C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C2923-B8D3-4623-A7B9-DE74E71C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4C4C59-B6A2-4ED4-92F1-BF618D2D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낮은 품질 segment 하나를 전체 성공으로 숨긴다.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D2D93-834D-4CDE-BCFD-F085FE60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AF5BF-1738-4E85-BCE3-EED1D4A5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C0007-6F50-491D-B538-D64DA92E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flagged segment와 timestamp만 사람에게 보여주고 accept·edit·reject를 받는다.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7EE110-FBFB-4010-B9FA-7D25EA8C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D5869D-F53D-4B60-A59C-DDCFB979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C473D2-4FD6-4EB0-BD7A-57799BF7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quality_gate.json과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83594588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1AFFB1-8340-45A8-8BAE-8A4FDDA5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69314-B337-426F-8E38-92C154BE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5222F-1C9A-4202-A4EF-7A23C5AA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6AE77-9CDD-4B33-B0EF-A847D0CE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459F4-DA8D-4552-AD52-1827282F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C6357-E6AA-46CD-9266-8C647160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f7ae6d8b4454f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A45FF-2DDF-4AC1-A188-2D428033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threshold 변경이 기존 정상 음성을 HOLD로 만들지 회귀 test를 작성한다.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14288-EC4A-4C2D-842B-9DE7A0DE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984405397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8E12C0-D368-4A5D-8F14-E0584C85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2CB3D-48DE-4058-A403-E872FAAB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54CB0-FA57-4C37-8301-E9DCF82B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AE9A7-60F6-471E-A1BC-5D3F33F7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C384D-343F-4617-A73D-7559EA7D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DAC9D-636B-4EF1-915D-6B6CCD27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A4D5DD-7C11-445C-A52D-8D65541E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C1A67-BB32-4BA7-98D4-745EACD7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4EF741-849D-46A3-B457-2AAABBF6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threshold 변경이 기존 정상 음성을 HOLD로 만들지 회귀 test를 작성한다.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26919-07D0-40E1-870C-47117A05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4B7292-4AE7-4AFD-BEE3-DD0E09AF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1145C-2427-4FAE-B221-E17C524A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tests/test_meeting_agent_workflow.py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data/demo_meeting_transcript.txt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20EB9E-A39F-49BB-8900-940BF042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5152C-23B4-4746-BFE0-36773A3A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4F1CA7-8087-4E79-83DE-E2A37C29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한국어·충분한 길이·무 flag일 때 READY다.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fallback·짧은 전사·reference 유사도 저하는 HOLD다.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85FED3-08CF-4045-83EE-73F90788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5DF742-C35B-4B4E-A06F-DE55F0D2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943DAA-85E5-4DAE-99DA-FAF5EB96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998319832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F091F-6B9A-4951-BED7-D220EF11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A8C00-7551-493A-8B12-DB357115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0E81C-05F5-4C7D-B4AE-6708268C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25B56-548D-499B-AAB5-BBBAF9D3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47DA33-3991-40AA-B323-094AD449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91E28-606C-404E-9A6D-5F2F72F4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72649-FB18-4895-B24B-A23157B5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2F2F1-D586-4B63-968D-14097CFE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09FAA-F68A-41AA-9C4E-921F2902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543B9-A03A-44A4-B49C-A81B62B6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6B6E0-FA6A-481A-B40C-5B8BA080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1C875-B735-4877-AA7C-C3F52740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DDC1C1-C260-4A54-8FFB-7D131C55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60F64D-27E1-4E3C-8910-E053126B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한국어·충분한 길이·무 flag일 때 READY다.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D1A7F5-9FCA-454C-833C-85D88E0A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1A717-2E0F-47EA-8274-7426401B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3023FB-DCD4-4649-9801-18A11E82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970C2C-F13F-432C-8CD0-30BACBB7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fallback·짧은 전사·reference 유사도 저하는 HOLD다.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F94AFC-754D-4FA1-81F4-361ADB9C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D42710-C609-4301-9C5C-9F80080E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CA4333-641D-4CBF-989F-99E798AA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6EE4C5-5D71-4036-A88D-0BFB33F2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216542235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E41AF5-8D7C-4E3C-9FE2-0FB4CE5E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A8ECC-5571-4E74-A896-089FD57C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9B215-FE8B-48A1-9077-BF2461B1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F9C02-ACF2-494B-B29B-D4C1F42E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98398-0B50-4E4B-9D85-50E6467E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07429-56A7-489A-A9A0-3CA294C9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C151E-EB3C-4AD3-9C03-998F881B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79A35-26A7-4ADC-9F21-107AB41B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189767-FB4E-4CB7-8079-4E809166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src/meeting_demo.py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BD1FF-EA5E-40A8-876C-539F8E35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0748E-EA6F-4287-BA38-730380D4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3A69ED-8E36-4418-9CFE-A423C15A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tests/test_meeting_agent_workflow.py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5D1962-E2DA-4B6A-8C40-18277462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3412B-9C0C-4D51-ACE5-CF33123A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787C6-4C6C-46BE-B39E-73F83EBE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tests/test_meeting_agent_workflow.py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EA7A8-484B-428C-9ED7-8BA8C042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EE45C8-FC91-4225-BAC4-BA21AFA6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828D9C-1FEE-4AB3-A104-64FA8A6F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한국어·충분한 길이·무 flag일 때 READY다.</a:t>
            </a:r>
          </a:p>
        </p:txBody>
      </p:sp>
    </p:spTree>
    <p:extLst>
      <p:ext uri="{BB962C8B-B14F-4D97-AF65-F5344CB8AC3E}">
        <p14:creationId xmlns:p14="http://schemas.microsoft.com/office/powerpoint/2010/main" val="551584046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D9035-ECD8-40AE-B3EB-8C5CA144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42A64-5F77-4CA8-8463-FFD04355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CF348-5DA5-45CC-8C25-5228214F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9B272-D03D-4E59-903D-F8B0EED9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6F229-3D48-48C9-A940-D2B7159D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8B6683-468F-43CA-8D4D-950EDC19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D2943-E278-42C8-8C77-5FF0CE69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3D2D43-B8D2-4C99-B7E8-4F79679F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CDE2BC-75A2-4F8D-9D63-41771465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tests/test_meeting_agent_workflow.py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CFB40-09EB-46EF-A5FB-F61C67BF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F6692-8656-4CC6-BDB8-EE90CF01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98676753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E2A9E5-D4BD-45F9-B43D-0824738D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0AE30-137B-4F1E-B39B-4DE97ABE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B6B35-D075-427D-8885-94C22583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6141C-AEE1-429A-8EDB-BBB54351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8EC46-BC36-4CF5-83D6-F30ECA6C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21A13C-1CE3-448D-81BA-67E38B3E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52A95-2877-4586-8EBB-4E2016B4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8A1DD-E6B1-4EC4-AA37-5D6C42E5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9FAA8D-6276-4117-82B5-9F2A4712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25413-9430-47B2-9551-42825366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72D75-B530-4D7C-96E5-8D629D2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23875-A973-41AA-81B8-1C65CDD6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BD0D7-8C32-4920-8705-C45C2F30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한국어·충분한 길이·무 flag일 때 READY다.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fallback·짧은 전사·reference 유사도 저하는 HOLD다.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36627121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35D67A-DAF8-4CCE-83A8-EE0B1299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1C8C4-1451-48E8-8867-D9E04DE9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2EB77-55D5-43FD-838D-09007743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C32F0-65C4-4A7D-9E10-E9B677D7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E01DA-4DB4-4CDE-8589-EA96288A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8CB16-FC80-4C7F-AE36-904734BA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B3C381-7103-4C98-AB73-1FE4C48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B6072-4419-4710-B7FD-385394B4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낮은 품질 segment 하나를 전체 성공으로 숨긴다.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55E13-02B1-4F6C-9164-2DF82BA1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6C3D48-FD3E-4321-90AB-A8A2D0DA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79354-BBCC-41BE-B553-2A372CB4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flagged segment와 timestamp만 사람에게 보여주고 accept·edit·reject를 받는다.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42657-E9D3-492F-A123-1195A204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fallback·짧은 전사·reference 유사도 저하는 HOLD다.</a:t>
            </a:r>
          </a:p>
        </p:txBody>
      </p:sp>
    </p:spTree>
    <p:extLst>
      <p:ext uri="{BB962C8B-B14F-4D97-AF65-F5344CB8AC3E}">
        <p14:creationId xmlns:p14="http://schemas.microsoft.com/office/powerpoint/2010/main" val="1216043782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4EC21-C699-4EF8-8CA3-8B7B6BBF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5786A-D2A8-421B-AFD6-3343D6B4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99A36-CFD6-4BA4-B4F0-CC086D5F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05C7CE-6866-4E77-9A1A-6950BDB8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B31B6-55EF-41A2-8046-101B17AB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CA7E8-8DEA-4DFD-B8C1-A8CBDE1D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72C8A-4561-47F3-870A-CE64AB10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6AB23A-00B5-46DE-8736-3FAB75D8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output/day2-stt-lab/meeting_result.json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2A01A-D549-4A70-849A-697B825F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69A77E-FBC6-467B-83BC-A7FE2C4B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8EE5CC-74F3-484F-9A92-ABD2AD26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C8C97-53C6-42A9-8BD5-451B3389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한국어·충분한 길이·무 flag일 때 READY다.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 저장</a:t>
            </a:r>
          </a:p>
        </p:txBody>
      </p:sp>
    </p:spTree>
    <p:extLst>
      <p:ext uri="{BB962C8B-B14F-4D97-AF65-F5344CB8AC3E}">
        <p14:creationId xmlns:p14="http://schemas.microsoft.com/office/powerpoint/2010/main" val="1515060454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DD42A-F16E-45E6-8ED2-837D5FFD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4E00D-9649-4777-97CD-8FE3C6E7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57DEB-7D70-4654-BD68-83D36788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DACA3-F64E-4BED-8167-F281986E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B293A-B63E-43CE-A1C4-941B2B39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70B45-A2FC-47BA-98E3-186D38D7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C70ED0-DAD8-439D-A89D-CB6C1811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src/meeting_demo.py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5153F-7B9E-4BFD-996C-D4FA8698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97115-DBCB-44EE-B0FA-92385220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quality_gate.json</a:t>
            </a:r>
          </a:p>
        </p:txBody>
      </p:sp>
    </p:spTree>
    <p:extLst>
      <p:ext uri="{BB962C8B-B14F-4D97-AF65-F5344CB8AC3E}">
        <p14:creationId xmlns:p14="http://schemas.microsoft.com/office/powerpoint/2010/main" val="19423116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978FF-997B-4B8A-8226-B8C1F1DD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1A768-2F0F-4023-8F84-82F12D1C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3A311-15C5-4A0D-826E-1424E6B6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2715AC-638E-4F63-99A0-E49C9F08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97906-F8CB-4AB5-93E2-8484CBD0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73ABF-0522-4C31-9612-28EED9B1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8C8B4-E81C-4833-BF3F-4A69CB3E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tests/test_meeting_agent_workflow.py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한국어·충분한 길이·무 flag일 때 READY다.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1C231-CB1A-453C-B221-CF870F8C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8FEC4-2CD1-44EB-813F-25163685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quality_gate.json</a:t>
            </a:r>
          </a:p>
        </p:txBody>
      </p:sp>
    </p:spTree>
    <p:extLst>
      <p:ext uri="{BB962C8B-B14F-4D97-AF65-F5344CB8AC3E}">
        <p14:creationId xmlns:p14="http://schemas.microsoft.com/office/powerpoint/2010/main" val="377100927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D62525-BF6B-47DD-BE58-6BBBA103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D9700-715B-412C-A7D6-7BDD86A7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3AAD8-54B5-4065-9828-D20B2837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437BE-A363-4F90-A9CF-334E6BDB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8CCD2-A27D-49D9-BC16-F078DFC6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CF175-C53B-49B6-9178-8B81516E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4410D-BD71-4040-A414-8ABD9F21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fallback·짧은 전사·reference 유사도 저하는 HOLD다.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flagged segment와 timestamp만 사람에게 보여주고 accept·edit·reject를 받는다.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E2D671-8E88-422F-9C2E-32715761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C86E71-60E3-42A8-828B-0CDC51C9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666055181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0E2C5-EC67-4931-B91F-7B27FB53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29A99-A82E-4419-A506-8B08E6E4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530E9-9741-400F-9836-76A53007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61096-6CF5-4A65-B563-9B86A6D2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D0A95-0334-4C5C-A81A-6BDB1704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0480E-5175-455B-93C8-9C6BB252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9F210-B6C1-4FC5-B2CE-4B68E9E5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72D571-D33C-4E14-B654-CB1B8504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5C6F8F-5398-4B7A-BE0F-03108692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한국어·충분한 길이·무 flag일 때 READY다.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6B659-BB31-47DD-B1FB-C9C95C0D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DE593-24BF-4516-BEC4-1E3A657A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DF96F-D29D-4694-91D0-14709E2E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A5CC1A-5EB4-49A5-A207-7A50295A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95000-6493-417A-B02B-8FACEDB5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DCC2B4-231D-4B43-9534-40A0FD9D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7EAEE-CED3-45E6-A9D9-147105FF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BA41E2-D749-4A8F-A90C-8E837DE2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827CE-1F13-4D72-B969-3DDE7E80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503396822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90733F-84E8-4332-A591-7019DA01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67D96-252C-4D0A-852E-30BF2A2C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31F1F-6B87-49FD-9228-A16FC3BC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2B99A-9A20-4959-938D-558ECE53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2DD62-D115-4A95-AB03-F5510AED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34BB86-EED6-46E6-BA54-830D39B6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D086E-AD97-42E9-917C-9978E6C4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66B8C-B2F2-4B7D-BD6C-125235E9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C3A3E-E0FF-4ABE-AA1E-655F9DDE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fallback·짧은 전사·reference 유사도 저하는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94A1F-27EB-4A24-8BBD-AAD68DCA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0DFB1-02DA-4579-8898-04CD74C2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2D450-6EA6-4217-AA51-5D1DB85E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84C711-47D3-4F0F-931C-E79B6925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653B49-084F-49E0-A080-BD4CFD9C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B2A34A-B758-480B-97BA-28DB0F7B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84696D-75B3-4680-8B97-ED3DEF3C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4634E8-EB89-41F8-B892-D84CDA59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613574-71B0-4863-8195-866D1A40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905724304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D8761-1383-4416-BE55-E8EFE32F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33EAB4-29E5-456D-96FB-B94EA6D2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345E2-040D-4EB2-A3C0-2AEF24DD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A7303-C9BD-4C6B-B921-D938853F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ECCAB-1881-4167-B137-9E8D7CC7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5CC6E-DC93-415C-ABD8-AA1C16CA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F8C1B-F80F-456F-9C42-9AD50AA8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회의록 생성 전에 고유명사와 금액 구간만 운영자가 spot check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BC135-D45E-49C6-935F-A2C19B7B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E8AB80-39DD-40FD-8AD1-3C0FBF4E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449435-DDA2-4B4B-B1AD-84C77A90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C2066-004C-4793-A903-B92AA6B9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2CB25-B64E-4F12-AA3A-D7DA0D04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1F74CC-EDA8-4254-AFBA-236F3F5E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6F9BE-8A93-448E-AA93-81C5B92F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B9DD4F-3887-473A-82FB-6115247C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C27C9-8AFF-4604-B7D5-44F53F65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4749D5-0F25-4049-A8D2-EB774351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2AD4AB-1359-4305-A1A4-6580D368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49FFF7-E98C-4357-9528-C56E643A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369432443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C1CFD-2F75-4FE4-9A34-8AB20250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794B5-B88B-4F59-BE09-D51AB392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B7308-5EBA-434D-9B72-ECE0A8D1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89333-0F53-4646-A29E-2074D05D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F5AA4-297C-42AC-BE09-C36A51C6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3930C-CFC8-42AD-A4A4-34FCD49F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0782E2-7AFD-4246-8E47-063C6ABE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회의록 생성 전에 고유명사와 금액 구간만 운영자가 spot check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62CDC-098E-4EDA-B7BE-D23AF237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213FE8-2033-4642-8276-78E69D22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8A4BD-1FA1-4C70-8F64-47820768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D8369-4C9D-44E6-8DDB-5FE8DF98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ECE05-3FEE-4851-BAA0-24F95390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1E94F-4C92-44CD-ACF8-12C4959F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128A2-7869-44A1-8470-1D9F73E3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370641-1F97-4E7C-A3D4-9A4616F5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2E71DE-DA41-410C-877D-9219C5C8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3099E2-A72A-4576-B685-5E47FE6D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ACDF60-20FF-42E7-8E2D-7180E2A0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8EB0E5-9141-40C5-B180-135F4615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971407667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CB6F7E-CD19-421B-A219-CAEDB3C6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4310D-84C7-4F81-963D-CC13A0F9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9A95E-37E0-4185-975C-FC9B82BC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0A12F4-A17F-4A2B-9939-D5B6BF1A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F6344-EA1D-4D31-BE83-BA31F104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52913B-F7E1-45AA-AAE0-F87049DC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D9BF1-3CC4-4329-BB1A-CFAD1F96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CC9E8-7A6E-4306-81AB-4D542BD2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CFFF7A-4D6F-46EC-BFAD-384421CB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한국어·충분한 길이·무 flag일 때 READY다.로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43955E-BFA8-472C-8BCA-E2B983EE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B0A63B-B757-44EE-B080-EF99C73B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EC227-072A-480F-8B13-398EFAD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A5435-A693-4B8A-883D-0F4494A8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0180A-C1F3-4DB3-A008-80E5CF27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D651D-ABBE-452F-99C5-04025E70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flagged segment와 timestamp만 사람에게 보여주고 accept·edit·reject를 받는다.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C9882-3C84-4707-9FE1-20944B09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9C6ACB-08FB-4EAA-BBDB-D80E8FEE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C8C2C7-2E2B-495F-B15B-B4034137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503832931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6CC4B6-E17F-45DB-B537-1FDABD65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BF498-F6E3-4A0C-B069-FFF54CB3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DC273-7AD0-4DBF-A09E-A4892239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5D3005-53F4-4633-B52C-9E23BDAA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99E96-ED16-43D8-95DF-2DCE6751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8FE519-98B8-4D14-A728-98661FF9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D3C19B-9E12-4240-BDBD-FE1472C0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58C61-5CDA-4D56-9D7B-9714C32C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CEFCC-78E1-44AA-94E6-7D838645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전사 성공과 전사 품질 통과는 다른 상태입니다이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5F5B4-9140-47F6-89B7-010D7CD0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2050F7-8AF8-4F6F-B5DF-4BF526C7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86299-D3DC-443F-A173-C235B244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111DB-54F3-4229-8C66-8F213AD8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4A632-E64F-43DE-9A9A-593FFA09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36BC3-1CD7-4EE2-922F-03F731C7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quality_gate.json과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1D8141-FE66-4ACC-946F-FB539853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회의록 schema는 요약보다 먼저 합의합니다</a:t>
            </a:r>
          </a:p>
        </p:txBody>
      </p:sp>
    </p:spTree>
    <p:extLst>
      <p:ext uri="{BB962C8B-B14F-4D97-AF65-F5344CB8AC3E}">
        <p14:creationId xmlns:p14="http://schemas.microsoft.com/office/powerpoint/2010/main" val="38789451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81E782-B1FA-4797-B66B-5B6567D5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ABE0D-0553-4E13-A698-19E6A680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4차시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D1382-1477-46FC-BE20-1C1C70E2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13:00-13:50  (쉬는 시간 17:10-17:40)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3D378C-E9C9-4FAA-802B-36C2E011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회의록 schema는 요약보다 먼저 합의합니다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8ED3B3-72F9-4A83-9C28-3EDCF0E8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summary·decision·action item·evidence를 Pydantic 계약으로 만든다.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E9863-68F8-4D71-B135-D6BC9D33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1FFC90-78FD-48BA-BB66-6AAE26E3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138CA-7B4D-4D0F-99E0-39815D2F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0B67CB-5041-4010-8651-0BEA73D3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425B5-66AF-4B13-AD9E-68A300DA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src/langchain_lab.py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4841D-6758-417E-BA3D-843A424D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E0B4C-A408-4EE2-A5DC-6A67E861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meeting_schema.json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7897E-56C3-452F-87D2-7C7383CC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4차시</a:t>
            </a:r>
          </a:p>
        </p:txBody>
      </p:sp>
    </p:spTree>
    <p:extLst>
      <p:ext uri="{BB962C8B-B14F-4D97-AF65-F5344CB8AC3E}">
        <p14:creationId xmlns:p14="http://schemas.microsoft.com/office/powerpoint/2010/main" val="315114268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FD2800-F4AE-498E-AD00-AAD6E020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A3D11-AD46-4F10-AE69-97D7CA9A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4차시는 앞의 결과를 이어받아 다음 상태를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B0F61-40F9-44E6-ABF3-6B4B972D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41AD1-3E72-47D8-8A56-3467EC98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825D5-B94D-47D6-A86A-B7B7E72C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D5AC0-8AC1-48FC-84B5-8183A754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88697-7B07-409A-884F-63F5D84B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1A531-5E26-47B1-88B7-CFC7F1B9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09D825-94B6-46C2-BE13-2D51B316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quality_gate.json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65E05-69C7-4C15-A623-16456218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AF8F9A-C91F-4422-935C-2E3AE01F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10860-F6DD-468E-9DF6-95C05403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회의록 schema는 요약보다 먼저 합의합니다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C1D04-9A18-43E8-B742-C083816B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29FE0-6F09-4EC0-BE2A-116A6A56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39701A-37DE-4E5D-8D67-5B6B153B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210986-3ED4-4B95-B811-0341F98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55247B-5233-422D-BC88-4C8E1660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9592A6-8CD5-48FD-85C5-67A4F7CA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긴 회의는 문장이 아니라 발화 단위로 나눕니다</a:t>
            </a:r>
          </a:p>
        </p:txBody>
      </p:sp>
    </p:spTree>
    <p:extLst>
      <p:ext uri="{BB962C8B-B14F-4D97-AF65-F5344CB8AC3E}">
        <p14:creationId xmlns:p14="http://schemas.microsoft.com/office/powerpoint/2010/main" val="1943534021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AC9C67-F7BE-4008-AA88-77931F23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자유로운 문장은 읽기 좋지만 downstream 자동화가 실패해도 원인을 찾기 어렵다.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05BF5-43C0-4954-A4ED-2A8AC380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ED8BB-EBA1-4F47-937C-A7C16B68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88891-C9D2-4068-BE13-37B7D950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8C695-AC0F-4D89-BB10-16A711B5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33514-C5C7-4CE0-9556-DAD7E095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summary·decision·action item·evidence를 Pydantic 계약으로 만든다.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BA245-B857-4330-A56B-02C17D2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E40F3C-2B1C-4324-852C-25D7A5F8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meeting_schema.json</a:t>
            </a:r>
          </a:p>
        </p:txBody>
      </p:sp>
    </p:spTree>
    <p:extLst>
      <p:ext uri="{BB962C8B-B14F-4D97-AF65-F5344CB8AC3E}">
        <p14:creationId xmlns:p14="http://schemas.microsoft.com/office/powerpoint/2010/main" val="678222226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F32F7F-E98B-40D4-A09C-4659F8FF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A3485-4051-4C8A-AE6C-30503845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3EBD8-8A6C-4DC8-97BE-21E8C248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8DF2FF-DB88-47C1-8D6B-3DF2AB23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8B85E-708F-491B-B497-6D2CBDE0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AF8B3-F0AF-41D9-8236-CCCB0D45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264F3-AF09-407E-9287-15316F9A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565DC-603F-44D6-ADD2-5B24861A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summary·decision·action item·evidence를 Pydantic 계약으로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F03A7-FAC1-4F59-B7D1-1015E718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604A5-62E6-4B63-891C-E765FF8D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C1C4BB-22E7-40C7-B1EF-94793EA1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원문에 없는 담당자와 날짜를 빈칸 대신 추측한다.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43A782-AD6C-4DA6-9C95-94F625D2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BA662-338F-44D4-A274-3106A446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12F5B-67DE-4A83-B9AF-6B307AD3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129679945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13F619-C4EB-427A-9E3F-F58EAB61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B02CA-1F79-4753-A0D2-F6901FE3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C14A4-6365-4250-9844-8660076C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7DFC2-3104-4819-A6F2-B984D292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65400-D69C-4AA3-A7FB-93FC8B67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E7FF8-48FF-4E60-93B6-020CF3F6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271B89-25DC-4775-A398-29AD515C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22BAC-F0E1-4257-A3B0-850A3470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50099-BF17-4725-AD85-F25469CA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EACE13-77C9-44D7-BF20-35D8D37C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5B7BA-0BAE-406A-90A0-9075EEEF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61572-95E6-44A4-ACC8-021989D3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41395A-B62B-4D18-8950-ED73B623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524074-1466-4FB1-AC4D-63988EAC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필드와 형식의 약속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71E865-C66D-4B8F-BD5B-1F075093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52F6D-2672-4050-B85D-9D2122D0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Pydantic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7B9730-0257-46DA-B106-ACFB2F1B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68AB9-E219-47E6-AE62-5BDEF98B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데이터 검증 도구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6692D5-9194-45E9-B208-A30DD454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B58EC-A164-49CC-91B7-5BF26EBF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Structured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53D399-F9C9-4B1C-8780-01201A31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AF2335-47A1-408A-BC72-A1946761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정해진 구조로 받는 모델 결과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0604AF-B4DD-4C10-A627-0F69430C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C2674-162E-42A9-BEAF-526D7F06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null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2ED79C-72BB-4B87-9DE9-4651CC91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CDE19C-0DBC-4059-8DE4-00766A1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원문에 값이 없음을 정직하게 표시</a:t>
            </a:r>
          </a:p>
        </p:txBody>
      </p:sp>
    </p:spTree>
    <p:extLst>
      <p:ext uri="{BB962C8B-B14F-4D97-AF65-F5344CB8AC3E}">
        <p14:creationId xmlns:p14="http://schemas.microsoft.com/office/powerpoint/2010/main" val="1286554675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DC76A6-11C8-48B2-8A23-D15C8B4E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482F5-B75C-474F-80E4-C577DF21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0CD16-E212-4E1B-9C03-AC6F4904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413F9-2329-4C7C-8935-D1CD3C0E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B0E63-86AD-47EF-8C37-7ADEF7AD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6961-8BA2-4657-BE10-8493C59B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5CBAF-D722-4B99-8F4D-D2950B7C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1AF7FB-954B-4720-BEC0-545A7812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src/langchain_lab.py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04E1D-72D3-4400-95E5-46669858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CFA91-8EB2-4812-B3F7-A5DBCCCC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BD07B-F129-4D6A-8C2A-9C878B5B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필드 선언 → type·범위 검사 → 추가 필드 차단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7FA1B-8A82-472D-AF73-027F9486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94A129-6624-41EE-8F7C-76D47514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89D50-65D7-4AEF-BAD3-83093CB6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BD0A0-DAD2-4540-9071-DD1F830A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1F7B2E-4038-4245-A279-AD9F6468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14781-D598-4348-A085-4691A668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개 Action Item이 evidence_ids와 함께 validate된다.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automatic_email=true 또는 evidence 누락은 validation error다.</a:t>
            </a:r>
          </a:p>
        </p:txBody>
      </p:sp>
    </p:spTree>
    <p:extLst>
      <p:ext uri="{BB962C8B-B14F-4D97-AF65-F5344CB8AC3E}">
        <p14:creationId xmlns:p14="http://schemas.microsoft.com/office/powerpoint/2010/main" val="56284163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04ADA3-4BC6-46B0-90F3-70FDE5C7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FD2631-6724-492B-B13D-7C068A26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F1626-7406-4B4B-A912-F90E3EF6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3DC45-3117-4D5F-BBC1-327D0E36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45A7F-F6FD-4D01-ABC6-596A1F8E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9DEA7-6088-4451-BFA9-CFA59F9E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7FDD9-DEE1-472E-90B4-5DB02A3F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04453-BA62-4B32-98D1-F3DA5C38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603AB-9AA6-4FAD-9C72-FDFEA131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필드 선언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F8709-20B3-490D-9671-CE596261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77157-D40F-400C-9D9B-D361B7DC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BD87D-D703-4902-91A1-C64DD0D8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type·범위 검사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20C240-0A65-4A20-885B-EA1B51C2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DACA67-1828-4384-A70C-4C20698C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852747-8FDB-40A5-B194-13BB234A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추가 필드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110E24-14F5-4C82-ABE6-55F0D568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766E70-2D58-4C6D-98A1-3D1F724F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FE4921-D7B4-4073-A509-DE377398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E7DD71-652E-4882-BE5A-F7BADD98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CAA59C-F9FB-486F-B297-E7669986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114E1C-0A62-47C1-A9B7-94E01C86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error 반환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3EA4FC-E41B-4FAE-8A7E-0A799472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meeting_schema.json에서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7579097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7089E1-C35D-4375-BAAD-47FD5601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B8D106-5057-466E-B14F-B54393BE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2ADD7-99B4-4439-BD29-166F2C63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A5A49-F81C-4817-9B3F-9434CA17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700DF-5CBB-4CF3-B15B-8D8BEEA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28C05-70A1-42BA-89EA-134557B7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EC1F70-A9CF-400D-BEB2-64258BD7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E3150-B739-457F-A6E7-7EA1DFC3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개 Action Item이 evidence_ids와 함께 validate된다.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FEB6F-4FD5-4D6F-AF2A-6875FF32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83F3E-6424-410D-BDB3-5A4F5758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897C54-15AA-4BE5-87D2-B342C44D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automatic_email=true 또는 evidence 누락은 validation error다.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410FB-975E-49C8-AF68-C7766D77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E687F3-01B7-4EEF-A109-907E86BB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54C44-10BF-464C-8070-2D951CA7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95330-EFAF-4063-BE4A-7FB17BB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20299D-5212-43FA-A076-00C5F2BB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BAE60B-F25B-4FEA-AFEA-DE55D018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식별자·meeting_schema.json</a:t>
            </a:r>
          </a:p>
        </p:txBody>
      </p:sp>
    </p:spTree>
    <p:extLst>
      <p:ext uri="{BB962C8B-B14F-4D97-AF65-F5344CB8AC3E}">
        <p14:creationId xmlns:p14="http://schemas.microsoft.com/office/powerpoint/2010/main" val="85961142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C0F6C1-BFB6-4E61-AD9E-509E4AD1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EAA513-9B1A-4EE0-95AB-461D3508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25F34-928A-4378-B243-2EF506A7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9C28A-8B05-4FD8-AB28-789BB9A9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D7EAA-8E96-4918-A42F-3509BDDA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D58E4-221D-49F7-9F77-97086CBF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B09F7-A0DE-4B3C-A504-F24737BF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4D84F-4438-4F40-8F60-A75B5363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016F2-75A6-44BD-99BE-101B955D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src/langchain_lab.py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73FD55-14CB-4475-9907-AB98714B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75B68F-F128-48E9-B88C-40B53DE3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17227-1F1B-4E31-B8A9-043D7238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DA72A-8617-4FF8-B075-BD3664DF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216695-6D27-4C6F-AE9E-BA4E7CB0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46775D-D4E2-4571-8AE5-90BA2E74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tests/test_langchain_langgraph_lab.py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5A115-14E3-42E1-8619-1CEDB3D1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8ABC7-2C84-4D02-B391-8ED5A2C5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F7DBF-BE3E-41BB-9B79-BF9B0297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264898803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07D59-8AE5-46AB-BC71-AA357C7C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58146-AC88-47DE-8132-3192A6F4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회의록 schema는 요약보다 먼저 합의합니다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DB421E-23E4-45DC-A057-B0FBAAEC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0B72F-27F8-4D3E-90F5-630ACEF5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7BB37-7611-4109-8F2A-0112A06F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5B4D3-1301-48F4-A994-398D8216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18BE0-BE8C-4971-A757-84BDD3F0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자유로운 문장은 읽기 좋지만 downstream 자동화가 실패해도 원인을 찾기 어렵다.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C9B0B-462B-43BE-A06F-1BE00F81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0C79EA-90CE-4409-B609-EBA9FCD7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E1468-9C19-4B2F-B3C6-0AFC2FD0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원문에 없는 담당자와 날짜를 빈칸 대신 추측한다.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145BA-8F59-4A7C-A917-42A4F002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미상값은 null로 두고 evidence가 없는 Action Item은 HOLD한다.</a:t>
            </a:r>
          </a:p>
        </p:txBody>
      </p:sp>
    </p:spTree>
    <p:extLst>
      <p:ext uri="{BB962C8B-B14F-4D97-AF65-F5344CB8AC3E}">
        <p14:creationId xmlns:p14="http://schemas.microsoft.com/office/powerpoint/2010/main" val="122166526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44292E-C87F-4FB7-AC8F-BD47DC4F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265FC-7D25-4E5E-B74B-46562885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FE25F-267D-4601-A645-6C562B45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C868A-3C13-4EB5-B00F-176B8494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C095A-EE4B-46EE-9B74-A77C900E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E1CB9-2335-4AC0-8EF8-B292EDF6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AB567C-EE5B-454B-89FE-5BBD06E3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C4EF5B-A86D-42D1-8FEA-CEA55362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1A9FD-5C58-46FC-A618-B10B2114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EAF77-65B3-4B7C-83DF-476A01CF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0D533D-F946-4E42-B4BF-F4C1A79A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87715-F96C-4C38-82B8-1C0C7685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1AAC8A-82B8-4F68-8D91-266889D7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78390-8C7D-4CD7-8EA0-3BA61167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01577E-C701-47F3-9DFB-7B50A349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CE8792-AFA0-4C27-AA36-0C8E5F99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필드와 형식의 약속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B24D5D-D228-4157-80A0-5ACB23A5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2E25A9-688A-4CE3-AE43-7B8040F3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92E0D5-7918-4357-9AD3-1AC43336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F7808D-5FBA-4453-BCDC-EB5EFDFA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Pydantic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E58FDB-D082-4E7B-8012-59E37237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716B4-26A6-4CE0-8D48-58116E8D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데이터 검증 도구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4598E9-DA51-4192-AE27-67EB172C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062003-1BD6-4148-B8DA-C4F46BC7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67C4D-AB72-4FBB-A385-EE5D750A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D8B349-F893-4D0B-B8A9-85F5CDDA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Structured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E9BCE-AB75-4B7A-BAD7-AB81A458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217299-FAE7-4FF5-B121-C93AA692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정해진 구조로 받는 모델 결과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E99B24-F4B9-4222-B2C8-30616F85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0AD561-ADA1-4F5A-8768-D2089993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7AC39A-FDD7-4AE4-BC5B-A75E46BA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FF9A16-36C7-42FC-8AFA-A1080D09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null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AB3D16-8A9C-4BF3-8C9C-B7616956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D1CC29-A995-47D4-AF66-B18E1B2C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원문에 값이 없음을 정직하게 표시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BB6D1B-7E68-4112-A2DA-71EC63FF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EEA2AB-8708-47C5-96B1-201F1CD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839162946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914AF-101C-4A55-BADE-A309F4AC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FB3925-81CE-48AD-A4D0-9BC06735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FE244-D3A1-4589-873E-BB0F479D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01861-2CEF-429E-9326-997E755E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C9175-73E3-4421-B7A1-82718054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FFB9F-F20C-41CE-B9E0-C2402A19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317297-A7B3-4A33-8169-479A2FF2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6184C4-3027-4317-A4CB-CB6FBB16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AC370D-A383-4B15-85AE-6DE0A184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원문에 없는 담당자와 날짜를 빈칸 대신 추측한다.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B566E-5F09-422E-8349-2B59FDB1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A43D7-D01A-4190-8BF7-4A2B6FB3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자유로운 문장은 읽기 좋지만 downstream 자동화가 실패해도 원인을 찾기 어렵다.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B309C-5F9F-4C23-A388-7F27B6E5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128186663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2274B3-7ADD-499C-988C-CFA494FB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69AFA1-6FCA-4853-9A7E-736D8C5B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1E6B6-129B-4D55-B625-DCB93A18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24AC3-DDE3-41A5-8D30-2A9944AD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9AE0F-25F3-4247-B516-6F2E59D7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6B11B-38FB-4323-B417-1044DDA0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7F0B6-C434-4DCF-B009-53CD5AA3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D8C2E-963F-42C0-BE14-DD431B89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3DE340-ACFD-4ABC-8CFA-757BBAA1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automatic_email=true 또는 evidence 누락은 validation error다.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46E281-3E11-4EC1-8AD4-0E5E5506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93760-8921-4CA7-9108-7C4E9D42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200D2-7C52-4F09-B2C6-E41875B7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원문에 없는 담당자와 날짜를 빈칸 대신 추측한다.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BF040-D8A1-45E0-8E9C-2ECACF32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D56F4-C639-457C-8D5C-036A5661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95E589-C1FB-46A7-852B-43B0F5D2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미상값은 null로 두고 evidence가 없는 Action Item은 HOLD한다.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345028-9B9A-4352-89DF-FC53B7AE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B0D5E4-8E5D-494A-AC15-31302B5F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7D80F-BEEF-4291-835E-FE96FDD5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meeting_schema.json과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65710625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6F3582-07DF-4F53-8738-1C87B2C0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0DF76F-A9A9-4F03-A614-F7B88FA4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118FC-2023-44B4-A3DB-6115E112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766A6F-2DCD-4731-90C5-7BD81040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28062-0CE3-4E0C-B190-689B532B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DC5126-A21B-420C-874B-BD0B69C5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958b095b14b5a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7AC2B1-6FA8-4439-B888-73C2A462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schema에 필드를 추가하고 extra=forbid·누락 field test를 함께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C2B10-B77D-4DC0-A61D-9AD665B1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418276043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70FEA6-C6A8-4BAC-89D4-1DF76319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28EA8-74FE-4503-A562-F6415D34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A8FD7-C7A0-4D3D-ACE5-620CD40D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26441-40D8-448B-A3C3-9B80E0C0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C0883-25D8-4674-88E4-AF54BC91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2D8A6B-B4E9-4BD1-8334-D2631F47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DB91F-239A-4E92-AC5A-065567D7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4EFA8-6E4C-4F84-BD7B-EC2F85F1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89740-C784-48C6-A667-2E35E277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schema에 필드를 추가하고 extra=forbid·누락 field test를 함께 만든다.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92AC4-2AB4-4C1A-AB3E-EC99464F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855B5-D857-4D7A-A2B8-5F60138B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E44C03-E72E-4788-9582-DB7E9726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tests/test_langchain_langgraph_lab.py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29D13F-FEEE-4BA4-A707-A5F21388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A00B54-0430-4FAE-B94A-B5C777E8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E03BE5-551A-4A66-843F-2CF1FAD9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개 Action Item이 evidence_ids와 함께 validate된다.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automatic_email=true 또는 evidence 누락은 validation error다.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0D9A9-BA1C-4BBD-A039-B9833771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721F3E-C63D-44B1-B227-B311B6D2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741E0-31F9-43B8-A503-1F1FE717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20807988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E37D27-0051-4D5B-9ACE-49A64176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EAACBD-EA7C-4B5F-8276-A2D1A9BD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B55C2D-19B0-4320-ACAA-2D305B0B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3A281-489B-45AA-8BAF-D83EC05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99F33E-831B-47C4-A869-D53ED3DD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E3291-79CD-4C6E-B5A7-C5C8A723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BCF37-0A6C-443E-9903-E47233E1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C20E5-20BE-4143-9C01-A550BA4C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8FE21-5724-48EA-A893-4399F15D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27D81-8071-4433-986F-844C6FBA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E584C-88FA-43AF-851D-52C2BE5B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915EF2-0193-4ED0-B3EC-827516B2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145269-A9D2-47FD-8204-5058D3CD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DE6ED-078F-402A-A65D-E016D38A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개 Action Item이 evidence_ids와 함께 validate된다.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976132-F529-4E7A-85B6-A0E0FB37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4E738-67A1-4DB0-9CFD-679129E4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066FB-5BF5-43F3-A9D9-181F1F9D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584D5-A3DB-4FBF-A485-CF83C36C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automatic_email=true 또는 evidence 누락은 validation error다.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B034D9-BC8A-46AD-B786-7FA34088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7E407B-2828-48B9-AFCB-A13D6DC8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C4CA55-62D5-4917-A602-828A306C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CFC54A-5A40-4496-9558-70857CAE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327367596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8EFED9-CB6C-46B2-99B4-6CF101CC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D440C0-2894-4737-9AE2-CA11D43B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5F7C1-64E2-4053-B3CA-C5BB5226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9BC19-F527-4304-B5C6-7AB7A19C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65247-14A7-412B-A44A-125CD558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6032C-42B6-41E3-84EB-40D3F97D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005B7-5DC6-4801-89DF-0958878A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1F60F4-AFFA-4886-AC29-7B370602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8137D9-F70C-41FF-92C0-37E6744D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src/langchain_lab.py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495CA-D454-45DD-8FD8-76317176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07EB2A-6C6F-42C8-8750-E2061E06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C22AB4-1875-4D84-B2EB-19986392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src/course_services/meeting_service.py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919DC-B18F-424D-BB01-0D13BA8A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A907C-4BF4-4E07-87B9-054DF5BF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88A42-8ADF-416E-9FA5-E47513EE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src.langchain_lab --provider fixture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40FBF-7560-42FF-BDD1-29D774BB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F6072-CE24-4BE9-8998-FC645B3C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52D62-5BC2-4EA1-B855-A9897F76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세 개 Action Item이 evidence_ids와 함께 validate된다.</a:t>
            </a:r>
          </a:p>
        </p:txBody>
      </p:sp>
    </p:spTree>
    <p:extLst>
      <p:ext uri="{BB962C8B-B14F-4D97-AF65-F5344CB8AC3E}">
        <p14:creationId xmlns:p14="http://schemas.microsoft.com/office/powerpoint/2010/main" val="1450634031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43E412-35E0-4214-B623-6F494E6D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4C0F2-624B-4E23-A8CF-E2F46E29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61767-6CAD-49B4-8195-8A84F1A7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368B7-1470-47E5-B5C3-609F1C20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8F1F5-EAC5-4B71-BF5D-1F166E69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66041-63CC-4996-93F2-F0D74444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C7ED56-EA46-4C7E-8F56-3B09E6A7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664E0-AF42-47E6-B970-97277C2E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15228C-4545-47AA-813C-322B816B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src.langchain_lab --provider fixture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B73171-C31D-4757-909E-1D0E5C0C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A00B2-3B8E-45E2-B0C5-F51CDF53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670028412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AC86C2-F907-484F-BB99-320EB5AD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1CDAB-8802-4964-926E-D876BA14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44747-9371-40CA-9299-D912E8E5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5346F-FCDE-429C-9B9C-86D59A33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C3237-A2E8-4E8C-8A03-BF294F6E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0FD2D-0074-40BC-A35C-D6B1264F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4BF82-6BEA-4016-92F5-CBAAB4AB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DA2FA9-C09C-48C5-950E-D334335B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499EE-F6CF-4A96-8A8A-E4146069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76EDE-EABF-4F2E-A38A-9932F8CA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67E2E-EF9A-4DDD-B6BC-F408EB0D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E4E14D-CC66-4A79-9EB5-AF3167DD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B552A3-6653-488B-90AF-99EB2AA9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세 개 Action Item이 evidence_ids와 함께 validate된다.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automatic_email=true 또는 evidence 누락은 validation error다.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09067240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801D1-6CA1-4FD5-ACAB-D99ECEFB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1BBD9-B9C6-4855-A25C-F95FB22A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D4130-6883-4356-958E-608CF700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A5198-2CBE-4972-9A12-056A5A41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9B198-DB47-47B7-AA17-8E1F5288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F02DC7-7D0E-440D-A0F2-46B9811A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6215E-8B93-4642-BD6C-17C515D5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D74B6-5797-499F-A523-4D49C73E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원문에 없는 담당자와 날짜를 빈칸 대신 추측한다.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780E1-EB4E-4914-AA5C-F3A8254E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F59724-A1EA-4152-A764-22AAFFE3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71A71-5737-4B09-8FEE-11EA73C7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미상값은 null로 두고 evidence가 없는 Action Item은 HOLD한다.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523112-D5C0-4A65-8D9E-C17F8375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automatic_email=true 또는 evidence 누락은 validation error다.</a:t>
            </a:r>
          </a:p>
        </p:txBody>
      </p:sp>
    </p:spTree>
    <p:extLst>
      <p:ext uri="{BB962C8B-B14F-4D97-AF65-F5344CB8AC3E}">
        <p14:creationId xmlns:p14="http://schemas.microsoft.com/office/powerpoint/2010/main" val="178195516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2D6AC-676F-473C-8131-B2989300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13C0A-64C8-4F07-AC48-625052CA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B8C09B-F388-430F-B8C1-1BA9FEBD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393EA-312B-49A4-BB54-22DB1541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DD8BB-95DC-42A7-B5BE-7E876E6C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AD88C-C153-45D6-BA67-C115343E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88B46-C49C-46D3-A008-BB292E7D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124CD8-784B-41E7-BE8B-BC0619E1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7DC0BE-1030-44E8-AFE3-28CCA78C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DB97A-7205-4BC7-9198-E3FC79FF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6B87F-2F22-40DE-93C1-77677427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3025F-ACCB-4555-80B9-9F5756AD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개 Action Item이 evidence_ids와 함께 validate된다.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 저장</a:t>
            </a:r>
          </a:p>
        </p:txBody>
      </p:sp>
    </p:spTree>
    <p:extLst>
      <p:ext uri="{BB962C8B-B14F-4D97-AF65-F5344CB8AC3E}">
        <p14:creationId xmlns:p14="http://schemas.microsoft.com/office/powerpoint/2010/main" val="1195923107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E0B50-33ED-4998-9552-D9BB1090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1DE6C-F47E-4E36-B8C9-14B4F6BC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D84A9F-28F5-4799-8E9E-EF806F49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16E35-21AD-40C5-823A-EE51785A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52C86-3CB3-453B-A563-24A5ED9B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73E16-1E74-4567-B94F-DF1DFB2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E549F-CCC0-4123-AC74-260500BE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src/langchain_lab.py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07DDC-BBCC-45A6-89F9-18DE6880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A4169-B391-4CB6-AA2C-1C510392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meeting_schema.json</a:t>
            </a:r>
          </a:p>
        </p:txBody>
      </p:sp>
    </p:spTree>
    <p:extLst>
      <p:ext uri="{BB962C8B-B14F-4D97-AF65-F5344CB8AC3E}">
        <p14:creationId xmlns:p14="http://schemas.microsoft.com/office/powerpoint/2010/main" val="459032940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043C2-EE28-489D-93C3-9B06005E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CCE227-78B1-43B5-97C0-5F747FA6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E919-2C8B-463D-ADB0-F83EAF04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564EC-8F17-43BB-8206-FD729042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8D75B5-0D1E-4E0D-AEEF-7B0CA6C0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94293-0546-47C7-AED7-2623EFE8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FBFB2-593A-4234-BFE7-D47C62A3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src.langchain_lab --provider fixture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세 개 Action Item이 evidence_ids와 함께 validate된다.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0292B3-2E7A-4D75-A753-88C84513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BC0F0A-2156-4197-BC78-FDDDCF06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meeting_schema.json</a:t>
            </a:r>
          </a:p>
        </p:txBody>
      </p:sp>
    </p:spTree>
    <p:extLst>
      <p:ext uri="{BB962C8B-B14F-4D97-AF65-F5344CB8AC3E}">
        <p14:creationId xmlns:p14="http://schemas.microsoft.com/office/powerpoint/2010/main" val="151453098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A6512-80D4-48AD-9066-99E83DCA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4A5F2-3627-4A60-B8CE-16E45C74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EFE4C-12F2-4741-AB3A-0A48E389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3287E9-1846-4FEA-AB23-7A6E7844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063AC-320C-4AB8-8189-8EA7547C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6A279-94D8-458E-B224-381A59AC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D1E50-AE88-4E14-BAA3-4C42BDEF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automatic_email=true 또는 evidence 누락은 validation error다.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미상값은 null로 두고 evidence가 없는 Action Item은 HOLD한다.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C13036-2C53-4050-AB65-E8188136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344A2B-F232-4BB1-85F8-F945CEE5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651642728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AFBE40-9917-45EB-B82F-31B654A9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775144-99F2-40EA-9E04-5E6EC57C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B8C106-7E65-49CB-8E0D-D7DB8FE6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33B98-02D9-4D11-AB38-4C981EE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4FFB5-0E9F-4A97-A33A-1EFAB924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9B22C4-EC4A-47FB-B812-6E75B998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4DB1B0-EFB9-4BC1-ADF7-A8A323C0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9DBEE7-D463-48FD-B83A-74F9F2DE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A0E24-1BF9-4DF1-915B-8508B4CF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세 개 Action Item이 evidence_ids와 함께 validate된다.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F1FD73-E967-4D6F-BF8C-65E7F0B4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981FD1-2BED-4547-9D1D-E81247B2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C806C-EDEB-4487-B599-26E99460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44E928-F306-4C85-B8F2-62DA67F3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F72C14-C1FC-4F47-A9B1-3B6187F4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B7ECE7-6713-4A23-B7EF-4048F996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015E50-6232-4777-A363-A49AA844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B5336-A99B-4693-97A1-5EC6E9E1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49012-68D0-4776-B780-836F45BC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2001574832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0300AE-4BC5-4DF9-B296-80E64BF8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B3D5A1-D269-4742-A1C6-4CD49A11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95529-8E86-4DDD-8CAA-0FCA70D9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94953-C1A6-43FB-A598-C9028EF2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2A824-EE21-478D-B3CB-CF4F7183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005865-AF12-4799-80BA-F10927E0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88C81-EF5D-4B1A-8D19-BA365FAF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DE7870-1FEE-4B1F-8337-D79B6BC0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BBB8C6-69CA-4305-8BC5-FB263142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automatic_email=true 또는 evidence 누락은 validation error다.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56731-A90C-407D-8E76-652F89F6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5F7E2-B075-4428-8AE4-29D08D58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66D81-4203-4E0F-A653-35427121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A353C3-6B27-4108-A884-C637AE2A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E17F8D-54E4-4546-BD4A-7B54361D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849E1C-B2CE-468C-BA1B-C2600C83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A24121-8225-4B8E-AD15-97034424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8772CA-2149-4B80-B149-849AF037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EE5EA-07FC-4273-95F5-15FE88EE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980959054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770EF0-AA00-448B-8B9C-7C6DE1CC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D1BBC-772B-409E-AF18-CF18C0D9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B6441-18DA-4AD7-AACA-92B63B43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05748-A0FC-4B97-84A8-A58D59E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F6DA9-DFB4-460B-9F0A-04AC91AF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28CBD-BDFE-4DF8-8A3B-EFCD09A7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C3BB2-F3EE-41FC-9CBF-42D18692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요약을 Jira·Notion·메일로 보내기 전 공통 계약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B5D29-9585-44DF-A7AA-BBDCD1EF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A516A-06D1-4417-A90D-6A52B4B0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8A93B-0931-4669-9BA4-65FCC70C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32AA49-4493-4ACF-AC7C-FF2A0963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60099-CAD2-4C77-A98C-3A69507F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486CF-2F67-4AE9-B1C9-FFADAB54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BEEA8B-9BFB-4A94-837E-266C577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76496A-2031-486A-85D8-16754E09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418E40-B0B6-4389-8A87-B0560D53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BAD9D-1569-44F6-AE44-7E6DD7D3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4D3DDB-E81B-4028-89C3-12D28147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5F90EB-BB48-4AA0-9409-47065D59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164757895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4A11C-1BBB-425D-AEC3-6FA5E88B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29E01-4D03-47E5-80C1-B2EAA0D2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6DF969-AD71-434E-86CE-8F052CAD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9CEBC7-D9F4-4713-BB1F-7AC91ABD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ADC64-5C91-427A-8C0E-DC53960F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6811C9-20A2-48D3-B803-1E64BD1F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87D10-E747-40DD-8AE2-EB9E828C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요약을 Jira·Notion·메일로 보내기 전 공통 계약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DB7B2-6333-4300-BCF7-462654F8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1CCD2-207A-4E3C-8B0A-F25CE7F9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60F63-D335-40C0-879D-3ED2CAC8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A77F6-B3A2-4974-9F18-73F908AA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1642E-AB83-4104-9AD5-E07D87D0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BA168F-9461-4347-AA16-A335FB99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17BFE-39EC-4F48-88F4-F2B31E3E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B44709-E450-4813-9A46-011AD459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118E5E-41EC-4FF2-B613-6BC1E57B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F28D1-9385-4491-A770-13F82F7C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83C608-70D4-4F34-AED0-A7A026B0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5EACAC-4047-44A5-B33A-71C5E624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185774827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62D5F9-C127-4FFF-A5B1-AB20FEEF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06DE0-0407-4D5A-BD98-37557DAE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88F570-6138-47A2-939C-0EE8AAC9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91A24A-E289-46E1-BDDB-09E0A63C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2B2C5-E412-4578-963F-C6AAA85F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87230-11D3-46D8-9E72-F44C3F9E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28F7B-3E8E-49A5-84C7-86A904AD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E085F-F452-437A-A465-A4517005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0EA01-DBE5-4DB4-8994-B31A46AC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세 개 Action Item이 evidence_ids와 함께 validate된다.로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F6F5B-1E18-4EF4-AD17-C15A2B0A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3BEC7-7573-47CA-80C3-891E80CA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9887F3-2230-4F04-88FE-A45F8651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88A717-5134-4EC7-960B-FF21D491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5792C-AE79-4429-BA52-48718617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03B68A-720E-4328-839B-7AEDFE99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미상값은 null로 두고 evidence가 없는 Action Item은 HOLD한다.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6FAEDF-62B3-480B-B8EA-03036F5D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566662-70AA-4827-A7DC-FB459297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7B3CCB-AAD4-41C8-8619-BCDDCFD4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902994404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C2E1D-D775-401A-A11E-87425F05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39752-FAB2-40D5-9069-AE815191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48DC1-8224-42F1-A767-AD3818DA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BC130-B9C0-48FC-8493-B186B8F1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20593-F465-4EE0-9085-E64D5BB9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F31E5C-F095-499B-B3A2-055B0F9B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94E08-D95E-4FC9-B08A-06028480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126DF-B00B-49F6-A4AD-F76A3793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D4D1D7-F566-4F39-A229-815E9DF9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회의록 schema는 요약보다 먼저 합의합니다이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CABD3-5A99-4643-8163-28DC5ABC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68479-DBB0-4657-BDC5-44C33CF9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B0E8B-AF94-4A40-9CF9-6D2C8F53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src.langchain_lab --provider fixture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FE571-03B5-4686-A0F7-3B96F971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9E02E-B5FD-49ED-A1A0-12170AD9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8762F5-C6F7-4C0C-936F-88D20AA9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meeting_schema.json과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F3905-89EE-4681-816C-019F94A6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긴 회의는 문장이 아니라 발화 단위로 나눕니다</a:t>
            </a:r>
          </a:p>
        </p:txBody>
      </p:sp>
    </p:spTree>
    <p:extLst>
      <p:ext uri="{BB962C8B-B14F-4D97-AF65-F5344CB8AC3E}">
        <p14:creationId xmlns:p14="http://schemas.microsoft.com/office/powerpoint/2010/main" val="1589216978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08519-7B18-4CF4-9299-C098B93F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2FB5B0-4FE4-42F4-95C3-5E170D2E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5차시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4897D-BFF1-4DBD-93EF-625EA986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13:50-14:40  (쉬는 시간 17:10-17:40)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A354C-5D6B-4C42-AB31-D669BAE0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긴 회의는 문장이 아니라 발화 단위로 나눕니다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71CE5-1F77-4030-AF8E-05CF9820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timestamp와 evidence ID를 잃지 않는 chunk를 만든다.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29C4E-09CE-4846-95D9-2C3D2ADF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A4212-F1AD-41CC-8140-6D02FEBF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3A35D-E6FB-4FCD-95D4-FBD73A7C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FBD2A-66E3-485B-B0AC-93091252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60A1C-B5ED-4020-A9A5-C78B0786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235CE-59E5-484B-B2F7-533D2890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692F76-39C4-4183-88DA-670CFA05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meeting_chunks.json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38215B-3CC0-48D4-B192-172CD054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5차시</a:t>
            </a:r>
          </a:p>
        </p:txBody>
      </p:sp>
    </p:spTree>
    <p:extLst>
      <p:ext uri="{BB962C8B-B14F-4D97-AF65-F5344CB8AC3E}">
        <p14:creationId xmlns:p14="http://schemas.microsoft.com/office/powerpoint/2010/main" val="1135544280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2649B0-1173-49C0-90B1-7BEE3366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7C976-BE18-4272-B59D-BF60F0FB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5차시는 앞의 결과를 이어받아 다음 상태를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7B403-E7DB-409C-BD04-531D48BA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D33BA-6653-43EA-96AA-2395E20D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674C9-91E0-4C3E-9D1B-CA68FCD5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D39B2-4F22-4132-9958-2AE61AD8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C06D3-922C-4CF0-BDB2-657E3F31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7DFEAB-B135-4DF6-A41C-D13F4EE3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C48C0-F944-4A51-819E-43A227A2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meeting_schema.json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B9405-6996-4D17-94AB-32262924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9C7F1-92A1-4098-B589-C5564CDE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8C0C8-A06F-48BC-B9E6-8ABA1211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긴 회의는 문장이 아니라 발화 단위로 나눕니다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7422E-5B15-47B5-A632-45481EBE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61F2C-19DF-4871-8E3E-E22517FA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19E30-5344-4A21-A624-13C08B23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31E81-A5E2-458E-83BE-322C1618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C66245-5AB7-4670-B5CE-34321672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851549-0AB1-4025-978B-D3150282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LangChain은 prompt·model·parser를 하나의 실행 계약으로 묶습니다</a:t>
            </a:r>
          </a:p>
        </p:txBody>
      </p:sp>
    </p:spTree>
    <p:extLst>
      <p:ext uri="{BB962C8B-B14F-4D97-AF65-F5344CB8AC3E}">
        <p14:creationId xmlns:p14="http://schemas.microsoft.com/office/powerpoint/2010/main" val="71253042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56C1C-6865-45A8-A2F3-91B4953E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글자 수만 자르면 담당자·결정·근거가 서로 다른 chunk로 갈라진다.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20471-46ED-4514-8700-EB0BD314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6E777-7CCD-449A-9EFB-74E0B798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1289D-C894-40C9-BF38-E66BE593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93C9D-FCC7-4A76-9B22-D119FB26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7FDB82-D0E2-42F6-AA81-606ED46C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timestamp와 evidence ID를 잃지 않는 chunk를 만든다.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9CD1F-FF52-4323-86E3-74B4375A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EC0924-F32E-4286-815D-0CC0E20A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meeting_chunks.json</a:t>
            </a:r>
          </a:p>
        </p:txBody>
      </p:sp>
    </p:spTree>
    <p:extLst>
      <p:ext uri="{BB962C8B-B14F-4D97-AF65-F5344CB8AC3E}">
        <p14:creationId xmlns:p14="http://schemas.microsoft.com/office/powerpoint/2010/main" val="959713788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F2700-70A2-442C-88D3-9A9C955D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E268EB-3527-4F1B-9E63-7452E297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A4F60-E86B-4796-9869-63D44931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3F876-EFDF-468E-A6FC-C4065D2A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3F6921-335C-4006-9645-97B8B4E5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FFB04-592D-4415-9383-B7787ABB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9694B-55DA-466E-ACD6-EC141A79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F137C-BAAD-4FDB-ABEF-83BEB48E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timestamp와 evidence ID를 잃지 않는 chunk를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21556-E404-4B63-A1D7-597C1411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CDF76-858B-4676-A232-C15BBA84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6E804-01E3-4D3A-B7AA-ED97E8C8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overlap 때문에 같은 Action Item이 두 번 생성된다.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9D4D4-4CEC-4364-9F6C-211E59A6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9C2012-7848-4FA2-8660-6B00726B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2DE15-39A0-4B84-B4F9-282A7EA7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66744990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B17095-319D-417B-87FA-808377E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D09C97-F298-4030-BF71-638175AD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ADAF3-DF4A-4684-9F27-697EFB79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645F6-7341-4BDB-877D-8F76BDC0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52A58-7DCA-4F9F-8FA7-1DD33B7F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4DDE1-86C2-4D22-BE2D-72B3BDEF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B2324-5B0D-4486-8928-CA5F0E3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45009-E738-455B-ACC0-E96D5ABD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4D57A-563F-43BF-BCC0-7B09984D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9421A-0D22-45DE-AF14-ECCDC577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806A0-0762-4BE3-A877-354EA4C6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92D36-7435-4153-9B59-2F722732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Chunk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77B4BC-47B4-44E2-9EA6-201287CD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5795A-B1D1-4222-86EA-AF66D1CE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모델에 넣을 작은 입력 묶음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71E1AC-FE43-4DA4-A223-4284F246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C46A18-4713-44D7-BBBE-FD46E95B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Overlap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C6E4DE-014C-410F-A826-D6BE5ED3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1ACADD-44CE-41BF-94C8-7CDC9E15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문맥을 이어 주는 중복 구간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C94988-333D-4B2F-A380-77AF1D57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38F213-1D1E-4358-B841-943CD519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8A6E51-B5E2-40A7-8051-611FFC89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38B2DD-9981-4B4D-81D1-CE3B49EA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chunk별 초안을 만드는 단계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CCE4CC-E43C-4D0B-A47E-F7D456C8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096814-5DB4-43BD-9F0F-6E905172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Reduce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0C6A1F-8B22-4C99-A3EB-447A1950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8A9D8-EC4F-4DEF-A49D-1F37B245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여러 초안을 하나로 합치는 단계</a:t>
            </a:r>
          </a:p>
        </p:txBody>
      </p:sp>
    </p:spTree>
    <p:extLst>
      <p:ext uri="{BB962C8B-B14F-4D97-AF65-F5344CB8AC3E}">
        <p14:creationId xmlns:p14="http://schemas.microsoft.com/office/powerpoint/2010/main" val="1411933332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B878C4-1F6B-4FA0-A4AC-79B9CF72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B394A-26C2-4933-880A-7DD867AE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05A9E-5863-40E0-A11F-6A54FA7C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12B1A-0CCB-4ACF-9259-E3AA0217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FA6FA3-2E6A-4AE9-B90E-0C1BF8AB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22D6C-7262-49AE-902E-FD4B1709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B0244-FDF0-471F-9DB5-605C3D44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FE7E5-CAF7-407D-995A-5313DD36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9F680-B4EA-4DE2-A562-A797665D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404B26-FFE7-4215-BE6E-F00A3B04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5B02F-A593-4554-92DC-CDC76E3A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 정렬 → 길이 누적 → 경계에서 close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A4B23B-286B-4D0C-85BC-D2166495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630FD3-4988-40CD-8317-7BB1AE42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78B3DB-60AC-43E4-9678-677CFC01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D4498C-7DCB-4BF7-AAAF-912331FE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2C37F7-2268-4BE1-9932-0EFFB43C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FA2218-28BC-4C42-83A7-2A10740E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segment ID가 적어도 한 chunk에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max_chars&lt;40과 음수 overlap은 명시 오류다.</a:t>
            </a:r>
          </a:p>
        </p:txBody>
      </p:sp>
    </p:spTree>
    <p:extLst>
      <p:ext uri="{BB962C8B-B14F-4D97-AF65-F5344CB8AC3E}">
        <p14:creationId xmlns:p14="http://schemas.microsoft.com/office/powerpoint/2010/main" val="32216364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CE8B39-B11A-4CB7-9772-20A6CA99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3D71E-795B-4465-A466-9065DA70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CD986-D6FA-4E64-8E70-678CDEEF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AF31E-74CF-4F62-BDC4-24CE730A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D847A-DD63-4326-B6E2-B6C9696B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9A5E7-C7EE-4A7E-9850-2DE6E1DF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5B73D-A41D-4607-AFFD-D72EF997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8A0303-1056-4BAF-95F8-F5907F77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20374-66D1-4F19-A784-D2652FED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 정렬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E9B7BB-93A0-4715-8FB5-44D74F94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D93FF-97EC-4F29-B7D8-0DB12BCD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86E41-91B0-4B76-BCAA-53D65ED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길이 누적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B2E25-4B30-4CD2-8375-7138BBCE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89D51-0EE8-4B94-BEF6-F3F34AB9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BECAF-9753-4DE8-883B-D0B2B5B8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경계에서 close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1B9954-DD94-4DBD-B067-57AE3F78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A5433D-B55D-405D-A12B-C4B6B9F3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049E8-F869-46D7-958F-B7290714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segment overlap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B0276-8C91-4066-B5A0-1C0396CA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5EE985-2F0B-441C-ADA5-3DB35257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2D365-84A5-4BEE-87C8-A172A72C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chunk ID 저장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50A603-BAB9-42AC-AA08-51F5CFE4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meeting_chunks.json에서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672490312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28D2C7-18F8-418D-BFCE-4A34123C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1A841-28BD-4AF9-9DA6-9749BED9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36AA2-1203-42DF-AF72-B5063838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7D6DE-641F-44B4-B056-C39C10DB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1C307-D16B-4F53-A049-2532046D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2DB18B-DF6E-4F82-9E5E-D31706AB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56E58C-0B3A-4865-9157-BF7966B7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E51972-B7B4-467A-AFFA-BDB52B98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segment ID가 적어도 한 chunk에 존재한다.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E52AA-149B-49FA-9E15-B330BDF7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8B986-6241-4D7A-9B26-9B313460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D14ED5-BE60-4073-A971-21C78836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max_chars&lt;40과 음수 overlap은 명시 오류다.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9ED2B9-FD9E-4E45-8FA7-48A79FC6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6E743E-CEA8-435E-80C5-99D1C27C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57229-6BEC-42DE-A79A-F1B0E5F9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4E3025-A5E4-4E5A-9F16-424B8A68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8E2AE-C7CC-478E-A226-B4A533B2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B2622F-86E8-4D19-8646-61B1DA2E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식별자·meeting_chunks.json</a:t>
            </a:r>
          </a:p>
        </p:txBody>
      </p:sp>
    </p:spTree>
    <p:extLst>
      <p:ext uri="{BB962C8B-B14F-4D97-AF65-F5344CB8AC3E}">
        <p14:creationId xmlns:p14="http://schemas.microsoft.com/office/powerpoint/2010/main" val="2071009814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4D9130-A906-44DC-BED6-BEBF2801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520FE-54BF-4C0E-9511-2D200014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94CD9-A10D-4B16-890E-BA6C0082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7ACB3-460E-4FAA-8503-38059674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AD08C-F15A-4543-A0EE-96898AC5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24CEC-27E3-47DA-9614-59BD36A6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59BB9-5251-4A80-A9D1-35D40F1C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71A6B-48FF-487A-8F1F-5519476D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D82AA-96B5-44CD-9B36-C18D2B47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4EC565-3666-4534-9DE2-604DD12E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95422-06E7-415C-AD74-C3B0463A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2348E-6127-4388-A374-372630E2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31B99-B6D8-40A7-91A6-C45DB99B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7B529-364F-4074-8BE3-4EC0014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FA98C-464D-4EA6-AF67-A943EEE8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data/meeting_sample_ko_12min.txt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AB7B58-47FD-49CF-97CE-7EDF37BD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0EA37-0DA2-40C9-AFCD-B15AAE0C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785CEA-C027-41A1-911C-2E8262DB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512185612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72F215-D924-4656-9FA2-1D1B7706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2221F0-2C4F-4DF2-B31F-57FD723D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긴 회의는 문장이 아니라 발화 단위로 나눕니다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FEF18-B995-4D9B-A408-20E06C04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E3BA99-6991-4E95-9F0B-917A166C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F74E2-D721-498D-A244-5A1DB0F3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2217A-6ED2-4E83-814C-5A142734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79CE3-4E31-4CB6-9EA3-2C4CB0E6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글자 수만 자르면 담당자·결정·근거가 서로 다른 chunk로 갈라진다.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1376BF-AC3A-4215-8752-6255E06D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7DF1C-A47B-4D16-8719-D36675C0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07D6F-45AB-4868-A870-8BACB280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overlap 때문에 같은 Action Item이 두 번 생성된다.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53E2-C647-4975-B757-635E2DCA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ID 기반 deduplication과 최종 사람 검토를 적용한다.</a:t>
            </a:r>
          </a:p>
        </p:txBody>
      </p:sp>
    </p:spTree>
    <p:extLst>
      <p:ext uri="{BB962C8B-B14F-4D97-AF65-F5344CB8AC3E}">
        <p14:creationId xmlns:p14="http://schemas.microsoft.com/office/powerpoint/2010/main" val="1295989840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6151E8-DCE4-4949-9304-B06ABF1A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896C7-7C5E-48C2-97AD-7E93073F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50127-CF8B-44DC-8604-6E3254A9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270B0-6DA4-4B11-87DE-C4672570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796A5-2077-4FA1-87E2-2DC002FF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4A7659-AE74-4779-AF7A-5DD87217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C9C0AE-3F04-4FC5-A748-D4BD744B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130F1-34D9-417F-A67F-D14B531B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D2564-7FBE-4B0C-A82D-68EB2127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C1BD6-4636-4E4C-9F71-8554FD9F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CA5200-5297-4A99-B4F2-E2E00C9B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0FF5A-4109-4B8E-B47E-A7F1009D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9ED21-2447-410F-B2BB-6C4CF43C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A0D92-D44C-4963-8F17-EB619ADE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Chunk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1C3BB-8C43-4910-B16C-0DCA73B7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2CC2B-B8A6-4D6B-BDEC-B14EE6B8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모델에 넣을 작은 입력 묶음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BE312A-C4BE-4FD1-9BC1-1346A8EA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446AD8-B4BC-4867-8792-894FA7F6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45A8A8-99AD-4DF9-A916-EED4CF5E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469C7E-00C4-4E46-B97F-24B15E5A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Overlap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37BD35-A63D-4C10-9668-D2DF375E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C5CBFD-95FF-416A-9ECD-04F1C0BC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문맥을 이어 주는 중복 구간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8864D1-99B4-4DF3-B02A-A6552447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D4515B-6830-4384-A5B6-66A4883B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7A7921-4854-4931-A3C5-F40C8576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1C489C-F1F0-4A52-A51E-62DFA536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451C00-9F5B-40DC-92B8-CA7A0986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E67724-6DA1-407E-8EE4-A1D8AD0E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chunk별 초안을 만드는 단계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AE7D42-3833-4B3A-80DD-E8F739CA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B917D2-9CC1-400B-BF7B-6DD90574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0F1AD9-2F74-445C-BB01-A60A8FFF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790402-4561-4C53-AB94-10FF087F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Reduce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B85ACE-A941-4478-8B01-D9207806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D43885-2228-41B9-BDA2-634BDC0B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여러 초안을 하나로 합치는 단계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D6FC43-2EE9-4ECB-8A4A-609D27B5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9997E1-D7A3-41D0-92D9-2327CA17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554983965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CECEE-2FF8-4565-8107-AE5D3F8D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42D40-9272-4909-8698-E17BB73A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03B33-8B9B-4AA6-B326-3C2E3109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882EF-F041-40C9-82E4-2DAEB4C6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252B0-D3D8-4E21-800E-0AAD56E3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3AD31-C8F2-43A8-A8F1-7CF36500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B3C4DB-56D0-498A-8EAA-B1D2E6AC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4CA26-30D4-4BEF-BF88-8641993F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3D81C-44BE-4120-A982-7CCEA628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overlap 때문에 같은 Action Item이 두 번 생성된다.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80607-EF67-4C55-B5CA-525BB431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1F1E9-8A1F-4636-AA19-670F5F3A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글자 수만 자르면 담당자·결정·근거가 서로 다른 chunk로 갈라진다.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9297EB-EFAF-42C1-AB58-9B81574E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74985743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D35547-67A6-40A0-B6AF-69E290C0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54E34D-2917-4E38-BEA2-7650406D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5DF034-A0CD-4A04-8F65-0DEA57A8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6E7D4-791C-4C27-9445-651D7542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495D5-D9E3-4EC8-BC22-83D34904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DF975-BBFF-41F2-8C87-5C33C869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6D386-30DF-4B74-A685-630F8232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8A6D5D-5C83-4722-AC01-30B8AF65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0E2D7-1446-4FE9-B13A-6208AF74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max_chars&lt;40과 음수 overlap은 명시 오류다.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6DBF3-C30B-4C7E-9B6E-47759A8F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9D0CA-87D3-4792-BEE9-72F005B4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B1A78-9619-4EBD-AC7A-1533B76B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overlap 때문에 같은 Action Item이 두 번 생성된다.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A320A-5D81-4635-B572-B367AC41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2E999-F7A1-434A-8493-C25187F8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B3CF8-9D0B-4B47-92EA-0DFBCA1F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evidence ID 기반 deduplication과 최종 사람 검토를 적용한다.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E9AE44-B0D6-4295-9A15-443E703D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55F4FE-EC40-4E4E-8C5B-A0CA5078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34F8DB-3080-4C8D-BC19-0BE0375F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meeting_chunks.json과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555487787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54EE6-7959-40C4-820B-0AF01B7E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D6E411-E16C-4B1A-B98E-CFFE22CD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A86CF-9250-442E-8B78-324D2674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3077C-D992-47C5-BF26-95D3F4E8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B4CF0-FA14-4E58-987C-66A735F3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9756C-13E1-42D2-AF31-0C734F1B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89ee4e5b74457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FB4D3A-9E15-4918-B251-A24D4384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 경계를 보존하는 chunk 함수와 작은 max_chars failure test를 작성한다.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15586-1F5E-4319-9F7F-5BB163E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847522800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FDA0F-A9B8-4189-9A7D-22792DCB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D3F4D-8B5D-439C-8683-54F15923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399D4-484A-4B59-BB59-AFDA6BD0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62B3E-4DC9-437E-85C0-E3FE9162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65567-13C4-4AA0-8408-FA64CD2D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FC5F1-5EA9-42A3-B00B-E0EE1833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95F3A9-0EA6-4E25-9AA9-DDB4E04D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F2591D-F159-4E4B-AC93-76E18088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7569E6-A118-491F-BDB0-30D15A79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 경계를 보존하는 chunk 함수와 작은 max_chars failure test를 작성한다.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22BF80-25EE-4396-8301-D2E730F3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D8F73-6D30-45C0-AB44-B502AA6F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9DEAD-7940-48C9-94EF-32996C75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data/meeting_sample_ko_12min.txt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9CBB20-57C5-46D6-B807-0203A0B6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81F49-675B-49E5-BDAB-F6DBD3AD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0B8FE3-2CB8-4FDE-9EA1-390F2891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segment ID가 적어도 한 chunk에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max_chars&lt;40과 음수 overlap은 명시 오류다.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D5235B-8AB1-48AA-BB68-E5954BC2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4E2DC-5EAE-4C95-85D0-CBCAD71C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02A06C-AFD4-49FA-B0D9-08E2D567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2135273505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9C8FE-906F-4A3B-A7C7-08F2347F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06001-949F-4B6F-9800-4B746AB8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A013C-4B36-4BA7-8512-77EC066A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61A4B-AC2E-4DED-9FD5-F47B106C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BC5E3-3F56-4F77-9214-62067F52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352F0-8640-4589-BD08-14B8FA60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7549D-9186-4187-970A-0939BACB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7036E-3DC9-4532-BFE8-B9A79B48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A62879-85A2-44B1-9E24-201E11C0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EA71B-CD07-40E4-AD80-FBB8B007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5873E9-70FC-4D4B-B617-CC2EDAC9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E62774-F946-49D7-BCC7-1E687C2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51EE8-026D-4604-8608-3071DA11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D8418E-721C-4DF5-B37F-0FAB087F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segment ID가 적어도 한 chunk에 존재한다.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6909D-70AB-42A9-8CF1-318A1B80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C6AE37-5FFE-46A2-955B-65BD7F89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410A4-6EAB-4586-8FDD-17215C8C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E65EB8-F31A-427B-A97D-E24508D4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max_chars&lt;40과 음수 overlap은 명시 오류다.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71E18E-6D49-4466-A4B0-B7F4F99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5295E-B7C5-4FD1-B79F-F22B2DD8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163F25-46CD-4A26-94C8-4F8BA1D5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713CDB-A722-4D65-BD68-DE550FCB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402312252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2D02B2-B471-42FA-9EBC-496FC089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4EA5B-A864-4B68-8B3E-2531CB3C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22493-E183-49A0-B562-9619A657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C10E20-BEBF-48CC-91C6-BA6C9D52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93737B-ECA6-40F2-82CE-40AADDAC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98FDB0-DAF0-4706-90E8-D0461F64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B3D12-9896-43AA-B3AD-76D1082B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87D98A-B78B-4302-8816-A5C7BCC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06F4E4-B0A9-44A8-A77A-1B6964F2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src/course_services/meeting_service.py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6C101-BDDF-49E8-8E8A-09122484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2D665D-0AAC-4BE2-A8D1-EE6A5F02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D08E60-BD44-4D57-BA03-43179C81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5DF9E-F2DD-46E8-B0D4-6301BA0B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2C0564-9699-499E-928B-4E274F69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0F2D8-9AFF-487D-8497-2BBD1629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meeting_chunks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0A324-7967-439A-B895-D2FE1B3E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8F67FB-F4A7-47B4-8C69-541BCD11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B728F7-94B3-4043-9688-97B77713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모든 segment ID가 적어도 한 chunk에 존재한다.</a:t>
            </a:r>
          </a:p>
        </p:txBody>
      </p:sp>
    </p:spTree>
    <p:extLst>
      <p:ext uri="{BB962C8B-B14F-4D97-AF65-F5344CB8AC3E}">
        <p14:creationId xmlns:p14="http://schemas.microsoft.com/office/powerpoint/2010/main" val="1414021616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1A774A-D7F7-446E-B287-CC6CB131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A7ED7-97F3-487E-9F8B-F4757EE0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C1489-A13F-4C7B-A71D-B705AF17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510BB-4111-424C-B04F-78D4592D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511B5-FB44-4B6A-BB24-5CF6E040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C1863-6B5B-474E-8EED-746D94E9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67DD09-1C33-4137-B8BF-65505EC4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364BEA-EFF8-4E64-AA45-CEBB028D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945EA-DE88-41EB-B4DD-9A87310E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meeting_chunks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09CF0-42C1-40E1-936F-FAD7AD1D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DBFFC-4832-4E2E-9111-D2216356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249785106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F05E7-FD21-4BE9-AB16-69910480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67E3E-7FE0-4273-B38D-B36BC44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074E40-D718-4430-8931-445356A8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0273C-F19A-4F27-8437-3A93539C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D2D7F-33BB-48A3-93C6-E38C85D4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32A3EC-4780-4C66-BF5D-9A2E3877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CA7323-5D9C-464B-98C6-23E09342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3315DB-040D-4D8E-A31B-5368B913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F8537E-83EE-425F-A88E-D766CA17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C3200-1BF0-4D12-9F42-4B8045F3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DF9D80-5DA6-48F9-8AE6-426E1CB5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3A5FC-F61B-48D1-8794-CD42945F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B61A7-B0E9-4A23-AEE9-73B4FD07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모든 segment ID가 적어도 한 chunk에 존재한다.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max_chars&lt;40과 음수 overlap은 명시 오류다.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143949628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5CFEE-B10E-487E-90CB-68165312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18EEB-BAD2-4786-89B7-8FF67D14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5DFA3-BADA-4D07-8527-5E65D69E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8714F-226E-4E38-8A6C-308D4161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11E55-449B-47D3-B2A7-B5CAD2E9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EF1EE-DDA1-44AD-B61C-1F67256F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F422A-3186-40D6-8E10-528161EC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B91D5-4F30-45ED-AAA7-AAB20B26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overlap 때문에 같은 Action Item이 두 번 생성된다.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B7B62-D09D-43AD-B86D-7CCE18B7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5F39F7-DCE1-4667-9592-F1483000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2ABBA0-AB6A-40AA-9E72-4AD993CF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ID 기반 deduplication과 최종 사람 검토를 적용한다.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A7134-5534-4045-8999-639986E9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max_chars&lt;40과 음수 overlap은 명시 오류다.</a:t>
            </a:r>
          </a:p>
        </p:txBody>
      </p:sp>
    </p:spTree>
    <p:extLst>
      <p:ext uri="{BB962C8B-B14F-4D97-AF65-F5344CB8AC3E}">
        <p14:creationId xmlns:p14="http://schemas.microsoft.com/office/powerpoint/2010/main" val="748685772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43D73-9AB0-4DA7-B6C0-23E8A4E7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25B5DA-1C64-4C31-871D-9D1CB44F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2FB23-8A79-4CD1-BA0F-27D7C698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1CFCA-5FED-41AD-9B6D-00E720B6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C0946-86E5-45A7-94B6-9F242103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D1BBDB-38CE-4248-839F-62856992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BF2F7-A4D9-47D3-9CF8-8F6E33D6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AC40DB-3B81-4BC8-B848-A44D6F70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2683B-F6FF-4BEA-9D74-1C238057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CA5F4-2D1E-4C39-8D81-ED206625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F191B-4A29-46E8-8710-D1B34A6C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2ED459-B69F-4181-AD01-5F92AEFB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segment ID가 적어도 한 chunk에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 저장</a:t>
            </a:r>
          </a:p>
        </p:txBody>
      </p:sp>
    </p:spTree>
    <p:extLst>
      <p:ext uri="{BB962C8B-B14F-4D97-AF65-F5344CB8AC3E}">
        <p14:creationId xmlns:p14="http://schemas.microsoft.com/office/powerpoint/2010/main" val="215341768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0396D1-3320-44D8-8913-23C7AC8C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1AE6B-6C5E-4334-AD74-4ED1520E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9D9FE-4316-426B-AB4F-0AE6A1C6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702EF-1584-4392-97B1-EDD35127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E42A34-368B-4683-A226-978C8854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B8369-1789-46F2-8149-A55B2385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24F2AC-56C7-4D3B-8929-3179667C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src/course_services/meeting_service.py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CE0851-380C-43C6-90F5-55A1EB40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9D876-B95B-4E4F-8850-D20B6399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meeting_chunks.json</a:t>
            </a:r>
          </a:p>
        </p:txBody>
      </p:sp>
    </p:spTree>
    <p:extLst>
      <p:ext uri="{BB962C8B-B14F-4D97-AF65-F5344CB8AC3E}">
        <p14:creationId xmlns:p14="http://schemas.microsoft.com/office/powerpoint/2010/main" val="1438545898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933EE-FCA8-4355-8DD1-C992103D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55F9B-0DA8-471B-BC68-C7B93085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A65A0-EAC1-4353-927F-50E761CF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6BD69-A6F7-4A40-8121-3E8C38E0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CD72E-6793-4CD0-AABC-42C70F3D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FE468-155B-4571-A28F-0C07857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1C877-1A3A-4DD6-9BA0-771975D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meeting_chunks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모든 segment ID가 적어도 한 chunk에 존재한다.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AAC8E-C047-464B-AAF5-D2671ED2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A9DE06-873E-4994-9DA9-C07F2188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meeting_chunks.json</a:t>
            </a:r>
          </a:p>
        </p:txBody>
      </p:sp>
    </p:spTree>
    <p:extLst>
      <p:ext uri="{BB962C8B-B14F-4D97-AF65-F5344CB8AC3E}">
        <p14:creationId xmlns:p14="http://schemas.microsoft.com/office/powerpoint/2010/main" val="118003026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1CC3D-F65D-4706-8340-10F71A75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20B91-BF55-4EA7-838C-1AA578AA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6E8110-FC39-4F81-986D-F604A49F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A264E-2AB8-410D-810F-50E34830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84C2AB-7AFC-4159-BF48-BED389D9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88195-1CA0-466E-82DE-D5EEFBC1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A2EC1-3EB4-436B-A583-4345183F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max_chars&lt;40과 음수 overlap은 명시 오류다.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evidence ID 기반 deduplication과 최종 사람 검토를 적용한다.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16427-1820-43E9-BD80-F6FDA7DD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9676A-DDD3-4729-968B-A3A33341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696331284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BCDE40-F774-4AF0-B25D-07F71E3D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83DA22-3FED-4C34-840E-9307064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88220-F144-43E7-8E14-92790BD3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85637-F440-4F40-ABB8-DFB97A8E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7F561-6DFA-4DA2-9B6B-E223AF4F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B32C4-860A-4B56-8C3E-D85F7B81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F4250C-932F-485B-B102-377DAFEF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7043A-A1AA-4B90-8878-15CDA952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B77E2-DE44-406A-BDC7-1F4D680F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모든 segment ID가 적어도 한 chunk에 존재한다.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CAB57-7506-4D63-8F1A-96EE584A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6C207-6641-4783-8210-D20BAC7A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8B7413-8EB2-4960-9FD3-894EAC65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342E5-7583-499A-B8CB-4D32B058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E3ED9-9E47-49F3-A141-6663847C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BA3FF-730F-475B-AD39-388BDAB6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E2E46D-F1B7-4D2B-BA1C-450E3940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6B985D-F754-46B2-997E-99133211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4CB2E-884C-458A-9BF0-64B86F20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770896555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FF6036-0994-4C9F-BCE2-4DEC5AD2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6DDA8F-D1CA-486C-881D-A3F5240C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D0845-B288-4D10-84B3-FA984FFD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0021E-CCF7-409B-B735-B3843D61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F8387-DCB7-4D89-831F-EF11718D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28D924-D71D-4E1C-AC78-82D93B06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2D96E-25C7-4A46-B270-8E54A6A4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518EA-1B61-4C77-8D59-FEDDB965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919E4-00DE-4B4B-9FD7-BD31330E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max_chars&lt;40과 음수 overlap은 명시 오류다.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69E10D-A024-435A-9CEA-F856A43F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8DB2DD-A475-4683-A130-1DDB37A5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0CFC1F-8719-4F20-A870-0F0D7821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8F29F-3328-4331-AD67-A330F8AB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29D79-1A1E-47DB-9077-42E481C2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994A4-688A-4DD1-9D8F-A30E9835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00743E-4E55-4EA5-BCB7-1DB3C4C3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71F53D-01C0-4597-B7B2-9952FD1B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58B4A7-748E-4AF0-8B9E-013705BD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387584941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B9A714-38C7-4559-B98A-4B18A5FE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6CD0C-7DCC-44AA-A70E-EE46FEE7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ADAE0-ACEA-4AEC-B27D-568A5C9D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8B303-1921-42F8-A5F8-A180F173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A00C1-1013-4A3A-8651-97E36C4B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CA5BAD-AF92-4C1B-AE9F-102C3DA1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05C0B-695F-4629-BE18-56A70591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10분 이상 상품 운영 회의를 결정·담당자·기한으로 축약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73883-54D3-49B5-9A93-854B3980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EC32A6-9C41-4AB8-AFBF-771D37D7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1BA81-7047-4AF3-9896-F7179B6E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6B567-0F90-4E24-9A45-6E7F7169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C22BAB-6CAD-4C41-B4A0-A997B7C7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F63BF-536D-4F05-8AAF-43151A92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9A6F8D-823A-4DE7-B598-7206BC10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FA86B-5122-4415-B97D-CA7DE659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FA2638-A05C-41B3-A739-B36D5F3D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A3898A-F170-4D2F-848C-8A3A0679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CF09B4-9F94-4ACB-A97A-E3CBC1AD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7F3B4D-F67A-4EC5-AE6B-17FFFDD4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194865010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B1141A-CE7E-4FCD-8A58-1676E5D3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4AC8E5-333F-45B3-B001-16D2F9EB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C3A141-7FD9-44E2-B4D6-DF8461D6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823D4-85E5-4BE4-8294-CA3D5254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658D6-D66C-427B-8B43-65B1945C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09FCE-1CE4-4DA4-A91B-AAD305D3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66D15-818E-45B5-99CD-FE54A175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10분 이상 상품 운영 회의를 결정·담당자·기한으로 축약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07800-A9D5-4E86-A3C9-355DC72B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A6EDAA-C0AF-4883-9E4E-64A60856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727800-CCBD-4640-931F-963625F6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7527D-F267-4B4D-804D-25E9E176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C9953-245B-4199-A479-E875E3A5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87766-79B1-4891-890B-FF73BD2F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9769D3-602F-46E1-8789-ABAA90E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FA3E7-E04B-411D-8C9B-1315577A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4856F-76B7-4342-A57F-0957EC84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4BC20F-12C8-4C3F-B989-F9762C9C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A5F21E-B8C6-4C9E-9776-3FDDE244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3D47BA-A989-4688-AA4E-B4724804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81672617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6388F2-2E4D-4F37-BCD3-F10B7CC0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DF7E8-B7DC-489A-80C6-0EE20783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E1C22-ED79-42F7-9DB0-2697043B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DB3B8-8694-4311-A306-38682ADB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CE67A-15F1-49C7-93B8-6D744359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D9886-D559-4FC1-A699-5EF86942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BD60C-B3F5-412E-A05E-55BF4AC2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690509-1D01-4936-9D00-AB2AABC2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D9485-4D48-4FE9-84E4-7794BE71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모든 segment ID가 적어도 한 chunk에 존재한다.로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8B01F-0946-4012-A499-7C279EB4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3C172-02ED-4C03-A61C-D9E6486B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F35F6-5778-41DB-AE34-1EB34E84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8E98C-9113-4E62-8E6C-5DBD8855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6E89C-FFAE-4135-9CD1-0D43D4BA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89C29-F4E4-4341-8081-C5B3E78A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ID 기반 deduplication과 최종 사람 검토를 적용한다.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C9A997-459B-4E17-9483-C7BFCA39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CEBE2-8E1D-4336-9177-99212080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A4CA8-84A1-4672-A307-EFE5E2BF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2020972150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BFD35F-9A9B-4DBE-9CE6-9B37D7BE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511AC-4DBF-420A-B8C3-54AB43DE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A66AD-5C07-46D1-AA10-0D24F0BB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3500C-3772-420B-9043-456CC5B6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A9FCC-407E-41E2-A76A-B2EE1E73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8169C-BFD4-455A-BD0C-D32CEFA4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F1E2E-7693-4B31-9180-87E2ACE0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5A3F5-372B-47FE-AD2C-AFE1318E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31E2D-7CF4-48DD-B394-FEDB48E7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긴 회의는 문장이 아니라 발화 단위로 나눕니다이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CABC3-2087-4ACE-AF4B-EA8B6C86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F65F0-59DB-4289-8DD0-13D9E977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91B226-C7E9-473C-BCD0-5589938D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meeting_chunks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47044-53A0-4636-B736-A2E50E5E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946BA-D919-46F3-9715-EDDEEEE3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45C9E4-DE47-4CFA-A0A3-2A81DA12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meeting_chunks.json과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D86AB-9089-4D5A-99B1-7D7C7BA8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LangChain은 prompt·model·parser를 하나의 실행 계약으로 묶습니다</a:t>
            </a:r>
          </a:p>
        </p:txBody>
      </p:sp>
    </p:spTree>
    <p:extLst>
      <p:ext uri="{BB962C8B-B14F-4D97-AF65-F5344CB8AC3E}">
        <p14:creationId xmlns:p14="http://schemas.microsoft.com/office/powerpoint/2010/main" val="1710975537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8AF0EE-7D4D-4D41-B6C1-E9E25E1E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80733-E2A2-4981-AA0F-F1669BF2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6차시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DAB63-F6B6-49BD-A237-7E051511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14:40-15:30  (쉬는 시간 17:10-17:40)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5A01F-D155-49A3-9386-D42BCA68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LangChain은 prompt·model·parser를 하나의 실행 계약으로 묶습니다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15605-4C3F-420B-99DC-36BCC80C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fixture·Ollama·OpenAI가 같은 MeetingBrief를 반환하게 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1E165-C0EB-45DB-86D1-F1F1A86E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7E083-4BA0-4786-81D8-32DFB2F7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4E249-89DD-47DF-96DF-DC88E98C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0EDF5-9C59-489D-B35E-147E852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8AC2A-8C20-4A94-8E75-D99A0218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src/langchain_lab.py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src/openai_provider.py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84058-9D75-412A-B704-9C108199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E35D0A-CF12-4662-AEE0-7AAFBD75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meeting_brief.json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12E2ED-4475-46D6-8A2D-FC9AF18A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6차시</a:t>
            </a:r>
          </a:p>
        </p:txBody>
      </p:sp>
    </p:spTree>
    <p:extLst>
      <p:ext uri="{BB962C8B-B14F-4D97-AF65-F5344CB8AC3E}">
        <p14:creationId xmlns:p14="http://schemas.microsoft.com/office/powerpoint/2010/main" val="2135145924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AA65DC-9B03-4F78-A26C-3645D34F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2A802-85E4-4906-82D8-8B137191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6차시는 앞의 결과를 이어받아 다음 상태를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C0169-E835-4B6F-B46B-B1E5EA31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6CF15C-3151-4EB7-B290-79B911D9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8835-EEDC-480B-9CDF-42E25E2E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576E0-CEBA-4F73-AA11-635E8932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9730E-1EB9-49BC-BD4F-33F1B372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2D4B6-A599-413D-95BC-65AD1077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D71728-8FA3-4378-BB16-06026299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meeting_chunks.json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E1D15-E392-4C1C-8E74-87C7358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87E57-9F7D-4E96-97EF-6AE64F4B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3B9AC-E13B-411D-8A55-F5F42DE0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LangChain은 prompt·model·parser를 하나의 실행 계약으로 묶습니다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2A13B-8FC3-4CFE-94F8-A7D0DE22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2FE764-4803-4573-9149-C2F3574F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6234CB-B399-4D08-85C1-F03F74C9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BAD834-4A62-4C6E-AC36-0AF64D68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D4106-EE6A-4D0C-A311-5D22B03E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63689-FAC0-445F-A524-02485FA0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근거가 없는 Action Item은 좋은 문장이 아니라 위험한 업무입니다</a:t>
            </a:r>
          </a:p>
        </p:txBody>
      </p:sp>
    </p:spTree>
    <p:extLst>
      <p:ext uri="{BB962C8B-B14F-4D97-AF65-F5344CB8AC3E}">
        <p14:creationId xmlns:p14="http://schemas.microsoft.com/office/powerpoint/2010/main" val="1889662163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CE50D-3013-430F-B424-D1EA809E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5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provider별 코드를 업무 로직에 섞으면 모델 변경이 곧 전체 재개발이 된다.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FAA079-148B-4F4D-A191-13FB6B8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EAB16-5183-4705-9F3E-78FFB49F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BCC6B-E3DE-43AC-9664-6BCF67DD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C88B3-2147-4136-A847-1DC9CC9F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16301-AEAE-4B2D-9F08-1F1014AC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fixture·Ollama·OpenAI가 같은 MeetingBrief를 반환하게 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F1FF2-E57B-4A62-8482-31D9DDC4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9A91CB-B2D7-4D41-8366-CEF6355D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928853617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F287BB-2A78-4C87-B92A-02DA79C5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DEA35-3406-4462-84D5-1CC4F353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3E11D-5538-4E5A-9767-07140936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197C7-50E5-46AC-A4AC-F21BE181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899E-25A3-42D8-92F8-323903F6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B2183-8EBF-49BD-8D80-BFCEFDAD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DAF75-E154-4654-8246-6EBC9343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1652C-1002-494A-836A-E025BA9F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fixture·Ollama·OpenAI가 같은 MeetingBrief를 반환하게 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A4162F-C8D1-43D8-BB29-87757AFA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B3AC6-9025-47BF-9E41-3842F318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DA250-DA84-459C-863F-42809E21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오류가 조용히 fixture 성공처럼 보인다.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396E7-0C5F-44E7-B622-2F531B04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703A47-00E4-4C93-B37B-AE85D837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D75F7-9D8E-47BF-917F-671A84D1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566347724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17E6CA-A776-49EF-BB00-AFC2C34C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E6738-7CD5-412F-B053-584052D6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392C7-4254-4B99-8CE7-2C5C9C1A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290F4-3B9A-418F-87A7-CFD2BB55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AEDB7-9529-4E6A-8280-331782D7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2DD2D-4FDB-407F-B927-BA62BF83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881C2-F1FA-4C99-AA18-0388E870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10585-887F-49B4-B434-69FF521C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7A561-5052-4524-A367-0FC0984A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06AC6-622C-4356-B3BE-AA71FF53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CD5958-3465-44AC-BBB0-BECA46AB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89163E-D115-413A-90AD-E1B0D07A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Runnable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01375-92CD-4AEE-80E6-633B1F5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84F46A-37FA-4241-A911-505C6E5E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invoke 계약으로 실행되는 구성요소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15E92B-8D80-4FF1-9BEA-35ACF54E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1ACA3E-B563-4B31-A7F7-B16A9007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LCEL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08DFC-EC6A-4144-9398-E33D0525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2A572C-E4F1-4D21-8DD0-13F39A3D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Runnable을 연결하는 표현 방식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32161C-E0BB-40C7-B404-C77EABB3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E95236-4BFB-4E89-A5FF-2F08016D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DEFEFB-0691-433D-B0F5-C9188B1B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2E4973-D5AE-4792-8710-BFAABE9F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차이를 흡수하는 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5F87D7-643E-41CE-B19B-7EFD1F97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9EFA46-C5DB-4AC1-8668-7C22A33C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BE17DE-F0A8-4DB5-811D-AF2DB045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DC912A-1917-40C7-97A8-907BDC82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 시 정해진 대체 경로</a:t>
            </a:r>
          </a:p>
        </p:txBody>
      </p:sp>
    </p:spTree>
    <p:extLst>
      <p:ext uri="{BB962C8B-B14F-4D97-AF65-F5344CB8AC3E}">
        <p14:creationId xmlns:p14="http://schemas.microsoft.com/office/powerpoint/2010/main" val="209384929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4DCBF5-2582-46D5-941B-BBFB4BD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BFEFB3-5112-4596-A4E1-32CDE138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F76F4-D25A-4C07-80B2-33C3492A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65112-76A4-49EE-A644-DBBAF82E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AFCCF3-21F1-4AB8-8B53-B7466717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F9BDE-9EC8-47C7-BE76-EF5C3A31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F5E6B-49E7-4552-A152-0BA77174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05EB5-4E5D-44F8-BD2A-0B6AF889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src/langchain_lab.py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F7AE1-C3A4-479C-BFC4-770236EE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EAE08-5D5C-49AC-876F-A84FEA59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50598-523F-479F-AE68-428639A7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구성 → provider 선택 → structured generation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12EF3-E4DE-486B-9A6E-DD3755F9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10C46-E732-4411-99CD-16A95AEE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0A95C-DAB3-4D6B-8D0D-7A220D3E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B6930-308A-41AE-98A2-4E629382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204D4C-BFF9-4A92-BAE6-7E212302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5D3EE4-62D7-496E-A908-75E7505F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Qwen과 fixture가 같은 필수 field를 반환한다.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실패 시 허용 여부에 따라 fallback 또는 구조화 오류가 난다.</a:t>
            </a:r>
          </a:p>
        </p:txBody>
      </p:sp>
    </p:spTree>
    <p:extLst>
      <p:ext uri="{BB962C8B-B14F-4D97-AF65-F5344CB8AC3E}">
        <p14:creationId xmlns:p14="http://schemas.microsoft.com/office/powerpoint/2010/main" val="1349977626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92FAF-A940-4EDE-AB9E-186D5BE2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25A238-2149-4529-8BEB-4BA75467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DEBC7-926E-49F3-A3C0-7453B6C5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20DCE-63A0-4BBB-A66D-C527CE88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A9308-A92F-4BF7-8564-AF6D1B5A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146D2-BCBD-4216-A13E-840EB4D6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69FB60-5D35-4F1B-B9DF-A66AF3CD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BFF2A-1EB0-4B49-8860-A0419402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634749-8958-40A2-AE2E-9BD976F9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7907C-7F1D-41D6-B718-A4D6F2B7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26A76F-CC73-4CDC-9837-09BCAB9B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C9E669-B70F-4A3A-9B23-79DE6A43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E3397-C56D-49B0-9B87-00655E81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6DA560-B123-41F6-82B2-A255E7A1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ED2C2-8754-4C5D-A770-E3F163BB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structured generation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EE9287-2A7E-46BA-9A0E-4EFF5A56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602E92-4835-4EB3-BC77-09B4EF54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E36548-FFDA-4602-964F-233D5E87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Pydantic parse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954D7-86BD-4E0B-84C1-D2D400AC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CD3EFC-70BB-4A7C-A82F-541B5B16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8A3FC3-314C-4560-B694-A87C310D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policy validate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195F10-EEB2-4649-9BC7-E9E56A1A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meeting_brief.json에서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89347025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47667-7D31-4D27-8DD4-BCDFC34E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F1D9E-5B81-49DB-AAA3-913085D5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53FB7-FBD9-4803-A225-E13B8E2B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CCB1F-6FD9-4833-AE00-0E59B1F2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762F8-145F-4511-A1ED-72537CE1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32858-B2D6-4D87-9B32-66E7DEBD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EDD639-EF7C-4B56-A247-6F006A7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70D5D-5FC7-4A73-A04E-74740413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Qwen과 fixture가 같은 필수 field를 반환한다.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20B64-D9A9-4F88-A808-09C1C545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AE732-9BEE-4CFB-ACCF-7D356AF9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0DE40-BBE4-4716-9D18-13915FCC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실패 시 허용 여부에 따라 fallback 또는 구조화 오류가 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8C082-EBC6-4925-9136-B5100241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B62D03-22EA-414B-BAA0-C40E1BDD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A3264-882A-4679-8756-77B42EE1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91855-7B06-4276-B1E3-D3675C9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4BFAB1-3F40-4AFB-8A85-806CCD5C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1A328-028E-4264-9575-E92F29D2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593317004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ACB782-699F-4789-A114-ECA60C15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AC298-4EF0-4E1B-84E5-036BEE85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95E25-A270-4A82-AF43-C9537B3A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472E8-84FD-4DE1-89FD-DF73BED2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5EF22-FE06-4ED2-96F7-D5831122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C06D4-9C30-4133-8017-CD1A552F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FDAB2-5CDE-4152-BCE8-E2FC433D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B6914-15AF-4D4E-986D-12FA0A6A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AEA6EB-3946-4A5E-99C7-B5AA7353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src/langchain_lab.py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8ED6C-B8F6-4473-9924-038494AA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253A4-1BE5-4B2C-856A-5C093400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6B59A-0CB3-4486-A4C0-C8B2440A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src/openai_provider.py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BF645-6ED7-4291-B6A7-8949FEE7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338D0A-F0CB-4F8E-A926-A0F7164B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6FECE-CCDF-4029-85CB-461511BF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requirements-local-llm-optional.txt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E26C6D-DC27-451B-92A6-D6B41D36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CD722E-3604-4689-998D-3C80B253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679B46-CB5C-432A-92F2-78E2F14B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tests/test_langchain_langgraph_lab.py</a:t>
            </a:r>
          </a:p>
        </p:txBody>
      </p:sp>
    </p:spTree>
    <p:extLst>
      <p:ext uri="{BB962C8B-B14F-4D97-AF65-F5344CB8AC3E}">
        <p14:creationId xmlns:p14="http://schemas.microsoft.com/office/powerpoint/2010/main" val="2135266513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07520-BEB7-4D1C-A706-FB53355E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070FF-2F7C-44E0-84E3-B47D9408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LangChain은 prompt·model·parser를 하나의 실행 계약으로 묶습니다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271812-DA31-4BC3-9FC2-8FF71895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2AE5F-9EBE-467B-9086-9B91E72B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7C06E-B4DC-44FE-8640-B8529343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3A3D5-25DD-4991-8153-C0978EB9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555CA-0A5D-4379-9B80-C1595EB3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provider별 코드를 업무 로직에 섞으면 모델 변경이 곧 전체 재개발이 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27C80-1657-4D3E-A437-AB9A0B77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AA17A-E09C-467B-BB73-BB493BC8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2D8CE-4DC4-4BA2-BD92-0544FE3E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OpenAI 오류가 조용히 fixture 성공처럼 보인다.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6F006-B2E6-4F33-87A4-7B176F33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provider_requested·provider_used·fallback_reason을 결과에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575364348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F50464-F987-4A26-AE38-C45FE03A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D5494-48E7-4EB3-B916-62261A95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E1EB5-4B6A-441E-BE37-F1C880B2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868EE-75FD-4DFC-A123-4EC6F984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185B5D-FEC2-4804-8D42-CF13EDDC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DA9C8B-9846-4513-89F0-329EA988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56B4F9-1F60-4D3C-A224-8A3B2637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839F7-4991-456F-8A75-4C94DEC9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D4753-5256-443F-82CE-25BEFDA6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9AC51-42EE-43A8-9FB4-43AE2AF1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DFBAD-11C1-49D6-BF95-90BD610D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CD9B4-D38C-49BD-8A5B-0ADB6CBF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0B2509-A3C8-499A-908E-03B6FD16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A71193-74EC-41D4-83CE-C95B7765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Runnable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972C51-5C35-403B-AEA0-51B3A56B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B2486-17D7-4FAE-8FD1-EACA78B5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invoke 계약으로 실행되는 구성요소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0DC026-BC87-4E0D-A5F2-FBD5C5FD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5D7F9-8044-4CA3-9E41-82606407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0CD75A-D703-4F38-A4A8-CB9C7F26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E95D94-6DFB-4841-BCFD-09607F96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LCEL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A11BE0-4D8E-4E84-A919-21851F93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BC248-C041-4097-86BC-EB4976A6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Runnable을 연결하는 표현 방식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D3602C-E23F-4048-969B-2BB622FC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B08007-7D60-4636-A094-26ECA3EE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EB13B4-EA87-41C6-A444-9F8A6BA7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55EA91-2B80-4B9C-AAAB-5C557987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497822-85E4-4DDB-89DF-E165B95A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ED6BBE-3309-4651-8482-F28EB3AE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차이를 흡수하는 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6CCCB0-81FC-46DA-983F-1DD33F93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F75588-6F0F-4BA3-A27A-D20627B8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7ED7EF-D205-484F-9706-E48036EA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B95553-0330-4B63-A707-4C4E3702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F887D3-58AD-419A-9A46-F7D3E07C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1D46BB-5FC1-4D7A-A731-F1B0C2E8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 시 정해진 대체 경로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6BE3AB-F1A0-4ED1-A93E-8167947C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3CB64C-AB85-4040-BF66-319F42A2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295172761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FBFEB4-8B0D-4A05-A0FE-D0FE599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4B22C-49EF-40EB-B653-2AF492AD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BDA81-8B29-4365-8B2E-01B3AF6D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96F94-91B4-4F02-B670-1621E739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5D108-D5B1-409F-817B-BEADF193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64CA5-0CF3-4A73-8ED3-19673213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5F8A7-8B6B-4DB3-9692-6D077E3A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509D1-CC24-4815-B0C1-67B22454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D2E68-DB07-4E89-AE1D-425C98CF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OpenAI 오류가 조용히 fixture 성공처럼 보인다.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CFA37B-5952-4F9A-9977-E5A629B3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BFB75-6773-4C87-905F-DC208F2B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provider별 코드를 업무 로직에 섞으면 모델 변경이 곧 전체 재개발이 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DA00B-8AC7-45A8-98DA-1F153B41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22782910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06B33-7368-4AC5-84CD-ECE57D76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528E1-EDD1-4FA0-AABD-824D95D6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32550C-1B1F-4696-9D32-4EF7FBD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5F883-846C-4D0A-AF13-744B0831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1F9259-1F05-4E9C-A4EC-1E02D83C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D5585-0963-4A23-84B4-75C9E17B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DFA5B4-6D88-4414-A678-5739E5FC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38099E-07F6-4BAD-9196-E4C71624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C470D-CBD5-48FC-BF99-65237450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provider 실패 시 허용 여부에 따라 fallback 또는 구조화 오류가 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3023A-384F-4A4E-A0E4-628C5D9A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8E2DD-48D0-4769-B1EA-4FD239B6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6038DF-6D46-4D6D-8E69-73DA99E3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OpenAI 오류가 조용히 fixture 성공처럼 보인다.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F1B55-B6B9-479A-9926-5A8126F9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1E512F-0600-4014-9947-FA696434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FC55A-F96C-441A-A0B0-1E4E1CD2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provider_requested·provider_used·fallback_reason을 결과에 함께 남긴다.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42AB7-1C42-4284-B9CB-27346EB5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B2F55-31A9-495D-84D8-790A20F2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F29B2-8320-4B72-A955-9F24CD5D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meeting_brief.json과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18779915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0A314-DB42-4260-B240-503DD0AE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DDAB5-F4FD-4E5A-8AC4-C7C6B111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D79E9-7563-4BAD-954F-1BB7B5C8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194E2B-B411-4278-B0CA-6E6E7F2D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EA84C-EF7B-4C09-9576-3B0D9C2A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70F11-2C33-43C0-BA3A-56037946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d41839c5a486a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5FB427-34D6-419D-BFDD-A9CA8A47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provider adapter가 기존 MeetingBrief contract와 fallback test를 통과하게 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3A7A6-D05F-43D2-8BAF-80B2594E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757853198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22399-35E7-4D6D-AB8C-2656EA88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97CE3-4FE7-4639-A2D7-1F969FD5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F7475-90D3-46BD-8986-77819071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A6286-4416-42F8-9883-3034A081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A62B3-10FF-4A48-98F4-CFCB51AC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DDBFB-45A2-4EA4-B355-B0FCF44A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8767D-10CC-45A1-90FB-A2039138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36044-88F0-43DB-AFEC-13CBED8F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0CADB-B38F-4D3A-B3B0-836BBCA3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provider adapter가 기존 MeetingBrief contract와 fallback test를 통과하게 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EF9109-FCBA-4D0F-A802-09580CF4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D8372-F6EE-4FEB-9D09-56DCA4D1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FA9C1-9C9E-4D3C-BCEA-795A6690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src/openai_provider.py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requirements-local-llm-optional.txt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10FE7-E2E0-468A-9698-EFE04F03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F2428-9A92-4B21-8E40-3FB446A4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31E5E-5627-48B0-9F95-3208A2E8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Qwen과 fixture가 같은 필수 field를 반환한다.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실패 시 허용 여부에 따라 fallback 또는 구조화 오류가 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64AB29-F552-449B-A281-74EFBBCC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7B180E-1591-487E-9CA7-076D06DE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DFCAD3-5262-403C-9883-D328DF1B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313503562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CE29CB-DF32-41E1-B175-C0658F7B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A64DC-BFAC-4632-89C8-66DF8047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8D8FC-21DD-4C43-B201-28298D86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6B09E-BE8A-4263-8C16-C1759E32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46FD0-1E79-45A1-BBF9-1EA1BE7C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2CD30-2802-4140-B632-6A8EA654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BBB02-6E7D-43CD-B867-8D17C9DA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78453-D10D-492E-8763-37DE6061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093C7-F825-48E5-966A-DA31AE2E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9D95B-AD8E-409F-AA47-C34522A6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D1E3A-5FD8-4035-9620-21E96A47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48E36-EF79-470F-AF04-2E19CD75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44EFE-E0DB-4D39-A7CA-44379BFF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AFBB1C-E945-4F7A-9B13-3144D8A7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Qwen과 fixture가 같은 필수 field를 반환한다.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F0FD7-C953-4C8B-BBC6-DC637DAE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C2A25E-9F71-4B5C-85B5-C10F833E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86214-FA31-4089-A1E5-1750076C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77D50-4C58-4DF8-93F2-63846F874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실패 시 허용 여부에 따라 fallback 또는 구조화 오류가 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710383-5A7A-4D87-B6CD-9075F653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18E769-8369-427E-A892-46445682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40A4E7-7F15-4527-83C4-622258F8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E93E10-EA25-45E7-AD53-0E7086DF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12901279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02235C-8A8C-4CFC-8318-EB259D2F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0E533-C764-432B-9FEA-2706DD17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B48722-310A-48CB-9821-E2751FAB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555C8-2A05-41FB-9CA7-86773B0F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6706C9-64DC-497C-939D-529EE8ED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89D83-53DC-4413-8BF6-0572746A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6A68E7-F28F-4343-A626-48B7A019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8CA84-8DC6-4243-B171-FE37C65F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F2E25A-90BA-44DB-85B2-AA2A4621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src/langchain_lab.py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3FE0F-3198-4F34-8707-3F6A4DD8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B6CD6B-0F6C-46C0-AF57-08E10E1F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F55091-B440-480F-AA75-FCDBAF07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src/openai_provider.py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A79F9A-222F-4D56-B214-7DFFC452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130F7-3937-4C9E-BFF8-04DD2184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BA4CDE-06A0-4BF1-9184-73C746EE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src.langchain_lab --provider ollama --model qwen3:4b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D9ED7-B103-491F-B37B-1A5D719D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DD9C3-BDCB-4E47-9FE9-25FA05BD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B3C3F5-4C64-4142-8B84-737BBBDF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Qwen과 fixture가 같은 필수 field를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2064701163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05210-D125-49CB-A144-24642D0C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C7E07-448D-44C0-B63A-DFAF9659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67125-0744-4D41-8FAB-EB6F4B40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9A0E1-3D51-4E60-B2BC-C7B1216D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97C3D-7C30-475A-BEBE-33B92701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26F52-1211-42C7-935C-096D2ADA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3152C1-405D-4541-B62F-9FA62F0E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C9955-EF08-453E-91E8-783361FA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D0061-8524-48F7-B92C-EC8D1EF3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src.langchain_lab --provider ollama --model qwen3:4b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95FB0-9D35-4CF6-BA8D-946312D5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B51E9-FC72-4E65-8F82-3197DE0F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51981626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BCF37E-AA42-4D53-93FE-083B82FB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BEBF4B-FB3A-4D14-8EF9-662582C4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131039-9A24-4623-82FD-9F2131CF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7E2D2-1D59-456F-8C1E-70540D72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E01C2-BECD-406E-BD9C-D4461387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3FFCE0-C7CF-4C79-9FE3-3DC62E89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387F8-F04D-422A-8012-6B750AA2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D351F-D32B-4D7B-8BBA-3CF6E0D7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B59BA-0D80-4ECE-9CAC-2C2F6A65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70908E-BF1C-4367-BB65-8342A135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3EEB5-1397-4BE0-B00A-DE84BA90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209984-6864-43C6-A48F-8E230449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6A8642-3BB2-448E-971A-2E416908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Qwen과 fixture가 같은 필수 field를 반환한다.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provider 실패 시 허용 여부에 따라 fallback 또는 구조화 오류가 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864070572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BD9011-A161-477D-8743-B007874F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CCF00-4CA7-4370-96AD-C6536265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B4044-9D5F-48B8-BE80-16523D27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FBC6E-B7CE-4F56-BEF1-A5C66D4D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5B0CE-F164-45F0-869B-68FDB2A2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AF41A-A17E-46B8-9192-ED3C1BBE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F689C-564D-4398-9D6F-57C6C8E9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2ED27-204E-4236-B616-F00FBCE5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오류가 조용히 fixture 성공처럼 보인다.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AB26E-3524-44AC-A58C-EF59D7A6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5D0F3D-7AA4-4AE2-9190-D76EB543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880856-A06A-403B-B002-9B19E97C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provider_requested·provider_used·fallback_reason을 결과에 함께 남긴다.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2C4BA5-5FD1-4226-B8A4-C8049FF2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provider 실패 시 허용 여부에 따라 fallback 또는 구조화 오류가 난다.</a:t>
            </a:r>
          </a:p>
        </p:txBody>
      </p:sp>
    </p:spTree>
    <p:extLst>
      <p:ext uri="{BB962C8B-B14F-4D97-AF65-F5344CB8AC3E}">
        <p14:creationId xmlns:p14="http://schemas.microsoft.com/office/powerpoint/2010/main" val="811868985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12ED-9A4C-44F9-9035-53D249AA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2DB31-4586-4DEC-83B3-53235557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11B14-7BE3-488A-9514-7ECFB195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A6AF7-5B26-4B9A-965F-D78FAB52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A1B97-8FEC-480C-80CD-EA67D05F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CE16F-9237-4EF3-932B-233EAD19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62A92-D4DC-4422-9AEE-778C6EED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33ADC-3E9D-4F9B-856C-EB6E84BE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tests/test_langchain_langgraph_lab.py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9640FC-6D2B-44F6-A793-A72B86F6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979B3-8D68-49D0-BAE0-C9A31AFB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7D8F5-AD17-451C-9443-53D08F48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3DE47-9602-463A-9782-60482F30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Qwen과 fixture가 같은 필수 field를 반환한다.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 저장</a:t>
            </a:r>
          </a:p>
        </p:txBody>
      </p:sp>
    </p:spTree>
    <p:extLst>
      <p:ext uri="{BB962C8B-B14F-4D97-AF65-F5344CB8AC3E}">
        <p14:creationId xmlns:p14="http://schemas.microsoft.com/office/powerpoint/2010/main" val="1479083702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80DE13-0E2D-473E-A3BC-CC95A514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09D507-9139-476F-8953-9138032E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29B28-3B40-4C92-8D4F-67F48CFA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8F28C-F3B4-4D4B-953F-63EFC11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3FCDA-B6CA-44C8-8B33-7E01049A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A306A-309D-4200-ADC1-C05220A3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C7398-E9D8-4549-A5E0-B17274F2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src/langchain_lab.py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02DD96-4B49-4197-99D5-9D7E6134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CF44B-6604-4364-8C49-394E0238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598535063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1A4022-EF7F-485D-9F29-BB3FB454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E3905-4E48-43F1-8517-6D19B72F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D9A45-A533-4A92-A45D-99FAFE7C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8E62D1-7A95-4E00-9B19-FC6DE8EC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BE0C9-1CD2-46CE-9BF3-504ADEE2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38248-5F69-4324-B95D-869876BE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EFC6C-517C-4E14-9EBC-61AD11FE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src.langchain_lab --provider ollama --model qwen3:4b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Qwen과 fixture가 같은 필수 field를 반환한다.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C76A1-0129-485B-8AD2-BC0D8605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42429-F32E-4521-A0B1-EADC10AB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105202427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B4F92-F643-465A-A9B8-68149284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CB27E-0AF4-47E6-9BC2-C6EB65FA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5F051-A336-43E6-9721-F3532B03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6836B-D519-4CB0-8711-00A43E0D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43B457-4C0E-4804-9046-7B0DF1C7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E0869-D587-4A2B-AD3D-CB4B38DF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84BB8-59C5-40BD-A8C8-7DFD8EF3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실패 시 허용 여부에 따라 fallback 또는 구조화 오류가 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provider_requested·provider_used·fallback_reason을 결과에 함께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07D62-A3E8-4517-B4D5-32C695EE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0D5F0-DADA-4CE1-871A-57E4D983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2055224765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916FA-01FC-4A46-82B9-A225B8F3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49695-C084-4B07-8DFE-A603F973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5A6F3-12F9-4A72-800A-FBEC553D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41F71-CCEA-4A39-93F4-1F2108D5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42D06-71E1-40E3-9643-0EB2962D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363D6-676A-46A5-8D61-27EC7584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7A713-5351-482D-94EC-50447F02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8C7BB-C48C-4261-A2F8-2FBEEFB7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885A6F-D1A1-4A60-A79D-FEDC7B1E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Qwen과 fixture가 같은 필수 field를 반환한다.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70F56-8062-407E-A4A3-1888D6EF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428402-599E-4285-A105-7FFFD174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C1877-3A8D-41D5-ACAF-689966D8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D8B723-B545-45CF-AF88-66B8851F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58318-CC71-4DD6-AB7A-8328C077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EAB2B9-8797-4510-947E-908720CA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395332-4FC1-427E-B663-31B876F0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99FA57-361A-460E-953C-4DA9944E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80F770-3AC9-4283-802C-C21D1F19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81779692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56F8D-C893-4F0B-B289-79601A76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E5C30-3E99-4B3D-A6FA-9FF1A5D5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AD66F-2D86-4634-9E17-1AF6E700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5C7BD-0736-4FB1-A3D7-A9878D7E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4B117-0A53-412E-A3F7-6FF9859C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B66CC1-03B4-4C6A-9CA7-59FA21B6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B130F-25E3-442E-A5B4-86189E48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99BBB2-05C2-421B-9F79-40D9D32E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92745-A451-4F77-AF87-CCE42C08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provider 실패 시 허용 여부에 따라 fallback 또는 구조화 오류가 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A98C3-65DD-443C-A0BE-AB2AF222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EC9FE-E251-4DE2-9EDB-708F4074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CBC5A-20E9-4DBF-A41B-15D7EC36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6527C4-6BA2-4823-A1F9-B6680D49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24658B-16A7-4343-8E0C-18AC1C0F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FCC98E-E6E7-43CE-A420-05B74298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6CF28-8DAD-4C56-BE37-9C80C800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0FE17B-9364-425F-8911-B5B66152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70204D-F5A3-409D-A3AB-4437E214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703171507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6459E3-3331-4C2D-BCFB-16CA6B15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AE6FD-CB29-4B6E-A0E4-920268F8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33BE2-0CEC-4D34-AAE7-A6BCE67B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0D387-A012-45C9-9D75-280CCD10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D79EAD-3507-438D-870D-7671D4A6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2F9E4-215B-417B-B6CC-20BA0F94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2CAE8-2F4E-41CE-9D58-C9FA07C1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비용·보안·지연에 따라 로컬과 API 모델을 교체하는 회의 서비스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1C45D-9614-4B35-A9D2-1CD7D863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671A3E-17A4-47A1-80ED-F730CD9F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3B808F-A392-4DFF-8B63-F15FD223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8F83F6-BD8E-4519-9484-982D6405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7A648-FCC3-4E54-A6CD-867C7F40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A27E2-88D8-43AA-AD56-902F4D58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D5727-5BB7-4368-B51B-1E9157AA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7E412E-7C9D-4CF3-839C-E5619044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8EE710-827A-4D62-9A32-BC0FDE37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0E0DF-FB09-4DAA-B479-BC511EA6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0A388C-8791-4223-B29E-3B5BFC60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9B3796-2ACE-4318-B937-660E237C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365480557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355329-0856-4FBC-8EDF-FFDB14B5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96C67-1A7A-4A88-913C-CFB0CA8C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BDFBD-6F62-4C33-B958-00B4BE14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9FD04-6ADC-4477-AD3A-06A68FBC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1DFC3-A91A-48F5-BB11-A75A4BB5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F7007-4FF8-4DC7-8A48-57554A13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22733-59D2-4DFC-AAA5-A342ABBE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비용·보안·지연에 따라 로컬과 API 모델을 교체하는 회의 서비스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F1E040-554E-4EC8-97AC-C4FD7768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973CC-2A9A-4DE3-8C33-4174C776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FF701-43E8-4F23-B83B-5807A283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F85FCB-9CC4-4E38-9124-24BB84E3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381DB-A34B-4314-B432-F4F7B66F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048CE0-7402-4D20-85B7-D4322C67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CCC1C4-05EF-4217-B294-D650F442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6F7A3D-7B8D-487E-91D2-165F5A83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0F7490-FE46-4B18-847A-AD430C4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DAFB5-7150-42FE-B7F1-994A60BD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3CDC5D-A3D2-4941-A277-B25CD9ED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6ED165-723F-4477-A4DE-8DFC6DB5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558467642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7B9A6-B2A1-480E-9638-AE40C3E6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034B5-8A32-4221-A787-F79A1A15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4ADAD-DCF2-48BC-85C5-750A9EC7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25B8D-2D27-4255-8108-538AF633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A9F089-0984-431A-A072-05538E7A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A12B20-494D-421A-AB4A-993DE3A4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390AF-D87E-489E-A04B-702F913E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A914B-9414-43DF-8BF6-D8075C9B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5AE40-0CD7-4EB6-B108-F662EADA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Qwen과 fixture가 같은 필수 field를 반환한다.로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8CE56-B969-4C94-88AC-C29B0B3C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1763A-E98D-4708-9355-8A90E70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AEAFC7-7296-4420-8318-F17879BB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9CF07-BDAC-4703-9854-410B707C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32C76-443A-4332-A547-6B639107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A47AD8-B5F9-49BE-A1B7-6A583033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provider_requested·provider_used·fallback_reason을 결과에 함께 남긴다.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53DD2-D075-402D-A5CC-8D8B49A6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0DB8A6-BE7C-4618-8AC2-E3322708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D0783-6620-4B02-9F74-E5C3F2C7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267627517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1F02E-E725-4054-8B73-DA956924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FA4C0-A816-49BD-BEB3-CFEA9438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6BC08-3559-41E3-A4BE-2E7E1BE8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97B619-7884-444E-81AA-A5F72B50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5E8D8-16F0-41EF-ABD6-346C7A81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14:40-15:30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46CA5-0D9D-488E-8AB9-B82DE0AC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D1B8C-45B8-4FB5-907F-3A4CFF93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CA372-1223-464C-919F-B64D0C59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7D2FF2-580A-4060-979E-715A71A7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LangChain은 prompt·model·parser를 하나의 실행 계약으로 묶습니다이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9C7F0-AA3E-4344-944C-5645F866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AEF5B9-45F9-46D7-9737-C32489ED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9D817A-BECB-4B34-9509-6B505238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src.langchain_lab --provider ollama --model qwen3:4b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D63C8C-6145-483E-A293-A5D77B30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0CDC78-C9E8-46AB-812E-C3286A45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148219-13EA-4EF3-8A98-1896FE65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meeting_brief.json과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1EBA07-A60F-479A-B954-39CAD682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근거가 없는 Action Item은 좋은 문장이 아니라 위험한 업무입니다</a:t>
            </a:r>
          </a:p>
        </p:txBody>
      </p:sp>
    </p:spTree>
    <p:extLst>
      <p:ext uri="{BB962C8B-B14F-4D97-AF65-F5344CB8AC3E}">
        <p14:creationId xmlns:p14="http://schemas.microsoft.com/office/powerpoint/2010/main" val="1590072167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C2D1CF-7DBD-451C-926C-5C01328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94C32-88CF-4DF7-BC8E-61EA267D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7차시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85E8B-019F-4FA5-BA83-24A5AD69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15:30-16:20  (쉬는 시간 17:10-17:40)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6F77D-5968-49EE-93C9-8C78D0E7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근거가 없는 Action Item은 좋은 문장이 아니라 위험한 업무입니다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87625-158E-45E4-BBDE-D58C8BE0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모든 결정과 할 일을 원문 segment ID에 연결한다.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9197B2-7AA0-4393-A5EF-7BD9E907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407FB-707F-48E6-874E-F4A0B9C2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2EE9F-2564-4FEA-BA86-8132A063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CA2AB2-D311-4A61-BD40-F4EDC200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5A8B3-4720-4F31-B946-7A28E4A1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9118EF-CCB7-4DA9-9E8E-B6CCCB7E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0B0C21-8AEB-4A63-8732-D6444BDB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validated_meeting_brief.json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234F3-0225-48A2-911B-36E93F7F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7차시</a:t>
            </a:r>
          </a:p>
        </p:txBody>
      </p:sp>
    </p:spTree>
    <p:extLst>
      <p:ext uri="{BB962C8B-B14F-4D97-AF65-F5344CB8AC3E}">
        <p14:creationId xmlns:p14="http://schemas.microsoft.com/office/powerpoint/2010/main" val="340214017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1ED52-2990-4303-81BB-A6409F80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727DE-7B56-4E22-807B-9923F36B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7차시는 앞의 결과를 이어받아 다음 상태를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DF7DE-90B9-4353-AC3A-C1528410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AB9FE-206B-4E0D-9DB1-7FCD2C6D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2C39A-003D-4827-9814-B857C9E9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683F0-6CEC-4B56-9087-91F598D7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3CB3B3-8485-4628-B630-DE863D62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3CE1A-98C3-4452-B676-4A81E8DE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66ADB-CA2E-475A-9A8C-00EC2F7B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meeting_brief.json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19CE8-2429-4120-A606-EDAE387C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DA390E-6153-400E-AC72-1FC3F3C0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B76FA7-2D9C-4CC5-B826-2E5EE0D5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근거가 없는 Action Item은 좋은 문장이 아니라 위험한 업무입니다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D246A-15BB-489E-BCF1-59A3B8C8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54D49-5FA9-4563-8178-D7040E31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B6036-D12E-4A9F-B38C-E5EAEF62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7907D2-CCE3-4435-A72D-AD2F0A97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B5F09-B0F1-464E-910C-7F33C3C6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E1AC6-2A9E-4136-B52C-8F287648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회의 Agent도 도메인별 품질 기준은 달라집니다</a:t>
            </a:r>
          </a:p>
        </p:txBody>
      </p:sp>
    </p:spTree>
    <p:extLst>
      <p:ext uri="{BB962C8B-B14F-4D97-AF65-F5344CB8AC3E}">
        <p14:creationId xmlns:p14="http://schemas.microsoft.com/office/powerpoint/2010/main" val="1319747591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C4F52-407B-4567-B405-74E29BF8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담당자와 기한을 잘못 붙이면 회의 자동화가 오히려 조정 비용을 만든다.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6B8AC-9AF0-4365-9C91-E0C73184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49E09A-B079-47B6-8134-1CAD4310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867C9-8C10-4BE8-B8DB-C8C4C047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F5EE6-9002-44F2-81CD-BB3A3F77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A0AFC-3B70-4102-BDA9-20F93302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결정과 할 일을 원문 segment ID에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757D73-FC8E-4B9D-8A7B-47D61094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5E537-2165-44A8-B5F7-53FE3776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validated_meeting_brief.json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997037506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7EFFE-E997-46C4-8457-9F9DFC96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FC97DC-3AB4-44EB-9B39-478F9006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D088D-2B64-4226-A9DE-CFDA3B65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2307F-B5E5-4050-B718-21A12D7C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A8461-7228-45A6-BDB3-B2CDA46A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95DE5-7795-49FD-90F1-866F9A23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0CF98-1B9D-482F-8D97-D82E4349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879D32-1A22-4CD5-8D44-ECFC7BA8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결정과 할 일을 원문 segment ID에 연결한다.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9FAC98-5853-4789-8679-5B9E69E8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2739A-3F02-4545-907A-47233A61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F2A47E-2D8B-4B59-8638-5E904F41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ID가 존재하지만 실제 문장과 의미가 맞지 않는다.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EB1F4-4EC6-4AED-B323-CF6A39DB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95A8D-FD78-4714-BEBA-A2371EB1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5A60D4-CCC1-4838-A59C-C6AF5D94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42441211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81E9E1-010F-44E2-8D78-C537F2CA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B773A-6C79-4AD2-AF2C-7CC92436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AB289-1493-4078-B3BC-B732ABF5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22D978-D63A-412F-A2B3-44BB1A76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2D0AC-A27E-4808-BCF2-0C8884D1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63FC69-BFCA-4B78-807F-AF3EB174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0EE00B-8799-4E86-BF7B-22AD0254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2143D-DE39-41F8-AC71-D1A37D38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8FE04E-57A7-463A-92E5-4595C0C7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5591DC-7483-4C18-B4BE-9B0C3F3D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23D8BA-74C4-422C-9A03-EBBEF0E7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D1D47-5F56-42D7-B726-DF6C8B7F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FD51C-F959-43CD-A65B-97CD5E56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D30DB7-09EA-4F0A-8008-780ED971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결과를 뒷받침하는 원문 구간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E62997-CB96-4B0C-9098-2EE4ABC1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970498-0663-48B3-9D19-8A4E389C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Grounding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F5E858-D21A-4C69-AF93-5E772F40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BCC5B5-0C04-410C-9E22-391A82C1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 내용을 입력 근거에 묶는 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6D28F9-8B29-4D6F-8D0A-901A0C24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457EA6-2930-47E2-9539-96708FAB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Hallucination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51451-440F-4523-8DFD-7111020E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755145-F64D-4CC5-8D3E-3A147846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원문에 없는 내용을 만든 오류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CF5FA8-453B-42C3-AEFD-5F9D202C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DB68B3-D71D-459D-B9F4-C1B556C3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Spot check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80673F-9EF0-4F5D-8234-5505CE83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864CDA-55F2-4BFE-863F-0E58888B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위험 구간만 사람이 확인</a:t>
            </a:r>
          </a:p>
        </p:txBody>
      </p:sp>
    </p:spTree>
    <p:extLst>
      <p:ext uri="{BB962C8B-B14F-4D97-AF65-F5344CB8AC3E}">
        <p14:creationId xmlns:p14="http://schemas.microsoft.com/office/powerpoint/2010/main" val="1058732311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B00CF-E55A-4AA3-814B-CB38C4FE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C3A08C-023B-402A-B433-FA63540A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58B54-D9C4-4FF9-9B6D-F16548F1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53FB2-48B4-466E-B2C1-8B046574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F3459-4052-4BA9-9B85-42827264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1901B-F40B-493B-9A41-3CAF5BAC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BBC13-7D4F-41C9-9CC0-F653C933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BC680E-A6CA-49F2-A63B-BEBC7EFC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36E7AC-A7E4-42BE-B850-E350ABA6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757CC7-8E9E-41BD-A5DE-58136416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189B1-E5F4-4F36-BEDF-4ED7C4DE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 추출 → Action Item 추출 → evidence ID 연결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7C281E-1E6F-4746-82D9-A034BE78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3C1324-F9AA-4663-8B21-8A0F20B6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3FC445-DE38-4CB4-BF74-B3E5A54F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874968-70B0-4B62-9EB0-B58C6B09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6C624A-E9EC-45A6-93D5-6D9F1BC4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8EB10D-D645-4A51-A5AC-FFB5E93F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evidence ID가 known segment에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s99를 가리키면 ACTION_n_UNKNOWN_EVIDENCE다.</a:t>
            </a:r>
          </a:p>
        </p:txBody>
      </p:sp>
    </p:spTree>
    <p:extLst>
      <p:ext uri="{BB962C8B-B14F-4D97-AF65-F5344CB8AC3E}">
        <p14:creationId xmlns:p14="http://schemas.microsoft.com/office/powerpoint/2010/main" val="1604479696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A39B0B-C9A7-4FD9-91CD-0957C89C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19CAD-6DBE-4AB3-9ED5-0DF16510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BD74FD-0AF6-4F70-A602-2B0DA9E8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A0673-BC72-4AC1-A893-BFD395D9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DCBB41-6252-4631-8D34-E016C99A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CE44D-F978-4E5D-BB6E-9DA19E98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A5719-C339-4B51-8B16-FF4D8B03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AA2A2-8BCA-4CBB-BED3-79A8ADF4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66EAA-FD2F-4348-8AA0-CC3138DA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 추출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B55E0-5D1E-468A-BA8B-E9B63D2B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FD2043-F238-43C3-82AE-E8A939A3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98F74-B3C6-4B92-996A-FC912A63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Action Item 추출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397B4A-5FC6-484B-B36F-E632A355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781FF-19B5-40FC-8562-A8DF81D8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FA238-393C-483F-9F5C-8308FE70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ID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BC0B26-FBCD-4666-A7C5-A4391584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121775-EE48-4C64-9FD7-EDB2A974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3D38A-C55F-4B14-8202-CC2008DF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미상값 null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23DBBA-935C-44B5-BDEF-F4A140B9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F6FC20-E345-4AB1-ABFB-D82B2348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67C84B-563A-49B2-8B88-3D819D8A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5C94F0-2EC8-44CD-B785-4F1B623C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validated_meeting_brief.json에서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511453556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D45C4C-2F6C-46BE-8F49-6AEAC94F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C1BDE-56B6-432F-B819-3ADABBC3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3C0C6E-77DA-414F-82CD-A9AF2705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443C8-E31A-482F-90FA-1C9DD439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82FA95-1E9A-40E8-ACE0-F78DDA98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B6F10-A651-4D4E-A2D7-39E59FA6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66BBD2-90C3-4E4D-A98C-92AA5941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5D002-7AC1-4C50-90E6-557FF764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evidence ID가 known segment에 존재한다.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CEEDC0-AB5F-46FD-B6A3-D73CDE76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38EE5-FB38-4B0C-A492-3337CCEE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AD08E-3A65-4FC0-A845-A2EDD12B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s99를 가리키면 ACTION_n_UNKNOWN_EVIDENCE다.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289D99-9F0C-4CC4-80E9-213FE42F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3BAF68-03BC-4A31-89EE-DE38F88E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7E3F81-A063-45E9-BD3F-61528A08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1D6E13-794E-4EDB-A349-1795FDEE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26A8A1-F1A3-4C61-B71A-208074C6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B35673-0D7C-4B4F-8745-EC556A06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식별자·validated_meeting_brief.json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969530744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82777A-6E2D-4FB5-8BC6-D2A86BC2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9CE1F-9715-4B6E-8C37-7A80996B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0BAA1-2F49-46D7-BEAC-978355C4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088A2-5B56-4F10-A5A1-8F64A3AE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92263-464C-4523-992E-8AFF55CB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36CE7-2D54-4F32-B8E9-F74A350F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C8A704-AB51-4F98-A938-8CE0D884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D0E49-B678-4F07-89C1-64D6FAC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5A86BB-4AF4-468E-B041-8E7A53D5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38BF32-E25B-4DCE-8E1E-ACE8B51D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231665-288F-45F2-8301-E6DD6901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691B85-E086-470E-BB90-B31E067C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6E072-3647-4C3D-BCEB-865F6FA8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3A7571-5C29-4874-956C-B7830CE7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A40A5-9005-432A-BB9E-74ED9D59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tests/test_meeting_agent_workflow.py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2AE87-CCD0-4681-8DF0-21CD56CE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06E8A-9C2F-4AB2-9CDE-B94AAB1B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810D1-E0A1-458F-8486-042FA8DF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output/day1-meeting-agent-ollama/workflow_result.json</a:t>
            </a:r>
          </a:p>
        </p:txBody>
      </p:sp>
    </p:spTree>
    <p:extLst>
      <p:ext uri="{BB962C8B-B14F-4D97-AF65-F5344CB8AC3E}">
        <p14:creationId xmlns:p14="http://schemas.microsoft.com/office/powerpoint/2010/main" val="986122673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DBEA3-03B0-4807-8A88-1BF78CD7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79606-3C29-4CD6-B07B-BC815017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근거가 없는 Action Item은 좋은 문장이 아니라 위험한 업무입니다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35DFB8-20EC-4A3F-A902-1C638173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575F9-7D59-4B2E-A7C0-87A1BE88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79ED4E-CB15-4220-B46E-58351B36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38331-1385-4BCB-81C5-3206DA55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D455F-89CA-4DA5-AA58-CDDE23E7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담당자와 기한을 잘못 붙이면 회의 자동화가 오히려 조정 비용을 만든다.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88ED0-EA80-4254-93AB-0DAD6733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06EAB-9061-47D3-81A3-017DC307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7F086-1C0C-465E-86D7-5B6A2BAE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evidence ID가 존재하지만 실제 문장과 의미가 맞지 않는다.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256EC-C08C-4B02-9854-223DAC08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검사는 code evaluator, 의미 검사는 표본 human review로 나눈다.</a:t>
            </a:r>
          </a:p>
        </p:txBody>
      </p:sp>
    </p:spTree>
    <p:extLst>
      <p:ext uri="{BB962C8B-B14F-4D97-AF65-F5344CB8AC3E}">
        <p14:creationId xmlns:p14="http://schemas.microsoft.com/office/powerpoint/2010/main" val="2094691582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B3FE92-72DD-48C1-B697-DCE80573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9AFFA1-42B7-47DA-9EED-C6B9789C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DD258-A7E1-467D-8ED2-F602A3AA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0A961-9141-4889-BC3C-5535ECFD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7F971-B0C3-4252-B04B-979E7166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FC9DD-FE35-441C-82A2-C86FCE8B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7D1FE-3C1E-41AE-93A5-2A3B84D6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21B44E-A450-489A-B0BA-5F1A442E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A2FEE-E8B7-419B-8EB9-D3BBEA57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489E6-32F8-43A0-BB46-33ECF417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A4EE7-AB7A-4256-8A55-06D5BAB6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9C407-ED1A-420A-A76B-F7BBC57D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880EF0-7002-488A-8301-3CEF413E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123E5A-C29C-49C5-8531-50E78274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63E883-794F-4BBE-A6C8-4BE0EE3C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E09605-5BFD-4423-940F-27E3927E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결과를 뒷받침하는 원문 구간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045BF-CA46-4CDD-837F-0DB15B08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7C884C-D5E3-441B-8D75-73F2F763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C759A8-8BCB-45D0-8FD0-9A912837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440FB1-8E01-46DA-B977-CB5869D5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Grounding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1F69A5-534C-446A-9333-E1B7D5EF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1A2425-B340-4D07-A80E-AEF46C89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 내용을 입력 근거에 묶는 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41C069-2CBB-41C9-AACF-BE412196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C21D07-D04D-420E-B6EF-E09B3448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29E306-ABE9-440F-A628-7C4A63DC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5487D3-DBEC-4881-B0BB-A54E9D4F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Hallucination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DF60BD-A040-4831-87EE-4D8F1177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E619BB-18C8-4435-A000-7667C84E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원문에 없는 내용을 만든 오류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9296C0-1254-4A75-A868-877DB906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2B6821-81EB-4DAE-BA12-5ED3D622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DCFC09-3A46-491A-9108-C021AC50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A32091-52ED-4206-B3E2-42C48284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Spot check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EEDBA6-B2AD-4D29-AC86-734D250C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D6D654-854A-4041-8C92-2273359F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위험 구간만 사람이 확인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1C0D0C-2395-422B-80ED-9F84AA39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40B091-1CAF-4C71-B202-035A8CB0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452650528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E373B-AD84-4139-BEC9-0E235FD5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AEA920-94E8-45D4-AC4B-FDB0BC78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E4BD3F-FA27-45D4-AC69-05D85007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40FC6-2F03-47D8-A0FE-B844E07E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0E138-644D-4C5F-9F81-8CF2437B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234F2-9114-4B48-BD0D-CA7A3144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DC71A3-0ABB-4FFE-849C-C1DB30C8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7ECD0-7B50-4C3A-9D88-93A94D1A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8173D-F515-4552-9E7C-01931815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evidence ID가 존재하지만 실제 문장과 의미가 맞지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F2838-8D94-459F-8C18-C877C85C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4BF5AB-97BF-441C-A176-8CB02A78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담당자와 기한을 잘못 붙이면 회의 자동화가 오히려 조정 비용을 만든다.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51FE5-82C4-4ABA-A00F-6F1FAF1F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42126867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E169E5-E478-4D56-B77D-F8B9946C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F2803-89DB-478A-B484-7C202588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F89F2-FDCC-434E-8F35-10C96803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DECDD-BFB9-4E2F-98FA-8449439D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8886F-9A00-43DD-85CA-3D08F47A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B1E83-94EA-4E55-87FA-7F74246E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D3CF4-5B6D-49FF-BF3D-AB29DA31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68508-2212-4449-9E5C-20431E13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DE99C-7F64-4BA0-8877-6902172E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없는 s99를 가리키면 ACTION_n_UNKNOWN_EVIDENCE다.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4D3005-D58C-485F-A277-1DB96E10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968A5C-0AE2-4B5F-8B46-378A4FF1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F5867-5B72-4C31-BB55-E40DAFF9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evidence ID가 존재하지만 실제 문장과 의미가 맞지 않는다.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0B8214-7485-4588-9E07-1ABD7EAC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33BAF-912D-4B04-8BED-9CA5031C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B1602-B998-49B9-B72E-2DB0FB41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구조 검사는 code evaluator, 의미 검사는 표본 human review로 나눈다.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53D65-5FAA-4A02-AC61-4B13481B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E5840-6858-41CF-B79B-CEA89F5C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270C71-2BAE-4B18-80C0-B4182961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validated_meeting_brief.json과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449125184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8C846-C25B-42AE-BF6B-C6621016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A985C-3919-42E8-A67A-14D0585C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5DD17-0FFA-4090-BCCB-C6143AEF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1F6C6-3FD2-4F97-968A-AF6AC2CD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E80F5-6552-4CBC-8D87-7921C17A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55CCF-F15C-4499-9461-C54354C9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ab393adf2486d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D654C-0DFE-4606-899E-D3F687FD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Action Item evidence 누락·unknown ID를 각각 재현하는 test를 추가한다.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F8A9C-61E3-4863-ABA7-B88B73BD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534855635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2344C6-4180-4237-932D-F5688EB6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03554-3B3F-47E4-9AB9-4CB2CA7C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2F5ABD-6015-4F44-A7C3-9B5B88A9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DE84C-C19D-48ED-8986-0E069CA8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9E5FB-55FB-40F2-9926-FF0051E2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A8AE1-B7C8-44F4-A79B-FC8C5E75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DE7947-D7DC-4775-8C6B-1D243250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3C899-6B34-4999-9F04-90ACD0EF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0B1D70-2130-436D-BC55-1FD5AA9F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Action Item evidence 누락·unknown ID를 각각 재현하는 test를 추가한다.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DFE0A-6A90-4F8D-8CC9-1A626588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F803A-07E6-43F7-A72C-EE3EC093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087AD6-99C8-44C5-A896-8BF4D2CE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F43794-7C5D-474E-B35F-6F5F9744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148CF-3106-4FA1-B258-88EB4F6D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FBA010-BF7B-487D-B3CA-69A43D5D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evidence ID가 known segment에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s99를 가리키면 ACTION_n_UNKNOWN_EVIDENCE다.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1699F-2812-4E10-8D33-391BD343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27A024-13E3-4C64-8998-CA7A8D14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E0CED9-16AB-47EA-A065-66B0FD85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42415836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E16CE2-87F2-4691-B48B-E29FA419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D7F62-8B5B-4CEE-A32C-EFE38C32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25044-7112-410F-892F-4031B2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5B0A2E-8653-4703-8DE5-FF1F02CE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DDBF7-3397-4B40-B6B9-A4D36C64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AA9C3-4E63-45A4-9149-C6B0BE80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CDC49-CB83-45B7-B212-9883C422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DB74AF-BF70-44C0-9714-AF4AB7F3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E0D01-6122-4E10-8EE7-671F0BD9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7076D-8B5D-49A3-B1C8-FD47F51E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5B4EF1-DBF8-4130-9CAA-3C95CCCB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0D72D-7C66-4E43-8E62-1548DEC7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9865A-1108-45B4-98BD-67071393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78AF8C-9B71-4042-965B-491B9ADC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evidence ID가 known segment에 존재한다.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395CF5-3B10-4A4B-BB06-05277DD5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1254D7-B25A-4E65-BEFB-DEA68DCD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346BE5-D89E-4134-A072-BA5F5EB2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8CA735-699C-46C5-B44E-3EE91DC2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s99를 가리키면 ACTION_n_UNKNOWN_EVIDENCE다.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DB41FA-89A7-4DAB-872A-5FBDCB90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4C6720-0A5D-4083-913F-8925D2A8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D92436-8AA4-4FF0-AC35-0CD2B60A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97388-EBA9-4851-8F0A-1F935E9A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2124143855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5A49A2-8F6C-416C-87AB-AD48863C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E23D5-7F81-40B7-A2A8-4A510006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2958D-6F49-4FE0-BCB1-A3D2AB07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CF833-F037-467E-AD6F-BAD1C45C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1F3AE-08F9-4D71-BB29-3904E39A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30CD75-8241-4B00-B7F3-19AF4265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39203E-50C5-4296-91AA-A37122EE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95F9C-2CF2-48CD-B2E7-FE894C3F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0015E0-C32F-4CB4-9102-BC17ED8A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src/meeting_agent_workflow.py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C78C1-C9F5-4B16-B9F5-E6F3075D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E1841-0B22-44AF-BE71-70B61279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3F9936-EEF6-4E5B-A105-7F08E24C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src/course_services/meeting_service.py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5405D-51BD-42ED-9375-D0227D4D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04575D-152A-43C3-8923-BB438F93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5F171-397F-4ABE-AC3E-9AC036F2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src.meeting_agent_workflow --help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4C13CA-E783-4BC7-AAE2-9AEAA926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8EF44E-ADB2-4057-B23E-C6E70786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028ABB-7E5C-4C66-9CBF-556B2B4B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모든 evidence ID가 known segment에 존재한다.</a:t>
            </a:r>
          </a:p>
        </p:txBody>
      </p:sp>
    </p:spTree>
    <p:extLst>
      <p:ext uri="{BB962C8B-B14F-4D97-AF65-F5344CB8AC3E}">
        <p14:creationId xmlns:p14="http://schemas.microsoft.com/office/powerpoint/2010/main" val="53419415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9DF09-E567-4F89-9C5F-764B6EDE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8AF74-F817-45D8-AE1D-DB25EDDB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E2AB96-841D-40FB-9CAE-76E0DCF8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8503E9-C433-4899-AEDF-87C2EEE5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32DE8-AE40-4B08-B1E9-71A1722A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BEE89-068E-4E25-B1A3-4FD1DE29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8ABAD-EA2B-4F04-8484-A6EDF202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8F10B4-CC3E-4D62-95FA-895CCB76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A0858-6365-4F76-AE30-A4DF8CA2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src.meeting_agent_workflow --help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4AF82D-D194-41A0-9D2A-2784B9EF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33473-8ED5-456B-807E-82A59727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849334183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9798B5-B9C1-415E-B778-6E300656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3780C-6689-4EA3-892A-B059C3B3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B62B8-F9BC-48EB-9086-04FDEB2F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05919-CB1C-468B-BA70-0BCEA684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7B0EF-4D4B-444C-9376-429B2FC4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E72DEA-B967-4FC1-AFC0-D4B93832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D689D-32A2-45E8-8D76-B3E180B9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B3A9B9-C8EC-41BD-AD1E-B0A768D5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DD8B6-7781-4ED8-AEBE-8DFB277E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781F2-D1DE-4208-8389-2A35FA43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F0057-2CC9-4CE9-93F8-1BD7F453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516D1A-3367-4D0D-9408-15FDE18D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5B50BF-7809-4182-8F28-3DEB9941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모든 evidence ID가 known segment에 존재한다.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없는 s99를 가리키면 ACTION_n_UNKNOWN_EVIDENCE다.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856958598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7C7F6-7856-40E1-8879-A59A43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127A6-301A-4463-9CDC-C6752F40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57D66-FBE6-4ED9-9EC2-07BB2362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D854C-09AE-4F6D-B204-8B325E8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69849-7306-4280-8FFE-C3D7687D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3FC7B-FA55-4335-B85D-9AFB478E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D1F1F-7155-450E-B710-5A23C88D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D2E0E2-748C-41BD-BCC4-6180156A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ID가 존재하지만 실제 문장과 의미가 맞지 않는다.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FF4D3-EF47-4A39-8636-A428DDA9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719C1-0A0E-473B-8F07-AF298CDD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1F5CA1-7770-4E64-A703-185BA71F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검사는 code evaluator, 의미 검사는 표본 human review로 나눈다.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F37715-E664-492B-B9E2-63252C77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없는 s99를 가리키면 ACTION_n_UNKNOWN_EVIDENCE다.</a:t>
            </a:r>
          </a:p>
        </p:txBody>
      </p:sp>
    </p:spTree>
    <p:extLst>
      <p:ext uri="{BB962C8B-B14F-4D97-AF65-F5344CB8AC3E}">
        <p14:creationId xmlns:p14="http://schemas.microsoft.com/office/powerpoint/2010/main" val="331279774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21B33-6999-4267-9628-EE9D55AF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FBBC26-CB5B-4452-BC4B-D7B9E61C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0AE7B-EFB5-4BD5-B983-C4F317C7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BB1BB-3806-4B83-965E-FDCDBC80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0E224-BBD7-476E-8CB5-963BC3EF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E019FF-9C80-46F6-B252-6E58C01D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19554D-CD94-406D-910E-C5D73630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8E950-C579-410C-9F9E-17DB6A56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output/day1-meeting-agent-ollama/workflow_result.json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294045-E1FE-4E10-B94A-20946B0F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B840F-8523-4CD0-9B82-E1C9BEB3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D76F1-E579-421A-9478-E8441D32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21AE2-D4FB-42A5-93BC-73A438DE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evidence ID가 known segment에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 저장</a:t>
            </a:r>
          </a:p>
        </p:txBody>
      </p:sp>
    </p:spTree>
    <p:extLst>
      <p:ext uri="{BB962C8B-B14F-4D97-AF65-F5344CB8AC3E}">
        <p14:creationId xmlns:p14="http://schemas.microsoft.com/office/powerpoint/2010/main" val="154356200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532CA2-283C-4C27-8E81-A4D6D1A9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9C4A1-D402-4827-B5C9-C7CECAED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0A2B81-1C9E-4A09-8995-EE740691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95938A-0B5C-4C92-BF22-72820A5D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93C3B-8182-4493-8F4F-7F8E0602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3020D7-803F-4488-8730-F125CB93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37880-F6C8-45BB-9DC6-C768FCA8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src/meeting_agent_workflow.py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4784AF-52AB-45AD-B2A6-3B2DB034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D4F0C-4E81-4D50-ADCF-A4D446B8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validated_meeting_brief.json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98269758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EC9CA4-7F8C-4C4F-9445-BD140ECD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46C44-6E79-4DA7-B6A6-65BD517B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13135-E3B4-444D-B0C9-7BC18901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D4EE3-157C-4BB7-BA63-5485D539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AE728-071D-40A9-B527-60F71F30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BBC705-CB08-43DF-AF50-BBAC6E6C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D1717-6DB2-49AB-A0DD-520FDE48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src.meeting_agent_workflow --help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모든 evidence ID가 known segment에 존재한다.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05F50-A265-4A96-B0D2-C0F35630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DF723-7C54-46D0-9A4C-3380DFEF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validated_meeting_brief.json</a:t>
            </a:r>
          </a:p>
        </p:txBody>
      </p:sp>
    </p:spTree>
    <p:extLst>
      <p:ext uri="{BB962C8B-B14F-4D97-AF65-F5344CB8AC3E}">
        <p14:creationId xmlns:p14="http://schemas.microsoft.com/office/powerpoint/2010/main" val="917318516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0425E5-6A02-4EC7-9FB7-75EE848B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16A569-17D0-4110-9E63-06CDA3FB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7ADF6-84C8-49F8-8CED-03822A83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C7DFB2-8C7E-4B29-BF45-3D89AFA7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918A5-F69A-4C59-B477-E3F54A9F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E67F5-DE06-4246-B83C-5EC1B640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46D99-0269-45DC-904D-A2F42343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s99를 가리키면 ACTION_n_UNKNOWN_EVIDENCE다.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구조 검사는 code evaluator, 의미 검사는 표본 human review로 나눈다.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161BA1-4960-4CB0-BE1C-24FEE15E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1B4C7-6232-4C52-8EE6-0E219C62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38772578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0E07A3-581A-4E62-954D-D3DE4DB2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76ACA-06DF-4DDF-BD72-F2A267EA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95088-07EC-49BA-A7F7-62BDEF1A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C0C66-3AA7-4E2A-8955-A65DE137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6B52A0-D3BB-496D-BDFD-AF140E3D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1FEE9-4EEC-4A45-8E3C-2F586417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26012-88E2-4CCB-9BE2-81575712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FC2BE-23C2-4B78-8ADD-C34FC138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47875-C97F-4D0A-9A07-0D5C433E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모든 evidence ID가 known segment에 존재한다.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AF066D-BEDF-45C6-BD87-4FF2C146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E6DD6-3983-40EB-ADFF-41D58707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96D8A6-7D83-4BB8-BA84-095CF802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65617-D8E8-4328-9151-7D2CE1A8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B0B575-A43C-4E37-A0DD-9E9F2467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5140F-A8DF-46E4-9388-4EAB0B60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1A00AF-A9D3-4FA8-993E-8A848684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F69226-314F-49FA-B1F8-099E29B2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DB0CB2-06DE-4448-ABEB-FEB9761A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840486157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DEC22E-62AC-4FF4-B0AE-EBF4180B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8E15E-B127-4D5A-AD95-EDC05664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84E7D-1C2C-4C40-918C-C708A8D6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2BFC6-6E05-4D14-BE4C-968CC9D2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4AB28-886A-489E-9C79-07A4D3BA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CF1A58-498B-4D2A-BE72-8C6E07A0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3BEC2-6E32-471D-9E1F-E8775AC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8D0DD-E2F7-49F4-B7D0-FA1B4E51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F53A41-F814-4F96-A0BB-30FF63B1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없는 s99를 가리키면 ACTION_n_UNKNOWN_EVIDENCE다.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19A6C0-8E4A-47E1-B63E-D913F5C5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7CA2CE-69E9-491B-9125-D5880221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A3380-E435-45AF-8DF0-2625E8A7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8AD098-A519-4FC7-AECD-ECEDE264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B52F5-8664-4F70-B82A-BE2DBF61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E66F7-4868-4325-A4D3-88D11CEB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1236C3-34FD-420C-AC1A-D25223EB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AFA160-B7F2-4FDC-9573-C4729901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CFB15C-58C1-4ABD-AE7A-9CF3E0C3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710718771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E27C2B-548A-499B-830D-B64A16A2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375693-7DA8-4179-BEA6-80D0A02E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4E93E-7149-49A0-8309-C821E9FB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A5D1BF-1074-461A-9F66-087F58A0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2951E-9906-4A77-9736-DBC38DC7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6F7D2-54C0-4823-AB25-14DF35C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0E8B6-59C6-426F-99E3-6262FBA8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후 담당 업무를 자동 제안하되 게시 전 원문 근거를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657DDB-0A3E-4DA6-B918-9407E1BB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FC1E0-83D1-4FDB-99FA-D9C35610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82778-FEA6-42A7-B057-68845445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30A24-E48E-4E4A-AC67-190ED135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97D490-1FF9-4686-891C-41A35AC6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00269-A004-4739-8F94-2B6724CA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DE1A1-FBAD-4BE2-BF60-966726F5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FF9731-B331-4963-8CC5-BF26C887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F9EC3-3CC6-490F-8336-B13393F8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67B7E-9D9D-463F-B629-B3C231CF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640D63-F3A9-4CF3-80B4-D72A8DC5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D612C9-5834-400E-AA3A-97C39950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633467121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CBD4B5-6AB4-4F98-9C83-53C35393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966F2-9F46-46B1-88EB-3CD43F42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47740-67EF-4783-8D76-2F567620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FAAE5-9AEA-4288-9957-358646D9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7D7325-FE1C-446E-B79F-EA88BE4C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4F57A-171A-4166-BC71-3E03F7A4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19764-6FAC-4B61-880C-2B51AC61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후 담당 업무를 자동 제안하되 게시 전 원문 근거를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08FB3-BEE4-4357-B0D7-DC1642F6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328F0-10E6-416D-92D1-5EA6D67B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87C11B-1D38-44E3-AC8A-739D99ED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B7680-9B1A-462B-989B-DAAB3072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580086-4502-413D-B258-662F8C21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AA44C-1EF3-472B-991A-AACAF164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B72683-D726-4F90-AB0D-A9878581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89F22-DE84-437F-9396-C3706CE7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6D3F6-24DA-4557-A7FB-D7BF9D68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CC5195-1A08-4579-8B48-7AC1446A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5A5C31-376C-4878-A6A9-6B35981B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18D168-F711-4493-ABF4-E3F25DE8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411407177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41E492-301F-48B9-A850-2D83B559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561C1-8C29-4337-B06F-B1B1697C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6245C-1881-4CB9-A78A-F1172D57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414EB-A022-4F88-87BE-D63E658E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264B1-B1FC-4FCA-B104-301B396F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C9266-C228-49DF-92EC-DE7F6437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91415D-A3D4-4D83-93B3-84CE5430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EA54B-D491-439A-A365-4CBFE8FC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51E95-B3F1-4058-AED7-BE07B05F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모든 evidence ID가 known segment에 존재한다.로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3D7D3-3A5B-45FB-B2EB-CAE021FA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D004D-F59A-4BC0-86D6-645E78FA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6C1E56-A948-4C19-8329-EC60FD16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9F5C1-9E21-4A13-A267-6413A284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A1053-F2A7-4F4B-BEFC-BC01E602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A2327A-CDDA-4288-B25D-2F51AC53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검사는 code evaluator, 의미 검사는 표본 human review로 나눈다.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7C377-D53E-4A26-BCB5-610CCA96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5055BC-D237-445D-B8AB-7D770B89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244FC2-7820-42C8-9E4A-83034AF3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956635436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9D15B4-CAF0-43DA-B4FD-3F1BF3EF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DC71B-7EA0-418B-87FB-6C9C492E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82CAC-E0DA-4D1C-96A8-E3564971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EAA65-2B60-4199-B04D-0936B82B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2AF9D-82BD-480D-BB94-1DD2FF34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15:30-16:20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013E5-F51B-43B6-94EA-7DF90BF1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A3F27-090B-48BF-898F-A6286B08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BFF19-7B0D-43A9-8EDD-AA1ED048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B959EE-96D8-4EF5-BDC1-C2475E7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근거가 없는 Action Item은 좋은 문장이 아니라 위험한 업무입니다이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911A0-354A-44DB-ADDB-C1CE971F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6957D-5181-4644-877E-D4EA5425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27F11C-E66E-4A93-8D3C-6D91CB2C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src.meeting_agent_workflow --help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C817A-1FD9-4349-AFC5-7697E71F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BAFFE-FDED-442D-B571-3FE83B54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BF1F6-F91C-415F-BED9-06AC34FE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validated_meeting_brief.json과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58EF64-B8F8-41D1-A73D-FE46A812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같은 회의 Agent도 도메인별 품질 기준은 달라집니다</a:t>
            </a:r>
          </a:p>
        </p:txBody>
      </p:sp>
    </p:spTree>
    <p:extLst>
      <p:ext uri="{BB962C8B-B14F-4D97-AF65-F5344CB8AC3E}">
        <p14:creationId xmlns:p14="http://schemas.microsoft.com/office/powerpoint/2010/main" val="2137065763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79E158-24C8-452A-A811-87B8F8E1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4BF9B-EB48-456C-BFB6-E33A1C00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8차시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3B90F-7D01-497A-ACD7-9A993D7A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16:20-17:10  (쉬는 시간 17:10-17:40)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286FD-0031-412C-AFAF-0A474681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회의 Agent도 도메인별 품질 기준은 달라집니다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04077-D370-401E-88C1-E8981C17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이커머스·교육·금융 사례에 맞는 평가 case를 만든다.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ACF45-5382-4497-8966-CC920506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D5B8-29C0-419A-B40D-461BD775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B70C8-1D86-4686-93CC-77AB7D5F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소프트웨어 실습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99B90-A040-41D3-A6F6-7E0384B3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48CD7-5A52-4DF2-BA69-E3879E69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data/meeting_sample_ko_12min_expected.json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AEA03-FF27-41FE-AAD8-FE1267C4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F3BC62-CD98-48D2-A197-AFA21207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day2_eval_cases.json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FDD5C-BC86-43A5-A272-6298D5D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2 · 한국어 회의 Agent · 8차시</a:t>
            </a:r>
          </a:p>
        </p:txBody>
      </p:sp>
    </p:spTree>
    <p:extLst>
      <p:ext uri="{BB962C8B-B14F-4D97-AF65-F5344CB8AC3E}">
        <p14:creationId xmlns:p14="http://schemas.microsoft.com/office/powerpoint/2010/main" val="1695345734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D83BE1-8BA0-49B7-B94B-CBC8211F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E86997-0530-4D6F-8903-478B5933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8차시는 앞의 결과를 이어받아 다음 상태를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79252-2D61-43E5-8030-22DCCCCD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F02E6-189E-4AE4-AF7A-8C2ABE5B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BF72BB-B11C-4DC8-975E-1478A655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EAF33-C1D5-4A8E-AFF8-847FB9AE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18421-85D9-4E78-90D3-A3DDA18C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4B9FA-7B71-4091-8544-33B2E728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88FA8E-56E1-40A2-BE93-D5624DD5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validated_meeting_brief.json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4E65E-8C51-4FC8-A199-FF4D2C29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DEF8F-51EF-49D0-85F9-611EB7E9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FA6C7-A316-4206-99B3-B8F06973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회의 Agent도 도메인별 품질 기준은 달라집니다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6DEC5E-4E9D-4AB5-A4CC-F40BDE87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0410C1-3C84-4FEA-A3DE-FA52911B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D3E1E9-FD69-4FCC-BF15-715472D2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122D1-49FA-4C36-9809-6D5CBB76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1F02AF-F2A5-4E11-ADD5-CE927B1A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AF2E8E-0B1A-41B7-89F8-A5C56000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Q&amp;A·실행 복구·release 판단</a:t>
            </a:r>
          </a:p>
        </p:txBody>
      </p:sp>
    </p:spTree>
    <p:extLst>
      <p:ext uri="{BB962C8B-B14F-4D97-AF65-F5344CB8AC3E}">
        <p14:creationId xmlns:p14="http://schemas.microsoft.com/office/powerpoint/2010/main" val="465601027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8A29E-C54E-47E3-87EE-FD9AB8F4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0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범용 요약 점수만으로는 금액·날짜·상품명 같은 도메인 오류를 잡지 못한다.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02032-5BDE-46D3-9BE5-F74E119B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8DAD9-7F53-4115-BC84-7D5A0DD9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1A254-035F-42C6-8D75-9F20BCA9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B26BD-240F-4343-94D1-0A76E182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D7C62-D32D-4D17-9E27-DA71C024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이커머스·교육·금융 사례에 맞는 평가 case를 만든다.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C615C6-1886-4C96-8FDF-7C8FEA65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18116-623C-4E1A-96C8-04CBB998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day2_eval_cases.json</a:t>
            </a:r>
          </a:p>
        </p:txBody>
      </p:sp>
    </p:spTree>
    <p:extLst>
      <p:ext uri="{BB962C8B-B14F-4D97-AF65-F5344CB8AC3E}">
        <p14:creationId xmlns:p14="http://schemas.microsoft.com/office/powerpoint/2010/main" val="189579189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4851C-4C70-4D22-BEC1-A33D39D0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 차시가 끝나면 세 가지를 설명하고 실행할 수 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709B9-A426-4939-8764-BB46CE6C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B3158-7470-44C8-BD53-4A2445AE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DE4C7-8442-4463-B38D-333AB325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9CD5F-F344-43F7-B7A1-3CA062F2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B9B3A-426D-4D3B-879E-CA4E652B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EB8AC-EF6D-4833-B6C0-31DE253E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44F1A-449C-4640-B017-04779110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이커머스·교육·금융 사례에 맞는 평가 case를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764B6-076F-40C8-9C84-17DDB2A9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F181C-86D7-4F60-A255-BBF4098F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3FAA2-0A04-42EE-871B-584E53E1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데모 한 건 성공을 서비스 전체 품질로 일반화한다.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796C5-50E6-4C3F-A987-55749E14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689AEB-37F7-4C62-BF96-FBF7E64C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1C138F-634A-4981-BA9F-D4857445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401521264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8F5EBD-4009-46A2-85C5-D7B75EDA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656821-4C6E-4F00-99D2-1BFEBA6B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용어는 이 네 가지 역할만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6D030-4683-43E7-8EE1-54FBF55B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F939CC-D5EB-44CA-ACED-8838E25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940D6-CEC6-45E3-865F-FCC6CD69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1B928-7D84-4AA5-9205-9A81585F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42ADA0-C9CA-4AEE-BE8E-9996A84A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6C377C-FDD2-4AE9-859F-B7015AE3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A9F0F-807D-419B-A3B7-14E8A619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E84F8-C14E-412D-B5DF-6855DFE0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5E711-F160-4150-A187-FE76CF37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48129C-06F7-449D-8791-F5BF1929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case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27E57-0C0E-4A0B-A51A-23E69D32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5FE7E-FC28-4E7E-9A8F-05DEDCB3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팀이 합의한 대표 입력과 기대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37EEC3-97B3-4982-A194-47067BA3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915A54-64F5-4D4C-9CCE-4259FF36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Evaluator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16B278-B8D4-4134-BCF0-D3347BF1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67DC33-A775-4A1D-902F-7099DD8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결과를 검사하는 함수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DA65C8-20BF-4314-8168-E822A250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71A091-624F-415B-B7A0-7D830DC0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669794-C3B1-4E9E-9328-0632EAC9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87AE6B-C336-4C01-8BBF-DE845154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후 이전 동작이 깨진 상태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D469F-E4B0-48CC-B7F2-886C199C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BA1CA6-6223-42FE-B198-00B0671C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F9A600-7BA3-442C-9BC5-37C62440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AE99D7-DA2A-44D8-8E40-BB52ED83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 여부를 가르는 기준</a:t>
            </a:r>
          </a:p>
        </p:txBody>
      </p:sp>
    </p:spTree>
    <p:extLst>
      <p:ext uri="{BB962C8B-B14F-4D97-AF65-F5344CB8AC3E}">
        <p14:creationId xmlns:p14="http://schemas.microsoft.com/office/powerpoint/2010/main" val="1021930046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1D3719-FDBF-48F5-A4AA-C6EEF85C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입력·처리·결과·검증을 분리하면 문제가 빨리 보입니다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C49C1C-4F47-4690-B0F6-5F630EB7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3DA68-6973-4496-B9F2-3565A636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46556-A47E-417F-821A-E00B9EBD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3C86F-63C8-4BBD-9597-139E4EBC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199CB4-AC5A-4A31-AA8C-BB4F3C79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46D1D-D841-46AF-9087-03EFF87A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285B3-588C-4DE8-A321-125DBEB8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data/meeting_sample_ko_12min_expected.json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5B34D-8122-419F-B735-3BBEA4F1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42E407-555B-4311-AB65-3837E8FF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B74BDC-1C03-4365-B8CF-C8298E9E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 사례 수집 → 비식별 → expected field 작성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6EA82D-7903-4B7C-8F2C-322C8915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F56D6-64EF-4DF9-B25A-2A65FB2C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119B4E-00E9-4828-B048-9BAA91A9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B06CD4-5484-452B-965E-7CA0B755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7EF2CD-E98F-44D9-909E-361DFD2E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42889-456F-42F1-BF3D-0C46395B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합성 회의 정상 case가 READY_FOR_EXPORT다.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HOLD나 사람 거절은 최종 READY가 될 수 없다.</a:t>
            </a:r>
          </a:p>
        </p:txBody>
      </p:sp>
    </p:spTree>
    <p:extLst>
      <p:ext uri="{BB962C8B-B14F-4D97-AF65-F5344CB8AC3E}">
        <p14:creationId xmlns:p14="http://schemas.microsoft.com/office/powerpoint/2010/main" val="480396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CDFF31-6330-41F7-A98B-BE8AE4BD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F6EDB-E064-4101-9C2D-9B6DF33A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흐름은 다섯 단계로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75E6F-A991-4625-BEC7-D82773BB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130B8-94BF-41B4-A02E-23AC9C83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B8F485-B1EB-46F9-A79C-11645CFD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C410C-484A-4844-B8F6-06C73482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630BB-0368-456A-8268-9DEC6336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9686A-E954-4EAD-839E-303D3E57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A91C7D-9394-47A8-8287-B460A388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 사례 수집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72D2C5-52E5-4AF3-BD11-9E659FC8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A600F8-5346-425A-B259-F12FC3B3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8B46B-41A5-4964-8D3D-064470B4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비식별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28C78-0D5D-4E3A-9F0A-0E4644E9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6FC74-D31F-4276-B5B3-5BE82F11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D615AF-166B-458E-9921-444F5A46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expected field 작성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8606A-CADB-4777-9223-B293D5B0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1F895A-4FA2-4613-9D81-662A1B94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C3DA7C-86FF-4EA9-8D35-F3C9F8AE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 실행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85756A-84D6-4657-A0C7-2C11BC88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950D4-63B7-4F3C-82B3-CD85E8FD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F2BE93-D562-45A2-BE57-902ACD62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 2 tag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643FED-CB8A-4DE5-A289-176DCB7A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day2_eval_cases.json에서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656283406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E90782-2F1E-418E-9D63-9E7242E9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코드보다 먼저 성공·실패 계약을 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BD7FF-AEF6-48A2-BAC6-592AF918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EDAF3F-40A9-4339-93ED-85BDF3A1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69BA2-A406-4C24-A04B-A498B888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71444-7449-4502-8BDC-7F72373A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D0748B-FBD1-4296-9F91-CAD73212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DD84D1-3EE7-4534-B45B-070FE398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0F8BA8-2262-43B4-8A28-D835D072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합성 회의 정상 case가 READY_FOR_EXPORT다.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EFC35-998B-4053-9778-253FB76F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3EC00-FF8F-48C2-BED9-DE9244E1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21FC4-EE32-4A9D-B3AD-0EF44DD8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HOLD나 사람 거절은 최종 READY가 될 수 없다.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CAC7B6-1301-4193-8238-56E6AC16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FF6270-0D6D-4BB5-99DE-8280FECE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108F5-F819-4E0C-BC6A-2A5A313D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0A6A80-A524-4A0F-9AC3-A582E60B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F60B24-3C3E-4F7E-8184-EF3D5612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09C26D-D30E-4FC3-86B1-CAEFC2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식별자·day2_eval_cases.json</a:t>
            </a:r>
          </a:p>
        </p:txBody>
      </p:sp>
    </p:spTree>
    <p:extLst>
      <p:ext uri="{BB962C8B-B14F-4D97-AF65-F5344CB8AC3E}">
        <p14:creationId xmlns:p14="http://schemas.microsoft.com/office/powerpoint/2010/main" val="2094839693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B3EB9D-92C5-45CC-935D-481AA0A5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지도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16111-0377-4565-8EFD-4F611641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어떤 파일을 열고 어디에서 결과를 확인하는지 먼저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2449D-6C9B-4425-9842-0337DD6D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573-3185-4688-881B-30C673E4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764C8-7DED-4A06-A4FA-5B8CCA0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0135F-BD20-4643-950B-03993B00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A3000-90A5-43A1-8AD0-A39934D9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E2429-7DA4-4BE5-BA7C-2BE0A110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C6848-5283-4CEE-9390-80D59DEC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data/meeting_sample_ko_12min_expected.json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CA54C-E315-4354-9927-FA6A9084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D9E2B-3F84-4CC7-95AB-05272A04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3CA38-DA36-4B32-8761-B2BEB962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7090B-05D6-4D8D-A3FD-49AB6455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9A8C16-07F2-4E48-8742-56DEFA24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414F88-2413-428B-A563-F5E72716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tests/test_observability_workflow.py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286668-DC47-49D3-8171-B5650CE7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32511D-C6B8-4627-B5F0-7C154D57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FBD9A-4208-457F-9EA7-E1F3922B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2100368460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80A924-E998-4A46-8F35-1CED8D7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개념을 코드로 연결하기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B0AA63-B8C3-4014-A778-D1F6A88D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회의 Agent도 도메인별 품질 기준은 달라집니다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15552B-82CB-4153-8A6C-85E75C06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D39A1-BF5E-4C7E-ACB2-4DB33C2D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BBCCE-954D-40FA-BA08-D79C5DC4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56CD0-39ED-4ACA-B6DD-1EA90EB5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6043E-4134-469A-BCD0-9D7AFA9E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범용 요약 점수만으로는 금액·날짜·상품명 같은 도메인 오류를 잡지 못한다.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73545-FE7C-49EE-8D4C-5319274B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7A216-39E1-4CFA-8437-F871E5F1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7C6E62-FBF3-4529-BE0D-DDB5F347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데모 한 건 성공을 서비스 전체 품질로 일반화한다.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929F7-8515-4DF8-A493-FB0B5C7D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숫자·이름·기한·무음·반복을 포함한 작은 golden set부터 운영한다.</a:t>
            </a:r>
          </a:p>
        </p:txBody>
      </p:sp>
    </p:spTree>
    <p:extLst>
      <p:ext uri="{BB962C8B-B14F-4D97-AF65-F5344CB8AC3E}">
        <p14:creationId xmlns:p14="http://schemas.microsoft.com/office/powerpoint/2010/main" val="1190521741"/>
      </p:ext>
    </p:extLst>
  </p:cSld>
</p:sld>
</file>

<file path=ppt/slides/slide2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21A412-BC5E-4009-87D0-E53E9537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635AC-B482-4BBB-B4C7-D9849530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비슷해 보이는 선택도 책임과 검증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6FB6E-90C3-4511-B9E7-E9DCCD35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63F02B-9F3A-4118-A337-0E4D065B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36920-57C4-45D4-8143-B21D3B77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4E27D-3E2E-4D7E-A50C-EBBB01A7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E67A2-01A7-4A98-BDBA-09469C29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4E7C66-B371-428D-A4E1-31D7346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406A00-BE36-4F09-9ED4-A6C3A9EE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B6BA9-1EB0-41B7-A788-E181ECDD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45FAD-7692-4792-891F-04222351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DA1E26-D900-4313-905F-13A9DEFF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8EE478-C3C0-4BFA-AD93-A4A9DE46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B7AA1E-B45F-44AD-BE4E-986F849C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3514A0-423E-43FF-90E2-1220867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25BEAC-0AEC-4873-9D20-ED501675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팀이 합의한 대표 입력과 기대 결과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38FAE-EBB9-4CFF-8EA8-D2484B73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2558A2-D873-4D8F-847F-6DDBE04C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2F5E1-A17B-4B8C-AC97-AEBEB902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0A3487-EB1C-4AAB-BAC9-DDC2231A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Evaluator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FAE8CD-2EEC-49DB-A261-E778C9A9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2507F7-4045-4DE2-8282-1AF4CA86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결과를 검사하는 함수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DA88C9-6D67-41B0-A3F4-9A3469D3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5DCE60-0884-44A0-8C8E-6CCDFC0A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B51258-A941-4325-968D-951FE1E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E9EF6-0E8D-428C-87CA-C0FE65F0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Regression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5345B2-0894-4517-BD31-0EF1E1CA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81AE92-D3B0-40A6-8F65-82903241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후 이전 동작이 깨진 상태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331A38-E722-4B33-AE60-34495292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B3C59F-05BF-4CE0-AB5E-5B67C737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30A676-7131-4DCD-9B6D-9E7B6922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C043FD-13D0-40BB-97A4-6B899931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gate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B563C8-6B79-4412-AE4F-76BEE48F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3474A9-D972-4414-8372-7F2E68C0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 여부를 가르는 기준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DF8157-F649-4A91-80CD-6FECEC99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1D7E12-4397-4369-8E65-5DF6C766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407804111"/>
      </p:ext>
    </p:extLst>
  </p:cSld>
</p:sld>
</file>

<file path=ppt/slides/slide2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AF132-412A-4BDC-A8EC-FA29797A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E208A-5479-4404-A31E-816D0E1A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먼저 재현할 실패는 이것입니다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68F16-002B-4D4F-A59E-5B33C335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E9A091-2F74-4A47-BCE1-F7B6328D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5ACB1-9F2D-48EF-9FEC-F03F7A79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991CE-CAED-40A4-AB7A-F1777952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B4CE4-D0FB-46F8-BDBF-C8384B49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15496-8DF4-43AD-AA1C-C262038D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ED2E3-CB9E-4A28-95BF-078E7309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데모 한 건 성공을 서비스 전체 품질로 일반화한다.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686D4-CB09-4259-B44B-FF4D8A59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039C5-1D48-44FF-97FF-B700FC79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범용 요약 점수만으로는 금액·날짜·상품명 같은 도메인 오류를 잡지 못한다.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F9048-D651-4BA5-8C51-C1BC0778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45336301"/>
      </p:ext>
    </p:extLst>
  </p:cSld>
</p:sld>
</file>

<file path=ppt/slides/slide2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320D28-E506-499B-9C19-F304C7BC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18266-24EF-42E1-9269-ECEC800E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복구는 재시도보다 먼저 중단 조건을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DBADCC-5B8F-4567-9236-73F9C7B7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5C246-EA12-4FAE-BA82-D2E6E094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168D7-CE46-42BE-A701-0AB77837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C2BB7-98B3-4755-B950-84B6D3BF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BF52C-3D27-4F46-8F32-540E2E8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8F27D-D1A7-4856-9246-AE1D6764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7B4C00-52C6-4974-86AB-C776C6AB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STT HOLD나 사람 거절은 최종 READY가 될 수 없다.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5F8D22-F4BA-4962-8BA6-DF6C90AD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2FDBE-E5E8-4605-81E0-6A95C5A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A4E7D1-1EEF-4C49-9296-AD553AD0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데모 한 건 성공을 서비스 전체 품질로 일반화한다.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27817-4F8E-4627-BEEA-57AB2BA5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1F53E-CDD7-42DD-AB52-D90270D6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1D6D84-C4F6-4FB3-8F5D-0DD80292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숫자·이름·기한·무음·반복을 포함한 작은 golden set부터 운영한다.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7BD59-49F2-4963-A888-AB316F11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F589F4-B336-409C-9F37-16B74DD2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37AA0E-27F1-401D-8073-6AA167BD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day2_eval_cases.json과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90412393"/>
      </p:ext>
    </p:extLst>
  </p:cSld>
</p:sld>
</file>

<file path=ppt/slides/slide2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E3C5D3-6CCA-4703-94B4-BC66AF99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2D7D2-0412-4DEE-B8ED-50F0F844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Codex는 코드를 대신 쓰는 도구보다 검증 루프에 가깝습니다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BE730-BA5F-4EF1-84E6-BCB73B20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1FF0E-E622-46AA-80FF-E24AEDA8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429FC-ED5A-4037-9098-E5939380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12A6F-309C-49F4-8EC3-E8A0102E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c6bde60d94c14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BCCC9-0BDF-4971-98DA-25E87121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실패를 재현하는 test를 먼저 쓰고 최소 변경으로 통과시킨다.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6D794-8242-4DDC-8850-B501A1A1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92201175"/>
      </p:ext>
    </p:extLst>
  </p:cSld>
</p:sld>
</file>

<file path=ppt/slides/slide2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7E9FD9-034F-4EF4-8D0A-38709FF9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C91B2-7683-442A-B303-6A15C81C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Codex에게는 목표보다 완료 조건을 더 구체적으로 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8ADEB-A3AF-4BAD-89B3-645E2297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61484-1590-4884-8AED-894DD77F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5C5B7-D735-4DDD-99C2-670E3E10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D28F2-E50A-46FB-82F5-A51A31DA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D34F9-800F-4E85-85D9-23D066B8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69D26-DC7E-44F3-91EA-8A457E9F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EC1F4-0644-4434-9E17-1430F02B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실패를 재현하는 test를 먼저 쓰고 최소 변경으로 통과시킨다.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64DD51-C448-48FB-825D-071C6C7D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3EBCB-DA6F-428F-BE20-5827CB36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C4B2F-A51A-4781-B033-10684652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tests/test_observability_workflow.py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87C19-AE17-4DA6-9AFC-EAA0863D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143FE3-AD09-42C0-A55D-F3F6924C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802AF-7ABC-4E14-88E2-647B7825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합성 회의 정상 case가 READY_FOR_EXPORT다.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HOLD나 사람 거절은 최종 READY가 될 수 없다.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74D2D7-6FC1-48AA-93D2-74E60FFE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EBD221-F5FE-423F-84C4-4276D1FA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E150D0-7D69-4814-880E-9C9A6DDB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815981507"/>
      </p:ext>
    </p:extLst>
  </p:cSld>
</p:sld>
</file>

<file path=ppt/slides/slide2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F82286-07D3-4298-9DA0-34E71985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2B51D-3C17-4604-B743-B0A5816E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생성된 patch는 diff와 test 증거를 보고 사람이 결정합니다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96BCB4-CF42-4121-9097-FE6C6CB0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05E37-89F1-4F52-AAE3-381F9AE7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11755-7E4F-44D1-9C7D-ECD9534C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A86A3-0621-4132-8655-036919E8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52D4E-8278-45ED-9BF1-E3B0E15C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3335E-FD76-4D25-AD7F-1CBC1BB8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D01C0-79C2-4226-A588-66522FB2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99F64C-1D89-4413-A00B-45A3F496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E113D9-7796-41F7-80BF-915F42CF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EDEEC-8195-4E51-A809-4EA1F51E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CB878-CA0C-4038-BE74-9E3D1860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17CDF0-8BC2-4154-A7CB-475FEB41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합성 회의 정상 case가 READY_FOR_EXPORT다.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23DFFF-4D37-49B0-B9C3-49861A6F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DEC69B-1529-4928-BE4F-70C14617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BAC174-9EBD-46DA-8B14-694B1837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3E24F-980B-4439-B15E-0957F837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HOLD나 사람 거절은 최종 READY가 될 수 없다.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2934FC-8517-460B-A10B-6F3A8BF6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1230C1-7AE5-4B90-9B26-7553D97F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F082A6-2CC6-4331-965E-F7C88712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79EF1D-6874-42D9-9B30-FC33C29C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482231165"/>
      </p:ext>
    </p:extLst>
  </p:cSld>
</p:sld>
</file>

<file path=ppt/slides/slide2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5B130D-6C6D-48E6-AB29-433D3AD8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AFDC0-D0F4-4D77-B622-7BF6451A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먼저 정상 경로를 끝까지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EB198-42AD-4807-BED2-6BCA7239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553080-9643-413D-8E39-DE5222AA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6DA00-976C-4516-9AA7-6C569F7F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CA657A-87A4-4F32-B282-90DD83E4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37A12-39CE-4D68-B385-F6F53144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65B99-06C5-48F7-8C01-18EECEC9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59E08B-3516-41EC-A453-3F14FC49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data/meeting_sample_ko_12min_expected.json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7EDD2-3A20-40C4-9D24-F069AB7A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4A954A-4DE1-4064-B1A0-BBC7FB4B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72D6E-DEF9-4550-8CF9-13BE117A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src/observability_lab.py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7813A-7F53-45E9-95FD-1F942133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1F2E6-7950-423F-9930-25DA54D2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52B57-7254-4BFE-B939-F5A54701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tests/test_meeting_agent_workflow.py tests/test_observability_workflow.py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97836-6293-4E89-BD1A-FB4CD85D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1FF272-8E3A-410F-9554-B16AAFFB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0CD5F-A2C4-4ECC-A28E-40C74F95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합성 회의 정상 case가 READY_FOR_EXPORT다.</a:t>
            </a:r>
          </a:p>
        </p:txBody>
      </p:sp>
    </p:spTree>
    <p:extLst>
      <p:ext uri="{BB962C8B-B14F-4D97-AF65-F5344CB8AC3E}">
        <p14:creationId xmlns:p14="http://schemas.microsoft.com/office/powerpoint/2010/main" val="1001549855"/>
      </p:ext>
    </p:extLst>
  </p:cSld>
</p:sld>
</file>

<file path=ppt/slides/slide2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995192-1EE5-49F2-9B33-FA85A975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9305F-089F-410C-95C5-4522C354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저장소에서 이 명령을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03668-4696-4F58-AC92-7F4708D2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84645-2B54-4443-B34D-84B1AC1C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86419-B27B-4B41-BF49-EC2E1181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63A0A-5595-47FE-88D2-361B6374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8DB0C-2AB0-4353-8417-272A853E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6A9A9-5A6F-4917-A77B-8179A460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3B43C-9108-466E-A966-CB182A7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tests/test_meeting_agent_workflow.py tests/test_observability_workflow.py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659509-F75A-4DF2-9270-DD26840A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B294B1-9D33-4DB7-B0A4-2AEFF08E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504443507"/>
      </p:ext>
    </p:extLst>
  </p:cSld>
</p:sld>
</file>

<file path=ppt/slides/slide2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87362-6C40-4ED6-8D8F-D78E89BE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A8A6D-3E6C-4789-8D09-E06FEA1B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여부는 화면이 아니라 결과 계약으로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C7124-B692-41E9-BE99-19E17CEF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B7AEE-FF30-4C45-9B4F-F828E7E9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4E678-FA0B-4936-8676-A281015F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98C36E-8523-4C52-A5D1-0F960243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3C3CA-BE4B-4FA7-AB29-75AB5A83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FD95F-9094-4D10-94FD-A59FED45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259C3D-5A80-4667-8BC8-4534876D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616BAA-B752-4995-B020-A0A225D0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46287-35CE-4DF6-A61D-309B6716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D7C316-12B8-499C-8F57-2452E65C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5F4EA-795F-4BCC-AF15-8061C248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합성 회의 정상 case가 READY_FOR_EXPORT다.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STT HOLD나 사람 거절은 최종 READY가 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425796854"/>
      </p:ext>
    </p:extLst>
  </p:cSld>
</p:sld>
</file>

<file path=ppt/slides/slide2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8F6E65-0BB3-472F-ADF1-FC6CC2C3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477A1-17BD-40B9-AA50-8E1D1070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강사는 실패 한 건도 바로 재현하고 복구합니다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25CB3-3256-43E6-9BA5-72C94ECC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5AA65-CB0B-471D-89B0-AE4B0429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B6E58-1A7C-40F6-9447-84BFA05A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E6F89-DC2B-4EC6-81C0-D6555D15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769EC-5BE0-4441-B6E0-8193756E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C60990-8C91-4BAC-BC60-3E2B3C70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데모 한 건 성공을 서비스 전체 품질로 일반화한다.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D1BCF-885D-4D4D-AA3E-845F2C93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F9FB03-632E-45D8-A09C-D3FA7031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15B87-E2AC-49DD-87F7-24DF7CAE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숫자·이름·기한·무음·반복을 포함한 작은 golden set부터 운영한다.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B17B2C-0C24-4169-96C2-C70D76E1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STT HOLD나 사람 거절은 최종 READY가 될 수 없다.</a:t>
            </a:r>
          </a:p>
        </p:txBody>
      </p:sp>
    </p:spTree>
    <p:extLst>
      <p:ext uri="{BB962C8B-B14F-4D97-AF65-F5344CB8AC3E}">
        <p14:creationId xmlns:p14="http://schemas.microsoft.com/office/powerpoint/2010/main" val="1628777794"/>
      </p:ext>
    </p:extLst>
  </p:cSld>
</p:sld>
</file>

<file path=ppt/slides/slide2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58DBBF-86F5-4A81-9F4E-E02EB846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39D1E-9E89-4FEF-9002-8CA2AA2D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이제 같은 코드를 각자 실행하고 한 줄만 바꿉니다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1CB1C-88E1-4173-BA9E-27C41F89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64AFB-A572-4625-9471-79ECA1DD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229B3-1233-439E-A363-5BB43EEB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BA683-BD3A-4F72-B4F8-D52A6DDE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E3641-9181-474D-A822-C59DEC96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97E050-CB81-4D52-88FB-208CD903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6210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3B378-84A9-48A4-8469-04D3DE83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수정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CC8517-FCA7-4D27-BF54-87CDB189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notebook의 실습 변수 또는 fixture 한 줄 · src 전체를 복사해 바꾸지 않음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0FAFD-66FD-4150-8922-1BBBE75F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658C8-A453-4D1F-A19A-2DDFF39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합성 회의 정상 case가 READY_FOR_EXPORT다.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 저장</a:t>
            </a:r>
          </a:p>
        </p:txBody>
      </p:sp>
    </p:spTree>
    <p:extLst>
      <p:ext uri="{BB962C8B-B14F-4D97-AF65-F5344CB8AC3E}">
        <p14:creationId xmlns:p14="http://schemas.microsoft.com/office/powerpoint/2010/main" val="388331998"/>
      </p:ext>
    </p:extLst>
  </p:cSld>
</p:sld>
</file>

<file path=ppt/slides/slide2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A6E0D-3DE2-4EE7-8F45-CF53E0AC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B3FEE-74C9-442B-B41B-0F61DA9E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입력과 설정을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E9935-9271-4731-967D-4BFB1636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FB7A6-5628-43D2-BADC-B24FF62A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EBD72-2D68-4563-866A-1DD66E07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221C7-172C-495C-B4E7-4C37A379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CC27E3-A34E-4D73-AE69-957EA7B2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파일: data/meeting_sample_ko_12min_expected.json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변수: 실행 경로·provider·dry-run 여부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479D2-F4EC-4B9F-ADD6-5A38EED5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A4BD1-3DC4-4692-9429-AC28E6AA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day2_eval_cases.json</a:t>
            </a:r>
          </a:p>
        </p:txBody>
      </p:sp>
    </p:spTree>
    <p:extLst>
      <p:ext uri="{BB962C8B-B14F-4D97-AF65-F5344CB8AC3E}">
        <p14:creationId xmlns:p14="http://schemas.microsoft.com/office/powerpoint/2010/main" val="1114773864"/>
      </p:ext>
    </p:extLst>
  </p:cSld>
</p:sld>
</file>

<file path=ppt/slides/slide2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4ABA7-C0B7-42F8-9A90-A982B554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AC3B9-FECF-45CE-B50F-BED514DE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정상 경로를 실행합니다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9E49D-3E3D-411F-87F9-287EABD5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0158D-01EC-44EB-BA7B-28947CD7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09F24-82D7-4347-A875-4590F397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0CA61-CA05-4830-AA56-C608A320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6453E-7CBB-422A-ABBC-1DD30F46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tests/test_meeting_agent_workflow.py tests/test_observability_workflow.py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합성 회의 정상 case가 READY_FOR_EXPORT다.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8D758E-4843-4B58-941F-784A21D5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C2C426-7458-4758-B925-3C93A639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day2_eval_cases.json</a:t>
            </a:r>
          </a:p>
        </p:txBody>
      </p:sp>
    </p:spTree>
    <p:extLst>
      <p:ext uri="{BB962C8B-B14F-4D97-AF65-F5344CB8AC3E}">
        <p14:creationId xmlns:p14="http://schemas.microsoft.com/office/powerpoint/2010/main" val="910438597"/>
      </p:ext>
    </p:extLst>
  </p:cSld>
</p:sld>
</file>

<file path=ppt/slides/slide2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FA9F3F-758D-4659-8F9C-F907722E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4BDC3-E558-4363-BE91-2A7D1CD0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경계값을 바꿔 실패를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A3A04-0CF7-4EB1-A4C3-78A058D1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B0CAD2-EC12-4F0D-86F0-BAE47BCC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650FD-1107-4446-B59E-046EB589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EE28C-C47E-4669-A4E7-1A96FE88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055F4-8B3E-413D-A7CB-1E89F4E1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HOLD나 사람 거절은 최종 READY가 될 수 없다.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숫자·이름·기한·무음·반복을 포함한 작은 golden set부터 운영한다.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49000-5BF5-41BE-8250-F31B8750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AB28F-988D-47E3-B5B7-AAF3E075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851392396"/>
      </p:ext>
    </p:extLst>
  </p:cSld>
</p:sld>
</file>

<file path=ppt/slides/slide2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D5B0F1-02AD-40F4-8463-A845CC7A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FC968-266E-45F1-AED5-4E90295F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case를 focused test로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A0B602-6724-4183-94FA-C0BE0E7B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E589B-87B6-4A11-AAC0-8AB4843C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73E02-5CC0-4913-A92A-726E233C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BE249-3358-4AE8-921E-01F65221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EFFBD-0EA9-4153-97DC-FE6902E7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11114-2018-4342-8394-84771F01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622A1-0F14-4483-8639-73ABD671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합성 회의 정상 case가 READY_FOR_EXPORT다.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633223-1EE0-404D-9E26-9A6C9B4F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94340-05B5-42C6-9438-E0433710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C9EDB-9691-412E-9C30-CBE7F38C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F3AAB-4FD3-4517-9098-BBBC038B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E3B8F-210F-4BC7-845C-51A0F448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A08AF7-5EF3-48F0-8FF0-5ECC3146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D691C-F9DE-41E4-810D-68B7B126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737C00-4E39-4D4B-9E4F-E0968F16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F2E6D7-E13D-40B5-85CA-CA36392E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561572275"/>
      </p:ext>
    </p:extLst>
  </p:cSld>
</p:sld>
</file>

<file path=ppt/slides/slide2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D2929D-4E4D-4D0E-A826-80293118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E355F-AEB9-48E2-8767-0F8B3FC6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중요한 실패 조건을 test로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CA749-C0C7-4DDC-B2FC-6DEA0EAF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53349-EB84-43F2-A0A3-3488347A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11F0D-409C-4259-ABEF-88368489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DA447-7081-449D-8C80-2838FA8A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D7C21-4818-400F-8E4F-162F9AA8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567C2-4D01-42D2-ACC4-F97BCB55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12BB00-D7C4-4AFA-873A-E252299C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STT HOLD나 사람 거절은 최종 READY가 될 수 없다.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0BFF1F-8594-4B75-ADE0-37E6DE3C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EA8E38-8F41-4DD4-8CEA-0D5AB15E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AE44A9-BD8D-4D3E-B72E-8A2FD518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B318F-83DA-4F90-83F2-8B5DA543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F18BD8-12A1-4FFC-8C7B-CA3DAD15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E5E43-1400-439C-A373-65CAF349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56E9C-E79E-46A4-B455-36890B75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E94D9-CC4D-4F68-98E0-B8954664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C0BB0-C78C-4286-B8F8-A1434A49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248015042"/>
      </p:ext>
    </p:extLst>
  </p:cSld>
</p:sld>
</file>

<file path=ppt/slides/slide2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DFD5C5-B20F-46E4-B0F5-6F0E8C6A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88308-EF5F-46FF-AC86-645B47DB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작은 운영 문제 한 곳에 먼저 적용합니다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70E234-D272-46B5-B075-CA5F40CC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0328B-8B99-419B-8CDE-B756054D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7F386-1828-411C-ABFF-93CBD59C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2A7F7-1399-4637-8A62-BA3B3A4C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0DEE6-D98D-47AC-82E0-1866A017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현업에서는 상담/회의 유형별 scorecard, 포트폴리오에는 실패 사례 3건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29EA3-4F42-40E1-9E00-CBE138C4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04489-3F87-4A9E-94C0-F3421AF4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F5CEB-CA1E-4471-A093-1C86745B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52165-0AE3-4FF8-B4C9-9EDFC920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8DF7B-C506-4918-BCD4-042B1333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1C4238-20E3-4773-A9BB-7E1ED900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FAD538-55A0-4C91-A480-01B0EB37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E5361-4258-4246-A44F-86AF06D3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2C58C9-D1BA-43DC-B6E8-21E8AF08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A4F4C-25BA-4572-B43E-07987418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E8978E-2474-4A55-B367-B875FFE9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701692-50DC-4617-91DE-73171A34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541128166"/>
      </p:ext>
    </p:extLst>
  </p:cSld>
</p:sld>
</file>

<file path=ppt/slides/slide2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D853C6-D4E3-4EF1-A88E-594B9C94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 포트폴리오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86303-304F-4D3F-99D9-1EEC76E5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구직자는 제품 판단과 검증 증거를 함께 보여줍니다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E8108-C3E5-4CC5-84E7-8F2A3845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5CF48-D254-44EE-982D-C4BAE1EC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BDA6AF-816F-4418-B2E2-D5E73039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9DB0AB-0BCC-430F-A136-2ABCDB2C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9890D-0B19-454E-A73B-25149035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현업에서는 상담/회의 유형별 scorecard, 포트폴리오에는 실패 사례 3건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B21CD-E44B-4D6D-ACF8-E5165F92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AD045-D316-4A64-8DB3-3FD3B9E6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7C8887-7904-4BF8-A16C-C47BD543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D5623-5116-4A77-A348-106EA58B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CD065-C515-45AB-9892-8013C8B6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EC148-CFBC-40F7-91B7-E3462A72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0140D-7F24-4FC9-8814-6D7C4C24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F0624-2D10-44A0-9E65-57233C23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C74DE-B026-48DB-AB63-0181DC51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C17D24-8E45-4AF3-9442-0ABBA8D6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CDD8B5-E4F5-43FC-A826-788781AE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B936FA-CE76-44A0-987F-580437D2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405195001"/>
      </p:ext>
    </p:extLst>
  </p:cSld>
</p:sld>
</file>

<file path=ppt/slides/slide2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4999BB-BEBB-4F20-BBFA-F1EF3B29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1C239C-DEE8-44D2-BCDB-B053B713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서비스로 운영하려면 이 네 가지 질문에 답해야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C4033-2DC5-44E2-B6C9-5CCABA3E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F01DBC-DF43-4F03-AC05-8C03B057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62112-8B09-42DC-90CB-A49620D6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B9544-FACF-41F5-92E0-E632961D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07148-4CCB-484D-A950-4A4797ED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D9C97-4069-4C11-BBD1-482CB8E0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D88BBF-D737-4E7F-8DE6-04DB28F4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합성 회의 정상 case가 READY_FOR_EXPORT다.로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AAC83-AFD6-4BE3-B176-C69637DE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DB5FF-8621-4209-BA95-EA1956F8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E0917C-56D4-44AB-90C0-0C0E8928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6ACEB-2EE6-4587-843D-BA3F88D5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B2BE3-E8C6-451F-850C-913E71AF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9D7B39-08D4-4FBC-B2C6-86BCDFA8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숫자·이름·기한·무음·반복을 포함한 작은 golden set부터 운영한다.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C293F-1F41-491F-B52C-25FE192D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F68A4E-D125-495D-80A5-66FF9431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4A2EF-DB3C-446E-907B-2A49F32B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day2_eval_cases.json에서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914470658"/>
      </p:ext>
    </p:extLst>
  </p:cSld>
</p:sld>
</file>

<file path=ppt/slides/slide2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BDD7E0-C837-45F3-B5F3-09643AC9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AFFDDA-37EC-4E5F-8877-F9CF793E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8차시를 마치기 전에 세 가지를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33360-69A1-4997-855A-23EE1199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DEF52-82B1-4A53-8F73-269EDF6E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Meeting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F57EE0-D6FA-4149-ADC4-CA0837B2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16:20-17:10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5E906-8D83-4439-A54C-71475549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6498B-92FD-4E1E-BA13-CD194145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F731C-B4E0-4F7A-BE39-BB9B8BEE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97638-EA9D-46DF-8DF6-D211296B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같은 회의 Agent도 도메인별 품질 기준은 달라집니다이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7E352-F580-4097-A366-0041F1B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2F2C45-4C1A-417F-96C8-788F505D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06F0CB-DF76-4810-8377-B62E13DA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tests/test_meeting_agent_workflow.py tests/test_observability_workflow.py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92F8C-B3F2-4DC8-AB36-8D5CB170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A10FC-9B9C-418D-B98B-77B1CAE2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51A664-8704-4085-B8A2-292D862C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day2_eval_cases.json과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D872B8-59AF-4047-AED3-58D65EB8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17:10-17:40 쉬는 시간 · 17:40-18:00 Q&amp;A·실행 복구</a:t>
            </a:r>
          </a:p>
        </p:txBody>
      </p:sp>
    </p:spTree>
    <p:extLst>
      <p:ext uri="{BB962C8B-B14F-4D97-AF65-F5344CB8AC3E}">
        <p14:creationId xmlns:p14="http://schemas.microsoft.com/office/powerpoint/2010/main" val="1830835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2026-08-23T15:51:30.8700000Z</dcterms:created>
  <dcterms:modified xsi:type="dcterms:W3CDTF">2026-08-23T15:51:30.8700000Z</dcterms:modified>
</coreProperties>
</file>