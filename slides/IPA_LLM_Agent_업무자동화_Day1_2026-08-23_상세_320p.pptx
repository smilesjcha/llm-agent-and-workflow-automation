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  <Override PartName="/ppt/slides/slide271.xml" ContentType="application/vnd.openxmlformats-officedocument.presentationml.slide+xml"/>
  <Override PartName="/ppt/notesSlides/notesSlide271.xml" ContentType="application/vnd.openxmlformats-officedocument.presentationml.notesSlide+xml"/>
  <Override PartName="/ppt/slides/slide272.xml" ContentType="application/vnd.openxmlformats-officedocument.presentationml.slide+xml"/>
  <Override PartName="/ppt/notesSlides/notesSlide272.xml" ContentType="application/vnd.openxmlformats-officedocument.presentationml.notesSlide+xml"/>
  <Override PartName="/ppt/slides/slide273.xml" ContentType="application/vnd.openxmlformats-officedocument.presentationml.slide+xml"/>
  <Override PartName="/ppt/notesSlides/notesSlide273.xml" ContentType="application/vnd.openxmlformats-officedocument.presentationml.notesSlide+xml"/>
  <Override PartName="/ppt/slides/slide274.xml" ContentType="application/vnd.openxmlformats-officedocument.presentationml.slide+xml"/>
  <Override PartName="/ppt/notesSlides/notesSlide274.xml" ContentType="application/vnd.openxmlformats-officedocument.presentationml.notesSlide+xml"/>
  <Override PartName="/ppt/slides/slide275.xml" ContentType="application/vnd.openxmlformats-officedocument.presentationml.slide+xml"/>
  <Override PartName="/ppt/notesSlides/notesSlide275.xml" ContentType="application/vnd.openxmlformats-officedocument.presentationml.notesSlide+xml"/>
  <Override PartName="/ppt/slides/slide276.xml" ContentType="application/vnd.openxmlformats-officedocument.presentationml.slide+xml"/>
  <Override PartName="/ppt/notesSlides/notesSlide276.xml" ContentType="application/vnd.openxmlformats-officedocument.presentationml.notesSlide+xml"/>
  <Override PartName="/ppt/slides/slide277.xml" ContentType="application/vnd.openxmlformats-officedocument.presentationml.slide+xml"/>
  <Override PartName="/ppt/notesSlides/notesSlide277.xml" ContentType="application/vnd.openxmlformats-officedocument.presentationml.notesSlide+xml"/>
  <Override PartName="/ppt/slides/slide278.xml" ContentType="application/vnd.openxmlformats-officedocument.presentationml.slide+xml"/>
  <Override PartName="/ppt/notesSlides/notesSlide278.xml" ContentType="application/vnd.openxmlformats-officedocument.presentationml.notesSlide+xml"/>
  <Override PartName="/ppt/slides/slide279.xml" ContentType="application/vnd.openxmlformats-officedocument.presentationml.slide+xml"/>
  <Override PartName="/ppt/notesSlides/notesSlide279.xml" ContentType="application/vnd.openxmlformats-officedocument.presentationml.notesSlide+xml"/>
  <Override PartName="/ppt/slides/slide280.xml" ContentType="application/vnd.openxmlformats-officedocument.presentationml.slide+xml"/>
  <Override PartName="/ppt/notesSlides/notesSlide280.xml" ContentType="application/vnd.openxmlformats-officedocument.presentationml.notesSlide+xml"/>
  <Override PartName="/ppt/slides/slide281.xml" ContentType="application/vnd.openxmlformats-officedocument.presentationml.slide+xml"/>
  <Override PartName="/ppt/notesSlides/notesSlide281.xml" ContentType="application/vnd.openxmlformats-officedocument.presentationml.notesSlide+xml"/>
  <Override PartName="/ppt/slides/slide282.xml" ContentType="application/vnd.openxmlformats-officedocument.presentationml.slide+xml"/>
  <Override PartName="/ppt/notesSlides/notesSlide282.xml" ContentType="application/vnd.openxmlformats-officedocument.presentationml.notesSlide+xml"/>
  <Override PartName="/ppt/slides/slide283.xml" ContentType="application/vnd.openxmlformats-officedocument.presentationml.slide+xml"/>
  <Override PartName="/ppt/notesSlides/notesSlide283.xml" ContentType="application/vnd.openxmlformats-officedocument.presentationml.notesSlide+xml"/>
  <Override PartName="/ppt/slides/slide284.xml" ContentType="application/vnd.openxmlformats-officedocument.presentationml.slide+xml"/>
  <Override PartName="/ppt/notesSlides/notesSlide284.xml" ContentType="application/vnd.openxmlformats-officedocument.presentationml.notesSlide+xml"/>
  <Override PartName="/ppt/slides/slide285.xml" ContentType="application/vnd.openxmlformats-officedocument.presentationml.slide+xml"/>
  <Override PartName="/ppt/notesSlides/notesSlide285.xml" ContentType="application/vnd.openxmlformats-officedocument.presentationml.notesSlide+xml"/>
  <Override PartName="/ppt/slides/slide286.xml" ContentType="application/vnd.openxmlformats-officedocument.presentationml.slide+xml"/>
  <Override PartName="/ppt/notesSlides/notesSlide286.xml" ContentType="application/vnd.openxmlformats-officedocument.presentationml.notesSlide+xml"/>
  <Override PartName="/ppt/slides/slide287.xml" ContentType="application/vnd.openxmlformats-officedocument.presentationml.slide+xml"/>
  <Override PartName="/ppt/notesSlides/notesSlide287.xml" ContentType="application/vnd.openxmlformats-officedocument.presentationml.notesSlide+xml"/>
  <Override PartName="/ppt/slides/slide288.xml" ContentType="application/vnd.openxmlformats-officedocument.presentationml.slide+xml"/>
  <Override PartName="/ppt/notesSlides/notesSlide288.xml" ContentType="application/vnd.openxmlformats-officedocument.presentationml.notesSlide+xml"/>
  <Override PartName="/ppt/slides/slide289.xml" ContentType="application/vnd.openxmlformats-officedocument.presentationml.slide+xml"/>
  <Override PartName="/ppt/notesSlides/notesSlide289.xml" ContentType="application/vnd.openxmlformats-officedocument.presentationml.notesSlide+xml"/>
  <Override PartName="/ppt/slides/slide290.xml" ContentType="application/vnd.openxmlformats-officedocument.presentationml.slide+xml"/>
  <Override PartName="/ppt/notesSlides/notesSlide290.xml" ContentType="application/vnd.openxmlformats-officedocument.presentationml.notesSlide+xml"/>
  <Override PartName="/ppt/slides/slide291.xml" ContentType="application/vnd.openxmlformats-officedocument.presentationml.slide+xml"/>
  <Override PartName="/ppt/notesSlides/notesSlide291.xml" ContentType="application/vnd.openxmlformats-officedocument.presentationml.notesSlide+xml"/>
  <Override PartName="/ppt/slides/slide292.xml" ContentType="application/vnd.openxmlformats-officedocument.presentationml.slide+xml"/>
  <Override PartName="/ppt/notesSlides/notesSlide292.xml" ContentType="application/vnd.openxmlformats-officedocument.presentationml.notesSlide+xml"/>
  <Override PartName="/ppt/slides/slide293.xml" ContentType="application/vnd.openxmlformats-officedocument.presentationml.slide+xml"/>
  <Override PartName="/ppt/notesSlides/notesSlide293.xml" ContentType="application/vnd.openxmlformats-officedocument.presentationml.notesSlide+xml"/>
  <Override PartName="/ppt/slides/slide294.xml" ContentType="application/vnd.openxmlformats-officedocument.presentationml.slide+xml"/>
  <Override PartName="/ppt/notesSlides/notesSlide294.xml" ContentType="application/vnd.openxmlformats-officedocument.presentationml.notesSlide+xml"/>
  <Override PartName="/ppt/slides/slide295.xml" ContentType="application/vnd.openxmlformats-officedocument.presentationml.slide+xml"/>
  <Override PartName="/ppt/notesSlides/notesSlide295.xml" ContentType="application/vnd.openxmlformats-officedocument.presentationml.notesSlide+xml"/>
  <Override PartName="/ppt/slides/slide296.xml" ContentType="application/vnd.openxmlformats-officedocument.presentationml.slide+xml"/>
  <Override PartName="/ppt/notesSlides/notesSlide296.xml" ContentType="application/vnd.openxmlformats-officedocument.presentationml.notesSlide+xml"/>
  <Override PartName="/ppt/slides/slide297.xml" ContentType="application/vnd.openxmlformats-officedocument.presentationml.slide+xml"/>
  <Override PartName="/ppt/notesSlides/notesSlide297.xml" ContentType="application/vnd.openxmlformats-officedocument.presentationml.notesSlide+xml"/>
  <Override PartName="/ppt/slides/slide298.xml" ContentType="application/vnd.openxmlformats-officedocument.presentationml.slide+xml"/>
  <Override PartName="/ppt/notesSlides/notesSlide298.xml" ContentType="application/vnd.openxmlformats-officedocument.presentationml.notesSlide+xml"/>
  <Override PartName="/ppt/slides/slide299.xml" ContentType="application/vnd.openxmlformats-officedocument.presentationml.slide+xml"/>
  <Override PartName="/ppt/notesSlides/notesSlide299.xml" ContentType="application/vnd.openxmlformats-officedocument.presentationml.notesSlide+xml"/>
  <Override PartName="/ppt/slides/slide300.xml" ContentType="application/vnd.openxmlformats-officedocument.presentationml.slide+xml"/>
  <Override PartName="/ppt/notesSlides/notesSlide300.xml" ContentType="application/vnd.openxmlformats-officedocument.presentationml.notesSlide+xml"/>
  <Override PartName="/ppt/slides/slide301.xml" ContentType="application/vnd.openxmlformats-officedocument.presentationml.slide+xml"/>
  <Override PartName="/ppt/notesSlides/notesSlide301.xml" ContentType="application/vnd.openxmlformats-officedocument.presentationml.notesSlide+xml"/>
  <Override PartName="/ppt/slides/slide302.xml" ContentType="application/vnd.openxmlformats-officedocument.presentationml.slide+xml"/>
  <Override PartName="/ppt/notesSlides/notesSlide302.xml" ContentType="application/vnd.openxmlformats-officedocument.presentationml.notesSlide+xml"/>
  <Override PartName="/ppt/slides/slide303.xml" ContentType="application/vnd.openxmlformats-officedocument.presentationml.slide+xml"/>
  <Override PartName="/ppt/notesSlides/notesSlide303.xml" ContentType="application/vnd.openxmlformats-officedocument.presentationml.notesSlide+xml"/>
  <Override PartName="/ppt/slides/slide304.xml" ContentType="application/vnd.openxmlformats-officedocument.presentationml.slide+xml"/>
  <Override PartName="/ppt/notesSlides/notesSlide304.xml" ContentType="application/vnd.openxmlformats-officedocument.presentationml.notesSlide+xml"/>
  <Override PartName="/ppt/slides/slide305.xml" ContentType="application/vnd.openxmlformats-officedocument.presentationml.slide+xml"/>
  <Override PartName="/ppt/notesSlides/notesSlide305.xml" ContentType="application/vnd.openxmlformats-officedocument.presentationml.notesSlide+xml"/>
  <Override PartName="/ppt/slides/slide306.xml" ContentType="application/vnd.openxmlformats-officedocument.presentationml.slide+xml"/>
  <Override PartName="/ppt/notesSlides/notesSlide306.xml" ContentType="application/vnd.openxmlformats-officedocument.presentationml.notesSlide+xml"/>
  <Override PartName="/ppt/slides/slide307.xml" ContentType="application/vnd.openxmlformats-officedocument.presentationml.slide+xml"/>
  <Override PartName="/ppt/notesSlides/notesSlide307.xml" ContentType="application/vnd.openxmlformats-officedocument.presentationml.notesSlide+xml"/>
  <Override PartName="/ppt/slides/slide308.xml" ContentType="application/vnd.openxmlformats-officedocument.presentationml.slide+xml"/>
  <Override PartName="/ppt/notesSlides/notesSlide308.xml" ContentType="application/vnd.openxmlformats-officedocument.presentationml.notesSlide+xml"/>
  <Override PartName="/ppt/slides/slide309.xml" ContentType="application/vnd.openxmlformats-officedocument.presentationml.slide+xml"/>
  <Override PartName="/ppt/notesSlides/notesSlide309.xml" ContentType="application/vnd.openxmlformats-officedocument.presentationml.notesSlide+xml"/>
  <Override PartName="/ppt/slides/slide310.xml" ContentType="application/vnd.openxmlformats-officedocument.presentationml.slide+xml"/>
  <Override PartName="/ppt/notesSlides/notesSlide310.xml" ContentType="application/vnd.openxmlformats-officedocument.presentationml.notesSlide+xml"/>
  <Override PartName="/ppt/slides/slide311.xml" ContentType="application/vnd.openxmlformats-officedocument.presentationml.slide+xml"/>
  <Override PartName="/ppt/notesSlides/notesSlide311.xml" ContentType="application/vnd.openxmlformats-officedocument.presentationml.notesSlide+xml"/>
  <Override PartName="/ppt/slides/slide312.xml" ContentType="application/vnd.openxmlformats-officedocument.presentationml.slide+xml"/>
  <Override PartName="/ppt/notesSlides/notesSlide312.xml" ContentType="application/vnd.openxmlformats-officedocument.presentationml.notesSlide+xml"/>
  <Override PartName="/ppt/slides/slide313.xml" ContentType="application/vnd.openxmlformats-officedocument.presentationml.slide+xml"/>
  <Override PartName="/ppt/notesSlides/notesSlide313.xml" ContentType="application/vnd.openxmlformats-officedocument.presentationml.notesSlide+xml"/>
  <Override PartName="/ppt/slides/slide314.xml" ContentType="application/vnd.openxmlformats-officedocument.presentationml.slide+xml"/>
  <Override PartName="/ppt/notesSlides/notesSlide314.xml" ContentType="application/vnd.openxmlformats-officedocument.presentationml.notesSlide+xml"/>
  <Override PartName="/ppt/slides/slide315.xml" ContentType="application/vnd.openxmlformats-officedocument.presentationml.slide+xml"/>
  <Override PartName="/ppt/notesSlides/notesSlide315.xml" ContentType="application/vnd.openxmlformats-officedocument.presentationml.notesSlide+xml"/>
  <Override PartName="/ppt/slides/slide316.xml" ContentType="application/vnd.openxmlformats-officedocument.presentationml.slide+xml"/>
  <Override PartName="/ppt/notesSlides/notesSlide316.xml" ContentType="application/vnd.openxmlformats-officedocument.presentationml.notesSlide+xml"/>
  <Override PartName="/ppt/slides/slide317.xml" ContentType="application/vnd.openxmlformats-officedocument.presentationml.slide+xml"/>
  <Override PartName="/ppt/notesSlides/notesSlide317.xml" ContentType="application/vnd.openxmlformats-officedocument.presentationml.notesSlide+xml"/>
  <Override PartName="/ppt/slides/slide318.xml" ContentType="application/vnd.openxmlformats-officedocument.presentationml.slide+xml"/>
  <Override PartName="/ppt/notesSlides/notesSlide318.xml" ContentType="application/vnd.openxmlformats-officedocument.presentationml.notesSlide+xml"/>
  <Override PartName="/ppt/slides/slide319.xml" ContentType="application/vnd.openxmlformats-officedocument.presentationml.slide+xml"/>
  <Override PartName="/ppt/notesSlides/notesSlide319.xml" ContentType="application/vnd.openxmlformats-officedocument.presentationml.notesSlide+xml"/>
  <Override PartName="/ppt/slides/slide320.xml" ContentType="application/vnd.openxmlformats-officedocument.presentationml.slide+xml"/>
  <Override PartName="/ppt/notesSlides/notesSlide3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0f769867254219" /><Relationship Type="http://schemas.openxmlformats.org/officeDocument/2006/relationships/extended-properties" Target="/docProps/app.xml" Id="R45f968fda7694b67" /><Relationship Type="http://schemas.openxmlformats.org/officeDocument/2006/relationships/officeDocument" Target="/ppt/presentation.xml" Id="Re12519e6cdbc47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83f676606d4ded"/>
  </p:sldMasterIdLst>
  <p:notesMasterIdLst>
    <p:notesMasterId xmlns:r="http://schemas.openxmlformats.org/officeDocument/2006/relationships" r:id="R78cc7ec31350489d"/>
  </p:notesMasterIdLst>
  <p:sldIdLst>
    <p:sldId xmlns:r="http://schemas.openxmlformats.org/officeDocument/2006/relationships" id="256" r:id="Rb7dd376d23f24b77"/>
    <p:sldId xmlns:r="http://schemas.openxmlformats.org/officeDocument/2006/relationships" id="257" r:id="R083939956e144527"/>
    <p:sldId xmlns:r="http://schemas.openxmlformats.org/officeDocument/2006/relationships" id="258" r:id="Rf3d56b7d3cf14754"/>
    <p:sldId xmlns:r="http://schemas.openxmlformats.org/officeDocument/2006/relationships" id="259" r:id="R590a6f1c0b604123"/>
    <p:sldId xmlns:r="http://schemas.openxmlformats.org/officeDocument/2006/relationships" id="260" r:id="R786f9477187240f5"/>
    <p:sldId xmlns:r="http://schemas.openxmlformats.org/officeDocument/2006/relationships" id="261" r:id="R3172db8ff39449d3"/>
    <p:sldId xmlns:r="http://schemas.openxmlformats.org/officeDocument/2006/relationships" id="262" r:id="R479f11f97ce344c2"/>
    <p:sldId xmlns:r="http://schemas.openxmlformats.org/officeDocument/2006/relationships" id="263" r:id="R7b06042678c94c53"/>
    <p:sldId xmlns:r="http://schemas.openxmlformats.org/officeDocument/2006/relationships" id="264" r:id="R336c76960d334566"/>
    <p:sldId xmlns:r="http://schemas.openxmlformats.org/officeDocument/2006/relationships" id="265" r:id="Rd9cebe0f8dc24f4f"/>
    <p:sldId xmlns:r="http://schemas.openxmlformats.org/officeDocument/2006/relationships" id="266" r:id="R202ed476f04940a1"/>
    <p:sldId xmlns:r="http://schemas.openxmlformats.org/officeDocument/2006/relationships" id="267" r:id="R2fd12d52662548b8"/>
    <p:sldId xmlns:r="http://schemas.openxmlformats.org/officeDocument/2006/relationships" id="268" r:id="Rdb0bba883da74232"/>
    <p:sldId xmlns:r="http://schemas.openxmlformats.org/officeDocument/2006/relationships" id="269" r:id="R02c80bcb3a614c18"/>
    <p:sldId xmlns:r="http://schemas.openxmlformats.org/officeDocument/2006/relationships" id="270" r:id="Rf8ce7fd65f3645e9"/>
    <p:sldId xmlns:r="http://schemas.openxmlformats.org/officeDocument/2006/relationships" id="271" r:id="R723e1ef846b64a5a"/>
    <p:sldId xmlns:r="http://schemas.openxmlformats.org/officeDocument/2006/relationships" id="272" r:id="R051a1f16e40d4139"/>
    <p:sldId xmlns:r="http://schemas.openxmlformats.org/officeDocument/2006/relationships" id="273" r:id="R36a4f15f3c144938"/>
    <p:sldId xmlns:r="http://schemas.openxmlformats.org/officeDocument/2006/relationships" id="274" r:id="R54491346ac9a40fa"/>
    <p:sldId xmlns:r="http://schemas.openxmlformats.org/officeDocument/2006/relationships" id="275" r:id="R6508117331984187"/>
    <p:sldId xmlns:r="http://schemas.openxmlformats.org/officeDocument/2006/relationships" id="276" r:id="R572f9fe7d5544f7f"/>
    <p:sldId xmlns:r="http://schemas.openxmlformats.org/officeDocument/2006/relationships" id="277" r:id="Rce83f01626a749d8"/>
    <p:sldId xmlns:r="http://schemas.openxmlformats.org/officeDocument/2006/relationships" id="278" r:id="Ra154b4cdbdd4444f"/>
    <p:sldId xmlns:r="http://schemas.openxmlformats.org/officeDocument/2006/relationships" id="279" r:id="Rf945a4f88ccb4879"/>
    <p:sldId xmlns:r="http://schemas.openxmlformats.org/officeDocument/2006/relationships" id="280" r:id="R0983c8a005cf43b7"/>
    <p:sldId xmlns:r="http://schemas.openxmlformats.org/officeDocument/2006/relationships" id="281" r:id="R8a9f5d92133d40ee"/>
    <p:sldId xmlns:r="http://schemas.openxmlformats.org/officeDocument/2006/relationships" id="282" r:id="Rbcd418adf6274296"/>
    <p:sldId xmlns:r="http://schemas.openxmlformats.org/officeDocument/2006/relationships" id="283" r:id="R2d51e4691370409d"/>
    <p:sldId xmlns:r="http://schemas.openxmlformats.org/officeDocument/2006/relationships" id="284" r:id="R614a6cb5c3254089"/>
    <p:sldId xmlns:r="http://schemas.openxmlformats.org/officeDocument/2006/relationships" id="285" r:id="Rba5df2ad64244c0c"/>
    <p:sldId xmlns:r="http://schemas.openxmlformats.org/officeDocument/2006/relationships" id="286" r:id="Radbc0446231246fe"/>
    <p:sldId xmlns:r="http://schemas.openxmlformats.org/officeDocument/2006/relationships" id="287" r:id="R2c9e0e12d913457c"/>
    <p:sldId xmlns:r="http://schemas.openxmlformats.org/officeDocument/2006/relationships" id="288" r:id="R98cda424d8da4227"/>
    <p:sldId xmlns:r="http://schemas.openxmlformats.org/officeDocument/2006/relationships" id="289" r:id="Re80ecebe59b64b71"/>
    <p:sldId xmlns:r="http://schemas.openxmlformats.org/officeDocument/2006/relationships" id="290" r:id="Rd6a2ccca8e1149cd"/>
    <p:sldId xmlns:r="http://schemas.openxmlformats.org/officeDocument/2006/relationships" id="291" r:id="R41d66f8ae5b4485b"/>
    <p:sldId xmlns:r="http://schemas.openxmlformats.org/officeDocument/2006/relationships" id="292" r:id="R82931df78f524757"/>
    <p:sldId xmlns:r="http://schemas.openxmlformats.org/officeDocument/2006/relationships" id="293" r:id="R734ee7b70e004149"/>
    <p:sldId xmlns:r="http://schemas.openxmlformats.org/officeDocument/2006/relationships" id="294" r:id="R4dc2f663ede34263"/>
    <p:sldId xmlns:r="http://schemas.openxmlformats.org/officeDocument/2006/relationships" id="295" r:id="R99f62131d89e4205"/>
    <p:sldId xmlns:r="http://schemas.openxmlformats.org/officeDocument/2006/relationships" id="296" r:id="R98d65ddeea6340a5"/>
    <p:sldId xmlns:r="http://schemas.openxmlformats.org/officeDocument/2006/relationships" id="297" r:id="Rfd3e534a5cff4146"/>
    <p:sldId xmlns:r="http://schemas.openxmlformats.org/officeDocument/2006/relationships" id="298" r:id="Ra59d29c0f4e54af9"/>
    <p:sldId xmlns:r="http://schemas.openxmlformats.org/officeDocument/2006/relationships" id="299" r:id="Rb547f97290a84430"/>
    <p:sldId xmlns:r="http://schemas.openxmlformats.org/officeDocument/2006/relationships" id="300" r:id="R843d8d4a54d04db5"/>
    <p:sldId xmlns:r="http://schemas.openxmlformats.org/officeDocument/2006/relationships" id="301" r:id="R8e9c4e92e9964dca"/>
    <p:sldId xmlns:r="http://schemas.openxmlformats.org/officeDocument/2006/relationships" id="302" r:id="R243f2ba55312407f"/>
    <p:sldId xmlns:r="http://schemas.openxmlformats.org/officeDocument/2006/relationships" id="303" r:id="R5300515d82864d14"/>
    <p:sldId xmlns:r="http://schemas.openxmlformats.org/officeDocument/2006/relationships" id="304" r:id="Re09fe8f1fd1042ea"/>
    <p:sldId xmlns:r="http://schemas.openxmlformats.org/officeDocument/2006/relationships" id="305" r:id="R0cd56e3ecd9a457e"/>
    <p:sldId xmlns:r="http://schemas.openxmlformats.org/officeDocument/2006/relationships" id="306" r:id="Rd53e57d30123413b"/>
    <p:sldId xmlns:r="http://schemas.openxmlformats.org/officeDocument/2006/relationships" id="307" r:id="R12c229585f174cd2"/>
    <p:sldId xmlns:r="http://schemas.openxmlformats.org/officeDocument/2006/relationships" id="308" r:id="R3f337319365247ba"/>
    <p:sldId xmlns:r="http://schemas.openxmlformats.org/officeDocument/2006/relationships" id="309" r:id="R0f0e316d315d4023"/>
    <p:sldId xmlns:r="http://schemas.openxmlformats.org/officeDocument/2006/relationships" id="310" r:id="R23f38d684d2549be"/>
    <p:sldId xmlns:r="http://schemas.openxmlformats.org/officeDocument/2006/relationships" id="311" r:id="R6f72a664c6804e62"/>
    <p:sldId xmlns:r="http://schemas.openxmlformats.org/officeDocument/2006/relationships" id="312" r:id="Rdf3a121734b64cc9"/>
    <p:sldId xmlns:r="http://schemas.openxmlformats.org/officeDocument/2006/relationships" id="313" r:id="R97e7d39e98394c96"/>
    <p:sldId xmlns:r="http://schemas.openxmlformats.org/officeDocument/2006/relationships" id="314" r:id="R3d05fef0edd345bf"/>
    <p:sldId xmlns:r="http://schemas.openxmlformats.org/officeDocument/2006/relationships" id="315" r:id="R42a5d82a1f164010"/>
    <p:sldId xmlns:r="http://schemas.openxmlformats.org/officeDocument/2006/relationships" id="316" r:id="Rc81020c1a29a4c14"/>
    <p:sldId xmlns:r="http://schemas.openxmlformats.org/officeDocument/2006/relationships" id="317" r:id="R808a5c9792c240b5"/>
    <p:sldId xmlns:r="http://schemas.openxmlformats.org/officeDocument/2006/relationships" id="318" r:id="R5aa627ad9d1a4cc9"/>
    <p:sldId xmlns:r="http://schemas.openxmlformats.org/officeDocument/2006/relationships" id="319" r:id="R75fbc76b26af4cc5"/>
    <p:sldId xmlns:r="http://schemas.openxmlformats.org/officeDocument/2006/relationships" id="320" r:id="Re1c0c36248194853"/>
    <p:sldId xmlns:r="http://schemas.openxmlformats.org/officeDocument/2006/relationships" id="321" r:id="Rfc998f82a3cb4fc4"/>
    <p:sldId xmlns:r="http://schemas.openxmlformats.org/officeDocument/2006/relationships" id="322" r:id="R7c652ccc9afc47df"/>
    <p:sldId xmlns:r="http://schemas.openxmlformats.org/officeDocument/2006/relationships" id="323" r:id="Rb95bf63cb6644ad2"/>
    <p:sldId xmlns:r="http://schemas.openxmlformats.org/officeDocument/2006/relationships" id="324" r:id="Rceba6548ad9b40e6"/>
    <p:sldId xmlns:r="http://schemas.openxmlformats.org/officeDocument/2006/relationships" id="325" r:id="R15237c96dfa64b33"/>
    <p:sldId xmlns:r="http://schemas.openxmlformats.org/officeDocument/2006/relationships" id="326" r:id="R8585f402505d4fec"/>
    <p:sldId xmlns:r="http://schemas.openxmlformats.org/officeDocument/2006/relationships" id="327" r:id="R7653b775906a45ac"/>
    <p:sldId xmlns:r="http://schemas.openxmlformats.org/officeDocument/2006/relationships" id="328" r:id="Rf25c6db786584a62"/>
    <p:sldId xmlns:r="http://schemas.openxmlformats.org/officeDocument/2006/relationships" id="329" r:id="Rcbec0ef209cb4023"/>
    <p:sldId xmlns:r="http://schemas.openxmlformats.org/officeDocument/2006/relationships" id="330" r:id="R001b6d8baa3b4e54"/>
    <p:sldId xmlns:r="http://schemas.openxmlformats.org/officeDocument/2006/relationships" id="331" r:id="R5196dfd6a16a41bc"/>
    <p:sldId xmlns:r="http://schemas.openxmlformats.org/officeDocument/2006/relationships" id="332" r:id="R1913d7e7f9d049ad"/>
    <p:sldId xmlns:r="http://schemas.openxmlformats.org/officeDocument/2006/relationships" id="333" r:id="Rc417206e3dee4eac"/>
    <p:sldId xmlns:r="http://schemas.openxmlformats.org/officeDocument/2006/relationships" id="334" r:id="Rc86a832e704740ce"/>
    <p:sldId xmlns:r="http://schemas.openxmlformats.org/officeDocument/2006/relationships" id="335" r:id="R5f5f4905131445e0"/>
    <p:sldId xmlns:r="http://schemas.openxmlformats.org/officeDocument/2006/relationships" id="336" r:id="Rb3c19489c6514f6f"/>
    <p:sldId xmlns:r="http://schemas.openxmlformats.org/officeDocument/2006/relationships" id="337" r:id="Rc52c05e6dd894c7b"/>
    <p:sldId xmlns:r="http://schemas.openxmlformats.org/officeDocument/2006/relationships" id="338" r:id="Ree0077e0e7104011"/>
    <p:sldId xmlns:r="http://schemas.openxmlformats.org/officeDocument/2006/relationships" id="339" r:id="Rf5fd5e5069d34055"/>
    <p:sldId xmlns:r="http://schemas.openxmlformats.org/officeDocument/2006/relationships" id="340" r:id="Rff8c545042694e86"/>
    <p:sldId xmlns:r="http://schemas.openxmlformats.org/officeDocument/2006/relationships" id="341" r:id="R2da2643d09b2419b"/>
    <p:sldId xmlns:r="http://schemas.openxmlformats.org/officeDocument/2006/relationships" id="342" r:id="R7812d585154049e1"/>
    <p:sldId xmlns:r="http://schemas.openxmlformats.org/officeDocument/2006/relationships" id="343" r:id="R289fcbcaa2a64bff"/>
    <p:sldId xmlns:r="http://schemas.openxmlformats.org/officeDocument/2006/relationships" id="344" r:id="Re576e961861044a6"/>
    <p:sldId xmlns:r="http://schemas.openxmlformats.org/officeDocument/2006/relationships" id="345" r:id="Rad9eb0a162cd44ae"/>
    <p:sldId xmlns:r="http://schemas.openxmlformats.org/officeDocument/2006/relationships" id="346" r:id="R34ad1e7d13d54bb7"/>
    <p:sldId xmlns:r="http://schemas.openxmlformats.org/officeDocument/2006/relationships" id="347" r:id="R860d2588fd0a4f92"/>
    <p:sldId xmlns:r="http://schemas.openxmlformats.org/officeDocument/2006/relationships" id="348" r:id="Ra618a39caed447f7"/>
    <p:sldId xmlns:r="http://schemas.openxmlformats.org/officeDocument/2006/relationships" id="349" r:id="Ra8eec021bf3a4111"/>
    <p:sldId xmlns:r="http://schemas.openxmlformats.org/officeDocument/2006/relationships" id="350" r:id="R2dec7ef67ec6472b"/>
    <p:sldId xmlns:r="http://schemas.openxmlformats.org/officeDocument/2006/relationships" id="351" r:id="R6903442f90a146d7"/>
    <p:sldId xmlns:r="http://schemas.openxmlformats.org/officeDocument/2006/relationships" id="352" r:id="Rc72237978073413f"/>
    <p:sldId xmlns:r="http://schemas.openxmlformats.org/officeDocument/2006/relationships" id="353" r:id="Reb9b7086cbdb4d76"/>
    <p:sldId xmlns:r="http://schemas.openxmlformats.org/officeDocument/2006/relationships" id="354" r:id="Re530f7faec8e43c0"/>
    <p:sldId xmlns:r="http://schemas.openxmlformats.org/officeDocument/2006/relationships" id="355" r:id="Rae470e5f985a4273"/>
    <p:sldId xmlns:r="http://schemas.openxmlformats.org/officeDocument/2006/relationships" id="356" r:id="Rf58992eb3e2b474f"/>
    <p:sldId xmlns:r="http://schemas.openxmlformats.org/officeDocument/2006/relationships" id="357" r:id="Rbae78955b1114940"/>
    <p:sldId xmlns:r="http://schemas.openxmlformats.org/officeDocument/2006/relationships" id="358" r:id="R56075f17b3344d65"/>
    <p:sldId xmlns:r="http://schemas.openxmlformats.org/officeDocument/2006/relationships" id="359" r:id="Rf7ddef2b16e04e3b"/>
    <p:sldId xmlns:r="http://schemas.openxmlformats.org/officeDocument/2006/relationships" id="360" r:id="R276b568ef1bd4e05"/>
    <p:sldId xmlns:r="http://schemas.openxmlformats.org/officeDocument/2006/relationships" id="361" r:id="R35b891f195bc4624"/>
    <p:sldId xmlns:r="http://schemas.openxmlformats.org/officeDocument/2006/relationships" id="362" r:id="R0fdb468c9e5c427a"/>
    <p:sldId xmlns:r="http://schemas.openxmlformats.org/officeDocument/2006/relationships" id="363" r:id="Rdea769aa3b894613"/>
    <p:sldId xmlns:r="http://schemas.openxmlformats.org/officeDocument/2006/relationships" id="364" r:id="Rbb800aa6f75749ac"/>
    <p:sldId xmlns:r="http://schemas.openxmlformats.org/officeDocument/2006/relationships" id="365" r:id="R0732dc9f9be248bc"/>
    <p:sldId xmlns:r="http://schemas.openxmlformats.org/officeDocument/2006/relationships" id="366" r:id="R706b06a70e674140"/>
    <p:sldId xmlns:r="http://schemas.openxmlformats.org/officeDocument/2006/relationships" id="367" r:id="Rad9c3a25a13b4ce3"/>
    <p:sldId xmlns:r="http://schemas.openxmlformats.org/officeDocument/2006/relationships" id="368" r:id="Rc82e07e4a2c74349"/>
    <p:sldId xmlns:r="http://schemas.openxmlformats.org/officeDocument/2006/relationships" id="369" r:id="R3d0f167b9fe04db3"/>
    <p:sldId xmlns:r="http://schemas.openxmlformats.org/officeDocument/2006/relationships" id="370" r:id="R1d8eb39b8f274c9f"/>
    <p:sldId xmlns:r="http://schemas.openxmlformats.org/officeDocument/2006/relationships" id="371" r:id="R7b8b04b890c84aa1"/>
    <p:sldId xmlns:r="http://schemas.openxmlformats.org/officeDocument/2006/relationships" id="372" r:id="Ra9dc3c3602954203"/>
    <p:sldId xmlns:r="http://schemas.openxmlformats.org/officeDocument/2006/relationships" id="373" r:id="R4c2ca922ffc54d2e"/>
    <p:sldId xmlns:r="http://schemas.openxmlformats.org/officeDocument/2006/relationships" id="374" r:id="R0abc7feb6b4a4d09"/>
    <p:sldId xmlns:r="http://schemas.openxmlformats.org/officeDocument/2006/relationships" id="375" r:id="R0f5a7ff44c5b4034"/>
    <p:sldId xmlns:r="http://schemas.openxmlformats.org/officeDocument/2006/relationships" id="376" r:id="R8b51c40c3aec48b8"/>
    <p:sldId xmlns:r="http://schemas.openxmlformats.org/officeDocument/2006/relationships" id="377" r:id="Rd136f342fd49427d"/>
    <p:sldId xmlns:r="http://schemas.openxmlformats.org/officeDocument/2006/relationships" id="378" r:id="Rd1c53345e36f460d"/>
    <p:sldId xmlns:r="http://schemas.openxmlformats.org/officeDocument/2006/relationships" id="379" r:id="Rd36765e882ee40d2"/>
    <p:sldId xmlns:r="http://schemas.openxmlformats.org/officeDocument/2006/relationships" id="380" r:id="Re592765c6ea44904"/>
    <p:sldId xmlns:r="http://schemas.openxmlformats.org/officeDocument/2006/relationships" id="381" r:id="Re732b7e1c02a4d46"/>
    <p:sldId xmlns:r="http://schemas.openxmlformats.org/officeDocument/2006/relationships" id="382" r:id="Rfb0092b809544f38"/>
    <p:sldId xmlns:r="http://schemas.openxmlformats.org/officeDocument/2006/relationships" id="383" r:id="Rc8901858418d4c6d"/>
    <p:sldId xmlns:r="http://schemas.openxmlformats.org/officeDocument/2006/relationships" id="384" r:id="R28c1e96bf3ee4e2d"/>
    <p:sldId xmlns:r="http://schemas.openxmlformats.org/officeDocument/2006/relationships" id="385" r:id="Ra3d838a053354382"/>
    <p:sldId xmlns:r="http://schemas.openxmlformats.org/officeDocument/2006/relationships" id="386" r:id="Rd10bd8e3989c4b82"/>
    <p:sldId xmlns:r="http://schemas.openxmlformats.org/officeDocument/2006/relationships" id="387" r:id="R3c4030b9398a4650"/>
    <p:sldId xmlns:r="http://schemas.openxmlformats.org/officeDocument/2006/relationships" id="388" r:id="R908da3429ab643b1"/>
    <p:sldId xmlns:r="http://schemas.openxmlformats.org/officeDocument/2006/relationships" id="389" r:id="R3433d1a5590a4512"/>
    <p:sldId xmlns:r="http://schemas.openxmlformats.org/officeDocument/2006/relationships" id="390" r:id="R526dda719bdf4cbf"/>
    <p:sldId xmlns:r="http://schemas.openxmlformats.org/officeDocument/2006/relationships" id="391" r:id="Ra838448e46134c2c"/>
    <p:sldId xmlns:r="http://schemas.openxmlformats.org/officeDocument/2006/relationships" id="392" r:id="Racd6cffe73054bed"/>
    <p:sldId xmlns:r="http://schemas.openxmlformats.org/officeDocument/2006/relationships" id="393" r:id="Raf9e6d2094244f89"/>
    <p:sldId xmlns:r="http://schemas.openxmlformats.org/officeDocument/2006/relationships" id="394" r:id="R82a4b408b4904ea6"/>
    <p:sldId xmlns:r="http://schemas.openxmlformats.org/officeDocument/2006/relationships" id="395" r:id="R5d68bd7b84de4d1c"/>
    <p:sldId xmlns:r="http://schemas.openxmlformats.org/officeDocument/2006/relationships" id="396" r:id="R7502e9b727b34d12"/>
    <p:sldId xmlns:r="http://schemas.openxmlformats.org/officeDocument/2006/relationships" id="397" r:id="R062c931687734525"/>
    <p:sldId xmlns:r="http://schemas.openxmlformats.org/officeDocument/2006/relationships" id="398" r:id="R30e1bd90ff7e43a3"/>
    <p:sldId xmlns:r="http://schemas.openxmlformats.org/officeDocument/2006/relationships" id="399" r:id="R9f148c06862b4598"/>
    <p:sldId xmlns:r="http://schemas.openxmlformats.org/officeDocument/2006/relationships" id="400" r:id="Raaa7a3bf974f45c7"/>
    <p:sldId xmlns:r="http://schemas.openxmlformats.org/officeDocument/2006/relationships" id="401" r:id="Rfe892db5463b497d"/>
    <p:sldId xmlns:r="http://schemas.openxmlformats.org/officeDocument/2006/relationships" id="402" r:id="R4390b0f37fad4444"/>
    <p:sldId xmlns:r="http://schemas.openxmlformats.org/officeDocument/2006/relationships" id="403" r:id="Ra040104b783f4096"/>
    <p:sldId xmlns:r="http://schemas.openxmlformats.org/officeDocument/2006/relationships" id="404" r:id="R248c5b06533a4d6b"/>
    <p:sldId xmlns:r="http://schemas.openxmlformats.org/officeDocument/2006/relationships" id="405" r:id="R5ee1baaab73e4338"/>
    <p:sldId xmlns:r="http://schemas.openxmlformats.org/officeDocument/2006/relationships" id="406" r:id="R188c19d3713342e0"/>
    <p:sldId xmlns:r="http://schemas.openxmlformats.org/officeDocument/2006/relationships" id="407" r:id="Rcc973755b762442d"/>
    <p:sldId xmlns:r="http://schemas.openxmlformats.org/officeDocument/2006/relationships" id="408" r:id="Rfefc54bc15be44a0"/>
    <p:sldId xmlns:r="http://schemas.openxmlformats.org/officeDocument/2006/relationships" id="409" r:id="R5fcc3ca9190648f7"/>
    <p:sldId xmlns:r="http://schemas.openxmlformats.org/officeDocument/2006/relationships" id="410" r:id="Re4386b6182244d96"/>
    <p:sldId xmlns:r="http://schemas.openxmlformats.org/officeDocument/2006/relationships" id="411" r:id="R85b67dbd8adf4b9b"/>
    <p:sldId xmlns:r="http://schemas.openxmlformats.org/officeDocument/2006/relationships" id="412" r:id="R5f7dd357ea6e421c"/>
    <p:sldId xmlns:r="http://schemas.openxmlformats.org/officeDocument/2006/relationships" id="413" r:id="R5d3908980b744f5a"/>
    <p:sldId xmlns:r="http://schemas.openxmlformats.org/officeDocument/2006/relationships" id="414" r:id="R5dc51cd6422f45c1"/>
    <p:sldId xmlns:r="http://schemas.openxmlformats.org/officeDocument/2006/relationships" id="415" r:id="R136a6f409fb4404d"/>
    <p:sldId xmlns:r="http://schemas.openxmlformats.org/officeDocument/2006/relationships" id="416" r:id="R04d86f17061a4ee8"/>
    <p:sldId xmlns:r="http://schemas.openxmlformats.org/officeDocument/2006/relationships" id="417" r:id="R1c6213cebea041f8"/>
    <p:sldId xmlns:r="http://schemas.openxmlformats.org/officeDocument/2006/relationships" id="418" r:id="R7e25a14d16e34be9"/>
    <p:sldId xmlns:r="http://schemas.openxmlformats.org/officeDocument/2006/relationships" id="419" r:id="Rf8287748c7904c99"/>
    <p:sldId xmlns:r="http://schemas.openxmlformats.org/officeDocument/2006/relationships" id="420" r:id="R72d8f051cf6e4ba5"/>
    <p:sldId xmlns:r="http://schemas.openxmlformats.org/officeDocument/2006/relationships" id="421" r:id="R8238d43aeb92401f"/>
    <p:sldId xmlns:r="http://schemas.openxmlformats.org/officeDocument/2006/relationships" id="422" r:id="R1671ba7c61884308"/>
    <p:sldId xmlns:r="http://schemas.openxmlformats.org/officeDocument/2006/relationships" id="423" r:id="R05c3c825e7484e9a"/>
    <p:sldId xmlns:r="http://schemas.openxmlformats.org/officeDocument/2006/relationships" id="424" r:id="R9ebd6384ce7b463e"/>
    <p:sldId xmlns:r="http://schemas.openxmlformats.org/officeDocument/2006/relationships" id="425" r:id="R32bcb99a25b041b0"/>
    <p:sldId xmlns:r="http://schemas.openxmlformats.org/officeDocument/2006/relationships" id="426" r:id="Re0c258a2f990484d"/>
    <p:sldId xmlns:r="http://schemas.openxmlformats.org/officeDocument/2006/relationships" id="427" r:id="R438fb31327f948b0"/>
    <p:sldId xmlns:r="http://schemas.openxmlformats.org/officeDocument/2006/relationships" id="428" r:id="R9cb257f6890e4eaa"/>
    <p:sldId xmlns:r="http://schemas.openxmlformats.org/officeDocument/2006/relationships" id="429" r:id="R7a359111c32b42c4"/>
    <p:sldId xmlns:r="http://schemas.openxmlformats.org/officeDocument/2006/relationships" id="430" r:id="Redcedcab9221489a"/>
    <p:sldId xmlns:r="http://schemas.openxmlformats.org/officeDocument/2006/relationships" id="431" r:id="R8352da62825e4f5b"/>
    <p:sldId xmlns:r="http://schemas.openxmlformats.org/officeDocument/2006/relationships" id="432" r:id="Rc3284c15a0bd4b11"/>
    <p:sldId xmlns:r="http://schemas.openxmlformats.org/officeDocument/2006/relationships" id="433" r:id="R21cd04ca4dec44e3"/>
    <p:sldId xmlns:r="http://schemas.openxmlformats.org/officeDocument/2006/relationships" id="434" r:id="R9b2eceaa6a844461"/>
    <p:sldId xmlns:r="http://schemas.openxmlformats.org/officeDocument/2006/relationships" id="435" r:id="R0a4ac33d4efd42a6"/>
    <p:sldId xmlns:r="http://schemas.openxmlformats.org/officeDocument/2006/relationships" id="436" r:id="R10a4c6a8a5cb4cb7"/>
    <p:sldId xmlns:r="http://schemas.openxmlformats.org/officeDocument/2006/relationships" id="437" r:id="R14b6c9c9eb3f4921"/>
    <p:sldId xmlns:r="http://schemas.openxmlformats.org/officeDocument/2006/relationships" id="438" r:id="R9345ce7de03f4c97"/>
    <p:sldId xmlns:r="http://schemas.openxmlformats.org/officeDocument/2006/relationships" id="439" r:id="Ra9a9d1a8476247e0"/>
    <p:sldId xmlns:r="http://schemas.openxmlformats.org/officeDocument/2006/relationships" id="440" r:id="R6b52f22b35d94b4b"/>
    <p:sldId xmlns:r="http://schemas.openxmlformats.org/officeDocument/2006/relationships" id="441" r:id="Rf46f51c905c34695"/>
    <p:sldId xmlns:r="http://schemas.openxmlformats.org/officeDocument/2006/relationships" id="442" r:id="R8b1655cdf1294654"/>
    <p:sldId xmlns:r="http://schemas.openxmlformats.org/officeDocument/2006/relationships" id="443" r:id="Rc401ba9d88cf4d14"/>
    <p:sldId xmlns:r="http://schemas.openxmlformats.org/officeDocument/2006/relationships" id="444" r:id="R86ec9af624324fff"/>
    <p:sldId xmlns:r="http://schemas.openxmlformats.org/officeDocument/2006/relationships" id="445" r:id="R33cd78b8f8fd4144"/>
    <p:sldId xmlns:r="http://schemas.openxmlformats.org/officeDocument/2006/relationships" id="446" r:id="Rbab78c03c576454b"/>
    <p:sldId xmlns:r="http://schemas.openxmlformats.org/officeDocument/2006/relationships" id="447" r:id="R003d5e471d394d2a"/>
    <p:sldId xmlns:r="http://schemas.openxmlformats.org/officeDocument/2006/relationships" id="448" r:id="R5958c39c32814bc3"/>
    <p:sldId xmlns:r="http://schemas.openxmlformats.org/officeDocument/2006/relationships" id="449" r:id="Rec7ba731575146ff"/>
    <p:sldId xmlns:r="http://schemas.openxmlformats.org/officeDocument/2006/relationships" id="450" r:id="R45cff2be6b4047f9"/>
    <p:sldId xmlns:r="http://schemas.openxmlformats.org/officeDocument/2006/relationships" id="451" r:id="R79b803fa6ca34a69"/>
    <p:sldId xmlns:r="http://schemas.openxmlformats.org/officeDocument/2006/relationships" id="452" r:id="Ra765234590ee43f7"/>
    <p:sldId xmlns:r="http://schemas.openxmlformats.org/officeDocument/2006/relationships" id="453" r:id="Rdf666534e3104a35"/>
    <p:sldId xmlns:r="http://schemas.openxmlformats.org/officeDocument/2006/relationships" id="454" r:id="Re765823cbb0445bb"/>
    <p:sldId xmlns:r="http://schemas.openxmlformats.org/officeDocument/2006/relationships" id="455" r:id="R50df01f743874a0b"/>
    <p:sldId xmlns:r="http://schemas.openxmlformats.org/officeDocument/2006/relationships" id="456" r:id="R04d8c934be284ffb"/>
    <p:sldId xmlns:r="http://schemas.openxmlformats.org/officeDocument/2006/relationships" id="457" r:id="Re7d306af1c154975"/>
    <p:sldId xmlns:r="http://schemas.openxmlformats.org/officeDocument/2006/relationships" id="458" r:id="R37a6e60c5aa64a93"/>
    <p:sldId xmlns:r="http://schemas.openxmlformats.org/officeDocument/2006/relationships" id="459" r:id="Rb7e9b1637cea4320"/>
    <p:sldId xmlns:r="http://schemas.openxmlformats.org/officeDocument/2006/relationships" id="460" r:id="R556f4713e096403f"/>
    <p:sldId xmlns:r="http://schemas.openxmlformats.org/officeDocument/2006/relationships" id="461" r:id="Rba2c18e5bd4f4a9c"/>
    <p:sldId xmlns:r="http://schemas.openxmlformats.org/officeDocument/2006/relationships" id="462" r:id="Rf7bab9503ce84032"/>
    <p:sldId xmlns:r="http://schemas.openxmlformats.org/officeDocument/2006/relationships" id="463" r:id="R3f328f2a3a754fce"/>
    <p:sldId xmlns:r="http://schemas.openxmlformats.org/officeDocument/2006/relationships" id="464" r:id="R5e56dcf401f74de4"/>
    <p:sldId xmlns:r="http://schemas.openxmlformats.org/officeDocument/2006/relationships" id="465" r:id="Rc85d4fad28054a33"/>
    <p:sldId xmlns:r="http://schemas.openxmlformats.org/officeDocument/2006/relationships" id="466" r:id="R73411059689b483a"/>
    <p:sldId xmlns:r="http://schemas.openxmlformats.org/officeDocument/2006/relationships" id="467" r:id="R0d4eda442cc0402a"/>
    <p:sldId xmlns:r="http://schemas.openxmlformats.org/officeDocument/2006/relationships" id="468" r:id="Rb90308a89c534ad5"/>
    <p:sldId xmlns:r="http://schemas.openxmlformats.org/officeDocument/2006/relationships" id="469" r:id="R7670b6ee65944990"/>
    <p:sldId xmlns:r="http://schemas.openxmlformats.org/officeDocument/2006/relationships" id="470" r:id="R1d23bb385c294b18"/>
    <p:sldId xmlns:r="http://schemas.openxmlformats.org/officeDocument/2006/relationships" id="471" r:id="R65ab9dcde1964043"/>
    <p:sldId xmlns:r="http://schemas.openxmlformats.org/officeDocument/2006/relationships" id="472" r:id="R75ca31a4e97a4c87"/>
    <p:sldId xmlns:r="http://schemas.openxmlformats.org/officeDocument/2006/relationships" id="473" r:id="R278b541f57ec4eeb"/>
    <p:sldId xmlns:r="http://schemas.openxmlformats.org/officeDocument/2006/relationships" id="474" r:id="Red316ddbdc2d4014"/>
    <p:sldId xmlns:r="http://schemas.openxmlformats.org/officeDocument/2006/relationships" id="475" r:id="R7e336147bc8a4043"/>
    <p:sldId xmlns:r="http://schemas.openxmlformats.org/officeDocument/2006/relationships" id="476" r:id="R1cff5a23157b408c"/>
    <p:sldId xmlns:r="http://schemas.openxmlformats.org/officeDocument/2006/relationships" id="477" r:id="R8002fd9011b0482d"/>
    <p:sldId xmlns:r="http://schemas.openxmlformats.org/officeDocument/2006/relationships" id="478" r:id="Ra7ab4420608c45c6"/>
    <p:sldId xmlns:r="http://schemas.openxmlformats.org/officeDocument/2006/relationships" id="479" r:id="R50109e5e9c76469b"/>
    <p:sldId xmlns:r="http://schemas.openxmlformats.org/officeDocument/2006/relationships" id="480" r:id="Rc5c86ed7211a45f0"/>
    <p:sldId xmlns:r="http://schemas.openxmlformats.org/officeDocument/2006/relationships" id="481" r:id="Rc095f72bd8634f68"/>
    <p:sldId xmlns:r="http://schemas.openxmlformats.org/officeDocument/2006/relationships" id="482" r:id="R74e275929f33433f"/>
    <p:sldId xmlns:r="http://schemas.openxmlformats.org/officeDocument/2006/relationships" id="483" r:id="R955b1e3c0a85453a"/>
    <p:sldId xmlns:r="http://schemas.openxmlformats.org/officeDocument/2006/relationships" id="484" r:id="R5d368c7c8cfd4776"/>
    <p:sldId xmlns:r="http://schemas.openxmlformats.org/officeDocument/2006/relationships" id="485" r:id="R54de79875e9f4c8e"/>
    <p:sldId xmlns:r="http://schemas.openxmlformats.org/officeDocument/2006/relationships" id="486" r:id="Rdb161ae35da2430e"/>
    <p:sldId xmlns:r="http://schemas.openxmlformats.org/officeDocument/2006/relationships" id="487" r:id="Rbcc0ec8de981415b"/>
    <p:sldId xmlns:r="http://schemas.openxmlformats.org/officeDocument/2006/relationships" id="488" r:id="R86e6bf29cc9c4f61"/>
    <p:sldId xmlns:r="http://schemas.openxmlformats.org/officeDocument/2006/relationships" id="489" r:id="Rf71bf728ae424948"/>
    <p:sldId xmlns:r="http://schemas.openxmlformats.org/officeDocument/2006/relationships" id="490" r:id="R0a9b1c0526d846b8"/>
    <p:sldId xmlns:r="http://schemas.openxmlformats.org/officeDocument/2006/relationships" id="491" r:id="R7d88df6c74fc4fbb"/>
    <p:sldId xmlns:r="http://schemas.openxmlformats.org/officeDocument/2006/relationships" id="492" r:id="R7dd26e5f10754b1a"/>
    <p:sldId xmlns:r="http://schemas.openxmlformats.org/officeDocument/2006/relationships" id="493" r:id="R496a3c6a08ce4610"/>
    <p:sldId xmlns:r="http://schemas.openxmlformats.org/officeDocument/2006/relationships" id="494" r:id="R91d3090c813e42b4"/>
    <p:sldId xmlns:r="http://schemas.openxmlformats.org/officeDocument/2006/relationships" id="495" r:id="Rbe8082761d9e4fb6"/>
    <p:sldId xmlns:r="http://schemas.openxmlformats.org/officeDocument/2006/relationships" id="496" r:id="Ra86248428f864121"/>
    <p:sldId xmlns:r="http://schemas.openxmlformats.org/officeDocument/2006/relationships" id="497" r:id="R7e97a5cc4c0049d2"/>
    <p:sldId xmlns:r="http://schemas.openxmlformats.org/officeDocument/2006/relationships" id="498" r:id="R78679308df3e4634"/>
    <p:sldId xmlns:r="http://schemas.openxmlformats.org/officeDocument/2006/relationships" id="499" r:id="R2eacd2d25219414b"/>
    <p:sldId xmlns:r="http://schemas.openxmlformats.org/officeDocument/2006/relationships" id="500" r:id="Rbdccfb16a7c448ef"/>
    <p:sldId xmlns:r="http://schemas.openxmlformats.org/officeDocument/2006/relationships" id="501" r:id="Rab5136a481f0494d"/>
    <p:sldId xmlns:r="http://schemas.openxmlformats.org/officeDocument/2006/relationships" id="502" r:id="R689ef38dfa404774"/>
    <p:sldId xmlns:r="http://schemas.openxmlformats.org/officeDocument/2006/relationships" id="503" r:id="Rf8d895afdb8a47c1"/>
    <p:sldId xmlns:r="http://schemas.openxmlformats.org/officeDocument/2006/relationships" id="504" r:id="Rb9c969e5b0344ac3"/>
    <p:sldId xmlns:r="http://schemas.openxmlformats.org/officeDocument/2006/relationships" id="505" r:id="Re47704b29d184509"/>
    <p:sldId xmlns:r="http://schemas.openxmlformats.org/officeDocument/2006/relationships" id="506" r:id="Raf6d25ae965f454b"/>
    <p:sldId xmlns:r="http://schemas.openxmlformats.org/officeDocument/2006/relationships" id="507" r:id="R06de7d4aaf1c46c2"/>
    <p:sldId xmlns:r="http://schemas.openxmlformats.org/officeDocument/2006/relationships" id="508" r:id="Ra48b0689c33e48b4"/>
    <p:sldId xmlns:r="http://schemas.openxmlformats.org/officeDocument/2006/relationships" id="509" r:id="Rdf47bb58506b4653"/>
    <p:sldId xmlns:r="http://schemas.openxmlformats.org/officeDocument/2006/relationships" id="510" r:id="R3c7aca09a5f64158"/>
    <p:sldId xmlns:r="http://schemas.openxmlformats.org/officeDocument/2006/relationships" id="511" r:id="Re9c276dd10264a66"/>
    <p:sldId xmlns:r="http://schemas.openxmlformats.org/officeDocument/2006/relationships" id="512" r:id="R1ab3de7d68c54cb1"/>
    <p:sldId xmlns:r="http://schemas.openxmlformats.org/officeDocument/2006/relationships" id="513" r:id="Rb12795a104c1448e"/>
    <p:sldId xmlns:r="http://schemas.openxmlformats.org/officeDocument/2006/relationships" id="514" r:id="Re77dea3e6cd440cc"/>
    <p:sldId xmlns:r="http://schemas.openxmlformats.org/officeDocument/2006/relationships" id="515" r:id="R3c063c0eb03747d9"/>
    <p:sldId xmlns:r="http://schemas.openxmlformats.org/officeDocument/2006/relationships" id="516" r:id="R2d43cf51ff4243f6"/>
    <p:sldId xmlns:r="http://schemas.openxmlformats.org/officeDocument/2006/relationships" id="517" r:id="R358413be26e0457d"/>
    <p:sldId xmlns:r="http://schemas.openxmlformats.org/officeDocument/2006/relationships" id="518" r:id="Radcce625fa11456b"/>
    <p:sldId xmlns:r="http://schemas.openxmlformats.org/officeDocument/2006/relationships" id="519" r:id="R51ca4df297e14c46"/>
    <p:sldId xmlns:r="http://schemas.openxmlformats.org/officeDocument/2006/relationships" id="520" r:id="R3d37a615fa0c4f72"/>
    <p:sldId xmlns:r="http://schemas.openxmlformats.org/officeDocument/2006/relationships" id="521" r:id="Re14b7a6e00404b31"/>
    <p:sldId xmlns:r="http://schemas.openxmlformats.org/officeDocument/2006/relationships" id="522" r:id="Re699090d511345b1"/>
    <p:sldId xmlns:r="http://schemas.openxmlformats.org/officeDocument/2006/relationships" id="523" r:id="R6a916e92b7864b22"/>
    <p:sldId xmlns:r="http://schemas.openxmlformats.org/officeDocument/2006/relationships" id="524" r:id="R8ebfb7ad278d4372"/>
    <p:sldId xmlns:r="http://schemas.openxmlformats.org/officeDocument/2006/relationships" id="525" r:id="R41485a1dcb274b53"/>
    <p:sldId xmlns:r="http://schemas.openxmlformats.org/officeDocument/2006/relationships" id="526" r:id="Rde97d179d6a747f5"/>
    <p:sldId xmlns:r="http://schemas.openxmlformats.org/officeDocument/2006/relationships" id="527" r:id="R2ba8036f1fcd4944"/>
    <p:sldId xmlns:r="http://schemas.openxmlformats.org/officeDocument/2006/relationships" id="528" r:id="R9c2951f1a50f409e"/>
    <p:sldId xmlns:r="http://schemas.openxmlformats.org/officeDocument/2006/relationships" id="529" r:id="Rb272b578bd104529"/>
    <p:sldId xmlns:r="http://schemas.openxmlformats.org/officeDocument/2006/relationships" id="530" r:id="R96a1a8d344154717"/>
    <p:sldId xmlns:r="http://schemas.openxmlformats.org/officeDocument/2006/relationships" id="531" r:id="Ra25e5267dde34816"/>
    <p:sldId xmlns:r="http://schemas.openxmlformats.org/officeDocument/2006/relationships" id="532" r:id="R553d13438a0c441e"/>
    <p:sldId xmlns:r="http://schemas.openxmlformats.org/officeDocument/2006/relationships" id="533" r:id="R64611929c03346d4"/>
    <p:sldId xmlns:r="http://schemas.openxmlformats.org/officeDocument/2006/relationships" id="534" r:id="R45e39ee70c2f4c0a"/>
    <p:sldId xmlns:r="http://schemas.openxmlformats.org/officeDocument/2006/relationships" id="535" r:id="R0ef160b2edfc4d00"/>
    <p:sldId xmlns:r="http://schemas.openxmlformats.org/officeDocument/2006/relationships" id="536" r:id="Rf18a46831ff24b95"/>
    <p:sldId xmlns:r="http://schemas.openxmlformats.org/officeDocument/2006/relationships" id="537" r:id="R641c98ab8eaa4c8f"/>
    <p:sldId xmlns:r="http://schemas.openxmlformats.org/officeDocument/2006/relationships" id="538" r:id="R80c225c8855d4cd3"/>
    <p:sldId xmlns:r="http://schemas.openxmlformats.org/officeDocument/2006/relationships" id="539" r:id="Rd7250ae18eb74d87"/>
    <p:sldId xmlns:r="http://schemas.openxmlformats.org/officeDocument/2006/relationships" id="540" r:id="Rda6d070052a4449a"/>
    <p:sldId xmlns:r="http://schemas.openxmlformats.org/officeDocument/2006/relationships" id="541" r:id="R7d7494cdf93f417b"/>
    <p:sldId xmlns:r="http://schemas.openxmlformats.org/officeDocument/2006/relationships" id="542" r:id="R6d7701fef3e84bbd"/>
    <p:sldId xmlns:r="http://schemas.openxmlformats.org/officeDocument/2006/relationships" id="543" r:id="R7e8a04e996774526"/>
    <p:sldId xmlns:r="http://schemas.openxmlformats.org/officeDocument/2006/relationships" id="544" r:id="Ra95488810a8d449c"/>
    <p:sldId xmlns:r="http://schemas.openxmlformats.org/officeDocument/2006/relationships" id="545" r:id="R0f6520cbc4d14987"/>
    <p:sldId xmlns:r="http://schemas.openxmlformats.org/officeDocument/2006/relationships" id="546" r:id="Rebe744469b3c4713"/>
    <p:sldId xmlns:r="http://schemas.openxmlformats.org/officeDocument/2006/relationships" id="547" r:id="Re9d41461868a4226"/>
    <p:sldId xmlns:r="http://schemas.openxmlformats.org/officeDocument/2006/relationships" id="548" r:id="R233621760b2a43de"/>
    <p:sldId xmlns:r="http://schemas.openxmlformats.org/officeDocument/2006/relationships" id="549" r:id="Ra1bb3668295c4589"/>
    <p:sldId xmlns:r="http://schemas.openxmlformats.org/officeDocument/2006/relationships" id="550" r:id="Rb913f3624b284d27"/>
    <p:sldId xmlns:r="http://schemas.openxmlformats.org/officeDocument/2006/relationships" id="551" r:id="Rf43fe6cdefc041af"/>
    <p:sldId xmlns:r="http://schemas.openxmlformats.org/officeDocument/2006/relationships" id="552" r:id="R2bd1a434328e4189"/>
    <p:sldId xmlns:r="http://schemas.openxmlformats.org/officeDocument/2006/relationships" id="553" r:id="R4e49ad68ab154bdb"/>
    <p:sldId xmlns:r="http://schemas.openxmlformats.org/officeDocument/2006/relationships" id="554" r:id="R763287dae9ef4094"/>
    <p:sldId xmlns:r="http://schemas.openxmlformats.org/officeDocument/2006/relationships" id="555" r:id="R724b56d62672412c"/>
    <p:sldId xmlns:r="http://schemas.openxmlformats.org/officeDocument/2006/relationships" id="556" r:id="R19dddd42e23c40f8"/>
    <p:sldId xmlns:r="http://schemas.openxmlformats.org/officeDocument/2006/relationships" id="557" r:id="R007e977220544720"/>
    <p:sldId xmlns:r="http://schemas.openxmlformats.org/officeDocument/2006/relationships" id="558" r:id="R1725327f2a1749dc"/>
    <p:sldId xmlns:r="http://schemas.openxmlformats.org/officeDocument/2006/relationships" id="559" r:id="Rab0698caa700456a"/>
    <p:sldId xmlns:r="http://schemas.openxmlformats.org/officeDocument/2006/relationships" id="560" r:id="R7d8b843663dc4159"/>
    <p:sldId xmlns:r="http://schemas.openxmlformats.org/officeDocument/2006/relationships" id="561" r:id="R052f2df5445e43e3"/>
    <p:sldId xmlns:r="http://schemas.openxmlformats.org/officeDocument/2006/relationships" id="562" r:id="R2259655989234d00"/>
    <p:sldId xmlns:r="http://schemas.openxmlformats.org/officeDocument/2006/relationships" id="563" r:id="R3258be0a81aa47ec"/>
    <p:sldId xmlns:r="http://schemas.openxmlformats.org/officeDocument/2006/relationships" id="564" r:id="Rd379d38d4bcc4fff"/>
    <p:sldId xmlns:r="http://schemas.openxmlformats.org/officeDocument/2006/relationships" id="565" r:id="R143f05d481674c0e"/>
    <p:sldId xmlns:r="http://schemas.openxmlformats.org/officeDocument/2006/relationships" id="566" r:id="R24319e94271e4eed"/>
    <p:sldId xmlns:r="http://schemas.openxmlformats.org/officeDocument/2006/relationships" id="567" r:id="R1776b22a8b4e44fc"/>
    <p:sldId xmlns:r="http://schemas.openxmlformats.org/officeDocument/2006/relationships" id="568" r:id="Rcfdae0cffc0b4b75"/>
    <p:sldId xmlns:r="http://schemas.openxmlformats.org/officeDocument/2006/relationships" id="569" r:id="R855041dcb9e743c4"/>
    <p:sldId xmlns:r="http://schemas.openxmlformats.org/officeDocument/2006/relationships" id="570" r:id="Rb6fb21125c7e40e2"/>
    <p:sldId xmlns:r="http://schemas.openxmlformats.org/officeDocument/2006/relationships" id="571" r:id="R9472f4c7bbc5429e"/>
    <p:sldId xmlns:r="http://schemas.openxmlformats.org/officeDocument/2006/relationships" id="572" r:id="Rf5147c0cab4d40ac"/>
    <p:sldId xmlns:r="http://schemas.openxmlformats.org/officeDocument/2006/relationships" id="573" r:id="R7a6136e4ca9a405a"/>
    <p:sldId xmlns:r="http://schemas.openxmlformats.org/officeDocument/2006/relationships" id="574" r:id="Rf29d6aaabc99461f"/>
    <p:sldId xmlns:r="http://schemas.openxmlformats.org/officeDocument/2006/relationships" id="575" r:id="R2942531b2b2a49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92f60f1c8e47ed" /><Relationship Type="http://schemas.openxmlformats.org/officeDocument/2006/relationships/slideMaster" Target="/ppt/slideMasters/slideMaster1.xml" Id="Rf483f676606d4ded" /><Relationship Type="http://schemas.openxmlformats.org/officeDocument/2006/relationships/notesMaster" Target="/ppt/notesMasters/notesMaster1.xml" Id="R78cc7ec31350489d" /><Relationship Type="http://schemas.openxmlformats.org/officeDocument/2006/relationships/presProps" Target="/ppt/presProps.xml" Id="R45efacd40033490f" /><Relationship Type="http://schemas.openxmlformats.org/officeDocument/2006/relationships/tableStyles" Target="/ppt/tableStyles.xml" Id="Re65e98fb1a6d4a84" /><Relationship Type="http://schemas.openxmlformats.org/officeDocument/2006/relationships/slide" Target="/ppt/slides/slide1.xml" Id="Rb7dd376d23f24b77" /><Relationship Type="http://schemas.openxmlformats.org/officeDocument/2006/relationships/slide" Target="/ppt/slides/slide2.xml" Id="R083939956e144527" /><Relationship Type="http://schemas.openxmlformats.org/officeDocument/2006/relationships/slide" Target="/ppt/slides/slide3.xml" Id="Rf3d56b7d3cf14754" /><Relationship Type="http://schemas.openxmlformats.org/officeDocument/2006/relationships/slide" Target="/ppt/slides/slide4.xml" Id="R590a6f1c0b604123" /><Relationship Type="http://schemas.openxmlformats.org/officeDocument/2006/relationships/slide" Target="/ppt/slides/slide5.xml" Id="R786f9477187240f5" /><Relationship Type="http://schemas.openxmlformats.org/officeDocument/2006/relationships/slide" Target="/ppt/slides/slide6.xml" Id="R3172db8ff39449d3" /><Relationship Type="http://schemas.openxmlformats.org/officeDocument/2006/relationships/slide" Target="/ppt/slides/slide7.xml" Id="R479f11f97ce344c2" /><Relationship Type="http://schemas.openxmlformats.org/officeDocument/2006/relationships/slide" Target="/ppt/slides/slide8.xml" Id="R7b06042678c94c53" /><Relationship Type="http://schemas.openxmlformats.org/officeDocument/2006/relationships/slide" Target="/ppt/slides/slide9.xml" Id="R336c76960d334566" /><Relationship Type="http://schemas.openxmlformats.org/officeDocument/2006/relationships/slide" Target="/ppt/slides/slide10.xml" Id="Rd9cebe0f8dc24f4f" /><Relationship Type="http://schemas.openxmlformats.org/officeDocument/2006/relationships/slide" Target="/ppt/slides/slide11.xml" Id="R202ed476f04940a1" /><Relationship Type="http://schemas.openxmlformats.org/officeDocument/2006/relationships/slide" Target="/ppt/slides/slide12.xml" Id="R2fd12d52662548b8" /><Relationship Type="http://schemas.openxmlformats.org/officeDocument/2006/relationships/slide" Target="/ppt/slides/slide13.xml" Id="Rdb0bba883da74232" /><Relationship Type="http://schemas.openxmlformats.org/officeDocument/2006/relationships/slide" Target="/ppt/slides/slide14.xml" Id="R02c80bcb3a614c18" /><Relationship Type="http://schemas.openxmlformats.org/officeDocument/2006/relationships/slide" Target="/ppt/slides/slide15.xml" Id="Rf8ce7fd65f3645e9" /><Relationship Type="http://schemas.openxmlformats.org/officeDocument/2006/relationships/slide" Target="/ppt/slides/slide16.xml" Id="R723e1ef846b64a5a" /><Relationship Type="http://schemas.openxmlformats.org/officeDocument/2006/relationships/slide" Target="/ppt/slides/slide17.xml" Id="R051a1f16e40d4139" /><Relationship Type="http://schemas.openxmlformats.org/officeDocument/2006/relationships/slide" Target="/ppt/slides/slide18.xml" Id="R36a4f15f3c144938" /><Relationship Type="http://schemas.openxmlformats.org/officeDocument/2006/relationships/slide" Target="/ppt/slides/slide19.xml" Id="R54491346ac9a40fa" /><Relationship Type="http://schemas.openxmlformats.org/officeDocument/2006/relationships/slide" Target="/ppt/slides/slide20.xml" Id="R6508117331984187" /><Relationship Type="http://schemas.openxmlformats.org/officeDocument/2006/relationships/slide" Target="/ppt/slides/slide21.xml" Id="R572f9fe7d5544f7f" /><Relationship Type="http://schemas.openxmlformats.org/officeDocument/2006/relationships/slide" Target="/ppt/slides/slide22.xml" Id="Rce83f01626a749d8" /><Relationship Type="http://schemas.openxmlformats.org/officeDocument/2006/relationships/slide" Target="/ppt/slides/slide23.xml" Id="Ra154b4cdbdd4444f" /><Relationship Type="http://schemas.openxmlformats.org/officeDocument/2006/relationships/slide" Target="/ppt/slides/slide24.xml" Id="Rf945a4f88ccb4879" /><Relationship Type="http://schemas.openxmlformats.org/officeDocument/2006/relationships/slide" Target="/ppt/slides/slide25.xml" Id="R0983c8a005cf43b7" /><Relationship Type="http://schemas.openxmlformats.org/officeDocument/2006/relationships/slide" Target="/ppt/slides/slide26.xml" Id="R8a9f5d92133d40ee" /><Relationship Type="http://schemas.openxmlformats.org/officeDocument/2006/relationships/slide" Target="/ppt/slides/slide27.xml" Id="Rbcd418adf6274296" /><Relationship Type="http://schemas.openxmlformats.org/officeDocument/2006/relationships/slide" Target="/ppt/slides/slide28.xml" Id="R2d51e4691370409d" /><Relationship Type="http://schemas.openxmlformats.org/officeDocument/2006/relationships/slide" Target="/ppt/slides/slide29.xml" Id="R614a6cb5c3254089" /><Relationship Type="http://schemas.openxmlformats.org/officeDocument/2006/relationships/slide" Target="/ppt/slides/slide30.xml" Id="Rba5df2ad64244c0c" /><Relationship Type="http://schemas.openxmlformats.org/officeDocument/2006/relationships/slide" Target="/ppt/slides/slide31.xml" Id="Radbc0446231246fe" /><Relationship Type="http://schemas.openxmlformats.org/officeDocument/2006/relationships/slide" Target="/ppt/slides/slide32.xml" Id="R2c9e0e12d913457c" /><Relationship Type="http://schemas.openxmlformats.org/officeDocument/2006/relationships/slide" Target="/ppt/slides/slide33.xml" Id="R98cda424d8da4227" /><Relationship Type="http://schemas.openxmlformats.org/officeDocument/2006/relationships/slide" Target="/ppt/slides/slide34.xml" Id="Re80ecebe59b64b71" /><Relationship Type="http://schemas.openxmlformats.org/officeDocument/2006/relationships/slide" Target="/ppt/slides/slide35.xml" Id="Rd6a2ccca8e1149cd" /><Relationship Type="http://schemas.openxmlformats.org/officeDocument/2006/relationships/slide" Target="/ppt/slides/slide36.xml" Id="R41d66f8ae5b4485b" /><Relationship Type="http://schemas.openxmlformats.org/officeDocument/2006/relationships/slide" Target="/ppt/slides/slide37.xml" Id="R82931df78f524757" /><Relationship Type="http://schemas.openxmlformats.org/officeDocument/2006/relationships/slide" Target="/ppt/slides/slide38.xml" Id="R734ee7b70e004149" /><Relationship Type="http://schemas.openxmlformats.org/officeDocument/2006/relationships/slide" Target="/ppt/slides/slide39.xml" Id="R4dc2f663ede34263" /><Relationship Type="http://schemas.openxmlformats.org/officeDocument/2006/relationships/slide" Target="/ppt/slides/slide40.xml" Id="R99f62131d89e4205" /><Relationship Type="http://schemas.openxmlformats.org/officeDocument/2006/relationships/slide" Target="/ppt/slides/slide41.xml" Id="R98d65ddeea6340a5" /><Relationship Type="http://schemas.openxmlformats.org/officeDocument/2006/relationships/slide" Target="/ppt/slides/slide42.xml" Id="Rfd3e534a5cff4146" /><Relationship Type="http://schemas.openxmlformats.org/officeDocument/2006/relationships/slide" Target="/ppt/slides/slide43.xml" Id="Ra59d29c0f4e54af9" /><Relationship Type="http://schemas.openxmlformats.org/officeDocument/2006/relationships/slide" Target="/ppt/slides/slide44.xml" Id="Rb547f97290a84430" /><Relationship Type="http://schemas.openxmlformats.org/officeDocument/2006/relationships/slide" Target="/ppt/slides/slide45.xml" Id="R843d8d4a54d04db5" /><Relationship Type="http://schemas.openxmlformats.org/officeDocument/2006/relationships/slide" Target="/ppt/slides/slide46.xml" Id="R8e9c4e92e9964dca" /><Relationship Type="http://schemas.openxmlformats.org/officeDocument/2006/relationships/slide" Target="/ppt/slides/slide47.xml" Id="R243f2ba55312407f" /><Relationship Type="http://schemas.openxmlformats.org/officeDocument/2006/relationships/slide" Target="/ppt/slides/slide48.xml" Id="R5300515d82864d14" /><Relationship Type="http://schemas.openxmlformats.org/officeDocument/2006/relationships/slide" Target="/ppt/slides/slide49.xml" Id="Re09fe8f1fd1042ea" /><Relationship Type="http://schemas.openxmlformats.org/officeDocument/2006/relationships/slide" Target="/ppt/slides/slide50.xml" Id="R0cd56e3ecd9a457e" /><Relationship Type="http://schemas.openxmlformats.org/officeDocument/2006/relationships/slide" Target="/ppt/slides/slide51.xml" Id="Rd53e57d30123413b" /><Relationship Type="http://schemas.openxmlformats.org/officeDocument/2006/relationships/slide" Target="/ppt/slides/slide52.xml" Id="R12c229585f174cd2" /><Relationship Type="http://schemas.openxmlformats.org/officeDocument/2006/relationships/slide" Target="/ppt/slides/slide53.xml" Id="R3f337319365247ba" /><Relationship Type="http://schemas.openxmlformats.org/officeDocument/2006/relationships/slide" Target="/ppt/slides/slide54.xml" Id="R0f0e316d315d4023" /><Relationship Type="http://schemas.openxmlformats.org/officeDocument/2006/relationships/slide" Target="/ppt/slides/slide55.xml" Id="R23f38d684d2549be" /><Relationship Type="http://schemas.openxmlformats.org/officeDocument/2006/relationships/slide" Target="/ppt/slides/slide56.xml" Id="R6f72a664c6804e62" /><Relationship Type="http://schemas.openxmlformats.org/officeDocument/2006/relationships/slide" Target="/ppt/slides/slide57.xml" Id="Rdf3a121734b64cc9" /><Relationship Type="http://schemas.openxmlformats.org/officeDocument/2006/relationships/slide" Target="/ppt/slides/slide58.xml" Id="R97e7d39e98394c96" /><Relationship Type="http://schemas.openxmlformats.org/officeDocument/2006/relationships/slide" Target="/ppt/slides/slide59.xml" Id="R3d05fef0edd345bf" /><Relationship Type="http://schemas.openxmlformats.org/officeDocument/2006/relationships/slide" Target="/ppt/slides/slide60.xml" Id="R42a5d82a1f164010" /><Relationship Type="http://schemas.openxmlformats.org/officeDocument/2006/relationships/slide" Target="/ppt/slides/slide61.xml" Id="Rc81020c1a29a4c14" /><Relationship Type="http://schemas.openxmlformats.org/officeDocument/2006/relationships/slide" Target="/ppt/slides/slide62.xml" Id="R808a5c9792c240b5" /><Relationship Type="http://schemas.openxmlformats.org/officeDocument/2006/relationships/slide" Target="/ppt/slides/slide63.xml" Id="R5aa627ad9d1a4cc9" /><Relationship Type="http://schemas.openxmlformats.org/officeDocument/2006/relationships/slide" Target="/ppt/slides/slide64.xml" Id="R75fbc76b26af4cc5" /><Relationship Type="http://schemas.openxmlformats.org/officeDocument/2006/relationships/slide" Target="/ppt/slides/slide65.xml" Id="Re1c0c36248194853" /><Relationship Type="http://schemas.openxmlformats.org/officeDocument/2006/relationships/slide" Target="/ppt/slides/slide66.xml" Id="Rfc998f82a3cb4fc4" /><Relationship Type="http://schemas.openxmlformats.org/officeDocument/2006/relationships/slide" Target="/ppt/slides/slide67.xml" Id="R7c652ccc9afc47df" /><Relationship Type="http://schemas.openxmlformats.org/officeDocument/2006/relationships/slide" Target="/ppt/slides/slide68.xml" Id="Rb95bf63cb6644ad2" /><Relationship Type="http://schemas.openxmlformats.org/officeDocument/2006/relationships/slide" Target="/ppt/slides/slide69.xml" Id="Rceba6548ad9b40e6" /><Relationship Type="http://schemas.openxmlformats.org/officeDocument/2006/relationships/slide" Target="/ppt/slides/slide70.xml" Id="R15237c96dfa64b33" /><Relationship Type="http://schemas.openxmlformats.org/officeDocument/2006/relationships/slide" Target="/ppt/slides/slide71.xml" Id="R8585f402505d4fec" /><Relationship Type="http://schemas.openxmlformats.org/officeDocument/2006/relationships/slide" Target="/ppt/slides/slide72.xml" Id="R7653b775906a45ac" /><Relationship Type="http://schemas.openxmlformats.org/officeDocument/2006/relationships/slide" Target="/ppt/slides/slide73.xml" Id="Rf25c6db786584a62" /><Relationship Type="http://schemas.openxmlformats.org/officeDocument/2006/relationships/slide" Target="/ppt/slides/slide74.xml" Id="Rcbec0ef209cb4023" /><Relationship Type="http://schemas.openxmlformats.org/officeDocument/2006/relationships/slide" Target="/ppt/slides/slide75.xml" Id="R001b6d8baa3b4e54" /><Relationship Type="http://schemas.openxmlformats.org/officeDocument/2006/relationships/slide" Target="/ppt/slides/slide76.xml" Id="R5196dfd6a16a41bc" /><Relationship Type="http://schemas.openxmlformats.org/officeDocument/2006/relationships/slide" Target="/ppt/slides/slide77.xml" Id="R1913d7e7f9d049ad" /><Relationship Type="http://schemas.openxmlformats.org/officeDocument/2006/relationships/slide" Target="/ppt/slides/slide78.xml" Id="Rc417206e3dee4eac" /><Relationship Type="http://schemas.openxmlformats.org/officeDocument/2006/relationships/slide" Target="/ppt/slides/slide79.xml" Id="Rc86a832e704740ce" /><Relationship Type="http://schemas.openxmlformats.org/officeDocument/2006/relationships/slide" Target="/ppt/slides/slide80.xml" Id="R5f5f4905131445e0" /><Relationship Type="http://schemas.openxmlformats.org/officeDocument/2006/relationships/slide" Target="/ppt/slides/slide81.xml" Id="Rb3c19489c6514f6f" /><Relationship Type="http://schemas.openxmlformats.org/officeDocument/2006/relationships/slide" Target="/ppt/slides/slide82.xml" Id="Rc52c05e6dd894c7b" /><Relationship Type="http://schemas.openxmlformats.org/officeDocument/2006/relationships/slide" Target="/ppt/slides/slide83.xml" Id="Ree0077e0e7104011" /><Relationship Type="http://schemas.openxmlformats.org/officeDocument/2006/relationships/slide" Target="/ppt/slides/slide84.xml" Id="Rf5fd5e5069d34055" /><Relationship Type="http://schemas.openxmlformats.org/officeDocument/2006/relationships/slide" Target="/ppt/slides/slide85.xml" Id="Rff8c545042694e86" /><Relationship Type="http://schemas.openxmlformats.org/officeDocument/2006/relationships/slide" Target="/ppt/slides/slide86.xml" Id="R2da2643d09b2419b" /><Relationship Type="http://schemas.openxmlformats.org/officeDocument/2006/relationships/slide" Target="/ppt/slides/slide87.xml" Id="R7812d585154049e1" /><Relationship Type="http://schemas.openxmlformats.org/officeDocument/2006/relationships/slide" Target="/ppt/slides/slide88.xml" Id="R289fcbcaa2a64bff" /><Relationship Type="http://schemas.openxmlformats.org/officeDocument/2006/relationships/slide" Target="/ppt/slides/slide89.xml" Id="Re576e961861044a6" /><Relationship Type="http://schemas.openxmlformats.org/officeDocument/2006/relationships/slide" Target="/ppt/slides/slide90.xml" Id="Rad9eb0a162cd44ae" /><Relationship Type="http://schemas.openxmlformats.org/officeDocument/2006/relationships/slide" Target="/ppt/slides/slide91.xml" Id="R34ad1e7d13d54bb7" /><Relationship Type="http://schemas.openxmlformats.org/officeDocument/2006/relationships/slide" Target="/ppt/slides/slide92.xml" Id="R860d2588fd0a4f92" /><Relationship Type="http://schemas.openxmlformats.org/officeDocument/2006/relationships/slide" Target="/ppt/slides/slide93.xml" Id="Ra618a39caed447f7" /><Relationship Type="http://schemas.openxmlformats.org/officeDocument/2006/relationships/slide" Target="/ppt/slides/slide94.xml" Id="Ra8eec021bf3a4111" /><Relationship Type="http://schemas.openxmlformats.org/officeDocument/2006/relationships/slide" Target="/ppt/slides/slide95.xml" Id="R2dec7ef67ec6472b" /><Relationship Type="http://schemas.openxmlformats.org/officeDocument/2006/relationships/slide" Target="/ppt/slides/slide96.xml" Id="R6903442f90a146d7" /><Relationship Type="http://schemas.openxmlformats.org/officeDocument/2006/relationships/slide" Target="/ppt/slides/slide97.xml" Id="Rc72237978073413f" /><Relationship Type="http://schemas.openxmlformats.org/officeDocument/2006/relationships/slide" Target="/ppt/slides/slide98.xml" Id="Reb9b7086cbdb4d76" /><Relationship Type="http://schemas.openxmlformats.org/officeDocument/2006/relationships/slide" Target="/ppt/slides/slide99.xml" Id="Re530f7faec8e43c0" /><Relationship Type="http://schemas.openxmlformats.org/officeDocument/2006/relationships/slide" Target="/ppt/slides/slide100.xml" Id="Rae470e5f985a4273" /><Relationship Type="http://schemas.openxmlformats.org/officeDocument/2006/relationships/slide" Target="/ppt/slides/slide101.xml" Id="Rf58992eb3e2b474f" /><Relationship Type="http://schemas.openxmlformats.org/officeDocument/2006/relationships/slide" Target="/ppt/slides/slide102.xml" Id="Rbae78955b1114940" /><Relationship Type="http://schemas.openxmlformats.org/officeDocument/2006/relationships/slide" Target="/ppt/slides/slide103.xml" Id="R56075f17b3344d65" /><Relationship Type="http://schemas.openxmlformats.org/officeDocument/2006/relationships/slide" Target="/ppt/slides/slide104.xml" Id="Rf7ddef2b16e04e3b" /><Relationship Type="http://schemas.openxmlformats.org/officeDocument/2006/relationships/slide" Target="/ppt/slides/slide105.xml" Id="R276b568ef1bd4e05" /><Relationship Type="http://schemas.openxmlformats.org/officeDocument/2006/relationships/slide" Target="/ppt/slides/slide106.xml" Id="R35b891f195bc4624" /><Relationship Type="http://schemas.openxmlformats.org/officeDocument/2006/relationships/slide" Target="/ppt/slides/slide107.xml" Id="R0fdb468c9e5c427a" /><Relationship Type="http://schemas.openxmlformats.org/officeDocument/2006/relationships/slide" Target="/ppt/slides/slide108.xml" Id="Rdea769aa3b894613" /><Relationship Type="http://schemas.openxmlformats.org/officeDocument/2006/relationships/slide" Target="/ppt/slides/slide109.xml" Id="Rbb800aa6f75749ac" /><Relationship Type="http://schemas.openxmlformats.org/officeDocument/2006/relationships/slide" Target="/ppt/slides/slide110.xml" Id="R0732dc9f9be248bc" /><Relationship Type="http://schemas.openxmlformats.org/officeDocument/2006/relationships/slide" Target="/ppt/slides/slide111.xml" Id="R706b06a70e674140" /><Relationship Type="http://schemas.openxmlformats.org/officeDocument/2006/relationships/slide" Target="/ppt/slides/slide112.xml" Id="Rad9c3a25a13b4ce3" /><Relationship Type="http://schemas.openxmlformats.org/officeDocument/2006/relationships/slide" Target="/ppt/slides/slide113.xml" Id="Rc82e07e4a2c74349" /><Relationship Type="http://schemas.openxmlformats.org/officeDocument/2006/relationships/slide" Target="/ppt/slides/slide114.xml" Id="R3d0f167b9fe04db3" /><Relationship Type="http://schemas.openxmlformats.org/officeDocument/2006/relationships/slide" Target="/ppt/slides/slide115.xml" Id="R1d8eb39b8f274c9f" /><Relationship Type="http://schemas.openxmlformats.org/officeDocument/2006/relationships/slide" Target="/ppt/slides/slide116.xml" Id="R7b8b04b890c84aa1" /><Relationship Type="http://schemas.openxmlformats.org/officeDocument/2006/relationships/slide" Target="/ppt/slides/slide117.xml" Id="Ra9dc3c3602954203" /><Relationship Type="http://schemas.openxmlformats.org/officeDocument/2006/relationships/slide" Target="/ppt/slides/slide118.xml" Id="R4c2ca922ffc54d2e" /><Relationship Type="http://schemas.openxmlformats.org/officeDocument/2006/relationships/slide" Target="/ppt/slides/slide119.xml" Id="R0abc7feb6b4a4d09" /><Relationship Type="http://schemas.openxmlformats.org/officeDocument/2006/relationships/slide" Target="/ppt/slides/slide120.xml" Id="R0f5a7ff44c5b4034" /><Relationship Type="http://schemas.openxmlformats.org/officeDocument/2006/relationships/slide" Target="/ppt/slides/slide121.xml" Id="R8b51c40c3aec48b8" /><Relationship Type="http://schemas.openxmlformats.org/officeDocument/2006/relationships/slide" Target="/ppt/slides/slide122.xml" Id="Rd136f342fd49427d" /><Relationship Type="http://schemas.openxmlformats.org/officeDocument/2006/relationships/slide" Target="/ppt/slides/slide123.xml" Id="Rd1c53345e36f460d" /><Relationship Type="http://schemas.openxmlformats.org/officeDocument/2006/relationships/slide" Target="/ppt/slides/slide124.xml" Id="Rd36765e882ee40d2" /><Relationship Type="http://schemas.openxmlformats.org/officeDocument/2006/relationships/slide" Target="/ppt/slides/slide125.xml" Id="Re592765c6ea44904" /><Relationship Type="http://schemas.openxmlformats.org/officeDocument/2006/relationships/slide" Target="/ppt/slides/slide126.xml" Id="Re732b7e1c02a4d46" /><Relationship Type="http://schemas.openxmlformats.org/officeDocument/2006/relationships/slide" Target="/ppt/slides/slide127.xml" Id="Rfb0092b809544f38" /><Relationship Type="http://schemas.openxmlformats.org/officeDocument/2006/relationships/slide" Target="/ppt/slides/slide128.xml" Id="Rc8901858418d4c6d" /><Relationship Type="http://schemas.openxmlformats.org/officeDocument/2006/relationships/slide" Target="/ppt/slides/slide129.xml" Id="R28c1e96bf3ee4e2d" /><Relationship Type="http://schemas.openxmlformats.org/officeDocument/2006/relationships/slide" Target="/ppt/slides/slide130.xml" Id="Ra3d838a053354382" /><Relationship Type="http://schemas.openxmlformats.org/officeDocument/2006/relationships/slide" Target="/ppt/slides/slide131.xml" Id="Rd10bd8e3989c4b82" /><Relationship Type="http://schemas.openxmlformats.org/officeDocument/2006/relationships/slide" Target="/ppt/slides/slide132.xml" Id="R3c4030b9398a4650" /><Relationship Type="http://schemas.openxmlformats.org/officeDocument/2006/relationships/slide" Target="/ppt/slides/slide133.xml" Id="R908da3429ab643b1" /><Relationship Type="http://schemas.openxmlformats.org/officeDocument/2006/relationships/slide" Target="/ppt/slides/slide134.xml" Id="R3433d1a5590a4512" /><Relationship Type="http://schemas.openxmlformats.org/officeDocument/2006/relationships/slide" Target="/ppt/slides/slide135.xml" Id="R526dda719bdf4cbf" /><Relationship Type="http://schemas.openxmlformats.org/officeDocument/2006/relationships/slide" Target="/ppt/slides/slide136.xml" Id="Ra838448e46134c2c" /><Relationship Type="http://schemas.openxmlformats.org/officeDocument/2006/relationships/slide" Target="/ppt/slides/slide137.xml" Id="Racd6cffe73054bed" /><Relationship Type="http://schemas.openxmlformats.org/officeDocument/2006/relationships/slide" Target="/ppt/slides/slide138.xml" Id="Raf9e6d2094244f89" /><Relationship Type="http://schemas.openxmlformats.org/officeDocument/2006/relationships/slide" Target="/ppt/slides/slide139.xml" Id="R82a4b408b4904ea6" /><Relationship Type="http://schemas.openxmlformats.org/officeDocument/2006/relationships/slide" Target="/ppt/slides/slide140.xml" Id="R5d68bd7b84de4d1c" /><Relationship Type="http://schemas.openxmlformats.org/officeDocument/2006/relationships/slide" Target="/ppt/slides/slide141.xml" Id="R7502e9b727b34d12" /><Relationship Type="http://schemas.openxmlformats.org/officeDocument/2006/relationships/slide" Target="/ppt/slides/slide142.xml" Id="R062c931687734525" /><Relationship Type="http://schemas.openxmlformats.org/officeDocument/2006/relationships/slide" Target="/ppt/slides/slide143.xml" Id="R30e1bd90ff7e43a3" /><Relationship Type="http://schemas.openxmlformats.org/officeDocument/2006/relationships/slide" Target="/ppt/slides/slide144.xml" Id="R9f148c06862b4598" /><Relationship Type="http://schemas.openxmlformats.org/officeDocument/2006/relationships/slide" Target="/ppt/slides/slide145.xml" Id="Raaa7a3bf974f45c7" /><Relationship Type="http://schemas.openxmlformats.org/officeDocument/2006/relationships/slide" Target="/ppt/slides/slide146.xml" Id="Rfe892db5463b497d" /><Relationship Type="http://schemas.openxmlformats.org/officeDocument/2006/relationships/slide" Target="/ppt/slides/slide147.xml" Id="R4390b0f37fad4444" /><Relationship Type="http://schemas.openxmlformats.org/officeDocument/2006/relationships/slide" Target="/ppt/slides/slide148.xml" Id="Ra040104b783f4096" /><Relationship Type="http://schemas.openxmlformats.org/officeDocument/2006/relationships/slide" Target="/ppt/slides/slide149.xml" Id="R248c5b06533a4d6b" /><Relationship Type="http://schemas.openxmlformats.org/officeDocument/2006/relationships/slide" Target="/ppt/slides/slide150.xml" Id="R5ee1baaab73e4338" /><Relationship Type="http://schemas.openxmlformats.org/officeDocument/2006/relationships/slide" Target="/ppt/slides/slide151.xml" Id="R188c19d3713342e0" /><Relationship Type="http://schemas.openxmlformats.org/officeDocument/2006/relationships/slide" Target="/ppt/slides/slide152.xml" Id="Rcc973755b762442d" /><Relationship Type="http://schemas.openxmlformats.org/officeDocument/2006/relationships/slide" Target="/ppt/slides/slide153.xml" Id="Rfefc54bc15be44a0" /><Relationship Type="http://schemas.openxmlformats.org/officeDocument/2006/relationships/slide" Target="/ppt/slides/slide154.xml" Id="R5fcc3ca9190648f7" /><Relationship Type="http://schemas.openxmlformats.org/officeDocument/2006/relationships/slide" Target="/ppt/slides/slide155.xml" Id="Re4386b6182244d96" /><Relationship Type="http://schemas.openxmlformats.org/officeDocument/2006/relationships/slide" Target="/ppt/slides/slide156.xml" Id="R85b67dbd8adf4b9b" /><Relationship Type="http://schemas.openxmlformats.org/officeDocument/2006/relationships/slide" Target="/ppt/slides/slide157.xml" Id="R5f7dd357ea6e421c" /><Relationship Type="http://schemas.openxmlformats.org/officeDocument/2006/relationships/slide" Target="/ppt/slides/slide158.xml" Id="R5d3908980b744f5a" /><Relationship Type="http://schemas.openxmlformats.org/officeDocument/2006/relationships/slide" Target="/ppt/slides/slide159.xml" Id="R5dc51cd6422f45c1" /><Relationship Type="http://schemas.openxmlformats.org/officeDocument/2006/relationships/slide" Target="/ppt/slides/slide160.xml" Id="R136a6f409fb4404d" /><Relationship Type="http://schemas.openxmlformats.org/officeDocument/2006/relationships/slide" Target="/ppt/slides/slide161.xml" Id="R04d86f17061a4ee8" /><Relationship Type="http://schemas.openxmlformats.org/officeDocument/2006/relationships/slide" Target="/ppt/slides/slide162.xml" Id="R1c6213cebea041f8" /><Relationship Type="http://schemas.openxmlformats.org/officeDocument/2006/relationships/slide" Target="/ppt/slides/slide163.xml" Id="R7e25a14d16e34be9" /><Relationship Type="http://schemas.openxmlformats.org/officeDocument/2006/relationships/slide" Target="/ppt/slides/slide164.xml" Id="Rf8287748c7904c99" /><Relationship Type="http://schemas.openxmlformats.org/officeDocument/2006/relationships/slide" Target="/ppt/slides/slide165.xml" Id="R72d8f051cf6e4ba5" /><Relationship Type="http://schemas.openxmlformats.org/officeDocument/2006/relationships/slide" Target="/ppt/slides/slide166.xml" Id="R8238d43aeb92401f" /><Relationship Type="http://schemas.openxmlformats.org/officeDocument/2006/relationships/slide" Target="/ppt/slides/slide167.xml" Id="R1671ba7c61884308" /><Relationship Type="http://schemas.openxmlformats.org/officeDocument/2006/relationships/slide" Target="/ppt/slides/slide168.xml" Id="R05c3c825e7484e9a" /><Relationship Type="http://schemas.openxmlformats.org/officeDocument/2006/relationships/slide" Target="/ppt/slides/slide169.xml" Id="R9ebd6384ce7b463e" /><Relationship Type="http://schemas.openxmlformats.org/officeDocument/2006/relationships/slide" Target="/ppt/slides/slide170.xml" Id="R32bcb99a25b041b0" /><Relationship Type="http://schemas.openxmlformats.org/officeDocument/2006/relationships/slide" Target="/ppt/slides/slide171.xml" Id="Re0c258a2f990484d" /><Relationship Type="http://schemas.openxmlformats.org/officeDocument/2006/relationships/slide" Target="/ppt/slides/slide172.xml" Id="R438fb31327f948b0" /><Relationship Type="http://schemas.openxmlformats.org/officeDocument/2006/relationships/slide" Target="/ppt/slides/slide173.xml" Id="R9cb257f6890e4eaa" /><Relationship Type="http://schemas.openxmlformats.org/officeDocument/2006/relationships/slide" Target="/ppt/slides/slide174.xml" Id="R7a359111c32b42c4" /><Relationship Type="http://schemas.openxmlformats.org/officeDocument/2006/relationships/slide" Target="/ppt/slides/slide175.xml" Id="Redcedcab9221489a" /><Relationship Type="http://schemas.openxmlformats.org/officeDocument/2006/relationships/slide" Target="/ppt/slides/slide176.xml" Id="R8352da62825e4f5b" /><Relationship Type="http://schemas.openxmlformats.org/officeDocument/2006/relationships/slide" Target="/ppt/slides/slide177.xml" Id="Rc3284c15a0bd4b11" /><Relationship Type="http://schemas.openxmlformats.org/officeDocument/2006/relationships/slide" Target="/ppt/slides/slide178.xml" Id="R21cd04ca4dec44e3" /><Relationship Type="http://schemas.openxmlformats.org/officeDocument/2006/relationships/slide" Target="/ppt/slides/slide179.xml" Id="R9b2eceaa6a844461" /><Relationship Type="http://schemas.openxmlformats.org/officeDocument/2006/relationships/slide" Target="/ppt/slides/slide180.xml" Id="R0a4ac33d4efd42a6" /><Relationship Type="http://schemas.openxmlformats.org/officeDocument/2006/relationships/slide" Target="/ppt/slides/slide181.xml" Id="R10a4c6a8a5cb4cb7" /><Relationship Type="http://schemas.openxmlformats.org/officeDocument/2006/relationships/slide" Target="/ppt/slides/slide182.xml" Id="R14b6c9c9eb3f4921" /><Relationship Type="http://schemas.openxmlformats.org/officeDocument/2006/relationships/slide" Target="/ppt/slides/slide183.xml" Id="R9345ce7de03f4c97" /><Relationship Type="http://schemas.openxmlformats.org/officeDocument/2006/relationships/slide" Target="/ppt/slides/slide184.xml" Id="Ra9a9d1a8476247e0" /><Relationship Type="http://schemas.openxmlformats.org/officeDocument/2006/relationships/slide" Target="/ppt/slides/slide185.xml" Id="R6b52f22b35d94b4b" /><Relationship Type="http://schemas.openxmlformats.org/officeDocument/2006/relationships/slide" Target="/ppt/slides/slide186.xml" Id="Rf46f51c905c34695" /><Relationship Type="http://schemas.openxmlformats.org/officeDocument/2006/relationships/slide" Target="/ppt/slides/slide187.xml" Id="R8b1655cdf1294654" /><Relationship Type="http://schemas.openxmlformats.org/officeDocument/2006/relationships/slide" Target="/ppt/slides/slide188.xml" Id="Rc401ba9d88cf4d14" /><Relationship Type="http://schemas.openxmlformats.org/officeDocument/2006/relationships/slide" Target="/ppt/slides/slide189.xml" Id="R86ec9af624324fff" /><Relationship Type="http://schemas.openxmlformats.org/officeDocument/2006/relationships/slide" Target="/ppt/slides/slide190.xml" Id="R33cd78b8f8fd4144" /><Relationship Type="http://schemas.openxmlformats.org/officeDocument/2006/relationships/slide" Target="/ppt/slides/slide191.xml" Id="Rbab78c03c576454b" /><Relationship Type="http://schemas.openxmlformats.org/officeDocument/2006/relationships/slide" Target="/ppt/slides/slide192.xml" Id="R003d5e471d394d2a" /><Relationship Type="http://schemas.openxmlformats.org/officeDocument/2006/relationships/slide" Target="/ppt/slides/slide193.xml" Id="R5958c39c32814bc3" /><Relationship Type="http://schemas.openxmlformats.org/officeDocument/2006/relationships/slide" Target="/ppt/slides/slide194.xml" Id="Rec7ba731575146ff" /><Relationship Type="http://schemas.openxmlformats.org/officeDocument/2006/relationships/slide" Target="/ppt/slides/slide195.xml" Id="R45cff2be6b4047f9" /><Relationship Type="http://schemas.openxmlformats.org/officeDocument/2006/relationships/slide" Target="/ppt/slides/slide196.xml" Id="R79b803fa6ca34a69" /><Relationship Type="http://schemas.openxmlformats.org/officeDocument/2006/relationships/slide" Target="/ppt/slides/slide197.xml" Id="Ra765234590ee43f7" /><Relationship Type="http://schemas.openxmlformats.org/officeDocument/2006/relationships/slide" Target="/ppt/slides/slide198.xml" Id="Rdf666534e3104a35" /><Relationship Type="http://schemas.openxmlformats.org/officeDocument/2006/relationships/slide" Target="/ppt/slides/slide199.xml" Id="Re765823cbb0445bb" /><Relationship Type="http://schemas.openxmlformats.org/officeDocument/2006/relationships/slide" Target="/ppt/slides/slide200.xml" Id="R50df01f743874a0b" /><Relationship Type="http://schemas.openxmlformats.org/officeDocument/2006/relationships/slide" Target="/ppt/slides/slide201.xml" Id="R04d8c934be284ffb" /><Relationship Type="http://schemas.openxmlformats.org/officeDocument/2006/relationships/slide" Target="/ppt/slides/slide202.xml" Id="Re7d306af1c154975" /><Relationship Type="http://schemas.openxmlformats.org/officeDocument/2006/relationships/slide" Target="/ppt/slides/slide203.xml" Id="R37a6e60c5aa64a93" /><Relationship Type="http://schemas.openxmlformats.org/officeDocument/2006/relationships/slide" Target="/ppt/slides/slide204.xml" Id="Rb7e9b1637cea4320" /><Relationship Type="http://schemas.openxmlformats.org/officeDocument/2006/relationships/slide" Target="/ppt/slides/slide205.xml" Id="R556f4713e096403f" /><Relationship Type="http://schemas.openxmlformats.org/officeDocument/2006/relationships/slide" Target="/ppt/slides/slide206.xml" Id="Rba2c18e5bd4f4a9c" /><Relationship Type="http://schemas.openxmlformats.org/officeDocument/2006/relationships/slide" Target="/ppt/slides/slide207.xml" Id="Rf7bab9503ce84032" /><Relationship Type="http://schemas.openxmlformats.org/officeDocument/2006/relationships/slide" Target="/ppt/slides/slide208.xml" Id="R3f328f2a3a754fce" /><Relationship Type="http://schemas.openxmlformats.org/officeDocument/2006/relationships/slide" Target="/ppt/slides/slide209.xml" Id="R5e56dcf401f74de4" /><Relationship Type="http://schemas.openxmlformats.org/officeDocument/2006/relationships/slide" Target="/ppt/slides/slide210.xml" Id="Rc85d4fad28054a33" /><Relationship Type="http://schemas.openxmlformats.org/officeDocument/2006/relationships/slide" Target="/ppt/slides/slide211.xml" Id="R73411059689b483a" /><Relationship Type="http://schemas.openxmlformats.org/officeDocument/2006/relationships/slide" Target="/ppt/slides/slide212.xml" Id="R0d4eda442cc0402a" /><Relationship Type="http://schemas.openxmlformats.org/officeDocument/2006/relationships/slide" Target="/ppt/slides/slide213.xml" Id="Rb90308a89c534ad5" /><Relationship Type="http://schemas.openxmlformats.org/officeDocument/2006/relationships/slide" Target="/ppt/slides/slide214.xml" Id="R7670b6ee65944990" /><Relationship Type="http://schemas.openxmlformats.org/officeDocument/2006/relationships/slide" Target="/ppt/slides/slide215.xml" Id="R1d23bb385c294b18" /><Relationship Type="http://schemas.openxmlformats.org/officeDocument/2006/relationships/slide" Target="/ppt/slides/slide216.xml" Id="R65ab9dcde1964043" /><Relationship Type="http://schemas.openxmlformats.org/officeDocument/2006/relationships/slide" Target="/ppt/slides/slide217.xml" Id="R75ca31a4e97a4c87" /><Relationship Type="http://schemas.openxmlformats.org/officeDocument/2006/relationships/slide" Target="/ppt/slides/slide218.xml" Id="R278b541f57ec4eeb" /><Relationship Type="http://schemas.openxmlformats.org/officeDocument/2006/relationships/slide" Target="/ppt/slides/slide219.xml" Id="Red316ddbdc2d4014" /><Relationship Type="http://schemas.openxmlformats.org/officeDocument/2006/relationships/slide" Target="/ppt/slides/slide220.xml" Id="R7e336147bc8a4043" /><Relationship Type="http://schemas.openxmlformats.org/officeDocument/2006/relationships/slide" Target="/ppt/slides/slide221.xml" Id="R1cff5a23157b408c" /><Relationship Type="http://schemas.openxmlformats.org/officeDocument/2006/relationships/slide" Target="/ppt/slides/slide222.xml" Id="R8002fd9011b0482d" /><Relationship Type="http://schemas.openxmlformats.org/officeDocument/2006/relationships/slide" Target="/ppt/slides/slide223.xml" Id="Ra7ab4420608c45c6" /><Relationship Type="http://schemas.openxmlformats.org/officeDocument/2006/relationships/slide" Target="/ppt/slides/slide224.xml" Id="R50109e5e9c76469b" /><Relationship Type="http://schemas.openxmlformats.org/officeDocument/2006/relationships/slide" Target="/ppt/slides/slide225.xml" Id="Rc5c86ed7211a45f0" /><Relationship Type="http://schemas.openxmlformats.org/officeDocument/2006/relationships/slide" Target="/ppt/slides/slide226.xml" Id="Rc095f72bd8634f68" /><Relationship Type="http://schemas.openxmlformats.org/officeDocument/2006/relationships/slide" Target="/ppt/slides/slide227.xml" Id="R74e275929f33433f" /><Relationship Type="http://schemas.openxmlformats.org/officeDocument/2006/relationships/slide" Target="/ppt/slides/slide228.xml" Id="R955b1e3c0a85453a" /><Relationship Type="http://schemas.openxmlformats.org/officeDocument/2006/relationships/slide" Target="/ppt/slides/slide229.xml" Id="R5d368c7c8cfd4776" /><Relationship Type="http://schemas.openxmlformats.org/officeDocument/2006/relationships/slide" Target="/ppt/slides/slide230.xml" Id="R54de79875e9f4c8e" /><Relationship Type="http://schemas.openxmlformats.org/officeDocument/2006/relationships/slide" Target="/ppt/slides/slide231.xml" Id="Rdb161ae35da2430e" /><Relationship Type="http://schemas.openxmlformats.org/officeDocument/2006/relationships/slide" Target="/ppt/slides/slide232.xml" Id="Rbcc0ec8de981415b" /><Relationship Type="http://schemas.openxmlformats.org/officeDocument/2006/relationships/slide" Target="/ppt/slides/slide233.xml" Id="R86e6bf29cc9c4f61" /><Relationship Type="http://schemas.openxmlformats.org/officeDocument/2006/relationships/slide" Target="/ppt/slides/slide234.xml" Id="Rf71bf728ae424948" /><Relationship Type="http://schemas.openxmlformats.org/officeDocument/2006/relationships/slide" Target="/ppt/slides/slide235.xml" Id="R0a9b1c0526d846b8" /><Relationship Type="http://schemas.openxmlformats.org/officeDocument/2006/relationships/slide" Target="/ppt/slides/slide236.xml" Id="R7d88df6c74fc4fbb" /><Relationship Type="http://schemas.openxmlformats.org/officeDocument/2006/relationships/slide" Target="/ppt/slides/slide237.xml" Id="R7dd26e5f10754b1a" /><Relationship Type="http://schemas.openxmlformats.org/officeDocument/2006/relationships/slide" Target="/ppt/slides/slide238.xml" Id="R496a3c6a08ce4610" /><Relationship Type="http://schemas.openxmlformats.org/officeDocument/2006/relationships/slide" Target="/ppt/slides/slide239.xml" Id="R91d3090c813e42b4" /><Relationship Type="http://schemas.openxmlformats.org/officeDocument/2006/relationships/slide" Target="/ppt/slides/slide240.xml" Id="Rbe8082761d9e4fb6" /><Relationship Type="http://schemas.openxmlformats.org/officeDocument/2006/relationships/slide" Target="/ppt/slides/slide241.xml" Id="Ra86248428f864121" /><Relationship Type="http://schemas.openxmlformats.org/officeDocument/2006/relationships/slide" Target="/ppt/slides/slide242.xml" Id="R7e97a5cc4c0049d2" /><Relationship Type="http://schemas.openxmlformats.org/officeDocument/2006/relationships/slide" Target="/ppt/slides/slide243.xml" Id="R78679308df3e4634" /><Relationship Type="http://schemas.openxmlformats.org/officeDocument/2006/relationships/slide" Target="/ppt/slides/slide244.xml" Id="R2eacd2d25219414b" /><Relationship Type="http://schemas.openxmlformats.org/officeDocument/2006/relationships/slide" Target="/ppt/slides/slide245.xml" Id="Rbdccfb16a7c448ef" /><Relationship Type="http://schemas.openxmlformats.org/officeDocument/2006/relationships/slide" Target="/ppt/slides/slide246.xml" Id="Rab5136a481f0494d" /><Relationship Type="http://schemas.openxmlformats.org/officeDocument/2006/relationships/slide" Target="/ppt/slides/slide247.xml" Id="R689ef38dfa404774" /><Relationship Type="http://schemas.openxmlformats.org/officeDocument/2006/relationships/slide" Target="/ppt/slides/slide248.xml" Id="Rf8d895afdb8a47c1" /><Relationship Type="http://schemas.openxmlformats.org/officeDocument/2006/relationships/slide" Target="/ppt/slides/slide249.xml" Id="Rb9c969e5b0344ac3" /><Relationship Type="http://schemas.openxmlformats.org/officeDocument/2006/relationships/slide" Target="/ppt/slides/slide250.xml" Id="Re47704b29d184509" /><Relationship Type="http://schemas.openxmlformats.org/officeDocument/2006/relationships/slide" Target="/ppt/slides/slide251.xml" Id="Raf6d25ae965f454b" /><Relationship Type="http://schemas.openxmlformats.org/officeDocument/2006/relationships/slide" Target="/ppt/slides/slide252.xml" Id="R06de7d4aaf1c46c2" /><Relationship Type="http://schemas.openxmlformats.org/officeDocument/2006/relationships/slide" Target="/ppt/slides/slide253.xml" Id="Ra48b0689c33e48b4" /><Relationship Type="http://schemas.openxmlformats.org/officeDocument/2006/relationships/slide" Target="/ppt/slides/slide254.xml" Id="Rdf47bb58506b4653" /><Relationship Type="http://schemas.openxmlformats.org/officeDocument/2006/relationships/slide" Target="/ppt/slides/slide255.xml" Id="R3c7aca09a5f64158" /><Relationship Type="http://schemas.openxmlformats.org/officeDocument/2006/relationships/slide" Target="/ppt/slides/slide256.xml" Id="Re9c276dd10264a66" /><Relationship Type="http://schemas.openxmlformats.org/officeDocument/2006/relationships/slide" Target="/ppt/slides/slide257.xml" Id="R1ab3de7d68c54cb1" /><Relationship Type="http://schemas.openxmlformats.org/officeDocument/2006/relationships/slide" Target="/ppt/slides/slide258.xml" Id="Rb12795a104c1448e" /><Relationship Type="http://schemas.openxmlformats.org/officeDocument/2006/relationships/slide" Target="/ppt/slides/slide259.xml" Id="Re77dea3e6cd440cc" /><Relationship Type="http://schemas.openxmlformats.org/officeDocument/2006/relationships/slide" Target="/ppt/slides/slide260.xml" Id="R3c063c0eb03747d9" /><Relationship Type="http://schemas.openxmlformats.org/officeDocument/2006/relationships/slide" Target="/ppt/slides/slide261.xml" Id="R2d43cf51ff4243f6" /><Relationship Type="http://schemas.openxmlformats.org/officeDocument/2006/relationships/slide" Target="/ppt/slides/slide262.xml" Id="R358413be26e0457d" /><Relationship Type="http://schemas.openxmlformats.org/officeDocument/2006/relationships/slide" Target="/ppt/slides/slide263.xml" Id="Radcce625fa11456b" /><Relationship Type="http://schemas.openxmlformats.org/officeDocument/2006/relationships/slide" Target="/ppt/slides/slide264.xml" Id="R51ca4df297e14c46" /><Relationship Type="http://schemas.openxmlformats.org/officeDocument/2006/relationships/slide" Target="/ppt/slides/slide265.xml" Id="R3d37a615fa0c4f72" /><Relationship Type="http://schemas.openxmlformats.org/officeDocument/2006/relationships/slide" Target="/ppt/slides/slide266.xml" Id="Re14b7a6e00404b31" /><Relationship Type="http://schemas.openxmlformats.org/officeDocument/2006/relationships/slide" Target="/ppt/slides/slide267.xml" Id="Re699090d511345b1" /><Relationship Type="http://schemas.openxmlformats.org/officeDocument/2006/relationships/slide" Target="/ppt/slides/slide268.xml" Id="R6a916e92b7864b22" /><Relationship Type="http://schemas.openxmlformats.org/officeDocument/2006/relationships/slide" Target="/ppt/slides/slide269.xml" Id="R8ebfb7ad278d4372" /><Relationship Type="http://schemas.openxmlformats.org/officeDocument/2006/relationships/slide" Target="/ppt/slides/slide270.xml" Id="R41485a1dcb274b53" /><Relationship Type="http://schemas.openxmlformats.org/officeDocument/2006/relationships/slide" Target="/ppt/slides/slide271.xml" Id="Rde97d179d6a747f5" /><Relationship Type="http://schemas.openxmlformats.org/officeDocument/2006/relationships/slide" Target="/ppt/slides/slide272.xml" Id="R2ba8036f1fcd4944" /><Relationship Type="http://schemas.openxmlformats.org/officeDocument/2006/relationships/slide" Target="/ppt/slides/slide273.xml" Id="R9c2951f1a50f409e" /><Relationship Type="http://schemas.openxmlformats.org/officeDocument/2006/relationships/slide" Target="/ppt/slides/slide274.xml" Id="Rb272b578bd104529" /><Relationship Type="http://schemas.openxmlformats.org/officeDocument/2006/relationships/slide" Target="/ppt/slides/slide275.xml" Id="R96a1a8d344154717" /><Relationship Type="http://schemas.openxmlformats.org/officeDocument/2006/relationships/slide" Target="/ppt/slides/slide276.xml" Id="Ra25e5267dde34816" /><Relationship Type="http://schemas.openxmlformats.org/officeDocument/2006/relationships/slide" Target="/ppt/slides/slide277.xml" Id="R553d13438a0c441e" /><Relationship Type="http://schemas.openxmlformats.org/officeDocument/2006/relationships/slide" Target="/ppt/slides/slide278.xml" Id="R64611929c03346d4" /><Relationship Type="http://schemas.openxmlformats.org/officeDocument/2006/relationships/slide" Target="/ppt/slides/slide279.xml" Id="R45e39ee70c2f4c0a" /><Relationship Type="http://schemas.openxmlformats.org/officeDocument/2006/relationships/slide" Target="/ppt/slides/slide280.xml" Id="R0ef160b2edfc4d00" /><Relationship Type="http://schemas.openxmlformats.org/officeDocument/2006/relationships/slide" Target="/ppt/slides/slide281.xml" Id="Rf18a46831ff24b95" /><Relationship Type="http://schemas.openxmlformats.org/officeDocument/2006/relationships/slide" Target="/ppt/slides/slide282.xml" Id="R641c98ab8eaa4c8f" /><Relationship Type="http://schemas.openxmlformats.org/officeDocument/2006/relationships/slide" Target="/ppt/slides/slide283.xml" Id="R80c225c8855d4cd3" /><Relationship Type="http://schemas.openxmlformats.org/officeDocument/2006/relationships/slide" Target="/ppt/slides/slide284.xml" Id="Rd7250ae18eb74d87" /><Relationship Type="http://schemas.openxmlformats.org/officeDocument/2006/relationships/slide" Target="/ppt/slides/slide285.xml" Id="Rda6d070052a4449a" /><Relationship Type="http://schemas.openxmlformats.org/officeDocument/2006/relationships/slide" Target="/ppt/slides/slide286.xml" Id="R7d7494cdf93f417b" /><Relationship Type="http://schemas.openxmlformats.org/officeDocument/2006/relationships/slide" Target="/ppt/slides/slide287.xml" Id="R6d7701fef3e84bbd" /><Relationship Type="http://schemas.openxmlformats.org/officeDocument/2006/relationships/slide" Target="/ppt/slides/slide288.xml" Id="R7e8a04e996774526" /><Relationship Type="http://schemas.openxmlformats.org/officeDocument/2006/relationships/slide" Target="/ppt/slides/slide289.xml" Id="Ra95488810a8d449c" /><Relationship Type="http://schemas.openxmlformats.org/officeDocument/2006/relationships/slide" Target="/ppt/slides/slide290.xml" Id="R0f6520cbc4d14987" /><Relationship Type="http://schemas.openxmlformats.org/officeDocument/2006/relationships/slide" Target="/ppt/slides/slide291.xml" Id="Rebe744469b3c4713" /><Relationship Type="http://schemas.openxmlformats.org/officeDocument/2006/relationships/slide" Target="/ppt/slides/slide292.xml" Id="Re9d41461868a4226" /><Relationship Type="http://schemas.openxmlformats.org/officeDocument/2006/relationships/slide" Target="/ppt/slides/slide293.xml" Id="R233621760b2a43de" /><Relationship Type="http://schemas.openxmlformats.org/officeDocument/2006/relationships/slide" Target="/ppt/slides/slide294.xml" Id="Ra1bb3668295c4589" /><Relationship Type="http://schemas.openxmlformats.org/officeDocument/2006/relationships/slide" Target="/ppt/slides/slide295.xml" Id="Rb913f3624b284d27" /><Relationship Type="http://schemas.openxmlformats.org/officeDocument/2006/relationships/slide" Target="/ppt/slides/slide296.xml" Id="Rf43fe6cdefc041af" /><Relationship Type="http://schemas.openxmlformats.org/officeDocument/2006/relationships/slide" Target="/ppt/slides/slide297.xml" Id="R2bd1a434328e4189" /><Relationship Type="http://schemas.openxmlformats.org/officeDocument/2006/relationships/slide" Target="/ppt/slides/slide298.xml" Id="R4e49ad68ab154bdb" /><Relationship Type="http://schemas.openxmlformats.org/officeDocument/2006/relationships/slide" Target="/ppt/slides/slide299.xml" Id="R763287dae9ef4094" /><Relationship Type="http://schemas.openxmlformats.org/officeDocument/2006/relationships/slide" Target="/ppt/slides/slide300.xml" Id="R724b56d62672412c" /><Relationship Type="http://schemas.openxmlformats.org/officeDocument/2006/relationships/slide" Target="/ppt/slides/slide301.xml" Id="R19dddd42e23c40f8" /><Relationship Type="http://schemas.openxmlformats.org/officeDocument/2006/relationships/slide" Target="/ppt/slides/slide302.xml" Id="R007e977220544720" /><Relationship Type="http://schemas.openxmlformats.org/officeDocument/2006/relationships/slide" Target="/ppt/slides/slide303.xml" Id="R1725327f2a1749dc" /><Relationship Type="http://schemas.openxmlformats.org/officeDocument/2006/relationships/slide" Target="/ppt/slides/slide304.xml" Id="Rab0698caa700456a" /><Relationship Type="http://schemas.openxmlformats.org/officeDocument/2006/relationships/slide" Target="/ppt/slides/slide305.xml" Id="R7d8b843663dc4159" /><Relationship Type="http://schemas.openxmlformats.org/officeDocument/2006/relationships/slide" Target="/ppt/slides/slide306.xml" Id="R052f2df5445e43e3" /><Relationship Type="http://schemas.openxmlformats.org/officeDocument/2006/relationships/slide" Target="/ppt/slides/slide307.xml" Id="R2259655989234d00" /><Relationship Type="http://schemas.openxmlformats.org/officeDocument/2006/relationships/slide" Target="/ppt/slides/slide308.xml" Id="R3258be0a81aa47ec" /><Relationship Type="http://schemas.openxmlformats.org/officeDocument/2006/relationships/slide" Target="/ppt/slides/slide309.xml" Id="Rd379d38d4bcc4fff" /><Relationship Type="http://schemas.openxmlformats.org/officeDocument/2006/relationships/slide" Target="/ppt/slides/slide310.xml" Id="R143f05d481674c0e" /><Relationship Type="http://schemas.openxmlformats.org/officeDocument/2006/relationships/slide" Target="/ppt/slides/slide311.xml" Id="R24319e94271e4eed" /><Relationship Type="http://schemas.openxmlformats.org/officeDocument/2006/relationships/slide" Target="/ppt/slides/slide312.xml" Id="R1776b22a8b4e44fc" /><Relationship Type="http://schemas.openxmlformats.org/officeDocument/2006/relationships/slide" Target="/ppt/slides/slide313.xml" Id="Rcfdae0cffc0b4b75" /><Relationship Type="http://schemas.openxmlformats.org/officeDocument/2006/relationships/slide" Target="/ppt/slides/slide314.xml" Id="R855041dcb9e743c4" /><Relationship Type="http://schemas.openxmlformats.org/officeDocument/2006/relationships/slide" Target="/ppt/slides/slide315.xml" Id="Rb6fb21125c7e40e2" /><Relationship Type="http://schemas.openxmlformats.org/officeDocument/2006/relationships/slide" Target="/ppt/slides/slide316.xml" Id="R9472f4c7bbc5429e" /><Relationship Type="http://schemas.openxmlformats.org/officeDocument/2006/relationships/slide" Target="/ppt/slides/slide317.xml" Id="Rf5147c0cab4d40ac" /><Relationship Type="http://schemas.openxmlformats.org/officeDocument/2006/relationships/slide" Target="/ppt/slides/slide318.xml" Id="R7a6136e4ca9a405a" /><Relationship Type="http://schemas.openxmlformats.org/officeDocument/2006/relationships/slide" Target="/ppt/slides/slide319.xml" Id="Rf29d6aaabc99461f" /><Relationship Type="http://schemas.openxmlformats.org/officeDocument/2006/relationships/slide" Target="/ppt/slides/slide320.xml" Id="R2942531b2b2a49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33ac8e25a84d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7ba83e1e474764" /><Relationship Type="http://schemas.openxmlformats.org/officeDocument/2006/relationships/notesMaster" Target="/ppt/notesMasters/notesMaster1.xml" Id="R54d085a543f345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d3239aa4d84bb9" /><Relationship Type="http://schemas.openxmlformats.org/officeDocument/2006/relationships/notesMaster" Target="/ppt/notesMasters/notesMaster1.xml" Id="Re85bb6068f134c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f73f35a79d4e4f" /><Relationship Type="http://schemas.openxmlformats.org/officeDocument/2006/relationships/notesMaster" Target="/ppt/notesMasters/notesMaster1.xml" Id="R7816205becd743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ebf759d5f64366" /><Relationship Type="http://schemas.openxmlformats.org/officeDocument/2006/relationships/notesMaster" Target="/ppt/notesMasters/notesMaster1.xml" Id="R777565eea8bb4b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4b89b5f5b64a31" /><Relationship Type="http://schemas.openxmlformats.org/officeDocument/2006/relationships/notesMaster" Target="/ppt/notesMasters/notesMaster1.xml" Id="R51820454547644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eab26e6bd4484b" /><Relationship Type="http://schemas.openxmlformats.org/officeDocument/2006/relationships/notesMaster" Target="/ppt/notesMasters/notesMaster1.xml" Id="R2069b6917f2544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96f8a670cb4925" /><Relationship Type="http://schemas.openxmlformats.org/officeDocument/2006/relationships/notesMaster" Target="/ppt/notesMasters/notesMaster1.xml" Id="R99d2a7d47ec44e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c95b361ac143d9" /><Relationship Type="http://schemas.openxmlformats.org/officeDocument/2006/relationships/notesMaster" Target="/ppt/notesMasters/notesMaster1.xml" Id="R13a069b332d548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e2a4e6fd2b4933" /><Relationship Type="http://schemas.openxmlformats.org/officeDocument/2006/relationships/notesMaster" Target="/ppt/notesMasters/notesMaster1.xml" Id="R4101507e029a41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c0c65a28d4432e" /><Relationship Type="http://schemas.openxmlformats.org/officeDocument/2006/relationships/notesMaster" Target="/ppt/notesMasters/notesMaster1.xml" Id="R5b86d6b1f3bc4a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c6ba9890414cd6" /><Relationship Type="http://schemas.openxmlformats.org/officeDocument/2006/relationships/notesMaster" Target="/ppt/notesMasters/notesMaster1.xml" Id="Ra10e9e30ec2b44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6945f694da40e6" /><Relationship Type="http://schemas.openxmlformats.org/officeDocument/2006/relationships/notesMaster" Target="/ppt/notesMasters/notesMaster1.xml" Id="R448b9397c23d4b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de81573ae640a5" /><Relationship Type="http://schemas.openxmlformats.org/officeDocument/2006/relationships/notesMaster" Target="/ppt/notesMasters/notesMaster1.xml" Id="R509d30a7581c4a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3ae1ea864c48b4" /><Relationship Type="http://schemas.openxmlformats.org/officeDocument/2006/relationships/notesMaster" Target="/ppt/notesMasters/notesMaster1.xml" Id="Race444faf3ed40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f3527bd9a44e38" /><Relationship Type="http://schemas.openxmlformats.org/officeDocument/2006/relationships/notesMaster" Target="/ppt/notesMasters/notesMaster1.xml" Id="Rd51dfbfa8bff4e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110ad920284cd7" /><Relationship Type="http://schemas.openxmlformats.org/officeDocument/2006/relationships/notesMaster" Target="/ppt/notesMasters/notesMaster1.xml" Id="R1f24c5041b434c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7ab653db244e7b" /><Relationship Type="http://schemas.openxmlformats.org/officeDocument/2006/relationships/notesMaster" Target="/ppt/notesMasters/notesMaster1.xml" Id="Rd21408cd73c24f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4d3b7a87dfc4574" /><Relationship Type="http://schemas.openxmlformats.org/officeDocument/2006/relationships/notesMaster" Target="/ppt/notesMasters/notesMaster1.xml" Id="Rb9e1b7cbbb8a49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cb3ca95e2845b3" /><Relationship Type="http://schemas.openxmlformats.org/officeDocument/2006/relationships/notesMaster" Target="/ppt/notesMasters/notesMaster1.xml" Id="R65fd26ab923d41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ecc1993b96475b" /><Relationship Type="http://schemas.openxmlformats.org/officeDocument/2006/relationships/notesMaster" Target="/ppt/notesMasters/notesMaster1.xml" Id="R37b119b24bee482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78a95976ac54c45" /><Relationship Type="http://schemas.openxmlformats.org/officeDocument/2006/relationships/notesMaster" Target="/ppt/notesMasters/notesMaster1.xml" Id="Rec836d79f991414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ad348e4565849cc" /><Relationship Type="http://schemas.openxmlformats.org/officeDocument/2006/relationships/notesMaster" Target="/ppt/notesMasters/notesMaster1.xml" Id="R06394624b80045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ef43d0368704f05" /><Relationship Type="http://schemas.openxmlformats.org/officeDocument/2006/relationships/notesMaster" Target="/ppt/notesMasters/notesMaster1.xml" Id="Rdddffd10e9bb431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90707e7e2de4b16" /><Relationship Type="http://schemas.openxmlformats.org/officeDocument/2006/relationships/notesMaster" Target="/ppt/notesMasters/notesMaster1.xml" Id="Rf7227fd12c5348c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53f226fc76245fa" /><Relationship Type="http://schemas.openxmlformats.org/officeDocument/2006/relationships/notesMaster" Target="/ppt/notesMasters/notesMaster1.xml" Id="R256b96d788a14cc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e1ddd60fea04b18" /><Relationship Type="http://schemas.openxmlformats.org/officeDocument/2006/relationships/notesMaster" Target="/ppt/notesMasters/notesMaster1.xml" Id="R1768d5c3c0cd424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a189bab31a24907" /><Relationship Type="http://schemas.openxmlformats.org/officeDocument/2006/relationships/notesMaster" Target="/ppt/notesMasters/notesMaster1.xml" Id="Reded7a4251a34e5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f82741481ec41bc" /><Relationship Type="http://schemas.openxmlformats.org/officeDocument/2006/relationships/notesMaster" Target="/ppt/notesMasters/notesMaster1.xml" Id="R98e14bb6cda2494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23a772e972a4880" /><Relationship Type="http://schemas.openxmlformats.org/officeDocument/2006/relationships/notesMaster" Target="/ppt/notesMasters/notesMaster1.xml" Id="Rcf966258c8a444c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c3362b86b2f45c7" /><Relationship Type="http://schemas.openxmlformats.org/officeDocument/2006/relationships/notesMaster" Target="/ppt/notesMasters/notesMaster1.xml" Id="R7b7c298c7904466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350647c26ea4d4e" /><Relationship Type="http://schemas.openxmlformats.org/officeDocument/2006/relationships/notesMaster" Target="/ppt/notesMasters/notesMaster1.xml" Id="Ra54d96a3e993454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48b8caaea3f4155" /><Relationship Type="http://schemas.openxmlformats.org/officeDocument/2006/relationships/notesMaster" Target="/ppt/notesMasters/notesMaster1.xml" Id="Rbe1886ee87ad473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174eed6d0b44d0f" /><Relationship Type="http://schemas.openxmlformats.org/officeDocument/2006/relationships/notesMaster" Target="/ppt/notesMasters/notesMaster1.xml" Id="R8c70b0f1e1c941d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222c49a98fa4201" /><Relationship Type="http://schemas.openxmlformats.org/officeDocument/2006/relationships/notesMaster" Target="/ppt/notesMasters/notesMaster1.xml" Id="R470830402bd24e8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1fabdff49734339" /><Relationship Type="http://schemas.openxmlformats.org/officeDocument/2006/relationships/notesMaster" Target="/ppt/notesMasters/notesMaster1.xml" Id="Rddfa44f892b9414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d316ea3e6814058" /><Relationship Type="http://schemas.openxmlformats.org/officeDocument/2006/relationships/notesMaster" Target="/ppt/notesMasters/notesMaster1.xml" Id="R31bd720f81ce454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16158aad53441d6" /><Relationship Type="http://schemas.openxmlformats.org/officeDocument/2006/relationships/notesMaster" Target="/ppt/notesMasters/notesMaster1.xml" Id="R7e9f0350c9364a9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18da5e2f39e445a" /><Relationship Type="http://schemas.openxmlformats.org/officeDocument/2006/relationships/notesMaster" Target="/ppt/notesMasters/notesMaster1.xml" Id="R361366d49df0471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5cd2acf1dcf4d9b" /><Relationship Type="http://schemas.openxmlformats.org/officeDocument/2006/relationships/notesMaster" Target="/ppt/notesMasters/notesMaster1.xml" Id="Ra6fc02389f284a2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a89ec4c54674b79" /><Relationship Type="http://schemas.openxmlformats.org/officeDocument/2006/relationships/notesMaster" Target="/ppt/notesMasters/notesMaster1.xml" Id="R646ded9adc674f9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33c23be49cc43d6" /><Relationship Type="http://schemas.openxmlformats.org/officeDocument/2006/relationships/notesMaster" Target="/ppt/notesMasters/notesMaster1.xml" Id="R2c8e9405c2a8446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12671015abe4af0" /><Relationship Type="http://schemas.openxmlformats.org/officeDocument/2006/relationships/notesMaster" Target="/ppt/notesMasters/notesMaster1.xml" Id="R3b87a982fd6343a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69f5301dcc64ad7" /><Relationship Type="http://schemas.openxmlformats.org/officeDocument/2006/relationships/notesMaster" Target="/ppt/notesMasters/notesMaster1.xml" Id="Rbb983296be6d472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8daf03f64fd4cc4" /><Relationship Type="http://schemas.openxmlformats.org/officeDocument/2006/relationships/notesMaster" Target="/ppt/notesMasters/notesMaster1.xml" Id="R577185930731494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d1c0697cde64ef6" /><Relationship Type="http://schemas.openxmlformats.org/officeDocument/2006/relationships/notesMaster" Target="/ppt/notesMasters/notesMaster1.xml" Id="Rdddc0eea3526435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b685fb59e4446e4" /><Relationship Type="http://schemas.openxmlformats.org/officeDocument/2006/relationships/notesMaster" Target="/ppt/notesMasters/notesMaster1.xml" Id="Refe539cf8cd2498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1311f49206d45a2" /><Relationship Type="http://schemas.openxmlformats.org/officeDocument/2006/relationships/notesMaster" Target="/ppt/notesMasters/notesMaster1.xml" Id="R8052b5a03a9a4b0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24f6bda4e9d46d4" /><Relationship Type="http://schemas.openxmlformats.org/officeDocument/2006/relationships/notesMaster" Target="/ppt/notesMasters/notesMaster1.xml" Id="Ra81ef58089d0419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0937ad4a6b34e0f" /><Relationship Type="http://schemas.openxmlformats.org/officeDocument/2006/relationships/notesMaster" Target="/ppt/notesMasters/notesMaster1.xml" Id="Rf9ed373dc83b4ca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c9cf8702ef64400" /><Relationship Type="http://schemas.openxmlformats.org/officeDocument/2006/relationships/notesMaster" Target="/ppt/notesMasters/notesMaster1.xml" Id="Rceed83cb6b0e414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097f37e3dd34ca3" /><Relationship Type="http://schemas.openxmlformats.org/officeDocument/2006/relationships/notesMaster" Target="/ppt/notesMasters/notesMaster1.xml" Id="R3e6c363f9b4d43f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aafe2136248435e" /><Relationship Type="http://schemas.openxmlformats.org/officeDocument/2006/relationships/notesMaster" Target="/ppt/notesMasters/notesMaster1.xml" Id="R6795314b453243c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81a8038c5ad4145" /><Relationship Type="http://schemas.openxmlformats.org/officeDocument/2006/relationships/notesMaster" Target="/ppt/notesMasters/notesMaster1.xml" Id="R5979ce277e134b7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fc0c022e7264cea" /><Relationship Type="http://schemas.openxmlformats.org/officeDocument/2006/relationships/notesMaster" Target="/ppt/notesMasters/notesMaster1.xml" Id="R9b2c1f4c2e69410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6f8b8d34d804b91" /><Relationship Type="http://schemas.openxmlformats.org/officeDocument/2006/relationships/notesMaster" Target="/ppt/notesMasters/notesMaster1.xml" Id="R4b5e7d1f121043c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cd639ac867642f4" /><Relationship Type="http://schemas.openxmlformats.org/officeDocument/2006/relationships/notesMaster" Target="/ppt/notesMasters/notesMaster1.xml" Id="Rcab6d00cb4124f5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11a6b8db8a94f98" /><Relationship Type="http://schemas.openxmlformats.org/officeDocument/2006/relationships/notesMaster" Target="/ppt/notesMasters/notesMaster1.xml" Id="Rd4eb2ead3af24769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e3567bdfe20740dd" /><Relationship Type="http://schemas.openxmlformats.org/officeDocument/2006/relationships/notesMaster" Target="/ppt/notesMasters/notesMaster1.xml" Id="R87581fbafb7a4a2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566dd54737d407a" /><Relationship Type="http://schemas.openxmlformats.org/officeDocument/2006/relationships/notesMaster" Target="/ppt/notesMasters/notesMaster1.xml" Id="R34a5f1efebff4aa7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31f68ac93f81410b" /><Relationship Type="http://schemas.openxmlformats.org/officeDocument/2006/relationships/notesMaster" Target="/ppt/notesMasters/notesMaster1.xml" Id="R1046f5c5d80b490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53cb6c2e220e458d" /><Relationship Type="http://schemas.openxmlformats.org/officeDocument/2006/relationships/notesMaster" Target="/ppt/notesMasters/notesMaster1.xml" Id="R4dd44b7a89e24c3f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257c5fb8f183439a" /><Relationship Type="http://schemas.openxmlformats.org/officeDocument/2006/relationships/notesMaster" Target="/ppt/notesMasters/notesMaster1.xml" Id="Raddd90c5698941f0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532fd9e0447c49ef" /><Relationship Type="http://schemas.openxmlformats.org/officeDocument/2006/relationships/notesMaster" Target="/ppt/notesMasters/notesMaster1.xml" Id="R827ed1e4e1844359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bcdb43aa8fa6405a" /><Relationship Type="http://schemas.openxmlformats.org/officeDocument/2006/relationships/notesMaster" Target="/ppt/notesMasters/notesMaster1.xml" Id="Rbf45ea2cbcf94bef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62fc1dec7a3945ac" /><Relationship Type="http://schemas.openxmlformats.org/officeDocument/2006/relationships/notesMaster" Target="/ppt/notesMasters/notesMaster1.xml" Id="Re291fc128e3644ea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b6ab769f9dd74e29" /><Relationship Type="http://schemas.openxmlformats.org/officeDocument/2006/relationships/notesMaster" Target="/ppt/notesMasters/notesMaster1.xml" Id="Re168ea04790d4ed9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e1e6a998e8e3470d" /><Relationship Type="http://schemas.openxmlformats.org/officeDocument/2006/relationships/notesMaster" Target="/ppt/notesMasters/notesMaster1.xml" Id="Re29607fb47bd4475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ed521381714a44cf" /><Relationship Type="http://schemas.openxmlformats.org/officeDocument/2006/relationships/notesMaster" Target="/ppt/notesMasters/notesMaster1.xml" Id="R2727ebb95912438c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db91edaadccf40b4" /><Relationship Type="http://schemas.openxmlformats.org/officeDocument/2006/relationships/notesMaster" Target="/ppt/notesMasters/notesMaster1.xml" Id="R79c114a4f4734deb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5b22b6ff12f745ed" /><Relationship Type="http://schemas.openxmlformats.org/officeDocument/2006/relationships/notesMaster" Target="/ppt/notesMasters/notesMaster1.xml" Id="Rce6a8174ddd844b6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1d7b5ea8db80412e" /><Relationship Type="http://schemas.openxmlformats.org/officeDocument/2006/relationships/notesMaster" Target="/ppt/notesMasters/notesMaster1.xml" Id="R5f01c4e645ec466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d2910a5d68e4432" /><Relationship Type="http://schemas.openxmlformats.org/officeDocument/2006/relationships/notesMaster" Target="/ppt/notesMasters/notesMaster1.xml" Id="R0a0039cca965422b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5e17502506c34f5d" /><Relationship Type="http://schemas.openxmlformats.org/officeDocument/2006/relationships/notesMaster" Target="/ppt/notesMasters/notesMaster1.xml" Id="R3e165670918448aa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042c8b2448404eb7" /><Relationship Type="http://schemas.openxmlformats.org/officeDocument/2006/relationships/notesMaster" Target="/ppt/notesMasters/notesMaster1.xml" Id="R4373d3591762437a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ab1bbec926c74b05" /><Relationship Type="http://schemas.openxmlformats.org/officeDocument/2006/relationships/notesMaster" Target="/ppt/notesMasters/notesMaster1.xml" Id="Rcc3c4c9149814b42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9cda985833e74c5b" /><Relationship Type="http://schemas.openxmlformats.org/officeDocument/2006/relationships/notesMaster" Target="/ppt/notesMasters/notesMaster1.xml" Id="R6b2ff43793654c50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03b97ee03fa64a8c" /><Relationship Type="http://schemas.openxmlformats.org/officeDocument/2006/relationships/notesMaster" Target="/ppt/notesMasters/notesMaster1.xml" Id="R2aadc2c1f2ac4404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fd3ee3ef229c4049" /><Relationship Type="http://schemas.openxmlformats.org/officeDocument/2006/relationships/notesMaster" Target="/ppt/notesMasters/notesMaster1.xml" Id="Rc52d12a72cc24754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19855b34e4644436" /><Relationship Type="http://schemas.openxmlformats.org/officeDocument/2006/relationships/notesMaster" Target="/ppt/notesMasters/notesMaster1.xml" Id="R2a7d10f6eec9472d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f815b84b5ed64dd3" /><Relationship Type="http://schemas.openxmlformats.org/officeDocument/2006/relationships/notesMaster" Target="/ppt/notesMasters/notesMaster1.xml" Id="R7fc0dfa68cf544b7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7b70d3ece8274d87" /><Relationship Type="http://schemas.openxmlformats.org/officeDocument/2006/relationships/notesMaster" Target="/ppt/notesMasters/notesMaster1.xml" Id="Rc4a24d31534c4b63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317bd63e6a5a401b" /><Relationship Type="http://schemas.openxmlformats.org/officeDocument/2006/relationships/notesMaster" Target="/ppt/notesMasters/notesMaster1.xml" Id="R567b35b397b245ad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ce5b3a10643f4e63" /><Relationship Type="http://schemas.openxmlformats.org/officeDocument/2006/relationships/notesMaster" Target="/ppt/notesMasters/notesMaster1.xml" Id="R48a556699bfb4cc3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1edec02932274e39" /><Relationship Type="http://schemas.openxmlformats.org/officeDocument/2006/relationships/notesMaster" Target="/ppt/notesMasters/notesMaster1.xml" Id="R17311d973351422e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61135322c2744ae8" /><Relationship Type="http://schemas.openxmlformats.org/officeDocument/2006/relationships/notesMaster" Target="/ppt/notesMasters/notesMaster1.xml" Id="Rf918362297bd4ba7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3495d27fc9784ac0" /><Relationship Type="http://schemas.openxmlformats.org/officeDocument/2006/relationships/notesMaster" Target="/ppt/notesMasters/notesMaster1.xml" Id="R0ee9a21003184d88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ab87cc792deb406d" /><Relationship Type="http://schemas.openxmlformats.org/officeDocument/2006/relationships/notesMaster" Target="/ppt/notesMasters/notesMaster1.xml" Id="R79164b6652644c0a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40a25c69df424255" /><Relationship Type="http://schemas.openxmlformats.org/officeDocument/2006/relationships/notesMaster" Target="/ppt/notesMasters/notesMaster1.xml" Id="R7d4674ee3eb44025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27f08426dfd0407c" /><Relationship Type="http://schemas.openxmlformats.org/officeDocument/2006/relationships/notesMaster" Target="/ppt/notesMasters/notesMaster1.xml" Id="R59a11259466345dc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abb8b7b890de4635" /><Relationship Type="http://schemas.openxmlformats.org/officeDocument/2006/relationships/notesMaster" Target="/ppt/notesMasters/notesMaster1.xml" Id="Radf5aef3a57c4c9c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9119ffa858404ccd" /><Relationship Type="http://schemas.openxmlformats.org/officeDocument/2006/relationships/notesMaster" Target="/ppt/notesMasters/notesMaster1.xml" Id="Re302998409604def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42f2e9fe35ea4c32" /><Relationship Type="http://schemas.openxmlformats.org/officeDocument/2006/relationships/notesMaster" Target="/ppt/notesMasters/notesMaster1.xml" Id="Rfb9386cabee54feb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2ba447489f4a4107" /><Relationship Type="http://schemas.openxmlformats.org/officeDocument/2006/relationships/notesMaster" Target="/ppt/notesMasters/notesMaster1.xml" Id="Rbf20d866a16d439e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1b90fd0b01184bca" /><Relationship Type="http://schemas.openxmlformats.org/officeDocument/2006/relationships/notesMaster" Target="/ppt/notesMasters/notesMaster1.xml" Id="R93b01fbd1ac34c25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25ac6b4d9a9d470d" /><Relationship Type="http://schemas.openxmlformats.org/officeDocument/2006/relationships/notesMaster" Target="/ppt/notesMasters/notesMaster1.xml" Id="Rc86a150508fd47f7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f67e36fda8c34768" /><Relationship Type="http://schemas.openxmlformats.org/officeDocument/2006/relationships/notesMaster" Target="/ppt/notesMasters/notesMaster1.xml" Id="R00390000e22d4e21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d4ef9833718c4419" /><Relationship Type="http://schemas.openxmlformats.org/officeDocument/2006/relationships/notesMaster" Target="/ppt/notesMasters/notesMaster1.xml" Id="R6544910035554eaa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e6b76c5f883c4202" /><Relationship Type="http://schemas.openxmlformats.org/officeDocument/2006/relationships/notesMaster" Target="/ppt/notesMasters/notesMaster1.xml" Id="R982e06b0e86642fa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6277368c5f774629" /><Relationship Type="http://schemas.openxmlformats.org/officeDocument/2006/relationships/notesMaster" Target="/ppt/notesMasters/notesMaster1.xml" Id="Ra6fa6939796f4c8b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99c1943397de4a70" /><Relationship Type="http://schemas.openxmlformats.org/officeDocument/2006/relationships/notesMaster" Target="/ppt/notesMasters/notesMaster1.xml" Id="R7954b1907ea84aec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0e9266e08adf441d" /><Relationship Type="http://schemas.openxmlformats.org/officeDocument/2006/relationships/notesMaster" Target="/ppt/notesMasters/notesMaster1.xml" Id="R3396f5229b614e0b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c926558aa67a479a" /><Relationship Type="http://schemas.openxmlformats.org/officeDocument/2006/relationships/notesMaster" Target="/ppt/notesMasters/notesMaster1.xml" Id="R79513e15cb7c44fa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d61d2ae3582d4d60" /><Relationship Type="http://schemas.openxmlformats.org/officeDocument/2006/relationships/notesMaster" Target="/ppt/notesMasters/notesMaster1.xml" Id="R8d340f97ece94f78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9aab332dc296498d" /><Relationship Type="http://schemas.openxmlformats.org/officeDocument/2006/relationships/notesMaster" Target="/ppt/notesMasters/notesMaster1.xml" Id="R8dba3d8449454016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5e816cc60ecd4886" /><Relationship Type="http://schemas.openxmlformats.org/officeDocument/2006/relationships/notesMaster" Target="/ppt/notesMasters/notesMaster1.xml" Id="Redf96eb8f0db4dee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d6db8c25900a4731" /><Relationship Type="http://schemas.openxmlformats.org/officeDocument/2006/relationships/notesMaster" Target="/ppt/notesMasters/notesMaster1.xml" Id="R8cd72d72d17947cd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6aaa5fd2c9fc4116" /><Relationship Type="http://schemas.openxmlformats.org/officeDocument/2006/relationships/notesMaster" Target="/ppt/notesMasters/notesMaster1.xml" Id="Rae3724d177cf46b0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f62791f66ca84f61" /><Relationship Type="http://schemas.openxmlformats.org/officeDocument/2006/relationships/notesMaster" Target="/ppt/notesMasters/notesMaster1.xml" Id="R678fb227fce448b5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10d57372c5f341aa" /><Relationship Type="http://schemas.openxmlformats.org/officeDocument/2006/relationships/notesMaster" Target="/ppt/notesMasters/notesMaster1.xml" Id="R49d5580900994ec2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6d1944c500ee444e" /><Relationship Type="http://schemas.openxmlformats.org/officeDocument/2006/relationships/notesMaster" Target="/ppt/notesMasters/notesMaster1.xml" Id="Rdea77eb7cd9e4c0f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93a9b79357484a51" /><Relationship Type="http://schemas.openxmlformats.org/officeDocument/2006/relationships/notesMaster" Target="/ppt/notesMasters/notesMaster1.xml" Id="R4b4ec97419fe4a3f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02f8ec6fda9a42c3" /><Relationship Type="http://schemas.openxmlformats.org/officeDocument/2006/relationships/notesMaster" Target="/ppt/notesMasters/notesMaster1.xml" Id="R1b7c347e32c14ce6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2b6aa09cfc5f46b6" /><Relationship Type="http://schemas.openxmlformats.org/officeDocument/2006/relationships/notesMaster" Target="/ppt/notesMasters/notesMaster1.xml" Id="Ra3d94db51cbf4e29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9e3b1b3e29b348ad" /><Relationship Type="http://schemas.openxmlformats.org/officeDocument/2006/relationships/notesMaster" Target="/ppt/notesMasters/notesMaster1.xml" Id="R02ee61bee5e5456f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e8a9d5f273e64083" /><Relationship Type="http://schemas.openxmlformats.org/officeDocument/2006/relationships/notesMaster" Target="/ppt/notesMasters/notesMaster1.xml" Id="R7df627b9f9064712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05b49018a0d24ecc" /><Relationship Type="http://schemas.openxmlformats.org/officeDocument/2006/relationships/notesMaster" Target="/ppt/notesMasters/notesMaster1.xml" Id="R0bbe452cb93c459e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bd001c3af5d24cd9" /><Relationship Type="http://schemas.openxmlformats.org/officeDocument/2006/relationships/notesMaster" Target="/ppt/notesMasters/notesMaster1.xml" Id="R8f69d39327df4397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fb532983cea64474" /><Relationship Type="http://schemas.openxmlformats.org/officeDocument/2006/relationships/notesMaster" Target="/ppt/notesMasters/notesMaster1.xml" Id="R2d0ca0cbb3c44ebc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6ef54b600c4f4a4e" /><Relationship Type="http://schemas.openxmlformats.org/officeDocument/2006/relationships/notesMaster" Target="/ppt/notesMasters/notesMaster1.xml" Id="R7f6e4a5b568c419b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b6ebccef01464d70" /><Relationship Type="http://schemas.openxmlformats.org/officeDocument/2006/relationships/notesMaster" Target="/ppt/notesMasters/notesMaster1.xml" Id="R4e7115f4c892482f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900128d5afc74f28" /><Relationship Type="http://schemas.openxmlformats.org/officeDocument/2006/relationships/notesMaster" Target="/ppt/notesMasters/notesMaster1.xml" Id="Rb3f98d6534904dfc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dc510ce62b8f4db8" /><Relationship Type="http://schemas.openxmlformats.org/officeDocument/2006/relationships/notesMaster" Target="/ppt/notesMasters/notesMaster1.xml" Id="R81102d266ee94daa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1dc1a52ed4cc4163" /><Relationship Type="http://schemas.openxmlformats.org/officeDocument/2006/relationships/notesMaster" Target="/ppt/notesMasters/notesMaster1.xml" Id="R9aee39d741f840d3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368feab7f3f64ca8" /><Relationship Type="http://schemas.openxmlformats.org/officeDocument/2006/relationships/notesMaster" Target="/ppt/notesMasters/notesMaster1.xml" Id="R262353198bf74918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ceb473a2e1de4f15" /><Relationship Type="http://schemas.openxmlformats.org/officeDocument/2006/relationships/notesMaster" Target="/ppt/notesMasters/notesMaster1.xml" Id="R35af230245e54283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acc3c0a9f28146b4" /><Relationship Type="http://schemas.openxmlformats.org/officeDocument/2006/relationships/notesMaster" Target="/ppt/notesMasters/notesMaster1.xml" Id="R1c74f3046a424f72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a7424e936ab2466c" /><Relationship Type="http://schemas.openxmlformats.org/officeDocument/2006/relationships/notesMaster" Target="/ppt/notesMasters/notesMaster1.xml" Id="Rd54b9f0d091849c1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5269e7355e354ff6" /><Relationship Type="http://schemas.openxmlformats.org/officeDocument/2006/relationships/notesMaster" Target="/ppt/notesMasters/notesMaster1.xml" Id="R51200ed20748402f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e6b14a17817c4fa5" /><Relationship Type="http://schemas.openxmlformats.org/officeDocument/2006/relationships/notesMaster" Target="/ppt/notesMasters/notesMaster1.xml" Id="R4546b8d93e894561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75c8974b0e1f47c6" /><Relationship Type="http://schemas.openxmlformats.org/officeDocument/2006/relationships/notesMaster" Target="/ppt/notesMasters/notesMaster1.xml" Id="R3f9918a73d86492a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b4dddffcbe9840c4" /><Relationship Type="http://schemas.openxmlformats.org/officeDocument/2006/relationships/notesMaster" Target="/ppt/notesMasters/notesMaster1.xml" Id="R35285cd70eaa4463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8f443a1a12a7401d" /><Relationship Type="http://schemas.openxmlformats.org/officeDocument/2006/relationships/notesMaster" Target="/ppt/notesMasters/notesMaster1.xml" Id="R4b238a0f92794d6e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93fb1d5ad4d74e34" /><Relationship Type="http://schemas.openxmlformats.org/officeDocument/2006/relationships/notesMaster" Target="/ppt/notesMasters/notesMaster1.xml" Id="Rbdc619023ed44eb1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b04af9b91eef4db2" /><Relationship Type="http://schemas.openxmlformats.org/officeDocument/2006/relationships/notesMaster" Target="/ppt/notesMasters/notesMaster1.xml" Id="R6155582ecc0f4e47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f0fff5a3d3ce40f5" /><Relationship Type="http://schemas.openxmlformats.org/officeDocument/2006/relationships/notesMaster" Target="/ppt/notesMasters/notesMaster1.xml" Id="Raa2ed4adc39644d6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dd1a375e92874827" /><Relationship Type="http://schemas.openxmlformats.org/officeDocument/2006/relationships/notesMaster" Target="/ppt/notesMasters/notesMaster1.xml" Id="R4de4cc3b457548eb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0de391b8f1e1455f" /><Relationship Type="http://schemas.openxmlformats.org/officeDocument/2006/relationships/notesMaster" Target="/ppt/notesMasters/notesMaster1.xml" Id="Rebdf545a617b4e56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adb5ffc599fa4712" /><Relationship Type="http://schemas.openxmlformats.org/officeDocument/2006/relationships/notesMaster" Target="/ppt/notesMasters/notesMaster1.xml" Id="R9a4e28e0e3924b5a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95323315814146f4" /><Relationship Type="http://schemas.openxmlformats.org/officeDocument/2006/relationships/notesMaster" Target="/ppt/notesMasters/notesMaster1.xml" Id="R97a5964894c64471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cddb889ebaf4403e" /><Relationship Type="http://schemas.openxmlformats.org/officeDocument/2006/relationships/notesMaster" Target="/ppt/notesMasters/notesMaster1.xml" Id="Ra125ffd2310042c8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218c18e1ab81418b" /><Relationship Type="http://schemas.openxmlformats.org/officeDocument/2006/relationships/notesMaster" Target="/ppt/notesMasters/notesMaster1.xml" Id="Rb999eba903db4604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a129ff75c08a47e8" /><Relationship Type="http://schemas.openxmlformats.org/officeDocument/2006/relationships/notesMaster" Target="/ppt/notesMasters/notesMaster1.xml" Id="R39c98b5c9e0c4a13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f0c0ea47b1824694" /><Relationship Type="http://schemas.openxmlformats.org/officeDocument/2006/relationships/notesMaster" Target="/ppt/notesMasters/notesMaster1.xml" Id="R901f3a8135fb410d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72a1bacd96b84924" /><Relationship Type="http://schemas.openxmlformats.org/officeDocument/2006/relationships/notesMaster" Target="/ppt/notesMasters/notesMaster1.xml" Id="R2a0260c445c0423a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df7f342a4e3242d3" /><Relationship Type="http://schemas.openxmlformats.org/officeDocument/2006/relationships/notesMaster" Target="/ppt/notesMasters/notesMaster1.xml" Id="R3b2727f685d742e0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76967bd5db0346ab" /><Relationship Type="http://schemas.openxmlformats.org/officeDocument/2006/relationships/notesMaster" Target="/ppt/notesMasters/notesMaster1.xml" Id="R61c698e2ca674880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96896a25141c45ed" /><Relationship Type="http://schemas.openxmlformats.org/officeDocument/2006/relationships/notesMaster" Target="/ppt/notesMasters/notesMaster1.xml" Id="Rf3b383be87bb445c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ae106f070cda42f4" /><Relationship Type="http://schemas.openxmlformats.org/officeDocument/2006/relationships/notesMaster" Target="/ppt/notesMasters/notesMaster1.xml" Id="Ra6cb648d5df14d03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6a4ffba73c784464" /><Relationship Type="http://schemas.openxmlformats.org/officeDocument/2006/relationships/notesMaster" Target="/ppt/notesMasters/notesMaster1.xml" Id="R5ef5b7700357447f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b51a24f517094318" /><Relationship Type="http://schemas.openxmlformats.org/officeDocument/2006/relationships/notesMaster" Target="/ppt/notesMasters/notesMaster1.xml" Id="Raf07ed80ada646cd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901b42de41fd404e" /><Relationship Type="http://schemas.openxmlformats.org/officeDocument/2006/relationships/notesMaster" Target="/ppt/notesMasters/notesMaster1.xml" Id="R9906c4ac24764012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86663afc712445a7" /><Relationship Type="http://schemas.openxmlformats.org/officeDocument/2006/relationships/notesMaster" Target="/ppt/notesMasters/notesMaster1.xml" Id="Rc53c6845297c4378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a252fca9bc6b4b43" /><Relationship Type="http://schemas.openxmlformats.org/officeDocument/2006/relationships/notesMaster" Target="/ppt/notesMasters/notesMaster1.xml" Id="R2265204522774541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78b650cb106244e0" /><Relationship Type="http://schemas.openxmlformats.org/officeDocument/2006/relationships/notesMaster" Target="/ppt/notesMasters/notesMaster1.xml" Id="R7a02326b6d3e4895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bbf90f134c724c13" /><Relationship Type="http://schemas.openxmlformats.org/officeDocument/2006/relationships/notesMaster" Target="/ppt/notesMasters/notesMaster1.xml" Id="Rd8d5a64f9f5e4237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98b67f253a5a4ca2" /><Relationship Type="http://schemas.openxmlformats.org/officeDocument/2006/relationships/notesMaster" Target="/ppt/notesMasters/notesMaster1.xml" Id="Re9349d8fcd4a4381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bff1c080f8ac4842" /><Relationship Type="http://schemas.openxmlformats.org/officeDocument/2006/relationships/notesMaster" Target="/ppt/notesMasters/notesMaster1.xml" Id="Racceae35f56048df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b094d40cda1b4ac5" /><Relationship Type="http://schemas.openxmlformats.org/officeDocument/2006/relationships/notesMaster" Target="/ppt/notesMasters/notesMaster1.xml" Id="R55f2ce247c4e4289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85d99af2be5f4b2a" /><Relationship Type="http://schemas.openxmlformats.org/officeDocument/2006/relationships/notesMaster" Target="/ppt/notesMasters/notesMaster1.xml" Id="R30e252eca22c4f6b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2837ddf01d2b4c15" /><Relationship Type="http://schemas.openxmlformats.org/officeDocument/2006/relationships/notesMaster" Target="/ppt/notesMasters/notesMaster1.xml" Id="R4cf26e4108094306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2c84bdc416ee4212" /><Relationship Type="http://schemas.openxmlformats.org/officeDocument/2006/relationships/notesMaster" Target="/ppt/notesMasters/notesMaster1.xml" Id="Rbb9a2a8c9a7e4dcf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b0476089b0214fa1" /><Relationship Type="http://schemas.openxmlformats.org/officeDocument/2006/relationships/notesMaster" Target="/ppt/notesMasters/notesMaster1.xml" Id="R75dc4524dff64ab7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ee477e602433437f" /><Relationship Type="http://schemas.openxmlformats.org/officeDocument/2006/relationships/notesMaster" Target="/ppt/notesMasters/notesMaster1.xml" Id="Rde9cdf2ff7054e96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1ca2f5dcc0484376" /><Relationship Type="http://schemas.openxmlformats.org/officeDocument/2006/relationships/notesMaster" Target="/ppt/notesMasters/notesMaster1.xml" Id="Raf2bbf6ad7ae4e98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1875fca0b3124239" /><Relationship Type="http://schemas.openxmlformats.org/officeDocument/2006/relationships/notesMaster" Target="/ppt/notesMasters/notesMaster1.xml" Id="R8dbd8b7d76ec4e9e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cd61307217854efa" /><Relationship Type="http://schemas.openxmlformats.org/officeDocument/2006/relationships/notesMaster" Target="/ppt/notesMasters/notesMaster1.xml" Id="Rc2cdf9d36d4540b7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b196cd84a1b741af" /><Relationship Type="http://schemas.openxmlformats.org/officeDocument/2006/relationships/notesMaster" Target="/ppt/notesMasters/notesMaster1.xml" Id="R4211b996536d4414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8c8603af81314978" /><Relationship Type="http://schemas.openxmlformats.org/officeDocument/2006/relationships/notesMaster" Target="/ppt/notesMasters/notesMaster1.xml" Id="R499778e9663c4021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7d6626fe166f4924" /><Relationship Type="http://schemas.openxmlformats.org/officeDocument/2006/relationships/notesMaster" Target="/ppt/notesMasters/notesMaster1.xml" Id="R567607ace5954d28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9b5ee4be213b4cc0" /><Relationship Type="http://schemas.openxmlformats.org/officeDocument/2006/relationships/notesMaster" Target="/ppt/notesMasters/notesMaster1.xml" Id="R12c611c8c9f446d0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191bdb4a04e14293" /><Relationship Type="http://schemas.openxmlformats.org/officeDocument/2006/relationships/notesMaster" Target="/ppt/notesMasters/notesMaster1.xml" Id="R60ea8969504541d0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62e495b55c7143ed" /><Relationship Type="http://schemas.openxmlformats.org/officeDocument/2006/relationships/notesMaster" Target="/ppt/notesMasters/notesMaster1.xml" Id="R064e831844c540c4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354da1c20f734299" /><Relationship Type="http://schemas.openxmlformats.org/officeDocument/2006/relationships/notesMaster" Target="/ppt/notesMasters/notesMaster1.xml" Id="R96c9b62c398e4ce1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9554939a204b4afc" /><Relationship Type="http://schemas.openxmlformats.org/officeDocument/2006/relationships/notesMaster" Target="/ppt/notesMasters/notesMaster1.xml" Id="Rc5fb202d90c44f7f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52647824fd2e4f95" /><Relationship Type="http://schemas.openxmlformats.org/officeDocument/2006/relationships/notesMaster" Target="/ppt/notesMasters/notesMaster1.xml" Id="Rcc2bbe728b354e5c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80be7347d2704b11" /><Relationship Type="http://schemas.openxmlformats.org/officeDocument/2006/relationships/notesMaster" Target="/ppt/notesMasters/notesMaster1.xml" Id="R7f3aa50e24ac4ac5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abc394f56e73451b" /><Relationship Type="http://schemas.openxmlformats.org/officeDocument/2006/relationships/notesMaster" Target="/ppt/notesMasters/notesMaster1.xml" Id="R86cff9990b174ac8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cf4fa30653df42c9" /><Relationship Type="http://schemas.openxmlformats.org/officeDocument/2006/relationships/notesMaster" Target="/ppt/notesMasters/notesMaster1.xml" Id="Rec5a0d24fd194fc2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bd5026af33b544e0" /><Relationship Type="http://schemas.openxmlformats.org/officeDocument/2006/relationships/notesMaster" Target="/ppt/notesMasters/notesMaster1.xml" Id="R9980eb8589ba42e2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716832b3f3de453a" /><Relationship Type="http://schemas.openxmlformats.org/officeDocument/2006/relationships/notesMaster" Target="/ppt/notesMasters/notesMaster1.xml" Id="Rd988274ec77842cf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da95bfd8b7784490" /><Relationship Type="http://schemas.openxmlformats.org/officeDocument/2006/relationships/notesMaster" Target="/ppt/notesMasters/notesMaster1.xml" Id="Re34aeb4c88b04379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6d62206725594633" /><Relationship Type="http://schemas.openxmlformats.org/officeDocument/2006/relationships/notesMaster" Target="/ppt/notesMasters/notesMaster1.xml" Id="R4dcfc0e1ba054126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78c60babc4ed4190" /><Relationship Type="http://schemas.openxmlformats.org/officeDocument/2006/relationships/notesMaster" Target="/ppt/notesMasters/notesMaster1.xml" Id="R4f8b4d7c21f54658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108f9eb5440f4262" /><Relationship Type="http://schemas.openxmlformats.org/officeDocument/2006/relationships/notesMaster" Target="/ppt/notesMasters/notesMaster1.xml" Id="R6340e1bec76c4b58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a32e7d7eaec5400b" /><Relationship Type="http://schemas.openxmlformats.org/officeDocument/2006/relationships/notesMaster" Target="/ppt/notesMasters/notesMaster1.xml" Id="R6638eae45c8c4fd3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c54e8066fcfb416b" /><Relationship Type="http://schemas.openxmlformats.org/officeDocument/2006/relationships/notesMaster" Target="/ppt/notesMasters/notesMaster1.xml" Id="R6bc6bd863c8f4b49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af3475d7f9b441bb" /><Relationship Type="http://schemas.openxmlformats.org/officeDocument/2006/relationships/notesMaster" Target="/ppt/notesMasters/notesMaster1.xml" Id="R9978a0a651ad4a08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0576b205640743a3" /><Relationship Type="http://schemas.openxmlformats.org/officeDocument/2006/relationships/notesMaster" Target="/ppt/notesMasters/notesMaster1.xml" Id="R5368eb502a8c4c63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90d6ae988acd4c1a" /><Relationship Type="http://schemas.openxmlformats.org/officeDocument/2006/relationships/notesMaster" Target="/ppt/notesMasters/notesMaster1.xml" Id="Rf5ec833007504f7c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6a5aabd0cfcf4dd9" /><Relationship Type="http://schemas.openxmlformats.org/officeDocument/2006/relationships/notesMaster" Target="/ppt/notesMasters/notesMaster1.xml" Id="R2fe84bc9795348da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66e48bc3fa2f4398" /><Relationship Type="http://schemas.openxmlformats.org/officeDocument/2006/relationships/notesMaster" Target="/ppt/notesMasters/notesMaster1.xml" Id="Rf5993c2d7b94440f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fcb8ba26a881403c" /><Relationship Type="http://schemas.openxmlformats.org/officeDocument/2006/relationships/notesMaster" Target="/ppt/notesMasters/notesMaster1.xml" Id="R66c4519e7a0a463c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0f20cbea44b140a6" /><Relationship Type="http://schemas.openxmlformats.org/officeDocument/2006/relationships/notesMaster" Target="/ppt/notesMasters/notesMaster1.xml" Id="R9f0046182c834113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ec6cbfad439c4426" /><Relationship Type="http://schemas.openxmlformats.org/officeDocument/2006/relationships/notesMaster" Target="/ppt/notesMasters/notesMaster1.xml" Id="R4b23ac2c74bd49e8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b8ace2a6d9174f8a" /><Relationship Type="http://schemas.openxmlformats.org/officeDocument/2006/relationships/notesMaster" Target="/ppt/notesMasters/notesMaster1.xml" Id="R894d81b8f0c84a89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7cd9c9a1dedc4aa3" /><Relationship Type="http://schemas.openxmlformats.org/officeDocument/2006/relationships/notesMaster" Target="/ppt/notesMasters/notesMaster1.xml" Id="R96e1b48830314231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59102f3b276540b4" /><Relationship Type="http://schemas.openxmlformats.org/officeDocument/2006/relationships/notesMaster" Target="/ppt/notesMasters/notesMaster1.xml" Id="Rd43d41f28f524aa0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b2a95bed07554413" /><Relationship Type="http://schemas.openxmlformats.org/officeDocument/2006/relationships/notesMaster" Target="/ppt/notesMasters/notesMaster1.xml" Id="R2d959f2f90f34961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36fc639fda9e4a8b" /><Relationship Type="http://schemas.openxmlformats.org/officeDocument/2006/relationships/notesMaster" Target="/ppt/notesMasters/notesMaster1.xml" Id="R93733677bcdb4ea3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c16920d0cd534a91" /><Relationship Type="http://schemas.openxmlformats.org/officeDocument/2006/relationships/notesMaster" Target="/ppt/notesMasters/notesMaster1.xml" Id="R45c1fb9d760c4541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7dd793586be24a98" /><Relationship Type="http://schemas.openxmlformats.org/officeDocument/2006/relationships/notesMaster" Target="/ppt/notesMasters/notesMaster1.xml" Id="R1ab313104bf14c35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977a5a21b87f4a0c" /><Relationship Type="http://schemas.openxmlformats.org/officeDocument/2006/relationships/notesMaster" Target="/ppt/notesMasters/notesMaster1.xml" Id="R5ad6061d6bac4a21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ba5ad56843ec4fce" /><Relationship Type="http://schemas.openxmlformats.org/officeDocument/2006/relationships/notesMaster" Target="/ppt/notesMasters/notesMaster1.xml" Id="Rcfa465adfac94086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921c77ec4a1044b0" /><Relationship Type="http://schemas.openxmlformats.org/officeDocument/2006/relationships/notesMaster" Target="/ppt/notesMasters/notesMaster1.xml" Id="Rcbf9442ca2214647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68ce87bc09484cbf" /><Relationship Type="http://schemas.openxmlformats.org/officeDocument/2006/relationships/notesMaster" Target="/ppt/notesMasters/notesMaster1.xml" Id="R21c296a8e436470c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836e4b93c2374bcb" /><Relationship Type="http://schemas.openxmlformats.org/officeDocument/2006/relationships/notesMaster" Target="/ppt/notesMasters/notesMaster1.xml" Id="Rb503c2efdc8a4a1f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a9240a1ac9af49b0" /><Relationship Type="http://schemas.openxmlformats.org/officeDocument/2006/relationships/notesMaster" Target="/ppt/notesMasters/notesMaster1.xml" Id="R31a38709c7b54a7a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3cdd07f5b7ce4bc0" /><Relationship Type="http://schemas.openxmlformats.org/officeDocument/2006/relationships/notesMaster" Target="/ppt/notesMasters/notesMaster1.xml" Id="Rfcba9ede95ed47bb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6eb6683e737e41c7" /><Relationship Type="http://schemas.openxmlformats.org/officeDocument/2006/relationships/notesMaster" Target="/ppt/notesMasters/notesMaster1.xml" Id="Re8b93f1d1958437c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0decf32b8b834fbc" /><Relationship Type="http://schemas.openxmlformats.org/officeDocument/2006/relationships/notesMaster" Target="/ppt/notesMasters/notesMaster1.xml" Id="Rb159693290ea4519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5e725c5796c24ffd" /><Relationship Type="http://schemas.openxmlformats.org/officeDocument/2006/relationships/notesMaster" Target="/ppt/notesMasters/notesMaster1.xml" Id="Rdf5717f471d24048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506b8de1c5174d20" /><Relationship Type="http://schemas.openxmlformats.org/officeDocument/2006/relationships/notesMaster" Target="/ppt/notesMasters/notesMaster1.xml" Id="R03fb3e80600d49b2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8ce62cd082c5414c" /><Relationship Type="http://schemas.openxmlformats.org/officeDocument/2006/relationships/notesMaster" Target="/ppt/notesMasters/notesMaster1.xml" Id="Re874268524a64f0b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4238fabd3b8345f0" /><Relationship Type="http://schemas.openxmlformats.org/officeDocument/2006/relationships/notesMaster" Target="/ppt/notesMasters/notesMaster1.xml" Id="R31731013b4284148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1e65d40816004b2c" /><Relationship Type="http://schemas.openxmlformats.org/officeDocument/2006/relationships/notesMaster" Target="/ppt/notesMasters/notesMaster1.xml" Id="R23237f4518ee4269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78bd4f7d8c61418d" /><Relationship Type="http://schemas.openxmlformats.org/officeDocument/2006/relationships/notesMaster" Target="/ppt/notesMasters/notesMaster1.xml" Id="Ra7a4561f2fe24732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5af72564ae1043dc" /><Relationship Type="http://schemas.openxmlformats.org/officeDocument/2006/relationships/notesMaster" Target="/ppt/notesMasters/notesMaster1.xml" Id="R5ffe537814734b0c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52a11b0fe6e141d7" /><Relationship Type="http://schemas.openxmlformats.org/officeDocument/2006/relationships/notesMaster" Target="/ppt/notesMasters/notesMaster1.xml" Id="R40fff5d66f6b4201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329ede1cac8f4bef" /><Relationship Type="http://schemas.openxmlformats.org/officeDocument/2006/relationships/notesMaster" Target="/ppt/notesMasters/notesMaster1.xml" Id="R0a44941c3ddb489b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9e674bc7656a4ad1" /><Relationship Type="http://schemas.openxmlformats.org/officeDocument/2006/relationships/notesMaster" Target="/ppt/notesMasters/notesMaster1.xml" Id="R79710ecbf5944029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303efda2b4184ebc" /><Relationship Type="http://schemas.openxmlformats.org/officeDocument/2006/relationships/notesMaster" Target="/ppt/notesMasters/notesMaster1.xml" Id="Rfc300d726a2346bd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90af11385e3c4123" /><Relationship Type="http://schemas.openxmlformats.org/officeDocument/2006/relationships/notesMaster" Target="/ppt/notesMasters/notesMaster1.xml" Id="R94075d39f6c54772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4739897d56c14e02" /><Relationship Type="http://schemas.openxmlformats.org/officeDocument/2006/relationships/notesMaster" Target="/ppt/notesMasters/notesMaster1.xml" Id="R0eeb4cf8a96c4858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e086a49b0443405c" /><Relationship Type="http://schemas.openxmlformats.org/officeDocument/2006/relationships/notesMaster" Target="/ppt/notesMasters/notesMaster1.xml" Id="R3270bcd991374d1f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37bd6bdec5f34b0f" /><Relationship Type="http://schemas.openxmlformats.org/officeDocument/2006/relationships/notesMaster" Target="/ppt/notesMasters/notesMaster1.xml" Id="R23dd868eb9c8426a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ff1c3f7e1a834a41" /><Relationship Type="http://schemas.openxmlformats.org/officeDocument/2006/relationships/notesMaster" Target="/ppt/notesMasters/notesMaster1.xml" Id="Rf4dfdbf61b4e4543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c2abf4cad9a74411" /><Relationship Type="http://schemas.openxmlformats.org/officeDocument/2006/relationships/notesMaster" Target="/ppt/notesMasters/notesMaster1.xml" Id="Rf888baa884ce45a0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bf9216d4a35240ff" /><Relationship Type="http://schemas.openxmlformats.org/officeDocument/2006/relationships/notesMaster" Target="/ppt/notesMasters/notesMaster1.xml" Id="R69932673955b43c5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3721cdb518f94bb2" /><Relationship Type="http://schemas.openxmlformats.org/officeDocument/2006/relationships/notesMaster" Target="/ppt/notesMasters/notesMaster1.xml" Id="R11b6ce2ecbbf466e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8433a96a7063446f" /><Relationship Type="http://schemas.openxmlformats.org/officeDocument/2006/relationships/notesMaster" Target="/ppt/notesMasters/notesMaster1.xml" Id="R61e78b31060843ca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16acb83730cd42c1" /><Relationship Type="http://schemas.openxmlformats.org/officeDocument/2006/relationships/notesMaster" Target="/ppt/notesMasters/notesMaster1.xml" Id="R631bece238b24f45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8f6968bee6a740f0" /><Relationship Type="http://schemas.openxmlformats.org/officeDocument/2006/relationships/notesMaster" Target="/ppt/notesMasters/notesMaster1.xml" Id="R28e77538b3cd4ac0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8e268c88787b44d0" /><Relationship Type="http://schemas.openxmlformats.org/officeDocument/2006/relationships/notesMaster" Target="/ppt/notesMasters/notesMaster1.xml" Id="Ra6f2f7ec353e4518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1848ae47f51e405d" /><Relationship Type="http://schemas.openxmlformats.org/officeDocument/2006/relationships/notesMaster" Target="/ppt/notesMasters/notesMaster1.xml" Id="R97e739de220348cc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40b881634bcd4a05" /><Relationship Type="http://schemas.openxmlformats.org/officeDocument/2006/relationships/notesMaster" Target="/ppt/notesMasters/notesMaster1.xml" Id="Rb13295299c8c43e6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738f54bfc3e04396" /><Relationship Type="http://schemas.openxmlformats.org/officeDocument/2006/relationships/notesMaster" Target="/ppt/notesMasters/notesMaster1.xml" Id="R5553690ca5b548a7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5a87f7741d9a4a57" /><Relationship Type="http://schemas.openxmlformats.org/officeDocument/2006/relationships/notesMaster" Target="/ppt/notesMasters/notesMaster1.xml" Id="Ra2c24e625baa469c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60136e663ef242f9" /><Relationship Type="http://schemas.openxmlformats.org/officeDocument/2006/relationships/notesMaster" Target="/ppt/notesMasters/notesMaster1.xml" Id="R91d807f2116b417e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07205466749e4ffa" /><Relationship Type="http://schemas.openxmlformats.org/officeDocument/2006/relationships/notesMaster" Target="/ppt/notesMasters/notesMaster1.xml" Id="Rbbce09f09d154363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2c4ff94614854784" /><Relationship Type="http://schemas.openxmlformats.org/officeDocument/2006/relationships/notesMaster" Target="/ppt/notesMasters/notesMaster1.xml" Id="R06932e1f0d514593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fb41659b31114d17" /><Relationship Type="http://schemas.openxmlformats.org/officeDocument/2006/relationships/notesMaster" Target="/ppt/notesMasters/notesMaster1.xml" Id="R24899a429c894e5d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fa97c6ca6f8140a3" /><Relationship Type="http://schemas.openxmlformats.org/officeDocument/2006/relationships/notesMaster" Target="/ppt/notesMasters/notesMaster1.xml" Id="R0021f00e95864365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e29a3518a2a14fb4" /><Relationship Type="http://schemas.openxmlformats.org/officeDocument/2006/relationships/notesMaster" Target="/ppt/notesMasters/notesMaster1.xml" Id="R58e2b2d0bfe54102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8868b9e96a784929" /><Relationship Type="http://schemas.openxmlformats.org/officeDocument/2006/relationships/notesMaster" Target="/ppt/notesMasters/notesMaster1.xml" Id="Rf09f09d04ef74b48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0f097b7407724a14" /><Relationship Type="http://schemas.openxmlformats.org/officeDocument/2006/relationships/notesMaster" Target="/ppt/notesMasters/notesMaster1.xml" Id="R85c7b3e256924dfd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a5a4a6b99d1f49e3" /><Relationship Type="http://schemas.openxmlformats.org/officeDocument/2006/relationships/notesMaster" Target="/ppt/notesMasters/notesMaster1.xml" Id="Rf92dd45843a9493e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cfb4a0f8301f4f53" /><Relationship Type="http://schemas.openxmlformats.org/officeDocument/2006/relationships/notesMaster" Target="/ppt/notesMasters/notesMaster1.xml" Id="R3f9509a305c547ac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c7b32953ca90495d" /><Relationship Type="http://schemas.openxmlformats.org/officeDocument/2006/relationships/notesMaster" Target="/ppt/notesMasters/notesMaster1.xml" Id="Re3d778691f554640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f5d39db9ee064d8b" /><Relationship Type="http://schemas.openxmlformats.org/officeDocument/2006/relationships/notesMaster" Target="/ppt/notesMasters/notesMaster1.xml" Id="R49b2bde411634ff4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18d182fa386d440b" /><Relationship Type="http://schemas.openxmlformats.org/officeDocument/2006/relationships/notesMaster" Target="/ppt/notesMasters/notesMaster1.xml" Id="Rd42d03118d6047ae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e5ed0b4182074974" /><Relationship Type="http://schemas.openxmlformats.org/officeDocument/2006/relationships/notesMaster" Target="/ppt/notesMasters/notesMaster1.xml" Id="Ra6f9dc9161164b54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eadfbca332424d91" /><Relationship Type="http://schemas.openxmlformats.org/officeDocument/2006/relationships/notesMaster" Target="/ppt/notesMasters/notesMaster1.xml" Id="R1110a118cd2047c7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26ff85b07036427b" /><Relationship Type="http://schemas.openxmlformats.org/officeDocument/2006/relationships/notesMaster" Target="/ppt/notesMasters/notesMaster1.xml" Id="R60fffe5d56a446ac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4d2472c0a8e94128" /><Relationship Type="http://schemas.openxmlformats.org/officeDocument/2006/relationships/notesMaster" Target="/ppt/notesMasters/notesMaster1.xml" Id="R35969bc576c84d97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3f8d63eeb062450d" /><Relationship Type="http://schemas.openxmlformats.org/officeDocument/2006/relationships/notesMaster" Target="/ppt/notesMasters/notesMaster1.xml" Id="Rdd38f627029e4f57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52c729c32cad4d9f" /><Relationship Type="http://schemas.openxmlformats.org/officeDocument/2006/relationships/notesMaster" Target="/ppt/notesMasters/notesMaster1.xml" Id="R7cb6d4b1ebe344ba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a73d4e03e5c441f0" /><Relationship Type="http://schemas.openxmlformats.org/officeDocument/2006/relationships/notesMaster" Target="/ppt/notesMasters/notesMaster1.xml" Id="R77af89fea95446ed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a587fea7db65431f" /><Relationship Type="http://schemas.openxmlformats.org/officeDocument/2006/relationships/notesMaster" Target="/ppt/notesMasters/notesMaster1.xml" Id="Rd42872e0abd54edf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7b86f706d754404b" /><Relationship Type="http://schemas.openxmlformats.org/officeDocument/2006/relationships/notesMaster" Target="/ppt/notesMasters/notesMaster1.xml" Id="R94f687e801b540d1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63a2243c66ba48ce" /><Relationship Type="http://schemas.openxmlformats.org/officeDocument/2006/relationships/notesMaster" Target="/ppt/notesMasters/notesMaster1.xml" Id="R4b4ac6c7b7b3432c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72146530b4a24a73" /><Relationship Type="http://schemas.openxmlformats.org/officeDocument/2006/relationships/notesMaster" Target="/ppt/notesMasters/notesMaster1.xml" Id="Rb43bec636f3d414d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2c710c1def2d4deb" /><Relationship Type="http://schemas.openxmlformats.org/officeDocument/2006/relationships/notesMaster" Target="/ppt/notesMasters/notesMaster1.xml" Id="Ra1d5e7123bc344bc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a9e60f2175d54af5" /><Relationship Type="http://schemas.openxmlformats.org/officeDocument/2006/relationships/notesMaster" Target="/ppt/notesMasters/notesMaster1.xml" Id="Rf38e50e26b174756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fa27bf26892949fb" /><Relationship Type="http://schemas.openxmlformats.org/officeDocument/2006/relationships/notesMaster" Target="/ppt/notesMasters/notesMaster1.xml" Id="Rb97f4249977a4851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8072bb7945dc46a7" /><Relationship Type="http://schemas.openxmlformats.org/officeDocument/2006/relationships/notesMaster" Target="/ppt/notesMasters/notesMaster1.xml" Id="R7557ed6fe3934845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12cf8613dc484912" /><Relationship Type="http://schemas.openxmlformats.org/officeDocument/2006/relationships/notesMaster" Target="/ppt/notesMasters/notesMaster1.xml" Id="Rb78a29d9a20f47f4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a9b51e249cc74696" /><Relationship Type="http://schemas.openxmlformats.org/officeDocument/2006/relationships/notesMaster" Target="/ppt/notesMasters/notesMaster1.xml" Id="R5c123f6ab077471b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f78eabc3f7354d9c" /><Relationship Type="http://schemas.openxmlformats.org/officeDocument/2006/relationships/notesMaster" Target="/ppt/notesMasters/notesMaster1.xml" Id="R54b7b6e03d544570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cbc4ac5b897845e3" /><Relationship Type="http://schemas.openxmlformats.org/officeDocument/2006/relationships/notesMaster" Target="/ppt/notesMasters/notesMaster1.xml" Id="R54712ac66ebb4f01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dd6005077aef4e71" /><Relationship Type="http://schemas.openxmlformats.org/officeDocument/2006/relationships/notesMaster" Target="/ppt/notesMasters/notesMaster1.xml" Id="Readb1d958a1348de" /></Relationships>
</file>

<file path=ppt/notesSlides/_rels/notesSlide271.xml.rels>&#65279;<?xml version="1.0" encoding="utf-8"?><Relationships xmlns="http://schemas.openxmlformats.org/package/2006/relationships"><Relationship Type="http://schemas.openxmlformats.org/officeDocument/2006/relationships/slide" Target="/ppt/slides/slide271.xml" Id="R3562b9f921674954" /><Relationship Type="http://schemas.openxmlformats.org/officeDocument/2006/relationships/notesMaster" Target="/ppt/notesMasters/notesMaster1.xml" Id="R86c1bb46e6cf44fb" /></Relationships>
</file>

<file path=ppt/notesSlides/_rels/notesSlide272.xml.rels>&#65279;<?xml version="1.0" encoding="utf-8"?><Relationships xmlns="http://schemas.openxmlformats.org/package/2006/relationships"><Relationship Type="http://schemas.openxmlformats.org/officeDocument/2006/relationships/slide" Target="/ppt/slides/slide272.xml" Id="R4b26b710d9914af0" /><Relationship Type="http://schemas.openxmlformats.org/officeDocument/2006/relationships/notesMaster" Target="/ppt/notesMasters/notesMaster1.xml" Id="R8c5493111ec7478e" /></Relationships>
</file>

<file path=ppt/notesSlides/_rels/notesSlide273.xml.rels>&#65279;<?xml version="1.0" encoding="utf-8"?><Relationships xmlns="http://schemas.openxmlformats.org/package/2006/relationships"><Relationship Type="http://schemas.openxmlformats.org/officeDocument/2006/relationships/slide" Target="/ppt/slides/slide273.xml" Id="R334cdf2900774e95" /><Relationship Type="http://schemas.openxmlformats.org/officeDocument/2006/relationships/notesMaster" Target="/ppt/notesMasters/notesMaster1.xml" Id="R28d79bbbce5d4ae9" /></Relationships>
</file>

<file path=ppt/notesSlides/_rels/notesSlide274.xml.rels>&#65279;<?xml version="1.0" encoding="utf-8"?><Relationships xmlns="http://schemas.openxmlformats.org/package/2006/relationships"><Relationship Type="http://schemas.openxmlformats.org/officeDocument/2006/relationships/slide" Target="/ppt/slides/slide274.xml" Id="R69ff87e8785a4525" /><Relationship Type="http://schemas.openxmlformats.org/officeDocument/2006/relationships/notesMaster" Target="/ppt/notesMasters/notesMaster1.xml" Id="R99aa51fbfe8f45de" /></Relationships>
</file>

<file path=ppt/notesSlides/_rels/notesSlide275.xml.rels>&#65279;<?xml version="1.0" encoding="utf-8"?><Relationships xmlns="http://schemas.openxmlformats.org/package/2006/relationships"><Relationship Type="http://schemas.openxmlformats.org/officeDocument/2006/relationships/slide" Target="/ppt/slides/slide275.xml" Id="Re24448ca0fc4410f" /><Relationship Type="http://schemas.openxmlformats.org/officeDocument/2006/relationships/notesMaster" Target="/ppt/notesMasters/notesMaster1.xml" Id="Rca263956c63640c2" /></Relationships>
</file>

<file path=ppt/notesSlides/_rels/notesSlide276.xml.rels>&#65279;<?xml version="1.0" encoding="utf-8"?><Relationships xmlns="http://schemas.openxmlformats.org/package/2006/relationships"><Relationship Type="http://schemas.openxmlformats.org/officeDocument/2006/relationships/slide" Target="/ppt/slides/slide276.xml" Id="R147b3871b7744e43" /><Relationship Type="http://schemas.openxmlformats.org/officeDocument/2006/relationships/notesMaster" Target="/ppt/notesMasters/notesMaster1.xml" Id="R943444620e4f40d5" /></Relationships>
</file>

<file path=ppt/notesSlides/_rels/notesSlide277.xml.rels>&#65279;<?xml version="1.0" encoding="utf-8"?><Relationships xmlns="http://schemas.openxmlformats.org/package/2006/relationships"><Relationship Type="http://schemas.openxmlformats.org/officeDocument/2006/relationships/slide" Target="/ppt/slides/slide277.xml" Id="Rb1b0760dc8704d50" /><Relationship Type="http://schemas.openxmlformats.org/officeDocument/2006/relationships/notesMaster" Target="/ppt/notesMasters/notesMaster1.xml" Id="R624cecc5d0994631" /></Relationships>
</file>

<file path=ppt/notesSlides/_rels/notesSlide278.xml.rels>&#65279;<?xml version="1.0" encoding="utf-8"?><Relationships xmlns="http://schemas.openxmlformats.org/package/2006/relationships"><Relationship Type="http://schemas.openxmlformats.org/officeDocument/2006/relationships/slide" Target="/ppt/slides/slide278.xml" Id="R77dadf81ac8f446a" /><Relationship Type="http://schemas.openxmlformats.org/officeDocument/2006/relationships/notesMaster" Target="/ppt/notesMasters/notesMaster1.xml" Id="Rc774a584f32d498f" /></Relationships>
</file>

<file path=ppt/notesSlides/_rels/notesSlide279.xml.rels>&#65279;<?xml version="1.0" encoding="utf-8"?><Relationships xmlns="http://schemas.openxmlformats.org/package/2006/relationships"><Relationship Type="http://schemas.openxmlformats.org/officeDocument/2006/relationships/slide" Target="/ppt/slides/slide279.xml" Id="Rb1c86ae8a3c041d4" /><Relationship Type="http://schemas.openxmlformats.org/officeDocument/2006/relationships/notesMaster" Target="/ppt/notesMasters/notesMaster1.xml" Id="R70e3fcd58eca4cbe" /></Relationships>
</file>

<file path=ppt/notesSlides/_rels/notesSlide280.xml.rels>&#65279;<?xml version="1.0" encoding="utf-8"?><Relationships xmlns="http://schemas.openxmlformats.org/package/2006/relationships"><Relationship Type="http://schemas.openxmlformats.org/officeDocument/2006/relationships/slide" Target="/ppt/slides/slide280.xml" Id="R9215fdabd8364f45" /><Relationship Type="http://schemas.openxmlformats.org/officeDocument/2006/relationships/notesMaster" Target="/ppt/notesMasters/notesMaster1.xml" Id="R05aa437e11044e6a" /></Relationships>
</file>

<file path=ppt/notesSlides/_rels/notesSlide281.xml.rels>&#65279;<?xml version="1.0" encoding="utf-8"?><Relationships xmlns="http://schemas.openxmlformats.org/package/2006/relationships"><Relationship Type="http://schemas.openxmlformats.org/officeDocument/2006/relationships/slide" Target="/ppt/slides/slide281.xml" Id="Rf659dff3b8404bfb" /><Relationship Type="http://schemas.openxmlformats.org/officeDocument/2006/relationships/notesMaster" Target="/ppt/notesMasters/notesMaster1.xml" Id="Rd358a5135a8349d4" /></Relationships>
</file>

<file path=ppt/notesSlides/_rels/notesSlide282.xml.rels>&#65279;<?xml version="1.0" encoding="utf-8"?><Relationships xmlns="http://schemas.openxmlformats.org/package/2006/relationships"><Relationship Type="http://schemas.openxmlformats.org/officeDocument/2006/relationships/slide" Target="/ppt/slides/slide282.xml" Id="Ra6d6386ceda0403f" /><Relationship Type="http://schemas.openxmlformats.org/officeDocument/2006/relationships/notesMaster" Target="/ppt/notesMasters/notesMaster1.xml" Id="R0ae018cfb5844d03" /></Relationships>
</file>

<file path=ppt/notesSlides/_rels/notesSlide283.xml.rels>&#65279;<?xml version="1.0" encoding="utf-8"?><Relationships xmlns="http://schemas.openxmlformats.org/package/2006/relationships"><Relationship Type="http://schemas.openxmlformats.org/officeDocument/2006/relationships/slide" Target="/ppt/slides/slide283.xml" Id="R3e8f46465d7c46a2" /><Relationship Type="http://schemas.openxmlformats.org/officeDocument/2006/relationships/notesMaster" Target="/ppt/notesMasters/notesMaster1.xml" Id="Rf34680390afe4285" /></Relationships>
</file>

<file path=ppt/notesSlides/_rels/notesSlide284.xml.rels>&#65279;<?xml version="1.0" encoding="utf-8"?><Relationships xmlns="http://schemas.openxmlformats.org/package/2006/relationships"><Relationship Type="http://schemas.openxmlformats.org/officeDocument/2006/relationships/slide" Target="/ppt/slides/slide284.xml" Id="R5b253882fdc34f7c" /><Relationship Type="http://schemas.openxmlformats.org/officeDocument/2006/relationships/notesMaster" Target="/ppt/notesMasters/notesMaster1.xml" Id="R3a704154a1a14ae6" /></Relationships>
</file>

<file path=ppt/notesSlides/_rels/notesSlide285.xml.rels>&#65279;<?xml version="1.0" encoding="utf-8"?><Relationships xmlns="http://schemas.openxmlformats.org/package/2006/relationships"><Relationship Type="http://schemas.openxmlformats.org/officeDocument/2006/relationships/slide" Target="/ppt/slides/slide285.xml" Id="R1d8d4c958cef4a81" /><Relationship Type="http://schemas.openxmlformats.org/officeDocument/2006/relationships/notesMaster" Target="/ppt/notesMasters/notesMaster1.xml" Id="R7afd61c704ea4642" /></Relationships>
</file>

<file path=ppt/notesSlides/_rels/notesSlide286.xml.rels>&#65279;<?xml version="1.0" encoding="utf-8"?><Relationships xmlns="http://schemas.openxmlformats.org/package/2006/relationships"><Relationship Type="http://schemas.openxmlformats.org/officeDocument/2006/relationships/slide" Target="/ppt/slides/slide286.xml" Id="R2ee120cdff2847fa" /><Relationship Type="http://schemas.openxmlformats.org/officeDocument/2006/relationships/notesMaster" Target="/ppt/notesMasters/notesMaster1.xml" Id="Re10489e73af74d46" /></Relationships>
</file>

<file path=ppt/notesSlides/_rels/notesSlide287.xml.rels>&#65279;<?xml version="1.0" encoding="utf-8"?><Relationships xmlns="http://schemas.openxmlformats.org/package/2006/relationships"><Relationship Type="http://schemas.openxmlformats.org/officeDocument/2006/relationships/slide" Target="/ppt/slides/slide287.xml" Id="R0bcc372704e14963" /><Relationship Type="http://schemas.openxmlformats.org/officeDocument/2006/relationships/notesMaster" Target="/ppt/notesMasters/notesMaster1.xml" Id="R0ecf62a73dfc42fb" /></Relationships>
</file>

<file path=ppt/notesSlides/_rels/notesSlide288.xml.rels>&#65279;<?xml version="1.0" encoding="utf-8"?><Relationships xmlns="http://schemas.openxmlformats.org/package/2006/relationships"><Relationship Type="http://schemas.openxmlformats.org/officeDocument/2006/relationships/slide" Target="/ppt/slides/slide288.xml" Id="Red935a83ed214a73" /><Relationship Type="http://schemas.openxmlformats.org/officeDocument/2006/relationships/notesMaster" Target="/ppt/notesMasters/notesMaster1.xml" Id="R2a0cc484c7c446db" /></Relationships>
</file>

<file path=ppt/notesSlides/_rels/notesSlide289.xml.rels>&#65279;<?xml version="1.0" encoding="utf-8"?><Relationships xmlns="http://schemas.openxmlformats.org/package/2006/relationships"><Relationship Type="http://schemas.openxmlformats.org/officeDocument/2006/relationships/slide" Target="/ppt/slides/slide289.xml" Id="Rc1789ffc839e4166" /><Relationship Type="http://schemas.openxmlformats.org/officeDocument/2006/relationships/notesMaster" Target="/ppt/notesMasters/notesMaster1.xml" Id="Rbc2225d4229f4a5e" /></Relationships>
</file>

<file path=ppt/notesSlides/_rels/notesSlide290.xml.rels>&#65279;<?xml version="1.0" encoding="utf-8"?><Relationships xmlns="http://schemas.openxmlformats.org/package/2006/relationships"><Relationship Type="http://schemas.openxmlformats.org/officeDocument/2006/relationships/slide" Target="/ppt/slides/slide290.xml" Id="R01e0135b3f9b4607" /><Relationship Type="http://schemas.openxmlformats.org/officeDocument/2006/relationships/notesMaster" Target="/ppt/notesMasters/notesMaster1.xml" Id="Rac410247378a481d" /></Relationships>
</file>

<file path=ppt/notesSlides/_rels/notesSlide291.xml.rels>&#65279;<?xml version="1.0" encoding="utf-8"?><Relationships xmlns="http://schemas.openxmlformats.org/package/2006/relationships"><Relationship Type="http://schemas.openxmlformats.org/officeDocument/2006/relationships/slide" Target="/ppt/slides/slide291.xml" Id="Rc226db65c28348d9" /><Relationship Type="http://schemas.openxmlformats.org/officeDocument/2006/relationships/notesMaster" Target="/ppt/notesMasters/notesMaster1.xml" Id="R7eeeca188d654e73" /></Relationships>
</file>

<file path=ppt/notesSlides/_rels/notesSlide292.xml.rels>&#65279;<?xml version="1.0" encoding="utf-8"?><Relationships xmlns="http://schemas.openxmlformats.org/package/2006/relationships"><Relationship Type="http://schemas.openxmlformats.org/officeDocument/2006/relationships/slide" Target="/ppt/slides/slide292.xml" Id="Rac08010b41e84f73" /><Relationship Type="http://schemas.openxmlformats.org/officeDocument/2006/relationships/notesMaster" Target="/ppt/notesMasters/notesMaster1.xml" Id="Rfb45ee0c5e0e4344" /></Relationships>
</file>

<file path=ppt/notesSlides/_rels/notesSlide293.xml.rels>&#65279;<?xml version="1.0" encoding="utf-8"?><Relationships xmlns="http://schemas.openxmlformats.org/package/2006/relationships"><Relationship Type="http://schemas.openxmlformats.org/officeDocument/2006/relationships/slide" Target="/ppt/slides/slide293.xml" Id="R791457f9d6b14b48" /><Relationship Type="http://schemas.openxmlformats.org/officeDocument/2006/relationships/notesMaster" Target="/ppt/notesMasters/notesMaster1.xml" Id="Rdec07fdee3414b4e" /></Relationships>
</file>

<file path=ppt/notesSlides/_rels/notesSlide294.xml.rels>&#65279;<?xml version="1.0" encoding="utf-8"?><Relationships xmlns="http://schemas.openxmlformats.org/package/2006/relationships"><Relationship Type="http://schemas.openxmlformats.org/officeDocument/2006/relationships/slide" Target="/ppt/slides/slide294.xml" Id="Rae261856ef774da5" /><Relationship Type="http://schemas.openxmlformats.org/officeDocument/2006/relationships/notesMaster" Target="/ppt/notesMasters/notesMaster1.xml" Id="Rc7fc11cb79eb4f09" /></Relationships>
</file>

<file path=ppt/notesSlides/_rels/notesSlide295.xml.rels>&#65279;<?xml version="1.0" encoding="utf-8"?><Relationships xmlns="http://schemas.openxmlformats.org/package/2006/relationships"><Relationship Type="http://schemas.openxmlformats.org/officeDocument/2006/relationships/slide" Target="/ppt/slides/slide295.xml" Id="R4299f30f7afa4486" /><Relationship Type="http://schemas.openxmlformats.org/officeDocument/2006/relationships/notesMaster" Target="/ppt/notesMasters/notesMaster1.xml" Id="R2faebe243e9e4f33" /></Relationships>
</file>

<file path=ppt/notesSlides/_rels/notesSlide296.xml.rels>&#65279;<?xml version="1.0" encoding="utf-8"?><Relationships xmlns="http://schemas.openxmlformats.org/package/2006/relationships"><Relationship Type="http://schemas.openxmlformats.org/officeDocument/2006/relationships/slide" Target="/ppt/slides/slide296.xml" Id="Rc1975e66eb3741d6" /><Relationship Type="http://schemas.openxmlformats.org/officeDocument/2006/relationships/notesMaster" Target="/ppt/notesMasters/notesMaster1.xml" Id="Rae3b189146454eb8" /></Relationships>
</file>

<file path=ppt/notesSlides/_rels/notesSlide297.xml.rels>&#65279;<?xml version="1.0" encoding="utf-8"?><Relationships xmlns="http://schemas.openxmlformats.org/package/2006/relationships"><Relationship Type="http://schemas.openxmlformats.org/officeDocument/2006/relationships/slide" Target="/ppt/slides/slide297.xml" Id="Rd7753591d1a04cde" /><Relationship Type="http://schemas.openxmlformats.org/officeDocument/2006/relationships/notesMaster" Target="/ppt/notesMasters/notesMaster1.xml" Id="R557b1833c6314bdc" /></Relationships>
</file>

<file path=ppt/notesSlides/_rels/notesSlide298.xml.rels>&#65279;<?xml version="1.0" encoding="utf-8"?><Relationships xmlns="http://schemas.openxmlformats.org/package/2006/relationships"><Relationship Type="http://schemas.openxmlformats.org/officeDocument/2006/relationships/slide" Target="/ppt/slides/slide298.xml" Id="R43482d4d3aea4bac" /><Relationship Type="http://schemas.openxmlformats.org/officeDocument/2006/relationships/notesMaster" Target="/ppt/notesMasters/notesMaster1.xml" Id="Rfc89d6e56c644b29" /></Relationships>
</file>

<file path=ppt/notesSlides/_rels/notesSlide299.xml.rels>&#65279;<?xml version="1.0" encoding="utf-8"?><Relationships xmlns="http://schemas.openxmlformats.org/package/2006/relationships"><Relationship Type="http://schemas.openxmlformats.org/officeDocument/2006/relationships/slide" Target="/ppt/slides/slide299.xml" Id="Rcb4c16c60d2c4d60" /><Relationship Type="http://schemas.openxmlformats.org/officeDocument/2006/relationships/notesMaster" Target="/ppt/notesMasters/notesMaster1.xml" Id="Rd50bbf311e644595" /></Relationships>
</file>

<file path=ppt/notesSlides/_rels/notesSlide300.xml.rels>&#65279;<?xml version="1.0" encoding="utf-8"?><Relationships xmlns="http://schemas.openxmlformats.org/package/2006/relationships"><Relationship Type="http://schemas.openxmlformats.org/officeDocument/2006/relationships/slide" Target="/ppt/slides/slide300.xml" Id="R4a2b1e0aeb7a487a" /><Relationship Type="http://schemas.openxmlformats.org/officeDocument/2006/relationships/notesMaster" Target="/ppt/notesMasters/notesMaster1.xml" Id="Rd01ba94cd8084f53" /></Relationships>
</file>

<file path=ppt/notesSlides/_rels/notesSlide301.xml.rels>&#65279;<?xml version="1.0" encoding="utf-8"?><Relationships xmlns="http://schemas.openxmlformats.org/package/2006/relationships"><Relationship Type="http://schemas.openxmlformats.org/officeDocument/2006/relationships/slide" Target="/ppt/slides/slide301.xml" Id="Rb365fc31e85b4fc8" /><Relationship Type="http://schemas.openxmlformats.org/officeDocument/2006/relationships/notesMaster" Target="/ppt/notesMasters/notesMaster1.xml" Id="R5735302e061d487c" /></Relationships>
</file>

<file path=ppt/notesSlides/_rels/notesSlide302.xml.rels>&#65279;<?xml version="1.0" encoding="utf-8"?><Relationships xmlns="http://schemas.openxmlformats.org/package/2006/relationships"><Relationship Type="http://schemas.openxmlformats.org/officeDocument/2006/relationships/slide" Target="/ppt/slides/slide302.xml" Id="Rf2ea1c8faa10456f" /><Relationship Type="http://schemas.openxmlformats.org/officeDocument/2006/relationships/notesMaster" Target="/ppt/notesMasters/notesMaster1.xml" Id="Rcc843e4098434cff" /></Relationships>
</file>

<file path=ppt/notesSlides/_rels/notesSlide303.xml.rels>&#65279;<?xml version="1.0" encoding="utf-8"?><Relationships xmlns="http://schemas.openxmlformats.org/package/2006/relationships"><Relationship Type="http://schemas.openxmlformats.org/officeDocument/2006/relationships/slide" Target="/ppt/slides/slide303.xml" Id="R4b8d2da62b0d4e8d" /><Relationship Type="http://schemas.openxmlformats.org/officeDocument/2006/relationships/notesMaster" Target="/ppt/notesMasters/notesMaster1.xml" Id="Ra2ac615adf5245f6" /></Relationships>
</file>

<file path=ppt/notesSlides/_rels/notesSlide304.xml.rels>&#65279;<?xml version="1.0" encoding="utf-8"?><Relationships xmlns="http://schemas.openxmlformats.org/package/2006/relationships"><Relationship Type="http://schemas.openxmlformats.org/officeDocument/2006/relationships/slide" Target="/ppt/slides/slide304.xml" Id="R81508739b5ea4240" /><Relationship Type="http://schemas.openxmlformats.org/officeDocument/2006/relationships/notesMaster" Target="/ppt/notesMasters/notesMaster1.xml" Id="R28205f54358b49c0" /></Relationships>
</file>

<file path=ppt/notesSlides/_rels/notesSlide305.xml.rels>&#65279;<?xml version="1.0" encoding="utf-8"?><Relationships xmlns="http://schemas.openxmlformats.org/package/2006/relationships"><Relationship Type="http://schemas.openxmlformats.org/officeDocument/2006/relationships/slide" Target="/ppt/slides/slide305.xml" Id="R5acd211de3a2427a" /><Relationship Type="http://schemas.openxmlformats.org/officeDocument/2006/relationships/notesMaster" Target="/ppt/notesMasters/notesMaster1.xml" Id="R6bb9afcbcc054e23" /></Relationships>
</file>

<file path=ppt/notesSlides/_rels/notesSlide306.xml.rels>&#65279;<?xml version="1.0" encoding="utf-8"?><Relationships xmlns="http://schemas.openxmlformats.org/package/2006/relationships"><Relationship Type="http://schemas.openxmlformats.org/officeDocument/2006/relationships/slide" Target="/ppt/slides/slide306.xml" Id="R39136ee615ab4cec" /><Relationship Type="http://schemas.openxmlformats.org/officeDocument/2006/relationships/notesMaster" Target="/ppt/notesMasters/notesMaster1.xml" Id="R6373b3dedebe4d2a" /></Relationships>
</file>

<file path=ppt/notesSlides/_rels/notesSlide307.xml.rels>&#65279;<?xml version="1.0" encoding="utf-8"?><Relationships xmlns="http://schemas.openxmlformats.org/package/2006/relationships"><Relationship Type="http://schemas.openxmlformats.org/officeDocument/2006/relationships/slide" Target="/ppt/slides/slide307.xml" Id="R771c3c5562d848cb" /><Relationship Type="http://schemas.openxmlformats.org/officeDocument/2006/relationships/notesMaster" Target="/ppt/notesMasters/notesMaster1.xml" Id="R3cd2fccd071e4e20" /></Relationships>
</file>

<file path=ppt/notesSlides/_rels/notesSlide308.xml.rels>&#65279;<?xml version="1.0" encoding="utf-8"?><Relationships xmlns="http://schemas.openxmlformats.org/package/2006/relationships"><Relationship Type="http://schemas.openxmlformats.org/officeDocument/2006/relationships/slide" Target="/ppt/slides/slide308.xml" Id="R037e3cbcd78b488f" /><Relationship Type="http://schemas.openxmlformats.org/officeDocument/2006/relationships/notesMaster" Target="/ppt/notesMasters/notesMaster1.xml" Id="R19d0ac7292d44ba3" /></Relationships>
</file>

<file path=ppt/notesSlides/_rels/notesSlide309.xml.rels>&#65279;<?xml version="1.0" encoding="utf-8"?><Relationships xmlns="http://schemas.openxmlformats.org/package/2006/relationships"><Relationship Type="http://schemas.openxmlformats.org/officeDocument/2006/relationships/slide" Target="/ppt/slides/slide309.xml" Id="Ra572eaeba2fd461a" /><Relationship Type="http://schemas.openxmlformats.org/officeDocument/2006/relationships/notesMaster" Target="/ppt/notesMasters/notesMaster1.xml" Id="R0f2baf77f3c64724" /></Relationships>
</file>

<file path=ppt/notesSlides/_rels/notesSlide310.xml.rels>&#65279;<?xml version="1.0" encoding="utf-8"?><Relationships xmlns="http://schemas.openxmlformats.org/package/2006/relationships"><Relationship Type="http://schemas.openxmlformats.org/officeDocument/2006/relationships/slide" Target="/ppt/slides/slide310.xml" Id="R248e420f8ac04172" /><Relationship Type="http://schemas.openxmlformats.org/officeDocument/2006/relationships/notesMaster" Target="/ppt/notesMasters/notesMaster1.xml" Id="R8722b1c640494187" /></Relationships>
</file>

<file path=ppt/notesSlides/_rels/notesSlide311.xml.rels>&#65279;<?xml version="1.0" encoding="utf-8"?><Relationships xmlns="http://schemas.openxmlformats.org/package/2006/relationships"><Relationship Type="http://schemas.openxmlformats.org/officeDocument/2006/relationships/slide" Target="/ppt/slides/slide311.xml" Id="R97bf8a89b0ba406d" /><Relationship Type="http://schemas.openxmlformats.org/officeDocument/2006/relationships/notesMaster" Target="/ppt/notesMasters/notesMaster1.xml" Id="R7fc8f97a32c44304" /></Relationships>
</file>

<file path=ppt/notesSlides/_rels/notesSlide312.xml.rels>&#65279;<?xml version="1.0" encoding="utf-8"?><Relationships xmlns="http://schemas.openxmlformats.org/package/2006/relationships"><Relationship Type="http://schemas.openxmlformats.org/officeDocument/2006/relationships/slide" Target="/ppt/slides/slide312.xml" Id="R48128de8c45f4def" /><Relationship Type="http://schemas.openxmlformats.org/officeDocument/2006/relationships/notesMaster" Target="/ppt/notesMasters/notesMaster1.xml" Id="Rbad77337e0a14097" /></Relationships>
</file>

<file path=ppt/notesSlides/_rels/notesSlide313.xml.rels>&#65279;<?xml version="1.0" encoding="utf-8"?><Relationships xmlns="http://schemas.openxmlformats.org/package/2006/relationships"><Relationship Type="http://schemas.openxmlformats.org/officeDocument/2006/relationships/slide" Target="/ppt/slides/slide313.xml" Id="Re1691b4864e24b88" /><Relationship Type="http://schemas.openxmlformats.org/officeDocument/2006/relationships/notesMaster" Target="/ppt/notesMasters/notesMaster1.xml" Id="R777ea12019bf4b11" /></Relationships>
</file>

<file path=ppt/notesSlides/_rels/notesSlide314.xml.rels>&#65279;<?xml version="1.0" encoding="utf-8"?><Relationships xmlns="http://schemas.openxmlformats.org/package/2006/relationships"><Relationship Type="http://schemas.openxmlformats.org/officeDocument/2006/relationships/slide" Target="/ppt/slides/slide314.xml" Id="R6739407b0d074014" /><Relationship Type="http://schemas.openxmlformats.org/officeDocument/2006/relationships/notesMaster" Target="/ppt/notesMasters/notesMaster1.xml" Id="R701cac8927bc419c" /></Relationships>
</file>

<file path=ppt/notesSlides/_rels/notesSlide315.xml.rels>&#65279;<?xml version="1.0" encoding="utf-8"?><Relationships xmlns="http://schemas.openxmlformats.org/package/2006/relationships"><Relationship Type="http://schemas.openxmlformats.org/officeDocument/2006/relationships/slide" Target="/ppt/slides/slide315.xml" Id="Rea23402623e2427f" /><Relationship Type="http://schemas.openxmlformats.org/officeDocument/2006/relationships/notesMaster" Target="/ppt/notesMasters/notesMaster1.xml" Id="R46e8407955fd4657" /></Relationships>
</file>

<file path=ppt/notesSlides/_rels/notesSlide316.xml.rels>&#65279;<?xml version="1.0" encoding="utf-8"?><Relationships xmlns="http://schemas.openxmlformats.org/package/2006/relationships"><Relationship Type="http://schemas.openxmlformats.org/officeDocument/2006/relationships/slide" Target="/ppt/slides/slide316.xml" Id="Rc18fca9a9dd743a8" /><Relationship Type="http://schemas.openxmlformats.org/officeDocument/2006/relationships/notesMaster" Target="/ppt/notesMasters/notesMaster1.xml" Id="R566ba081c8ca4d3a" /></Relationships>
</file>

<file path=ppt/notesSlides/_rels/notesSlide317.xml.rels>&#65279;<?xml version="1.0" encoding="utf-8"?><Relationships xmlns="http://schemas.openxmlformats.org/package/2006/relationships"><Relationship Type="http://schemas.openxmlformats.org/officeDocument/2006/relationships/slide" Target="/ppt/slides/slide317.xml" Id="R1253ee98976745e8" /><Relationship Type="http://schemas.openxmlformats.org/officeDocument/2006/relationships/notesMaster" Target="/ppt/notesMasters/notesMaster1.xml" Id="R5ec040e8d0894c00" /></Relationships>
</file>

<file path=ppt/notesSlides/_rels/notesSlide318.xml.rels>&#65279;<?xml version="1.0" encoding="utf-8"?><Relationships xmlns="http://schemas.openxmlformats.org/package/2006/relationships"><Relationship Type="http://schemas.openxmlformats.org/officeDocument/2006/relationships/slide" Target="/ppt/slides/slide318.xml" Id="Rd736203a2cae443c" /><Relationship Type="http://schemas.openxmlformats.org/officeDocument/2006/relationships/notesMaster" Target="/ppt/notesMasters/notesMaster1.xml" Id="R0dbf6bbfea1f49d0" /></Relationships>
</file>

<file path=ppt/notesSlides/_rels/notesSlide319.xml.rels>&#65279;<?xml version="1.0" encoding="utf-8"?><Relationships xmlns="http://schemas.openxmlformats.org/package/2006/relationships"><Relationship Type="http://schemas.openxmlformats.org/officeDocument/2006/relationships/slide" Target="/ppt/slides/slide319.xml" Id="Rf1945ca678e3498a" /><Relationship Type="http://schemas.openxmlformats.org/officeDocument/2006/relationships/notesMaster" Target="/ppt/notesMasters/notesMaster1.xml" Id="R07fc39ab1de64faf" /></Relationships>
</file>

<file path=ppt/notesSlides/_rels/notesSlide320.xml.rels>&#65279;<?xml version="1.0" encoding="utf-8"?><Relationships xmlns="http://schemas.openxmlformats.org/package/2006/relationships"><Relationship Type="http://schemas.openxmlformats.org/officeDocument/2006/relationships/slide" Target="/ppt/slides/slide320.xml" Id="R7e9acb84aea74988" /><Relationship Type="http://schemas.openxmlformats.org/officeDocument/2006/relationships/notesMaster" Target="/ppt/notesMasters/notesMaster1.xml" Id="Rcd26574deaab40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과정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오프닝 2분. 40시간 동안 하나의 검증 가능한 업무 Agent를 완성한다고 선언한다.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현재 역할 · Agent 제품을 운영하는 PM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산업 경력 · 모델보다 문제를 따라 이동했다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교육 LLMOps · 3–5일을 약 10초로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두 대학과 기업 AX를 잇는 수업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40시간 뒤 남아야 할 것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5일은 하나의 제품을 누적한다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8/23은 점심 시간이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재직자와 구직자는 같은 기술을 다르게 증명한다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Chatbot과 Agent를 가르는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좋은 Agent의 첫 기준은 통제 가능성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수업 운영 루프 · SEE–COPY–BREAK–PROVE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한 시간의 40장 리듬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질문을 디버깅 정보로 바꾸기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실습 속도 세 개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완료 증거의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강사 Harness Engineering 데모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Codex CLI · 저장소를 읽고 실행하는 Agent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Claude Code · 터미널 중심 Harness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실제 VS Code 저장소 · 수업의 출발 화면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실제 Agent 코드 · 표준 라이브러리부터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작업 요청을 먼저 spec으로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Agent의 최소 반복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Day 1 완료조건을 명령으로 표현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저장소가 말해주는 역할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완성보다 작은 checkpoint를 먼저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Exit ticket도 구조화 데이터다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실습 1 · 내 반복 업무 한 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실습 2 · 재직자/구직자 트랙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05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실습 3 · 최종 데모 역산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실습 4 · 환경 신호등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실습 5 · Agent를 60초 설명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07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실패 1 · 문제 범위가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실패 2 · 실제 회사 데이터를 가져온다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실패 3 · 모델 선택부터 시작한다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실패 4 · “돌아갔다”로 완료한다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재직자 · 현업 PoC 승인 관점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구직자 · 포트폴리오 평가 관점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09시 체크포인트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Tool Calling은 실행 권한의 계약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Schema는 문서이자 방화벽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Registry가 실행 가능한 세계를 제한한다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최소 권한은 기능을 줄이는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Validation은 실행 전에 끝낸다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오류도 정상적인 결과 형식이다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Read와 Write는 위험도가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Timeout과 Retry는 실패 종류를 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Idempotency가 중복 side effect를 막는다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Audit event가 설명 가능성을 만든다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Tool 호출의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Schema를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파일 도구의 경로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오류 분류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테스트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쓰기 도구의 승인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Ollama API · 호출 형식을 공식 문서로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GitHub REST · 인증은 코드와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pytest · 실패를 재현하는 가장 작은 도구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실제 실행 · 9 tests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도구 schema · 허용 입력만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예상 밖 인자를 차단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경로 이탈을 막는 guard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오류를 공통 result로 정규화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call_id로 중복을 판별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실패 테스트 네 가지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실습 1 · 도구 한 개를 schema로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실습 2 · 잘못된 호출 3개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실습 3 · workspace guard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09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실습 4 · ToolResult 계약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실습 5 · pytest 한 건 추가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실패 1 · 모델 JSON을 바로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실패 2 · 범용 shell 도구 제공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실패 3 · 모든 오류를 retry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실패 4 · 토큰을 notebook에 기록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재직자 · Tool 권한 승인표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구직자 · Tool 설계 설명법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10시 체크포인트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PBL은 기술 목록이 아니라 사용자 문제에서 시작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K-Work Copilot의 첫 입력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한국어는 띄어쓰기보다 업무 맥락이 어렵다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실제 데이터처럼 보이는 최소 조건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데이터 공개와 사용 허가는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Dataset Card가 실습을 재현하게 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Transcript schema가 STT와 LLM을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Evidence가 요약의 근거를 고정한다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Golden example은 작은 평가셋의 시작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가치 지표와 품질 지표를 함께 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공개 데이터 선택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회의 샘플 합성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비식별 처리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Golden set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PBL canvas 네 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범위 자르는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서울 열린데이터광장 · 한국어 공공 데이터 탐색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국립국어원 모두의 말뭉치 · 한국어 원자료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국회 회의록 빅데이터 · 실제 발화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Google Meet 전사 · Managed STT의 현재 위치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회의 segment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Action Item에 evidence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모호한 날짜는 추론하지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간단한 개인정보 mask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Dataset card 최소 필드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PBL KPI를 계산 가능한 식으로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실습 1 · 한국어 사례 후보 3개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실습 2 · 이용 조건 확인표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실습 3 · 합성 회의 8문장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실습 4 · Golden JSON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실습 5 · PBL canvas 피어 리뷰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실패 1 · 데이터가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실패 2 · 공개 페이지를 그대로 재배포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실패 3 · 정답 없이 prompt를 튜닝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실패 4 · 담당자·날짜를 추론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재직자 · 실제 업무를 안전하게 추상화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구직자 · 공개 데이터 포트폴리오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11시 체크포인트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무료의 정의를 먼저 합의한다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필수 경로와 강사 가속 경로를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Python은 실행기, VS Code는 작업 공간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가상환경은 프로젝트의 재현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Git은 제출 도구가 아니라 사고 기록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Jupyter는 설명과 실행의 다리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Secret은 코드·노트북·캡처 밖에 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Harness Engineering은 작업 환경을 설계하는 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Codex와 Claude는 산출물의 저자가 아니라 작업 파트너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Offline lane이 수업 중단을 막는다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환경 설치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가상환경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VS Code interpreter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Git 첫 checkpoint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Harness 작업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설치 실패 복구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Python 공식 다운로드 · interpreter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VS Code Python 튜토리얼 · 세 구성요소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Git 첫 설정 · identity와 기본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GitHub repository quickstart · 교육용 sandbox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환경 확인 네 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가상환경 명령 · macOS/Linux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가상환경 명령 · Windows PowerShell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Git의 안전한 첫 commit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.env.example과 .gitignore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Agent에게 주는 작업 계약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실습 1 · 버전 확인 캡처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실습 2 · 가상환경과 interpreter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실습 3 · notebook 열기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실습 4 · Git 상태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실습 5 · Harness spec 쓰기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실패 1 · 설치를 끝없이 붙잡는다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실패 2 · 전역 Python에 모두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실패 3 · Agent에게 저장소 전체 수정 허용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실패 4 · Git stage를 한 번에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재직자 · 회사 PC 제약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구직자 · 포트폴리오 환경 증거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12시 체크포인트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처음부터 LLM을 넣지 않는 이유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Planner는 “무엇을 할까”만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Validator는 안전 경계를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Executor는 등록 함수만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ToolResult는 성공과 실패의 공통 언어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read_public_text는 의도적으로 좁다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count_action_markers는 LLM 전 fixture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call_id는 같은 호출을 알아본다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Notebook은 모듈을 사용하는 Tutorial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Commit은 점심 전 복구 지점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코드 읽기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Run All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실패 주입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pytest 빨강→초록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Git checkpoint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점심 전 Gate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Jupyter 설치 · notebook 실행기의 공식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VS Code Python · editor와 interpreter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Codex CLI · 작은 spec으로 수정 가속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Claude Code · 동일 repo에서 검토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규칙 기반 planner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SafeToolExecutor의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파일 확장자 allowlist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중복 호출 cache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Agent event 한 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pytest 완료 명령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실습 1 · Notebook Run All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실습 2 · 정상 도구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실습 3 · 실패 4종 재현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실습 4 · pytest 9개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실습 5 · 점심 전 Git checkpoint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실패 1 · Notebook과 module이 다른 Python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실패 2 · 첫 실패 뒤 계속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실패 3 · 테스트를 통과시키려고 정책 완화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실패 4 · 점심 전에 미완료를 숨김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재직자 · Safe loop를 현업 tool에 매핑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구직자 · commit을 설명 가능한 증거로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점심 전 Gate · 14:00–15:00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14:00에 정확히 점심을 시작하고 14:55 복귀를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필수 목표는 “모델 설치 성공”이 아니다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Ollama는 CLI와 localhost API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LM Studio는 GUI와 OpenAI-compatible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Jan은 desktop local API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Provider adapter가 차이를 감춘다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OpenAI-compatible은 완전 동일을 뜻하지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작은 모델은 출력 계약을 더 엄격히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Temperature는 품질 버튼이 아니다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Context 제한은 입력 설계 문제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Fallback은 자동·수동 경계를 공개한다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로컬 provider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Ollama 최소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Adapter 네 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Structured output 처리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모델 오류 분류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성공/실패 비교 실험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Ollama 다운로드 · OS별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Qwen3 model library · tag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LM Studio · Local LLM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Jan · Local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Ollama generate payload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https://docs.ollama.com/api/generate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연결 실패도 result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공통 Provider protocol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JSON parse와 schema validate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bounded repair · 한 번만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Provider 비교 로그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실습 1 · Ollama health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실습 2 · 선택 provider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실습 3 · 공통 contract 비교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실습 4 · 깨진 JSON 복구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실습 5 · 모델 교체 영향 설명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실패 1 · 큰 모델 다운로드를 기다림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실패 2 · 연결 실패를 traceback으로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실패 3 · JSON처럼 보이면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실패 4 · provider별 코드가 퍼짐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재직자 · 로컬 LLM 도입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구직자 · 모델 비교 실험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15시 체크포인트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State는 다음 행동의 근거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Node는 한 가지 책임의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Edge는 다음 node를 정하는 정책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Checkpointer가 중단과 재개를 가능하게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Interrupt는 사람 입력을 기다리는 정식 상태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Approve·Edit·Reject는 다른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Retry는 일시 오류에만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Idempotency는 재실행의 안전 조건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사람 승인 UI에는 근거가 함께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LangChain·LangGraph·LangSmith 역할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Graph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오류 routing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Human review node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Interrupt payload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Idempotent publish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LangSmith 연결 지점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LangChain overview · 조합 계층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LangGraph overview · stateful orchestration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LangGraph interrupts · 사람 입력에서 중단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LangGraph persistence · checkpoint와 thread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State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오류 route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Interrupt로 검토 요청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Command로 같은 thread 재개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승인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중복 publish 방지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실습 1 · State 필드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실습 2 · Node와 edge 카드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실습 3 · Retry 정책표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실습 4 · Reviewer 역할극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실습 5 · Idempotency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실패 1 · State에 모든 것을 저장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실패 2 · interrupt를 try/except로 감쌈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실패 3 · 승인 전에 외부 쓰기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실패 4 · thread_id를 매번 새로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재직자 · Human Approval 운영표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구직자 · Graph 설명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16시 체크포인트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Managed 회의 기능은 현업의 현재 출발점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수업의 local STT는 원리를 이해하는 최소 실습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STT 품질은 WER 하나로 끝나지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LangSmith trace는 실행의 계보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민감 데이터는 trace 전에 줄인다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Dataset이 평가 입력을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Evaluation은 schema와 의미를 나눈다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Human feedback은 품질 개선 데이터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Release gate가 모니터링을 행동으로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전체 pipeline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STT 실행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Trace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Dataset 구축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평가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40시간 누적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faster-whisper · Python 기반 local STT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whisper.cpp · 경량 local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Google Meet 자동 노트 · 만들기보다 통합하기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LangSmith observability · trace tree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LangSmith evaluation · dataset과 experiment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faster-whisper 최소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STT 품질 flag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LangSmith 환경 변수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Trace metadata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결정론적 evaluator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Release gate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실습 1 · Managed vs Local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07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실습 2 · STT quality policy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실습 3 · Trace에서 답할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실습 4 · Evaluation dataset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실습 5 · 40시간 architecture 설명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실패 1 · STT 결과를 정답으로 간주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실패 2 · 모든 trace에 원문 전송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실패 3 · trace만 보고 평가 완료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실패 4 · 무료 포함량을 무제한으로 오해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https://docs.langchain.com/langsmith/billing</a:t>
            </a:r>
          </a:p>
          <a:p xmlns:a="http://schemas.openxmlformats.org/drawingml/2006/main">
            <a:r>
              <a:t>- https://docs.langchain.com/langsmith/administration-overview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재직자 · 운영 dashboard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구직자 · 최종 발표 5분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Exit Ticket · 다음 32시간으로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마지막에 Day2–5는 일반 점심 12:00–13:00으로 운영한다고 다시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91322838741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de40d6bbb541d8" /><Relationship Type="http://schemas.openxmlformats.org/officeDocument/2006/relationships/slideLayout" Target="/ppt/slideLayouts/slideLayout1.xml" Id="R26cb2e55869a4e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cb2e55869a4e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fb5c3b07a45c9" /><Relationship Type="http://schemas.openxmlformats.org/officeDocument/2006/relationships/notesSlide" Target="/ppt/notesSlides/notesSlide1.xml" Id="Rd83dca2ccc954a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7bf38e79a4f7c" /><Relationship Type="http://schemas.openxmlformats.org/officeDocument/2006/relationships/notesSlide" Target="/ppt/notesSlides/notesSlide2.xml" Id="R9f5ff367917d4d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d0bee046947bc" /><Relationship Type="http://schemas.openxmlformats.org/officeDocument/2006/relationships/notesSlide" Target="/ppt/notesSlides/notesSlide3.xml" Id="Re90597e952f048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770938fc64352" /><Relationship Type="http://schemas.openxmlformats.org/officeDocument/2006/relationships/notesSlide" Target="/ppt/notesSlides/notesSlide4.xml" Id="R2e285b1b3ba441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c6ba25ee04239" /><Relationship Type="http://schemas.openxmlformats.org/officeDocument/2006/relationships/notesSlide" Target="/ppt/notesSlides/notesSlide5.xml" Id="Rff2dcd1a9d3b4b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537a808f943ff" /><Relationship Type="http://schemas.openxmlformats.org/officeDocument/2006/relationships/notesSlide" Target="/ppt/notesSlides/notesSlide6.xml" Id="R905a9158dcb64b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660a7b8094ace" /><Relationship Type="http://schemas.openxmlformats.org/officeDocument/2006/relationships/notesSlide" Target="/ppt/notesSlides/notesSlide7.xml" Id="Refae1ec02af847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bd156a4c94a05" /><Relationship Type="http://schemas.openxmlformats.org/officeDocument/2006/relationships/notesSlide" Target="/ppt/notesSlides/notesSlide8.xml" Id="R6cc09b6b520c45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da1bdc87d48a2" /><Relationship Type="http://schemas.openxmlformats.org/officeDocument/2006/relationships/notesSlide" Target="/ppt/notesSlides/notesSlide9.xml" Id="R81496ae855014a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981c18e944134" /><Relationship Type="http://schemas.openxmlformats.org/officeDocument/2006/relationships/notesSlide" Target="/ppt/notesSlides/notesSlide10.xml" Id="R34700b07d07e44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8b2d285de4560" /><Relationship Type="http://schemas.openxmlformats.org/officeDocument/2006/relationships/notesSlide" Target="/ppt/notesSlides/notesSlide11.xml" Id="R5882ec226ab642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cd330e20a42c4" /><Relationship Type="http://schemas.openxmlformats.org/officeDocument/2006/relationships/notesSlide" Target="/ppt/notesSlides/notesSlide12.xml" Id="Re370709f874346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32367e4794859" /><Relationship Type="http://schemas.openxmlformats.org/officeDocument/2006/relationships/notesSlide" Target="/ppt/notesSlides/notesSlide13.xml" Id="Reabee9a04d0c46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2779dbf2b437c" /><Relationship Type="http://schemas.openxmlformats.org/officeDocument/2006/relationships/notesSlide" Target="/ppt/notesSlides/notesSlide14.xml" Id="R9d6353cefa4944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8faaa101245f7" /><Relationship Type="http://schemas.openxmlformats.org/officeDocument/2006/relationships/notesSlide" Target="/ppt/notesSlides/notesSlide15.xml" Id="Rccd5efe8e56f4f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6ffb97d4d4627" /><Relationship Type="http://schemas.openxmlformats.org/officeDocument/2006/relationships/notesSlide" Target="/ppt/notesSlides/notesSlide16.xml" Id="R58f831706f0947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83a44e3bd4a4e" /><Relationship Type="http://schemas.openxmlformats.org/officeDocument/2006/relationships/notesSlide" Target="/ppt/notesSlides/notesSlide17.xml" Id="R3e0d86ebe63b424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d6d2e3479492a" /><Relationship Type="http://schemas.openxmlformats.org/officeDocument/2006/relationships/notesSlide" Target="/ppt/notesSlides/notesSlide18.xml" Id="R96e90223d39c45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1bde24db2471e" /><Relationship Type="http://schemas.openxmlformats.org/officeDocument/2006/relationships/image" Target="/ppt/media/image.jpeg" Id="R62599fe323aa4a46" /><Relationship Type="http://schemas.openxmlformats.org/officeDocument/2006/relationships/notesSlide" Target="/ppt/notesSlides/notesSlide19.xml" Id="Ra749e936fde5488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8364e42eb42e8" /><Relationship Type="http://schemas.openxmlformats.org/officeDocument/2006/relationships/image" Target="/ppt/media/image2.jpeg" Id="R1125db7930654160" /><Relationship Type="http://schemas.openxmlformats.org/officeDocument/2006/relationships/notesSlide" Target="/ppt/notesSlides/notesSlide20.xml" Id="R9f47a562d366443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0464d0c714719" /><Relationship Type="http://schemas.openxmlformats.org/officeDocument/2006/relationships/image" Target="/ppt/media/image3.jpeg" Id="R716e5677cdf74915" /><Relationship Type="http://schemas.openxmlformats.org/officeDocument/2006/relationships/notesSlide" Target="/ppt/notesSlides/notesSlide21.xml" Id="Rd34e89cd04404b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daa4e218f49d9" /><Relationship Type="http://schemas.openxmlformats.org/officeDocument/2006/relationships/image" Target="/ppt/media/image4.jpeg" Id="R1021ce9e5f4d4a3d" /><Relationship Type="http://schemas.openxmlformats.org/officeDocument/2006/relationships/notesSlide" Target="/ppt/notesSlides/notesSlide22.xml" Id="R9c9d470791ad4ed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9dec7a1a84306" /><Relationship Type="http://schemas.openxmlformats.org/officeDocument/2006/relationships/notesSlide" Target="/ppt/notesSlides/notesSlide23.xml" Id="R80a033e95f23472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501bc1429472a" /><Relationship Type="http://schemas.openxmlformats.org/officeDocument/2006/relationships/notesSlide" Target="/ppt/notesSlides/notesSlide24.xml" Id="Re702e347814d4d7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c4cf5167b4cfe" /><Relationship Type="http://schemas.openxmlformats.org/officeDocument/2006/relationships/notesSlide" Target="/ppt/notesSlides/notesSlide25.xml" Id="R7fd96799f22d4ce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b450c76d54d4d" /><Relationship Type="http://schemas.openxmlformats.org/officeDocument/2006/relationships/notesSlide" Target="/ppt/notesSlides/notesSlide26.xml" Id="R0fc8c527fd2045a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8700937584363" /><Relationship Type="http://schemas.openxmlformats.org/officeDocument/2006/relationships/notesSlide" Target="/ppt/notesSlides/notesSlide27.xml" Id="Rd8adeb06bc844c4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cd4fb0aa34be1" /><Relationship Type="http://schemas.openxmlformats.org/officeDocument/2006/relationships/notesSlide" Target="/ppt/notesSlides/notesSlide28.xml" Id="Ree85fcd26d854a9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1d472e5cc4a56" /><Relationship Type="http://schemas.openxmlformats.org/officeDocument/2006/relationships/notesSlide" Target="/ppt/notesSlides/notesSlide29.xml" Id="R6a2eadea9c6c4c6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fd93dec034682" /><Relationship Type="http://schemas.openxmlformats.org/officeDocument/2006/relationships/notesSlide" Target="/ppt/notesSlides/notesSlide30.xml" Id="Rd9fd80e8e106421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af2c4a71c4768" /><Relationship Type="http://schemas.openxmlformats.org/officeDocument/2006/relationships/notesSlide" Target="/ppt/notesSlides/notesSlide31.xml" Id="R4266a5d3adb4464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d76c634b34f53" /><Relationship Type="http://schemas.openxmlformats.org/officeDocument/2006/relationships/notesSlide" Target="/ppt/notesSlides/notesSlide32.xml" Id="Rf61abbcc61a847d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bb048f0c64bfd" /><Relationship Type="http://schemas.openxmlformats.org/officeDocument/2006/relationships/notesSlide" Target="/ppt/notesSlides/notesSlide33.xml" Id="R4ac20966ee69443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ae1fe18834de9" /><Relationship Type="http://schemas.openxmlformats.org/officeDocument/2006/relationships/notesSlide" Target="/ppt/notesSlides/notesSlide34.xml" Id="R93c909fd864a456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4d8fc192f49c6" /><Relationship Type="http://schemas.openxmlformats.org/officeDocument/2006/relationships/notesSlide" Target="/ppt/notesSlides/notesSlide35.xml" Id="R88e9f8d753a84c8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83513f9814529" /><Relationship Type="http://schemas.openxmlformats.org/officeDocument/2006/relationships/notesSlide" Target="/ppt/notesSlides/notesSlide36.xml" Id="Rdc0bed1390c440e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4e4cd270b43cf" /><Relationship Type="http://schemas.openxmlformats.org/officeDocument/2006/relationships/notesSlide" Target="/ppt/notesSlides/notesSlide37.xml" Id="R5765a3aaa4e8499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657781d7e4576" /><Relationship Type="http://schemas.openxmlformats.org/officeDocument/2006/relationships/notesSlide" Target="/ppt/notesSlides/notesSlide38.xml" Id="Rdeb52df5e20d4ee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3e04ec697453f" /><Relationship Type="http://schemas.openxmlformats.org/officeDocument/2006/relationships/notesSlide" Target="/ppt/notesSlides/notesSlide39.xml" Id="R9e6553517157419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5f1d12ff04e87" /><Relationship Type="http://schemas.openxmlformats.org/officeDocument/2006/relationships/notesSlide" Target="/ppt/notesSlides/notesSlide40.xml" Id="Rbc7e592db18b485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f063f82b74926" /><Relationship Type="http://schemas.openxmlformats.org/officeDocument/2006/relationships/notesSlide" Target="/ppt/notesSlides/notesSlide41.xml" Id="Rf619148347604bf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1c51850e94f57" /><Relationship Type="http://schemas.openxmlformats.org/officeDocument/2006/relationships/notesSlide" Target="/ppt/notesSlides/notesSlide42.xml" Id="R5712f2175cb8493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0097784b84bed" /><Relationship Type="http://schemas.openxmlformats.org/officeDocument/2006/relationships/notesSlide" Target="/ppt/notesSlides/notesSlide43.xml" Id="R9c5476c4dd3a4a7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1e7570f904761" /><Relationship Type="http://schemas.openxmlformats.org/officeDocument/2006/relationships/notesSlide" Target="/ppt/notesSlides/notesSlide44.xml" Id="R149fc6fe769745c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ad690725045b2" /><Relationship Type="http://schemas.openxmlformats.org/officeDocument/2006/relationships/notesSlide" Target="/ppt/notesSlides/notesSlide45.xml" Id="Rb1999240f05347a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aa5c5db664feb" /><Relationship Type="http://schemas.openxmlformats.org/officeDocument/2006/relationships/notesSlide" Target="/ppt/notesSlides/notesSlide46.xml" Id="Rb95f8fa577c14e4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77c09ea7b47c9" /><Relationship Type="http://schemas.openxmlformats.org/officeDocument/2006/relationships/notesSlide" Target="/ppt/notesSlides/notesSlide47.xml" Id="R2942b2cd5caa44f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29b6945f6469f" /><Relationship Type="http://schemas.openxmlformats.org/officeDocument/2006/relationships/notesSlide" Target="/ppt/notesSlides/notesSlide48.xml" Id="Rd1f1d0ac5076469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c949c285142fa" /><Relationship Type="http://schemas.openxmlformats.org/officeDocument/2006/relationships/notesSlide" Target="/ppt/notesSlides/notesSlide49.xml" Id="R0e05122a70674ec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a359acd044c58" /><Relationship Type="http://schemas.openxmlformats.org/officeDocument/2006/relationships/notesSlide" Target="/ppt/notesSlides/notesSlide50.xml" Id="R2f2e03e21c6c4b9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dff5fb2154c1e" /><Relationship Type="http://schemas.openxmlformats.org/officeDocument/2006/relationships/notesSlide" Target="/ppt/notesSlides/notesSlide51.xml" Id="R2f8e225969bc4c2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c7e6babbd4817" /><Relationship Type="http://schemas.openxmlformats.org/officeDocument/2006/relationships/notesSlide" Target="/ppt/notesSlides/notesSlide52.xml" Id="R023331e805974f0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f458f32e2435d" /><Relationship Type="http://schemas.openxmlformats.org/officeDocument/2006/relationships/notesSlide" Target="/ppt/notesSlides/notesSlide53.xml" Id="R015470e588b54dd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3152ca39d4310" /><Relationship Type="http://schemas.openxmlformats.org/officeDocument/2006/relationships/notesSlide" Target="/ppt/notesSlides/notesSlide54.xml" Id="R7b94f7acfe7741d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77fe342a14697" /><Relationship Type="http://schemas.openxmlformats.org/officeDocument/2006/relationships/notesSlide" Target="/ppt/notesSlides/notesSlide55.xml" Id="R83b3a9175a5e452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467813d14400c" /><Relationship Type="http://schemas.openxmlformats.org/officeDocument/2006/relationships/notesSlide" Target="/ppt/notesSlides/notesSlide56.xml" Id="R074a18352bbe41d0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618fc239a442f" /><Relationship Type="http://schemas.openxmlformats.org/officeDocument/2006/relationships/notesSlide" Target="/ppt/notesSlides/notesSlide57.xml" Id="R54783c6a9fb44ee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972b5a3794472" /><Relationship Type="http://schemas.openxmlformats.org/officeDocument/2006/relationships/notesSlide" Target="/ppt/notesSlides/notesSlide58.xml" Id="R7d3181bb34624af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51a6bfbd34709" /><Relationship Type="http://schemas.openxmlformats.org/officeDocument/2006/relationships/image" Target="/ppt/media/image5.jpeg" Id="R8f18bc9a73f04de8" /><Relationship Type="http://schemas.openxmlformats.org/officeDocument/2006/relationships/notesSlide" Target="/ppt/notesSlides/notesSlide59.xml" Id="R56b02a9e2ae043b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fb28e2e0448cc" /><Relationship Type="http://schemas.openxmlformats.org/officeDocument/2006/relationships/image" Target="/ppt/media/image6.jpeg" Id="R6fabb254b13e4cd5" /><Relationship Type="http://schemas.openxmlformats.org/officeDocument/2006/relationships/notesSlide" Target="/ppt/notesSlides/notesSlide60.xml" Id="Ra263ed2d89614b1e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bf74c90384c06" /><Relationship Type="http://schemas.openxmlformats.org/officeDocument/2006/relationships/image" Target="/ppt/media/image7.jpeg" Id="R2dbddf3471fd4102" /><Relationship Type="http://schemas.openxmlformats.org/officeDocument/2006/relationships/notesSlide" Target="/ppt/notesSlides/notesSlide61.xml" Id="R1ec8ca29878a48d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d069335634982" /><Relationship Type="http://schemas.openxmlformats.org/officeDocument/2006/relationships/image" Target="/ppt/media/image8.jpeg" Id="R58562cac3a244693" /><Relationship Type="http://schemas.openxmlformats.org/officeDocument/2006/relationships/notesSlide" Target="/ppt/notesSlides/notesSlide62.xml" Id="R688d8994b6b9467c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ee41f8dc042a2" /><Relationship Type="http://schemas.openxmlformats.org/officeDocument/2006/relationships/notesSlide" Target="/ppt/notesSlides/notesSlide63.xml" Id="Rf25d5d310763457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504b74cdd41a2" /><Relationship Type="http://schemas.openxmlformats.org/officeDocument/2006/relationships/notesSlide" Target="/ppt/notesSlides/notesSlide64.xml" Id="R9120665d672c453b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9fb2c485045b3" /><Relationship Type="http://schemas.openxmlformats.org/officeDocument/2006/relationships/notesSlide" Target="/ppt/notesSlides/notesSlide65.xml" Id="R3dee8b3a0c6a4c5d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0ffb6798b4f67" /><Relationship Type="http://schemas.openxmlformats.org/officeDocument/2006/relationships/notesSlide" Target="/ppt/notesSlides/notesSlide66.xml" Id="R674d38b0b6fb4845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0cdc68b734bab" /><Relationship Type="http://schemas.openxmlformats.org/officeDocument/2006/relationships/notesSlide" Target="/ppt/notesSlides/notesSlide67.xml" Id="Rf9944aa9ddfe4dc6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f34790b13436c" /><Relationship Type="http://schemas.openxmlformats.org/officeDocument/2006/relationships/notesSlide" Target="/ppt/notesSlides/notesSlide68.xml" Id="Rb99964b06c184825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e5d84801346a1" /><Relationship Type="http://schemas.openxmlformats.org/officeDocument/2006/relationships/notesSlide" Target="/ppt/notesSlides/notesSlide69.xml" Id="Ra826d257ec564048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a329c28794a55" /><Relationship Type="http://schemas.openxmlformats.org/officeDocument/2006/relationships/notesSlide" Target="/ppt/notesSlides/notesSlide70.xml" Id="R2c09d378268d494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664af4ad04a8f" /><Relationship Type="http://schemas.openxmlformats.org/officeDocument/2006/relationships/notesSlide" Target="/ppt/notesSlides/notesSlide71.xml" Id="Rdc67daf2c87b4e8c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34d638282425e" /><Relationship Type="http://schemas.openxmlformats.org/officeDocument/2006/relationships/notesSlide" Target="/ppt/notesSlides/notesSlide72.xml" Id="Rfe8450605a264e85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de65d62a34774" /><Relationship Type="http://schemas.openxmlformats.org/officeDocument/2006/relationships/notesSlide" Target="/ppt/notesSlides/notesSlide73.xml" Id="R52e78711496e4b1e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7abf9e2de4013" /><Relationship Type="http://schemas.openxmlformats.org/officeDocument/2006/relationships/notesSlide" Target="/ppt/notesSlides/notesSlide74.xml" Id="R48fac299f4b64cd0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ec35ec71142f8" /><Relationship Type="http://schemas.openxmlformats.org/officeDocument/2006/relationships/notesSlide" Target="/ppt/notesSlides/notesSlide75.xml" Id="R1197419f423f4e35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aa0979a114299" /><Relationship Type="http://schemas.openxmlformats.org/officeDocument/2006/relationships/notesSlide" Target="/ppt/notesSlides/notesSlide76.xml" Id="R6600e43e5bd04040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c46b8a0c84710" /><Relationship Type="http://schemas.openxmlformats.org/officeDocument/2006/relationships/notesSlide" Target="/ppt/notesSlides/notesSlide77.xml" Id="R8dbd7075515f4873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361ba6b954b2d" /><Relationship Type="http://schemas.openxmlformats.org/officeDocument/2006/relationships/notesSlide" Target="/ppt/notesSlides/notesSlide78.xml" Id="Rfae54276114849c1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d1210ef4d4ee2" /><Relationship Type="http://schemas.openxmlformats.org/officeDocument/2006/relationships/notesSlide" Target="/ppt/notesSlides/notesSlide79.xml" Id="R66ca043c80bb4210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a393b422048b6" /><Relationship Type="http://schemas.openxmlformats.org/officeDocument/2006/relationships/notesSlide" Target="/ppt/notesSlides/notesSlide80.xml" Id="R731d11474d1d41c6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b7ba4161d4b48" /><Relationship Type="http://schemas.openxmlformats.org/officeDocument/2006/relationships/notesSlide" Target="/ppt/notesSlides/notesSlide81.xml" Id="R02f02bda2ac743e9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91698df8348d0" /><Relationship Type="http://schemas.openxmlformats.org/officeDocument/2006/relationships/notesSlide" Target="/ppt/notesSlides/notesSlide82.xml" Id="Rf4a667912f6445d7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7ba6b1318479b" /><Relationship Type="http://schemas.openxmlformats.org/officeDocument/2006/relationships/notesSlide" Target="/ppt/notesSlides/notesSlide83.xml" Id="Rd00efce18d714db2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c293f64974170" /><Relationship Type="http://schemas.openxmlformats.org/officeDocument/2006/relationships/notesSlide" Target="/ppt/notesSlides/notesSlide84.xml" Id="R18af93ee370f4433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2b33a04ac4e15" /><Relationship Type="http://schemas.openxmlformats.org/officeDocument/2006/relationships/notesSlide" Target="/ppt/notesSlides/notesSlide85.xml" Id="Rf079bc7808234ed1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189d8d26144fc" /><Relationship Type="http://schemas.openxmlformats.org/officeDocument/2006/relationships/notesSlide" Target="/ppt/notesSlides/notesSlide86.xml" Id="R627924e996484448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f5724f08b47d4" /><Relationship Type="http://schemas.openxmlformats.org/officeDocument/2006/relationships/notesSlide" Target="/ppt/notesSlides/notesSlide87.xml" Id="R4389dfbdfaab4a68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4ef67600e42e1" /><Relationship Type="http://schemas.openxmlformats.org/officeDocument/2006/relationships/notesSlide" Target="/ppt/notesSlides/notesSlide88.xml" Id="R43807c8024e64d8c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1cf3831604072" /><Relationship Type="http://schemas.openxmlformats.org/officeDocument/2006/relationships/notesSlide" Target="/ppt/notesSlides/notesSlide89.xml" Id="R899c0fd5ec9146b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3514921fd414b" /><Relationship Type="http://schemas.openxmlformats.org/officeDocument/2006/relationships/notesSlide" Target="/ppt/notesSlides/notesSlide90.xml" Id="Re8dc5d4b0ac44390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ba83ff2b9431c" /><Relationship Type="http://schemas.openxmlformats.org/officeDocument/2006/relationships/notesSlide" Target="/ppt/notesSlides/notesSlide91.xml" Id="R3fc2803c8a484ce3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b8eaf2dcd4c47" /><Relationship Type="http://schemas.openxmlformats.org/officeDocument/2006/relationships/notesSlide" Target="/ppt/notesSlides/notesSlide92.xml" Id="R1a2efd8ae5cb4780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812acce934330" /><Relationship Type="http://schemas.openxmlformats.org/officeDocument/2006/relationships/notesSlide" Target="/ppt/notesSlides/notesSlide93.xml" Id="R2dd2ea927067438a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cbd506e294f8b" /><Relationship Type="http://schemas.openxmlformats.org/officeDocument/2006/relationships/notesSlide" Target="/ppt/notesSlides/notesSlide94.xml" Id="R9ff80d3e3c0845c5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bcc5d20f24012" /><Relationship Type="http://schemas.openxmlformats.org/officeDocument/2006/relationships/notesSlide" Target="/ppt/notesSlides/notesSlide95.xml" Id="Reb38920e57584edd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e737299dd4fc2" /><Relationship Type="http://schemas.openxmlformats.org/officeDocument/2006/relationships/notesSlide" Target="/ppt/notesSlides/notesSlide96.xml" Id="Rf23f29603c2749a2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4d9fecb7a487f" /><Relationship Type="http://schemas.openxmlformats.org/officeDocument/2006/relationships/notesSlide" Target="/ppt/notesSlides/notesSlide97.xml" Id="Rb83d4486e7aa4a6a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d515110f24f01" /><Relationship Type="http://schemas.openxmlformats.org/officeDocument/2006/relationships/notesSlide" Target="/ppt/notesSlides/notesSlide98.xml" Id="R4a401c6f08a94bb0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51ca9518b48c4" /><Relationship Type="http://schemas.openxmlformats.org/officeDocument/2006/relationships/image" Target="/ppt/media/image9.jpeg" Id="R65d104a589aa4395" /><Relationship Type="http://schemas.openxmlformats.org/officeDocument/2006/relationships/notesSlide" Target="/ppt/notesSlides/notesSlide99.xml" Id="R9ca85c84b6574808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a5e308cd84918" /><Relationship Type="http://schemas.openxmlformats.org/officeDocument/2006/relationships/image" Target="/ppt/media/image10.jpeg" Id="Rda6d532427db4ac2" /><Relationship Type="http://schemas.openxmlformats.org/officeDocument/2006/relationships/notesSlide" Target="/ppt/notesSlides/notesSlide100.xml" Id="Rd268bc982bb243ca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dea388ae344a8" /><Relationship Type="http://schemas.openxmlformats.org/officeDocument/2006/relationships/image" Target="/ppt/media/image11.jpeg" Id="R5ac58261729c4a41" /><Relationship Type="http://schemas.openxmlformats.org/officeDocument/2006/relationships/notesSlide" Target="/ppt/notesSlides/notesSlide101.xml" Id="Rcb7e021609164bf8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644ca9f7240f3" /><Relationship Type="http://schemas.openxmlformats.org/officeDocument/2006/relationships/image" Target="/ppt/media/image12.jpeg" Id="R1cae8ad337e54a29" /><Relationship Type="http://schemas.openxmlformats.org/officeDocument/2006/relationships/notesSlide" Target="/ppt/notesSlides/notesSlide102.xml" Id="R168a3772de7f48b8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2605b17454e41" /><Relationship Type="http://schemas.openxmlformats.org/officeDocument/2006/relationships/notesSlide" Target="/ppt/notesSlides/notesSlide103.xml" Id="R10dd377ed97940db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eb6d410234246" /><Relationship Type="http://schemas.openxmlformats.org/officeDocument/2006/relationships/notesSlide" Target="/ppt/notesSlides/notesSlide104.xml" Id="Rc5616ff256844646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34eaec2524e8d" /><Relationship Type="http://schemas.openxmlformats.org/officeDocument/2006/relationships/notesSlide" Target="/ppt/notesSlides/notesSlide105.xml" Id="R88eb3d3491ff48ee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13ba1802f4df8" /><Relationship Type="http://schemas.openxmlformats.org/officeDocument/2006/relationships/notesSlide" Target="/ppt/notesSlides/notesSlide106.xml" Id="Ra64bb9a4363c4b57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791c0a1ae4b7b" /><Relationship Type="http://schemas.openxmlformats.org/officeDocument/2006/relationships/notesSlide" Target="/ppt/notesSlides/notesSlide107.xml" Id="R2aae2c8ab395444e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ec295a94d41ea" /><Relationship Type="http://schemas.openxmlformats.org/officeDocument/2006/relationships/notesSlide" Target="/ppt/notesSlides/notesSlide108.xml" Id="R31b2dc0f9fa74494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44071663241ce" /><Relationship Type="http://schemas.openxmlformats.org/officeDocument/2006/relationships/notesSlide" Target="/ppt/notesSlides/notesSlide109.xml" Id="R81da2bcd02df4bc7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15bfef3634533" /><Relationship Type="http://schemas.openxmlformats.org/officeDocument/2006/relationships/notesSlide" Target="/ppt/notesSlides/notesSlide110.xml" Id="Ra8b830f720bb4a66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00b19fbd04594" /><Relationship Type="http://schemas.openxmlformats.org/officeDocument/2006/relationships/notesSlide" Target="/ppt/notesSlides/notesSlide111.xml" Id="R6ba02e7e23354ae4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34ac374314fda" /><Relationship Type="http://schemas.openxmlformats.org/officeDocument/2006/relationships/notesSlide" Target="/ppt/notesSlides/notesSlide112.xml" Id="R7ca58bf58f544d65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3f6e9f4404968" /><Relationship Type="http://schemas.openxmlformats.org/officeDocument/2006/relationships/notesSlide" Target="/ppt/notesSlides/notesSlide113.xml" Id="R9026b161a3f04cf4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90c420e8d4722" /><Relationship Type="http://schemas.openxmlformats.org/officeDocument/2006/relationships/notesSlide" Target="/ppt/notesSlides/notesSlide114.xml" Id="R59661e26041a432b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c6ed9458243c9" /><Relationship Type="http://schemas.openxmlformats.org/officeDocument/2006/relationships/notesSlide" Target="/ppt/notesSlides/notesSlide115.xml" Id="R5a050578d9a84caf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d5c9df46946ad" /><Relationship Type="http://schemas.openxmlformats.org/officeDocument/2006/relationships/notesSlide" Target="/ppt/notesSlides/notesSlide116.xml" Id="Rd388706389e64c51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2c798317c4679" /><Relationship Type="http://schemas.openxmlformats.org/officeDocument/2006/relationships/notesSlide" Target="/ppt/notesSlides/notesSlide117.xml" Id="Re701388a1b684fa6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5f4a1f21b4d2a" /><Relationship Type="http://schemas.openxmlformats.org/officeDocument/2006/relationships/notesSlide" Target="/ppt/notesSlides/notesSlide118.xml" Id="R9c73d184f6e645d7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8022f224e42c5" /><Relationship Type="http://schemas.openxmlformats.org/officeDocument/2006/relationships/notesSlide" Target="/ppt/notesSlides/notesSlide119.xml" Id="R5a7aa6b1a8b9439e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dda3e31634224" /><Relationship Type="http://schemas.openxmlformats.org/officeDocument/2006/relationships/notesSlide" Target="/ppt/notesSlides/notesSlide120.xml" Id="Rb8a2ec5baec24be5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903f8c2b74b21" /><Relationship Type="http://schemas.openxmlformats.org/officeDocument/2006/relationships/notesSlide" Target="/ppt/notesSlides/notesSlide121.xml" Id="R1b1de4ee180d4f76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e580ba0824c32" /><Relationship Type="http://schemas.openxmlformats.org/officeDocument/2006/relationships/notesSlide" Target="/ppt/notesSlides/notesSlide122.xml" Id="Rdd5e679d56d64ed2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627be5a784342" /><Relationship Type="http://schemas.openxmlformats.org/officeDocument/2006/relationships/notesSlide" Target="/ppt/notesSlides/notesSlide123.xml" Id="Reface0916df24766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d593f85974512" /><Relationship Type="http://schemas.openxmlformats.org/officeDocument/2006/relationships/notesSlide" Target="/ppt/notesSlides/notesSlide124.xml" Id="R38fb1add7a4f4e20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78e4a83a24d86" /><Relationship Type="http://schemas.openxmlformats.org/officeDocument/2006/relationships/notesSlide" Target="/ppt/notesSlides/notesSlide125.xml" Id="Re6eace4987f34d39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2007eeebd4070" /><Relationship Type="http://schemas.openxmlformats.org/officeDocument/2006/relationships/notesSlide" Target="/ppt/notesSlides/notesSlide126.xml" Id="R11212ab1e4684b27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8f17f65ae4f3b" /><Relationship Type="http://schemas.openxmlformats.org/officeDocument/2006/relationships/notesSlide" Target="/ppt/notesSlides/notesSlide127.xml" Id="R71334248d73048c7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68dbc405c4fcb" /><Relationship Type="http://schemas.openxmlformats.org/officeDocument/2006/relationships/notesSlide" Target="/ppt/notesSlides/notesSlide128.xml" Id="R9d27ae2c67184020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f4af300974481" /><Relationship Type="http://schemas.openxmlformats.org/officeDocument/2006/relationships/notesSlide" Target="/ppt/notesSlides/notesSlide129.xml" Id="R5efdca8c172d4fc9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f977b315a4624" /><Relationship Type="http://schemas.openxmlformats.org/officeDocument/2006/relationships/notesSlide" Target="/ppt/notesSlides/notesSlide130.xml" Id="R53cc52338ec249ca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a7a348b4e45f4" /><Relationship Type="http://schemas.openxmlformats.org/officeDocument/2006/relationships/notesSlide" Target="/ppt/notesSlides/notesSlide131.xml" Id="Rdad10517d7e24a58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1dbba6a234f8d" /><Relationship Type="http://schemas.openxmlformats.org/officeDocument/2006/relationships/notesSlide" Target="/ppt/notesSlides/notesSlide132.xml" Id="Rac7be6a6b15e4726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438fe19f94677" /><Relationship Type="http://schemas.openxmlformats.org/officeDocument/2006/relationships/notesSlide" Target="/ppt/notesSlides/notesSlide133.xml" Id="R63bd5afb201e49d1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34e1824b74041" /><Relationship Type="http://schemas.openxmlformats.org/officeDocument/2006/relationships/notesSlide" Target="/ppt/notesSlides/notesSlide134.xml" Id="Rc52ba864be924c64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cb3e70d994fbb" /><Relationship Type="http://schemas.openxmlformats.org/officeDocument/2006/relationships/notesSlide" Target="/ppt/notesSlides/notesSlide135.xml" Id="Rbe17d2734a084926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a765258b64ef5" /><Relationship Type="http://schemas.openxmlformats.org/officeDocument/2006/relationships/notesSlide" Target="/ppt/notesSlides/notesSlide136.xml" Id="R70aa387642df4e55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59d6027e9401b" /><Relationship Type="http://schemas.openxmlformats.org/officeDocument/2006/relationships/notesSlide" Target="/ppt/notesSlides/notesSlide137.xml" Id="Rbe640c0cc4ff42e5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2925f67fe4c6f" /><Relationship Type="http://schemas.openxmlformats.org/officeDocument/2006/relationships/notesSlide" Target="/ppt/notesSlides/notesSlide138.xml" Id="Rab2e14d664654688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851ab110d48fe" /><Relationship Type="http://schemas.openxmlformats.org/officeDocument/2006/relationships/image" Target="/ppt/media/image13.jpeg" Id="Rc873fe05b60c4b36" /><Relationship Type="http://schemas.openxmlformats.org/officeDocument/2006/relationships/notesSlide" Target="/ppt/notesSlides/notesSlide139.xml" Id="Redc9516147bf4e4a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8c56b33ed4a00" /><Relationship Type="http://schemas.openxmlformats.org/officeDocument/2006/relationships/image" Target="/ppt/media/image14.jpeg" Id="R6329906981884747" /><Relationship Type="http://schemas.openxmlformats.org/officeDocument/2006/relationships/notesSlide" Target="/ppt/notesSlides/notesSlide140.xml" Id="Ra2ea8631a30c4815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ba5af7a6846bd" /><Relationship Type="http://schemas.openxmlformats.org/officeDocument/2006/relationships/image" Target="/ppt/media/image15.jpeg" Id="R17c955eff1a14b67" /><Relationship Type="http://schemas.openxmlformats.org/officeDocument/2006/relationships/notesSlide" Target="/ppt/notesSlides/notesSlide141.xml" Id="Rd24c19a92b5e489d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e040622e7465e" /><Relationship Type="http://schemas.openxmlformats.org/officeDocument/2006/relationships/image" Target="/ppt/media/image16.jpeg" Id="Rd6545096f29145a0" /><Relationship Type="http://schemas.openxmlformats.org/officeDocument/2006/relationships/notesSlide" Target="/ppt/notesSlides/notesSlide142.xml" Id="R75b9cdba29854885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b0b89b01a49ad" /><Relationship Type="http://schemas.openxmlformats.org/officeDocument/2006/relationships/notesSlide" Target="/ppt/notesSlides/notesSlide143.xml" Id="R0f4bf0c260ae4c5a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d5dcc57e94c7d" /><Relationship Type="http://schemas.openxmlformats.org/officeDocument/2006/relationships/notesSlide" Target="/ppt/notesSlides/notesSlide144.xml" Id="Rf3627a801f65430a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e140b191b4789" /><Relationship Type="http://schemas.openxmlformats.org/officeDocument/2006/relationships/notesSlide" Target="/ppt/notesSlides/notesSlide145.xml" Id="Rf5973bf422534511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bad10037c4bb7" /><Relationship Type="http://schemas.openxmlformats.org/officeDocument/2006/relationships/notesSlide" Target="/ppt/notesSlides/notesSlide146.xml" Id="Rc418f989e02f40d6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3a16ec4d04935" /><Relationship Type="http://schemas.openxmlformats.org/officeDocument/2006/relationships/notesSlide" Target="/ppt/notesSlides/notesSlide147.xml" Id="R7ad75e891fc748a4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2592ad7fb4015" /><Relationship Type="http://schemas.openxmlformats.org/officeDocument/2006/relationships/notesSlide" Target="/ppt/notesSlides/notesSlide148.xml" Id="R421ed51d6173451f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0af51c85e446b" /><Relationship Type="http://schemas.openxmlformats.org/officeDocument/2006/relationships/notesSlide" Target="/ppt/notesSlides/notesSlide149.xml" Id="Rf5b4140d79cc4c9f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0020ee30d40ff" /><Relationship Type="http://schemas.openxmlformats.org/officeDocument/2006/relationships/notesSlide" Target="/ppt/notesSlides/notesSlide150.xml" Id="R882a56128f924dd2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977769009430e" /><Relationship Type="http://schemas.openxmlformats.org/officeDocument/2006/relationships/notesSlide" Target="/ppt/notesSlides/notesSlide151.xml" Id="R8323de9ecdf34817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64c28b33f4bce" /><Relationship Type="http://schemas.openxmlformats.org/officeDocument/2006/relationships/notesSlide" Target="/ppt/notesSlides/notesSlide152.xml" Id="Rb7e8da36d0f94c79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87dce0f91473a" /><Relationship Type="http://schemas.openxmlformats.org/officeDocument/2006/relationships/notesSlide" Target="/ppt/notesSlides/notesSlide153.xml" Id="Reddc78eacfa548ee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fabbd2ccb49d2" /><Relationship Type="http://schemas.openxmlformats.org/officeDocument/2006/relationships/notesSlide" Target="/ppt/notesSlides/notesSlide154.xml" Id="Rfb95a826ead74988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b659a79b94486" /><Relationship Type="http://schemas.openxmlformats.org/officeDocument/2006/relationships/notesSlide" Target="/ppt/notesSlides/notesSlide155.xml" Id="R979debc0770b474f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c87edfad44ec1" /><Relationship Type="http://schemas.openxmlformats.org/officeDocument/2006/relationships/notesSlide" Target="/ppt/notesSlides/notesSlide156.xml" Id="R03b067098797415f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ac7d695ab4b21" /><Relationship Type="http://schemas.openxmlformats.org/officeDocument/2006/relationships/notesSlide" Target="/ppt/notesSlides/notesSlide157.xml" Id="R512b3ea7819c42cf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f6f0d86914c7d" /><Relationship Type="http://schemas.openxmlformats.org/officeDocument/2006/relationships/notesSlide" Target="/ppt/notesSlides/notesSlide158.xml" Id="R77c3a338b3db4a55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7b7d4105c4d81" /><Relationship Type="http://schemas.openxmlformats.org/officeDocument/2006/relationships/notesSlide" Target="/ppt/notesSlides/notesSlide159.xml" Id="R76ade29119784617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18d852ed34d88" /><Relationship Type="http://schemas.openxmlformats.org/officeDocument/2006/relationships/notesSlide" Target="/ppt/notesSlides/notesSlide160.xml" Id="Rffe36ad75b4f4cd0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cf9806a4b4ae8" /><Relationship Type="http://schemas.openxmlformats.org/officeDocument/2006/relationships/notesSlide" Target="/ppt/notesSlides/notesSlide161.xml" Id="Rc680035eece54d4d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e7ee78aa143ef" /><Relationship Type="http://schemas.openxmlformats.org/officeDocument/2006/relationships/notesSlide" Target="/ppt/notesSlides/notesSlide162.xml" Id="R90f29db520484667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7ecfee5a141f2" /><Relationship Type="http://schemas.openxmlformats.org/officeDocument/2006/relationships/notesSlide" Target="/ppt/notesSlides/notesSlide163.xml" Id="R344efd5b1984484d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cb1a93e454b97" /><Relationship Type="http://schemas.openxmlformats.org/officeDocument/2006/relationships/notesSlide" Target="/ppt/notesSlides/notesSlide164.xml" Id="R598863ac10a44ca0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954cbdaf8475f" /><Relationship Type="http://schemas.openxmlformats.org/officeDocument/2006/relationships/notesSlide" Target="/ppt/notesSlides/notesSlide165.xml" Id="R1d1f84ba6be34851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cfd2af5794797" /><Relationship Type="http://schemas.openxmlformats.org/officeDocument/2006/relationships/notesSlide" Target="/ppt/notesSlides/notesSlide166.xml" Id="R1d8ab618606d40c3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90a9f07e94484" /><Relationship Type="http://schemas.openxmlformats.org/officeDocument/2006/relationships/notesSlide" Target="/ppt/notesSlides/notesSlide167.xml" Id="Raaf005e995804ba8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0c8ddfef84206" /><Relationship Type="http://schemas.openxmlformats.org/officeDocument/2006/relationships/notesSlide" Target="/ppt/notesSlides/notesSlide168.xml" Id="R8127860723bd41a9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df4989fad44e0" /><Relationship Type="http://schemas.openxmlformats.org/officeDocument/2006/relationships/notesSlide" Target="/ppt/notesSlides/notesSlide169.xml" Id="R643a23d2b02d49da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c178c6678478f" /><Relationship Type="http://schemas.openxmlformats.org/officeDocument/2006/relationships/notesSlide" Target="/ppt/notesSlides/notesSlide170.xml" Id="R7726a36bfe79403d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048611ee44960" /><Relationship Type="http://schemas.openxmlformats.org/officeDocument/2006/relationships/notesSlide" Target="/ppt/notesSlides/notesSlide171.xml" Id="R69a0a9cf869e4079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f83a13db741b4" /><Relationship Type="http://schemas.openxmlformats.org/officeDocument/2006/relationships/notesSlide" Target="/ppt/notesSlides/notesSlide172.xml" Id="Rfbe8ce12758d4e0e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a932ededa4db7" /><Relationship Type="http://schemas.openxmlformats.org/officeDocument/2006/relationships/notesSlide" Target="/ppt/notesSlides/notesSlide173.xml" Id="Re56047f23ce246ef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e0616dbe34570" /><Relationship Type="http://schemas.openxmlformats.org/officeDocument/2006/relationships/notesSlide" Target="/ppt/notesSlides/notesSlide174.xml" Id="R8001abd2e7a14337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012a6a7754d43" /><Relationship Type="http://schemas.openxmlformats.org/officeDocument/2006/relationships/notesSlide" Target="/ppt/notesSlides/notesSlide175.xml" Id="R7b80507d7e16409f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8e90455764246" /><Relationship Type="http://schemas.openxmlformats.org/officeDocument/2006/relationships/notesSlide" Target="/ppt/notesSlides/notesSlide176.xml" Id="R91a59139dbf4410e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708b2bbeb4545" /><Relationship Type="http://schemas.openxmlformats.org/officeDocument/2006/relationships/notesSlide" Target="/ppt/notesSlides/notesSlide177.xml" Id="Raf9a02abbfee42a7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40a7484524c66" /><Relationship Type="http://schemas.openxmlformats.org/officeDocument/2006/relationships/notesSlide" Target="/ppt/notesSlides/notesSlide178.xml" Id="R3c8abbeef86747c8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4da0deae341ce" /><Relationship Type="http://schemas.openxmlformats.org/officeDocument/2006/relationships/image" Target="/ppt/media/image17.jpeg" Id="Re1efe5cc014c4749" /><Relationship Type="http://schemas.openxmlformats.org/officeDocument/2006/relationships/notesSlide" Target="/ppt/notesSlides/notesSlide179.xml" Id="R40632087dbf24112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1957fbbbb4aca" /><Relationship Type="http://schemas.openxmlformats.org/officeDocument/2006/relationships/image" Target="/ppt/media/image18.jpeg" Id="R0d40074808e843e3" /><Relationship Type="http://schemas.openxmlformats.org/officeDocument/2006/relationships/notesSlide" Target="/ppt/notesSlides/notesSlide180.xml" Id="R526feb4fcb174a8b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b4aef0aaf4fc0" /><Relationship Type="http://schemas.openxmlformats.org/officeDocument/2006/relationships/image" Target="/ppt/media/image19.jpeg" Id="R17393c692e884398" /><Relationship Type="http://schemas.openxmlformats.org/officeDocument/2006/relationships/notesSlide" Target="/ppt/notesSlides/notesSlide181.xml" Id="Rf514710c4e0143a9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82fe3e8134f6d" /><Relationship Type="http://schemas.openxmlformats.org/officeDocument/2006/relationships/image" Target="/ppt/media/image20.jpeg" Id="R679d2b3fcc0346e0" /><Relationship Type="http://schemas.openxmlformats.org/officeDocument/2006/relationships/notesSlide" Target="/ppt/notesSlides/notesSlide182.xml" Id="R933864e3b8484336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f0ec490374fe4" /><Relationship Type="http://schemas.openxmlformats.org/officeDocument/2006/relationships/notesSlide" Target="/ppt/notesSlides/notesSlide183.xml" Id="Raa767d7babce4f60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96094cef04ba8" /><Relationship Type="http://schemas.openxmlformats.org/officeDocument/2006/relationships/notesSlide" Target="/ppt/notesSlides/notesSlide184.xml" Id="Rcbd83691456d47e8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77cae596148e2" /><Relationship Type="http://schemas.openxmlformats.org/officeDocument/2006/relationships/notesSlide" Target="/ppt/notesSlides/notesSlide185.xml" Id="R84028a6c829d4010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acf0eeae94987" /><Relationship Type="http://schemas.openxmlformats.org/officeDocument/2006/relationships/notesSlide" Target="/ppt/notesSlides/notesSlide186.xml" Id="Re1c713a1487e4530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5612dcb7c4161" /><Relationship Type="http://schemas.openxmlformats.org/officeDocument/2006/relationships/notesSlide" Target="/ppt/notesSlides/notesSlide187.xml" Id="R23d7db4fc7604b99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ea820422343b9" /><Relationship Type="http://schemas.openxmlformats.org/officeDocument/2006/relationships/notesSlide" Target="/ppt/notesSlides/notesSlide188.xml" Id="R10843ee7d4524d5b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7cfdc06a34575" /><Relationship Type="http://schemas.openxmlformats.org/officeDocument/2006/relationships/notesSlide" Target="/ppt/notesSlides/notesSlide189.xml" Id="R81c42bdc11e14596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505c7c8624e98" /><Relationship Type="http://schemas.openxmlformats.org/officeDocument/2006/relationships/notesSlide" Target="/ppt/notesSlides/notesSlide190.xml" Id="R43c9140313a849dc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deecd52a3432d" /><Relationship Type="http://schemas.openxmlformats.org/officeDocument/2006/relationships/notesSlide" Target="/ppt/notesSlides/notesSlide191.xml" Id="Ra3395a2466bd4bbe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841c2a4544983" /><Relationship Type="http://schemas.openxmlformats.org/officeDocument/2006/relationships/notesSlide" Target="/ppt/notesSlides/notesSlide192.xml" Id="Rf4a3c3f841d744cf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d6fbfb0634278" /><Relationship Type="http://schemas.openxmlformats.org/officeDocument/2006/relationships/notesSlide" Target="/ppt/notesSlides/notesSlide193.xml" Id="R6947eb31f5ce4f61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963c8ab4f42d7" /><Relationship Type="http://schemas.openxmlformats.org/officeDocument/2006/relationships/notesSlide" Target="/ppt/notesSlides/notesSlide194.xml" Id="Rc5cfa683c2c444ef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3911f48c34ac8" /><Relationship Type="http://schemas.openxmlformats.org/officeDocument/2006/relationships/notesSlide" Target="/ppt/notesSlides/notesSlide195.xml" Id="R9c250590a2634804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930a6c1d54e8b" /><Relationship Type="http://schemas.openxmlformats.org/officeDocument/2006/relationships/notesSlide" Target="/ppt/notesSlides/notesSlide196.xml" Id="R9010f7ca82474051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15078f00549e0" /><Relationship Type="http://schemas.openxmlformats.org/officeDocument/2006/relationships/notesSlide" Target="/ppt/notesSlides/notesSlide197.xml" Id="R21a56168561a4c4a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8c358ca6046d7" /><Relationship Type="http://schemas.openxmlformats.org/officeDocument/2006/relationships/notesSlide" Target="/ppt/notesSlides/notesSlide198.xml" Id="R3ad74a67b43a41c7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85c9d3a524a7e" /><Relationship Type="http://schemas.openxmlformats.org/officeDocument/2006/relationships/notesSlide" Target="/ppt/notesSlides/notesSlide199.xml" Id="R47c2ace8fad744ca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5af8898c5480a" /><Relationship Type="http://schemas.openxmlformats.org/officeDocument/2006/relationships/notesSlide" Target="/ppt/notesSlides/notesSlide200.xml" Id="R123290f4f2a74b07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3f202581f45bd" /><Relationship Type="http://schemas.openxmlformats.org/officeDocument/2006/relationships/notesSlide" Target="/ppt/notesSlides/notesSlide201.xml" Id="R98e9af33d3704751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312666a4b4ede" /><Relationship Type="http://schemas.openxmlformats.org/officeDocument/2006/relationships/notesSlide" Target="/ppt/notesSlides/notesSlide202.xml" Id="R6f4cf55907a74aab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bf67f4bd345f0" /><Relationship Type="http://schemas.openxmlformats.org/officeDocument/2006/relationships/notesSlide" Target="/ppt/notesSlides/notesSlide203.xml" Id="R49c22e873fc84d8f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a671e18b648d2" /><Relationship Type="http://schemas.openxmlformats.org/officeDocument/2006/relationships/notesSlide" Target="/ppt/notesSlides/notesSlide204.xml" Id="Rf849b71877a247e8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4014d88e6414f" /><Relationship Type="http://schemas.openxmlformats.org/officeDocument/2006/relationships/notesSlide" Target="/ppt/notesSlides/notesSlide205.xml" Id="R93b206ced72c4551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b09599e41479a" /><Relationship Type="http://schemas.openxmlformats.org/officeDocument/2006/relationships/notesSlide" Target="/ppt/notesSlides/notesSlide206.xml" Id="R24e8e40600de4aaf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375d69d204a14" /><Relationship Type="http://schemas.openxmlformats.org/officeDocument/2006/relationships/notesSlide" Target="/ppt/notesSlides/notesSlide207.xml" Id="Rdb05b4d463e94d57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f947f31494aca" /><Relationship Type="http://schemas.openxmlformats.org/officeDocument/2006/relationships/notesSlide" Target="/ppt/notesSlides/notesSlide208.xml" Id="R686c73c291d546d0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6f0b562dd4bdf" /><Relationship Type="http://schemas.openxmlformats.org/officeDocument/2006/relationships/notesSlide" Target="/ppt/notesSlides/notesSlide209.xml" Id="R088a3ab498824fb1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611e9941e4404" /><Relationship Type="http://schemas.openxmlformats.org/officeDocument/2006/relationships/notesSlide" Target="/ppt/notesSlides/notesSlide210.xml" Id="Ree6438c2b4334373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3b384a206407d" /><Relationship Type="http://schemas.openxmlformats.org/officeDocument/2006/relationships/notesSlide" Target="/ppt/notesSlides/notesSlide211.xml" Id="Rfeea9b2c3e634b0b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27cf73285464e" /><Relationship Type="http://schemas.openxmlformats.org/officeDocument/2006/relationships/notesSlide" Target="/ppt/notesSlides/notesSlide212.xml" Id="Rc07ed61a7455478f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5bf895d134a93" /><Relationship Type="http://schemas.openxmlformats.org/officeDocument/2006/relationships/notesSlide" Target="/ppt/notesSlides/notesSlide213.xml" Id="R9ecc54a56c3d4b17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f89092bc54fd9" /><Relationship Type="http://schemas.openxmlformats.org/officeDocument/2006/relationships/notesSlide" Target="/ppt/notesSlides/notesSlide214.xml" Id="R92e532bdb9154008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7cfd3df2d4f1d" /><Relationship Type="http://schemas.openxmlformats.org/officeDocument/2006/relationships/notesSlide" Target="/ppt/notesSlides/notesSlide215.xml" Id="R2e3cc1278a09407a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532d643c048c0" /><Relationship Type="http://schemas.openxmlformats.org/officeDocument/2006/relationships/notesSlide" Target="/ppt/notesSlides/notesSlide216.xml" Id="Rcad85ef22961415d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3c4452e644404" /><Relationship Type="http://schemas.openxmlformats.org/officeDocument/2006/relationships/notesSlide" Target="/ppt/notesSlides/notesSlide217.xml" Id="Radd2e583a4894161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372e1cd9048ba" /><Relationship Type="http://schemas.openxmlformats.org/officeDocument/2006/relationships/notesSlide" Target="/ppt/notesSlides/notesSlide218.xml" Id="R0fa323a5d2694efa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45840031c4dae" /><Relationship Type="http://schemas.openxmlformats.org/officeDocument/2006/relationships/image" Target="/ppt/media/image21.jpeg" Id="R346f7e3a24d54749" /><Relationship Type="http://schemas.openxmlformats.org/officeDocument/2006/relationships/notesSlide" Target="/ppt/notesSlides/notesSlide219.xml" Id="R5063eb3c32214bc7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2286b1b5c47dc" /><Relationship Type="http://schemas.openxmlformats.org/officeDocument/2006/relationships/image" Target="/ppt/media/image22.jpeg" Id="R21824427ce674cc1" /><Relationship Type="http://schemas.openxmlformats.org/officeDocument/2006/relationships/notesSlide" Target="/ppt/notesSlides/notesSlide220.xml" Id="R74e01bf0b1b2496c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8ffab0cec4bcb" /><Relationship Type="http://schemas.openxmlformats.org/officeDocument/2006/relationships/image" Target="/ppt/media/image23.jpeg" Id="Rb13cb4bc405e4427" /><Relationship Type="http://schemas.openxmlformats.org/officeDocument/2006/relationships/notesSlide" Target="/ppt/notesSlides/notesSlide221.xml" Id="R118ee1ea84294e19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a699bebea471e" /><Relationship Type="http://schemas.openxmlformats.org/officeDocument/2006/relationships/image" Target="/ppt/media/image24.jpeg" Id="R1e52d01cdae64c06" /><Relationship Type="http://schemas.openxmlformats.org/officeDocument/2006/relationships/notesSlide" Target="/ppt/notesSlides/notesSlide222.xml" Id="R462b0de061f1439d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cf3b9c1e14fdc" /><Relationship Type="http://schemas.openxmlformats.org/officeDocument/2006/relationships/notesSlide" Target="/ppt/notesSlides/notesSlide223.xml" Id="R4cc38717d399411e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adbbef91a4a1f" /><Relationship Type="http://schemas.openxmlformats.org/officeDocument/2006/relationships/notesSlide" Target="/ppt/notesSlides/notesSlide224.xml" Id="Re4c7dbc39b374c0a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7ca891914495b" /><Relationship Type="http://schemas.openxmlformats.org/officeDocument/2006/relationships/notesSlide" Target="/ppt/notesSlides/notesSlide225.xml" Id="Rffcd2b141a83488b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9e7d7e3384774" /><Relationship Type="http://schemas.openxmlformats.org/officeDocument/2006/relationships/notesSlide" Target="/ppt/notesSlides/notesSlide226.xml" Id="R670017a15fa3421b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4c4a987364ffb" /><Relationship Type="http://schemas.openxmlformats.org/officeDocument/2006/relationships/notesSlide" Target="/ppt/notesSlides/notesSlide227.xml" Id="R3bcad38ce75044d8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10b4c87504c90" /><Relationship Type="http://schemas.openxmlformats.org/officeDocument/2006/relationships/notesSlide" Target="/ppt/notesSlides/notesSlide228.xml" Id="R70c2bbfb2a8d4039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60d82b57e4c11" /><Relationship Type="http://schemas.openxmlformats.org/officeDocument/2006/relationships/notesSlide" Target="/ppt/notesSlides/notesSlide229.xml" Id="Rbe7bcd27b70b4971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5a50de98c4584" /><Relationship Type="http://schemas.openxmlformats.org/officeDocument/2006/relationships/notesSlide" Target="/ppt/notesSlides/notesSlide230.xml" Id="R29a875d120504f6a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c8e3a476b4ba4" /><Relationship Type="http://schemas.openxmlformats.org/officeDocument/2006/relationships/notesSlide" Target="/ppt/notesSlides/notesSlide231.xml" Id="R872821183fbb43af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0fb903bd9470f" /><Relationship Type="http://schemas.openxmlformats.org/officeDocument/2006/relationships/notesSlide" Target="/ppt/notesSlides/notesSlide232.xml" Id="Rea74962ac4c44d13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b5faae9c440e5" /><Relationship Type="http://schemas.openxmlformats.org/officeDocument/2006/relationships/notesSlide" Target="/ppt/notesSlides/notesSlide233.xml" Id="Re4e805cb645e4f66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2280f1d34441f" /><Relationship Type="http://schemas.openxmlformats.org/officeDocument/2006/relationships/notesSlide" Target="/ppt/notesSlides/notesSlide234.xml" Id="R12d9067fbf734f6a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fd2abdf9848e8" /><Relationship Type="http://schemas.openxmlformats.org/officeDocument/2006/relationships/notesSlide" Target="/ppt/notesSlides/notesSlide235.xml" Id="R2b5557904a6c4d32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9ec45dd074dfb" /><Relationship Type="http://schemas.openxmlformats.org/officeDocument/2006/relationships/notesSlide" Target="/ppt/notesSlides/notesSlide236.xml" Id="R3d235779e7774783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c5451a4c5477d" /><Relationship Type="http://schemas.openxmlformats.org/officeDocument/2006/relationships/notesSlide" Target="/ppt/notesSlides/notesSlide237.xml" Id="Re3ecca3e45f54efe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9262738f4487a" /><Relationship Type="http://schemas.openxmlformats.org/officeDocument/2006/relationships/notesSlide" Target="/ppt/notesSlides/notesSlide238.xml" Id="R05263584ada74826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0b834e0a44395" /><Relationship Type="http://schemas.openxmlformats.org/officeDocument/2006/relationships/notesSlide" Target="/ppt/notesSlides/notesSlide239.xml" Id="R2609b380b64e4ace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101061e514560" /><Relationship Type="http://schemas.openxmlformats.org/officeDocument/2006/relationships/notesSlide" Target="/ppt/notesSlides/notesSlide240.xml" Id="R8df0359da623405e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54cd48f08433e" /><Relationship Type="http://schemas.openxmlformats.org/officeDocument/2006/relationships/notesSlide" Target="/ppt/notesSlides/notesSlide241.xml" Id="R7e1939361e644ec8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0723cee2e4df7" /><Relationship Type="http://schemas.openxmlformats.org/officeDocument/2006/relationships/notesSlide" Target="/ppt/notesSlides/notesSlide242.xml" Id="Raf5a76a7b6c44df0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d9c77e47b48b3" /><Relationship Type="http://schemas.openxmlformats.org/officeDocument/2006/relationships/notesSlide" Target="/ppt/notesSlides/notesSlide243.xml" Id="Rb3272277b2234c57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30f14488748a2" /><Relationship Type="http://schemas.openxmlformats.org/officeDocument/2006/relationships/notesSlide" Target="/ppt/notesSlides/notesSlide244.xml" Id="R70ef623e2bb14c95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ae77a66204ab4" /><Relationship Type="http://schemas.openxmlformats.org/officeDocument/2006/relationships/notesSlide" Target="/ppt/notesSlides/notesSlide245.xml" Id="Rc11e8d126fbd4f0c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6f9bb60e54b91" /><Relationship Type="http://schemas.openxmlformats.org/officeDocument/2006/relationships/notesSlide" Target="/ppt/notesSlides/notesSlide246.xml" Id="R0586f9f130ff4359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95a17162a481e" /><Relationship Type="http://schemas.openxmlformats.org/officeDocument/2006/relationships/notesSlide" Target="/ppt/notesSlides/notesSlide247.xml" Id="R1f5b7210965e4b5e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8f1dc6b5c43e4" /><Relationship Type="http://schemas.openxmlformats.org/officeDocument/2006/relationships/notesSlide" Target="/ppt/notesSlides/notesSlide248.xml" Id="R0232bf7bee3d483e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1bf88ef454a6c" /><Relationship Type="http://schemas.openxmlformats.org/officeDocument/2006/relationships/notesSlide" Target="/ppt/notesSlides/notesSlide249.xml" Id="Rebf6e19a2bd74b64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162227e0e495c" /><Relationship Type="http://schemas.openxmlformats.org/officeDocument/2006/relationships/notesSlide" Target="/ppt/notesSlides/notesSlide250.xml" Id="R9370c7eb6bf4450e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fc9e91975438f" /><Relationship Type="http://schemas.openxmlformats.org/officeDocument/2006/relationships/notesSlide" Target="/ppt/notesSlides/notesSlide251.xml" Id="Rba1fb664091d4af7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6141bb7074704" /><Relationship Type="http://schemas.openxmlformats.org/officeDocument/2006/relationships/notesSlide" Target="/ppt/notesSlides/notesSlide252.xml" Id="R88e88988e10c49b3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dffeddd664c2e" /><Relationship Type="http://schemas.openxmlformats.org/officeDocument/2006/relationships/notesSlide" Target="/ppt/notesSlides/notesSlide253.xml" Id="R75ca71b11f084cc0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d24466dcd4175" /><Relationship Type="http://schemas.openxmlformats.org/officeDocument/2006/relationships/notesSlide" Target="/ppt/notesSlides/notesSlide254.xml" Id="Rde31c14e0b7343d2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384aa186a4eca" /><Relationship Type="http://schemas.openxmlformats.org/officeDocument/2006/relationships/notesSlide" Target="/ppt/notesSlides/notesSlide255.xml" Id="Rd64dca115d5f4391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da228f027412e" /><Relationship Type="http://schemas.openxmlformats.org/officeDocument/2006/relationships/notesSlide" Target="/ppt/notesSlides/notesSlide256.xml" Id="R80f7b672afcd4441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523331f514a62" /><Relationship Type="http://schemas.openxmlformats.org/officeDocument/2006/relationships/notesSlide" Target="/ppt/notesSlides/notesSlide257.xml" Id="R817e79014e9940a8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e9db4f0b34474" /><Relationship Type="http://schemas.openxmlformats.org/officeDocument/2006/relationships/notesSlide" Target="/ppt/notesSlides/notesSlide258.xml" Id="R2d141f7f94c84171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705b538d644a5" /><Relationship Type="http://schemas.openxmlformats.org/officeDocument/2006/relationships/image" Target="/ppt/media/image25.jpeg" Id="R7b870b62a9ba43e2" /><Relationship Type="http://schemas.openxmlformats.org/officeDocument/2006/relationships/notesSlide" Target="/ppt/notesSlides/notesSlide259.xml" Id="R1a60337689794ed7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c3bcbc88148fc" /><Relationship Type="http://schemas.openxmlformats.org/officeDocument/2006/relationships/image" Target="/ppt/media/image26.jpeg" Id="R8efe6aba9dd24552" /><Relationship Type="http://schemas.openxmlformats.org/officeDocument/2006/relationships/notesSlide" Target="/ppt/notesSlides/notesSlide260.xml" Id="R72df4c110640483b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56ec493ce4645" /><Relationship Type="http://schemas.openxmlformats.org/officeDocument/2006/relationships/image" Target="/ppt/media/image27.jpeg" Id="Rb3ab962989fb44ce" /><Relationship Type="http://schemas.openxmlformats.org/officeDocument/2006/relationships/notesSlide" Target="/ppt/notesSlides/notesSlide261.xml" Id="R08c1a9f864544250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5def47b444a15" /><Relationship Type="http://schemas.openxmlformats.org/officeDocument/2006/relationships/image" Target="/ppt/media/image28.jpeg" Id="R5e52d0137fb64e13" /><Relationship Type="http://schemas.openxmlformats.org/officeDocument/2006/relationships/notesSlide" Target="/ppt/notesSlides/notesSlide262.xml" Id="R2030c195c8c445c6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54d102ca94b44" /><Relationship Type="http://schemas.openxmlformats.org/officeDocument/2006/relationships/notesSlide" Target="/ppt/notesSlides/notesSlide263.xml" Id="R5559986abf1f484e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d45d3e8d74dae" /><Relationship Type="http://schemas.openxmlformats.org/officeDocument/2006/relationships/notesSlide" Target="/ppt/notesSlides/notesSlide264.xml" Id="Rd5f92b3fc34044bd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6f0f54a53454e" /><Relationship Type="http://schemas.openxmlformats.org/officeDocument/2006/relationships/notesSlide" Target="/ppt/notesSlides/notesSlide265.xml" Id="Rd292b947a0ae4f72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91c36e6724b54" /><Relationship Type="http://schemas.openxmlformats.org/officeDocument/2006/relationships/notesSlide" Target="/ppt/notesSlides/notesSlide266.xml" Id="R837c8305c878466e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24b4c739e44d9" /><Relationship Type="http://schemas.openxmlformats.org/officeDocument/2006/relationships/notesSlide" Target="/ppt/notesSlides/notesSlide267.xml" Id="Ra03329b893a94e6c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ffbe019f84129" /><Relationship Type="http://schemas.openxmlformats.org/officeDocument/2006/relationships/notesSlide" Target="/ppt/notesSlides/notesSlide268.xml" Id="R0f1db9d25c224a56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54e7720aa4961" /><Relationship Type="http://schemas.openxmlformats.org/officeDocument/2006/relationships/notesSlide" Target="/ppt/notesSlides/notesSlide269.xml" Id="Rf9e749fa6c424cda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3ed982bf94587" /><Relationship Type="http://schemas.openxmlformats.org/officeDocument/2006/relationships/notesSlide" Target="/ppt/notesSlides/notesSlide270.xml" Id="R3281de8f88bd4136" /></Relationships>
</file>

<file path=ppt/slides/_rels/slide2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c8c29ed2745a7" /><Relationship Type="http://schemas.openxmlformats.org/officeDocument/2006/relationships/notesSlide" Target="/ppt/notesSlides/notesSlide271.xml" Id="R91f0e7b045d84f5d" /></Relationships>
</file>

<file path=ppt/slides/_rels/slide2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acc3aeb344d3f" /><Relationship Type="http://schemas.openxmlformats.org/officeDocument/2006/relationships/notesSlide" Target="/ppt/notesSlides/notesSlide272.xml" Id="R162c6e9685ed4180" /></Relationships>
</file>

<file path=ppt/slides/_rels/slide2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2d1fb45084fd2" /><Relationship Type="http://schemas.openxmlformats.org/officeDocument/2006/relationships/notesSlide" Target="/ppt/notesSlides/notesSlide273.xml" Id="R8a3287743ea347ab" /></Relationships>
</file>

<file path=ppt/slides/_rels/slide2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abd7c70d84632" /><Relationship Type="http://schemas.openxmlformats.org/officeDocument/2006/relationships/notesSlide" Target="/ppt/notesSlides/notesSlide274.xml" Id="Ra1cd1d49b620493d" /></Relationships>
</file>

<file path=ppt/slides/_rels/slide2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d663137714e41" /><Relationship Type="http://schemas.openxmlformats.org/officeDocument/2006/relationships/notesSlide" Target="/ppt/notesSlides/notesSlide275.xml" Id="Rd3dec02156dd47a3" /></Relationships>
</file>

<file path=ppt/slides/_rels/slide2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e98a8818b4797" /><Relationship Type="http://schemas.openxmlformats.org/officeDocument/2006/relationships/notesSlide" Target="/ppt/notesSlides/notesSlide276.xml" Id="Rc7d4166630a14f98" /></Relationships>
</file>

<file path=ppt/slides/_rels/slide2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1ccb985854eeb" /><Relationship Type="http://schemas.openxmlformats.org/officeDocument/2006/relationships/notesSlide" Target="/ppt/notesSlides/notesSlide277.xml" Id="R8792e8115b1a4219" /></Relationships>
</file>

<file path=ppt/slides/_rels/slide2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2f4da0cb6417b" /><Relationship Type="http://schemas.openxmlformats.org/officeDocument/2006/relationships/notesSlide" Target="/ppt/notesSlides/notesSlide278.xml" Id="R37f125d1db0240b6" /></Relationships>
</file>

<file path=ppt/slides/_rels/slide2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646e8127743b1" /><Relationship Type="http://schemas.openxmlformats.org/officeDocument/2006/relationships/notesSlide" Target="/ppt/notesSlides/notesSlide279.xml" Id="Rd411c3262ee147ef" /></Relationships>
</file>

<file path=ppt/slides/_rels/slide2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040571c284980" /><Relationship Type="http://schemas.openxmlformats.org/officeDocument/2006/relationships/notesSlide" Target="/ppt/notesSlides/notesSlide280.xml" Id="R1d41a6a5265a4756" /></Relationships>
</file>

<file path=ppt/slides/_rels/slide2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84d34458d4c07" /><Relationship Type="http://schemas.openxmlformats.org/officeDocument/2006/relationships/notesSlide" Target="/ppt/notesSlides/notesSlide281.xml" Id="R35c5dc0446f74cf3" /></Relationships>
</file>

<file path=ppt/slides/_rels/slide2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1ee70fe6c43f1" /><Relationship Type="http://schemas.openxmlformats.org/officeDocument/2006/relationships/notesSlide" Target="/ppt/notesSlides/notesSlide282.xml" Id="R4f52c08b28bb4e4f" /></Relationships>
</file>

<file path=ppt/slides/_rels/slide2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c92a269534538" /><Relationship Type="http://schemas.openxmlformats.org/officeDocument/2006/relationships/notesSlide" Target="/ppt/notesSlides/notesSlide283.xml" Id="R57388bd6df784768" /></Relationships>
</file>

<file path=ppt/slides/_rels/slide2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be4b4d515414d" /><Relationship Type="http://schemas.openxmlformats.org/officeDocument/2006/relationships/notesSlide" Target="/ppt/notesSlides/notesSlide284.xml" Id="R506a68caa01e4ab7" /></Relationships>
</file>

<file path=ppt/slides/_rels/slide2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c6de747964755" /><Relationship Type="http://schemas.openxmlformats.org/officeDocument/2006/relationships/notesSlide" Target="/ppt/notesSlides/notesSlide285.xml" Id="R8bb79629ea854c8c" /></Relationships>
</file>

<file path=ppt/slides/_rels/slide2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920b02a86485a" /><Relationship Type="http://schemas.openxmlformats.org/officeDocument/2006/relationships/notesSlide" Target="/ppt/notesSlides/notesSlide286.xml" Id="Re92bbc4915cb4cf8" /></Relationships>
</file>

<file path=ppt/slides/_rels/slide2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60310adb943cb" /><Relationship Type="http://schemas.openxmlformats.org/officeDocument/2006/relationships/notesSlide" Target="/ppt/notesSlides/notesSlide287.xml" Id="Rab2c76eeb5414db1" /></Relationships>
</file>

<file path=ppt/slides/_rels/slide2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fb1afc71a43f6" /><Relationship Type="http://schemas.openxmlformats.org/officeDocument/2006/relationships/notesSlide" Target="/ppt/notesSlides/notesSlide288.xml" Id="Rb3768ebbbd634d99" /></Relationships>
</file>

<file path=ppt/slides/_rels/slide2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8cd7f3fe94695" /><Relationship Type="http://schemas.openxmlformats.org/officeDocument/2006/relationships/notesSlide" Target="/ppt/notesSlides/notesSlide289.xml" Id="R62806d6b810e4341" /></Relationships>
</file>

<file path=ppt/slides/_rels/slide2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77df464b9431e" /><Relationship Type="http://schemas.openxmlformats.org/officeDocument/2006/relationships/notesSlide" Target="/ppt/notesSlides/notesSlide290.xml" Id="R5cbfde1d8018425f" /></Relationships>
</file>

<file path=ppt/slides/_rels/slide2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fd43f65474a73" /><Relationship Type="http://schemas.openxmlformats.org/officeDocument/2006/relationships/notesSlide" Target="/ppt/notesSlides/notesSlide291.xml" Id="Rfa4fcf7ba87f43b4" /></Relationships>
</file>

<file path=ppt/slides/_rels/slide2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90dde84ba4b0b" /><Relationship Type="http://schemas.openxmlformats.org/officeDocument/2006/relationships/notesSlide" Target="/ppt/notesSlides/notesSlide292.xml" Id="Re669ab7cd7b243c3" /></Relationships>
</file>

<file path=ppt/slides/_rels/slide2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0e0fd17d14cc3" /><Relationship Type="http://schemas.openxmlformats.org/officeDocument/2006/relationships/notesSlide" Target="/ppt/notesSlides/notesSlide293.xml" Id="R7eca102cbf944473" /></Relationships>
</file>

<file path=ppt/slides/_rels/slide2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91b1323e44b70" /><Relationship Type="http://schemas.openxmlformats.org/officeDocument/2006/relationships/notesSlide" Target="/ppt/notesSlides/notesSlide294.xml" Id="R98b54c5677f74739" /></Relationships>
</file>

<file path=ppt/slides/_rels/slide2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bbd1eabd94908" /><Relationship Type="http://schemas.openxmlformats.org/officeDocument/2006/relationships/notesSlide" Target="/ppt/notesSlides/notesSlide295.xml" Id="Rf0935ce570f74df8" /></Relationships>
</file>

<file path=ppt/slides/_rels/slide2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f9221f37b48b9" /><Relationship Type="http://schemas.openxmlformats.org/officeDocument/2006/relationships/notesSlide" Target="/ppt/notesSlides/notesSlide296.xml" Id="Rc6c4ed72f46040f4" /></Relationships>
</file>

<file path=ppt/slides/_rels/slide2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c1194047f4e5d" /><Relationship Type="http://schemas.openxmlformats.org/officeDocument/2006/relationships/notesSlide" Target="/ppt/notesSlides/notesSlide297.xml" Id="Rdbb50550a0414a92" /></Relationships>
</file>

<file path=ppt/slides/_rels/slide2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f60f832564d50" /><Relationship Type="http://schemas.openxmlformats.org/officeDocument/2006/relationships/image" Target="/ppt/media/image29.jpeg" Id="Rb2c49f9e579247b7" /><Relationship Type="http://schemas.openxmlformats.org/officeDocument/2006/relationships/notesSlide" Target="/ppt/notesSlides/notesSlide298.xml" Id="Rd71b716e34d94fe6" /></Relationships>
</file>

<file path=ppt/slides/_rels/slide2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d6c97ae7341a6" /><Relationship Type="http://schemas.openxmlformats.org/officeDocument/2006/relationships/image" Target="/ppt/media/image30.jpeg" Id="R742922b4959d4542" /><Relationship Type="http://schemas.openxmlformats.org/officeDocument/2006/relationships/notesSlide" Target="/ppt/notesSlides/notesSlide299.xml" Id="R92f4f8d2c9614dd9" /></Relationships>
</file>

<file path=ppt/slides/_rels/slide3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2af2c66a8484f" /><Relationship Type="http://schemas.openxmlformats.org/officeDocument/2006/relationships/image" Target="/ppt/media/image31.jpeg" Id="R4a30d6cf1cb34ae7" /><Relationship Type="http://schemas.openxmlformats.org/officeDocument/2006/relationships/notesSlide" Target="/ppt/notesSlides/notesSlide300.xml" Id="R6e7ab72471f74661" /></Relationships>
</file>

<file path=ppt/slides/_rels/slide3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01ac6bd3b4a2a" /><Relationship Type="http://schemas.openxmlformats.org/officeDocument/2006/relationships/image" Target="/ppt/media/image32.jpeg" Id="Rcd9908a261eb4723" /><Relationship Type="http://schemas.openxmlformats.org/officeDocument/2006/relationships/notesSlide" Target="/ppt/notesSlides/notesSlide301.xml" Id="R339803257a1a41ca" /></Relationships>
</file>

<file path=ppt/slides/_rels/slide3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7aac0c1694f08" /><Relationship Type="http://schemas.openxmlformats.org/officeDocument/2006/relationships/image" Target="/ppt/media/image33.jpeg" Id="R0a771718e0cf4a59" /><Relationship Type="http://schemas.openxmlformats.org/officeDocument/2006/relationships/notesSlide" Target="/ppt/notesSlides/notesSlide302.xml" Id="Rde794e72b8f043ed" /></Relationships>
</file>

<file path=ppt/slides/_rels/slide3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bbe75071a460f" /><Relationship Type="http://schemas.openxmlformats.org/officeDocument/2006/relationships/notesSlide" Target="/ppt/notesSlides/notesSlide303.xml" Id="Re2f093d8b65f4776" /></Relationships>
</file>

<file path=ppt/slides/_rels/slide3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ded18de7b4b50" /><Relationship Type="http://schemas.openxmlformats.org/officeDocument/2006/relationships/notesSlide" Target="/ppt/notesSlides/notesSlide304.xml" Id="Rdd6fcc69490f4a8f" /></Relationships>
</file>

<file path=ppt/slides/_rels/slide3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e46086c8744bc" /><Relationship Type="http://schemas.openxmlformats.org/officeDocument/2006/relationships/notesSlide" Target="/ppt/notesSlides/notesSlide305.xml" Id="Rcc1fed57d14f4611" /></Relationships>
</file>

<file path=ppt/slides/_rels/slide3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594ce0e58420c" /><Relationship Type="http://schemas.openxmlformats.org/officeDocument/2006/relationships/notesSlide" Target="/ppt/notesSlides/notesSlide306.xml" Id="Rdd6d0f073d5043e6" /></Relationships>
</file>

<file path=ppt/slides/_rels/slide3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f672f5bf246de" /><Relationship Type="http://schemas.openxmlformats.org/officeDocument/2006/relationships/notesSlide" Target="/ppt/notesSlides/notesSlide307.xml" Id="Ra511c2929f4f4a14" /></Relationships>
</file>

<file path=ppt/slides/_rels/slide3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1f6c37dff4a8f" /><Relationship Type="http://schemas.openxmlformats.org/officeDocument/2006/relationships/notesSlide" Target="/ppt/notesSlides/notesSlide308.xml" Id="R9e96827c489f4923" /></Relationships>
</file>

<file path=ppt/slides/_rels/slide3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fb00c10ca4ec7" /><Relationship Type="http://schemas.openxmlformats.org/officeDocument/2006/relationships/notesSlide" Target="/ppt/notesSlides/notesSlide309.xml" Id="R986bd452f4af426d" /></Relationships>
</file>

<file path=ppt/slides/_rels/slide3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325dfe5a64891" /><Relationship Type="http://schemas.openxmlformats.org/officeDocument/2006/relationships/notesSlide" Target="/ppt/notesSlides/notesSlide310.xml" Id="R1e933724eed446ec" /></Relationships>
</file>

<file path=ppt/slides/_rels/slide3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2228b03184acf" /><Relationship Type="http://schemas.openxmlformats.org/officeDocument/2006/relationships/notesSlide" Target="/ppt/notesSlides/notesSlide311.xml" Id="Rccda6f4ab40b4f75" /></Relationships>
</file>

<file path=ppt/slides/_rels/slide3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86f41d1e44c09" /><Relationship Type="http://schemas.openxmlformats.org/officeDocument/2006/relationships/notesSlide" Target="/ppt/notesSlides/notesSlide312.xml" Id="R5d7ae2f83a524865" /></Relationships>
</file>

<file path=ppt/slides/_rels/slide3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8a9d64fed4ebb" /><Relationship Type="http://schemas.openxmlformats.org/officeDocument/2006/relationships/notesSlide" Target="/ppt/notesSlides/notesSlide313.xml" Id="R707e2fdf44b74781" /></Relationships>
</file>

<file path=ppt/slides/_rels/slide3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6d9f68fa94335" /><Relationship Type="http://schemas.openxmlformats.org/officeDocument/2006/relationships/notesSlide" Target="/ppt/notesSlides/notesSlide314.xml" Id="R893f0f56a54548e8" /></Relationships>
</file>

<file path=ppt/slides/_rels/slide3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efcce5bdd46ce" /><Relationship Type="http://schemas.openxmlformats.org/officeDocument/2006/relationships/notesSlide" Target="/ppt/notesSlides/notesSlide315.xml" Id="Rd9c1aa08c65f4abd" /></Relationships>
</file>

<file path=ppt/slides/_rels/slide3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1abf374664aad" /><Relationship Type="http://schemas.openxmlformats.org/officeDocument/2006/relationships/notesSlide" Target="/ppt/notesSlides/notesSlide316.xml" Id="R9146067c163b4918" /></Relationships>
</file>

<file path=ppt/slides/_rels/slide3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7d4112fae4d4f" /><Relationship Type="http://schemas.openxmlformats.org/officeDocument/2006/relationships/notesSlide" Target="/ppt/notesSlides/notesSlide317.xml" Id="R9da04c214a594b8c" /></Relationships>
</file>

<file path=ppt/slides/_rels/slide3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3e2547f784780" /><Relationship Type="http://schemas.openxmlformats.org/officeDocument/2006/relationships/notesSlide" Target="/ppt/notesSlides/notesSlide318.xml" Id="Rd1f5933f1b6e4baa" /></Relationships>
</file>

<file path=ppt/slides/_rels/slide3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24f5fa7b94e43" /><Relationship Type="http://schemas.openxmlformats.org/officeDocument/2006/relationships/notesSlide" Target="/ppt/notesSlides/notesSlide319.xml" Id="R16841dd8587a4fbd" /></Relationships>
</file>

<file path=ppt/slides/_rels/slide3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4602a02514ee9" /><Relationship Type="http://schemas.openxmlformats.org/officeDocument/2006/relationships/notesSlide" Target="/ppt/notesSlides/notesSlide320.xml" Id="Rcaadd85de20145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F9E05-2FDA-4B9D-8B53-1F98B748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3D702-42FF-4EA2-8758-FF263107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IPA · 40H PROJECT 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F0E44-A4DF-4A50-8D9D-A4E225F2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10096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2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2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LLM Agent &amp;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52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2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9579E-F467-4CE2-88B0-7D0EA7D9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코드 리뷰 · 회의 기록 · 검증 가능한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9818E-4C4A-4AAB-853E-822AD69E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9F33C-E0DD-49FF-A8D6-3A287D4A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차성재  |  무신사 Agentic AI Side PM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서울시립대·아주대 AI 겸임교수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CC5E8-2DEE-4451-B61E-AADD3F8B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482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3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2026.08.23 SUN</a:t>
            </a:r>
          </a:p>
          <a:p xmlns:a="http://schemas.openxmlformats.org/drawingml/2006/main">
            <a:pPr algn="r">
              <a:lnSpc>
                <a:spcPct val="120000"/>
              </a:lnSpc>
              <a:buNone/>
              <a:defRPr sz="13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09:00–18:00</a:t>
            </a:r>
          </a:p>
          <a:p xmlns:a="http://schemas.openxmlformats.org/drawingml/2006/main">
            <a:pPr algn="r">
              <a:lnSpc>
                <a:spcPct val="120000"/>
              </a:lnSpc>
              <a:buNone/>
              <a:defRPr sz="13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Lunch 14:00–15:00</a:t>
            </a:r>
          </a:p>
        </p:txBody>
      </p:sp>
    </p:spTree>
    <p:extLst>
      <p:ext uri="{BB962C8B-B14F-4D97-AF65-F5344CB8AC3E}">
        <p14:creationId xmlns:p14="http://schemas.microsoft.com/office/powerpoint/2010/main" val="225079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FAC874-DBCF-4377-801C-D29AD0AA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HOUR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7F2B4-3925-4B97-94F7-1B03E65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09:00–10:00 · 이 시간의 40장 사용법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48F91-24A0-4BD9-B5B2-1ECF4BF7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3922C-94DB-455C-8EE5-1F290BA6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1D355-1268-4913-A0B7-1DC847D3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7D1CA-0DBA-4F25-849E-5EB34141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2D178-7456-4008-B15C-AFD644A3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수업이 끝날 때 “어떤 모델을 썼는가”보다 “어떤 업무를 어떤 증거와 통제로 바꿨는가”를 설명합니다.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752D2-A05C-4CF0-ABB4-D7650DCA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28D2E-F0FC-4963-953D-7F7E86E7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08A48-BD0E-4803-B44A-1C0410FF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장 한 주장으로 업무 의미를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223C3-08C6-406E-8CDC-374D00B0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3E77F-DB06-4D66-B9CB-24DE9A10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DA092-80C7-4D3F-8A6A-2E3AFB8C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공식 문서와 실제 실행 위치를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E377B-79DC-4ADF-A4BE-38CD369B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359C6-CE41-4DFC-9AE7-2E5FB8F8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따라하기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D9F6C-2426-4A88-8FEA-1A0B3DF8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강사의 작은 단위를 같은 순서로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9D002-1551-4F84-9C1A-3DDC72C6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0192B-0D4B-4828-AB35-1C832FF2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실패·복구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34953-921C-4CAD-A467-1D45688F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코드를 분류하고 대체 경로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A8845-5608-499B-9085-72A7C9D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C45BB-2B0F-4D97-A292-F10A85D3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B07B7-0A74-445C-A97B-D4C32E1A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파일·테스트·commit·설명으로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8236278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B10D9-7F18-4212-B1A2-A8848B41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INSTRUCTOR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99218-5173-4748-87BB-4E284AEB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현재 역할 · Agent 제품을 운영하는 PM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DFD57-A1F3-4FE7-A8D5-02B1DEA9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6CEF3-81C0-43FA-84B5-6BA658AB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EF080-C3AC-4968-AAC5-612DFD7D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F8D35-2EDF-402C-9AD9-35CB7E30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67D95-0F2E-4D6C-A620-52DF3F35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DFA42-510D-4F4B-99F7-83BA33DC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고객 접점 Agent는 모델 데모가 아니라 제품 운영 문제다.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4F4F5-8C62-48E6-85DC-B6D67812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Agent AID Chat·쇼핑 탐색·상품정보 / Voice Agent·AI 해설 / SEO/GEO·모두의AI</a:t>
            </a:r>
          </a:p>
        </p:txBody>
      </p:sp>
    </p:spTree>
    <p:extLst>
      <p:ext uri="{BB962C8B-B14F-4D97-AF65-F5344CB8AC3E}">
        <p14:creationId xmlns:p14="http://schemas.microsoft.com/office/powerpoint/2010/main" val="16651946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D7DE1-BD16-4634-869D-C775C38E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CAREER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E643F-E383-4955-BBF3-43E1961D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산업 경력 · 모델보다 문제를 따라 이동했다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D7434-8E38-4CC3-ABE1-224A9EB0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58681-F25D-4460-9224-4F1ACF2D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D3D39-89AC-432D-958F-ED6D0C83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BEA7D-6E29-43A0-B8FD-C0C11794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DA46B-256D-4F7A-B6D9-4D1701A3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금융/ML → 의료/DL → 교육/LLM → 이커머스/Agent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7A469-11A3-48BF-A908-6A2AE31E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87CC4-0B6E-4956-B7D4-52D5B74C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에이젠글로벌 · 금융 AutoML·MLOps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AE191-6678-4FF3-B517-573261A5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B3DF7-8204-451E-BFFD-D4220D87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아이넥스코퍼레이션 · 의료 실시간 영상 CVOps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2AD21-54C3-4A78-BB50-6D28B7AD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56CED-F87B-4B02-BA8C-12857F47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크레버스 · 교육 7만 명 평가 LLMOps·AICC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B376F-36CB-498A-86F8-D6BCA091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F5BBE-75E3-4068-8BDD-6665A9CA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무신사 · 이커머스 Agentic AI 제품</a:t>
            </a:r>
          </a:p>
        </p:txBody>
      </p:sp>
    </p:spTree>
    <p:extLst>
      <p:ext uri="{BB962C8B-B14F-4D97-AF65-F5344CB8AC3E}">
        <p14:creationId xmlns:p14="http://schemas.microsoft.com/office/powerpoint/2010/main" val="621272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1D46E-6CE3-44A1-8763-A5383F5E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FIELD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A13A4-7B1D-4FA8-81C9-04D27355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교육 LLMOps · 3–5일을 약 10초로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9420C-294E-4774-A5BD-44984767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4F258-184D-47D8-BAD8-A700163B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E771F-09AF-4C0C-9BE8-3ED47372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6C237-B7FF-4363-B29B-77988FC3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A829A-4FE5-48AE-ADC0-6775E9FB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E4407-4E62-4AF2-9EB6-BDA96E60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대규모 평가 자동화는 정확도만으로 끝나지 않았다.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59EBD-E5EB-4A52-803F-66284309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평가 기준 정렬 / 사람 평가와 품질 비교 / 비용·시간·운영 예외를 함께 설계</a:t>
            </a:r>
          </a:p>
        </p:txBody>
      </p:sp>
    </p:spTree>
    <p:extLst>
      <p:ext uri="{BB962C8B-B14F-4D97-AF65-F5344CB8AC3E}">
        <p14:creationId xmlns:p14="http://schemas.microsoft.com/office/powerpoint/2010/main" val="9169538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512EF-878C-4C08-9A8F-0B380ED8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TEACHING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9C90B-EE6D-45A5-ADBE-23F7AB9F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두 대학과 기업 AX를 잇는 수업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9B462-6893-464E-ABF3-36D6CFA2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B6F34-BFA6-42FD-A3BB-892AF3D5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A3EF3-83D7-42E4-912D-B358B1D4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5A7C3-74A5-4A9C-A27C-6768991B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BAEA3-3E0F-487D-BBD3-D2DFAE47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DataAnalysis·ML·MLOps·LLMOps가 하나의 서비스 생애주기로 만난다.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613AA-985E-4DC2-9AAA-700BA280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63650-05EA-46E5-B56C-B28BFF06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서울시립대·아주대 겸임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3B351-CC89-4B6D-8B03-D7911A3E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678EF-C7EB-4E3C-930F-CD44F56E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KT·Kakao 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CFABF-D596-47D6-8535-77AC0C5A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C177F-242B-46E2-B5B2-7B3F3D07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연구 AX·AI Native 멘토링·심사</a:t>
            </a:r>
          </a:p>
        </p:txBody>
      </p:sp>
    </p:spTree>
    <p:extLst>
      <p:ext uri="{BB962C8B-B14F-4D97-AF65-F5344CB8AC3E}">
        <p14:creationId xmlns:p14="http://schemas.microsoft.com/office/powerpoint/2010/main" val="1201139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8BC2C-76C8-467E-9439-9004C78B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F2A74-38A0-4556-967E-54F1119D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40시간 뒤 남아야 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A7BC0-EB80-4C8E-9E89-5734BA2D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92B63-2AC7-4321-A4C1-A7D83509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4CCF4-2112-4E79-B0CB-A34F9540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DFE05-3907-4B40-9EDB-D82A9FFB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1B7F8-E25B-4FF4-A211-975F6ABF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A0D22-3F12-46F9-AEC4-FE258A04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“AI를 써봤다”가 아니라 “검증 가능한 업무 Agent를 운영했다”.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7C243-7DD1-4B8C-82A3-511F9FF2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STT·LLM·Tool / LangChain·LangGraph / Human Approval·LangSmith·Git 증거</a:t>
            </a:r>
          </a:p>
        </p:txBody>
      </p:sp>
    </p:spTree>
    <p:extLst>
      <p:ext uri="{BB962C8B-B14F-4D97-AF65-F5344CB8AC3E}">
        <p14:creationId xmlns:p14="http://schemas.microsoft.com/office/powerpoint/2010/main" val="377528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6FC06-5D49-48DA-B7E9-90A72267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6A9D5-2AC7-4170-B62C-9D7A5403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5일은 하나의 제품을 누적한다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FB8D2-5C6B-4FCF-8CCA-F621B09A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59FCC-0180-4D07-8546-8BC054EC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D7374-98E8-4CC7-A31F-A5FE8E3E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5868D-79A6-4060-A2B0-37FFAFF2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93B76-6A13-4E40-8325-44FE4CAE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K-Work Copilot은 회의와 코드 변경을 검토 가능한 업무 기록으로 바꾼다.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45D01-A6DF-4803-9FA1-E2F71602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86A03-D69F-4D3D-9313-7CF86B94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Day2 STT·회의록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F59E6-E315-4E8C-96DA-41D36333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FA370-C2E1-457F-8878-E1B472B1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Day3 코드 리뷰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7F6E1-7A89-4786-B68F-A410B6F7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04F52-769D-45D2-A017-594F4FFD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Day4 GitHub·Graph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14C9D-29C9-4138-AE63-96B88B98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EDAFD-7B2C-496A-ABD6-EAFFAD56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Day5 관측·평가·발표</a:t>
            </a:r>
          </a:p>
        </p:txBody>
      </p:sp>
    </p:spTree>
    <p:extLst>
      <p:ext uri="{BB962C8B-B14F-4D97-AF65-F5344CB8AC3E}">
        <p14:creationId xmlns:p14="http://schemas.microsoft.com/office/powerpoint/2010/main" val="11398031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A5616-4983-4B6D-A807-792A98A9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A7B7F-AF9C-4CC6-BF20-203CB45A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8/23은 점심 시간이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2505B-1CAD-46AC-A2FC-70918B4A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052C0-D47A-4A22-A21D-F87642C7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07356-005E-4A2F-B686-A2CE1EEE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0FF45-D2D1-4C4F-8F65-40BD935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CFC91-2243-4F4B-B908-AF6678C5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4E459-08BE-4014-974A-0A9C48F1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첫날은 09–14 다섯 시간, 15–18 세 시간으로 운영한다.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FFC89-3834-4257-B2B8-F0C5FF58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09–14 오전·정오 연속 / 14–15 점심 / 15–18 오후 / 다른 날은 12–13 점심</a:t>
            </a:r>
          </a:p>
        </p:txBody>
      </p:sp>
    </p:spTree>
    <p:extLst>
      <p:ext uri="{BB962C8B-B14F-4D97-AF65-F5344CB8AC3E}">
        <p14:creationId xmlns:p14="http://schemas.microsoft.com/office/powerpoint/2010/main" val="3815791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A9029-55FF-4878-A200-BA2E8646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B3082-A380-4C46-9B0E-FE92EE98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재직자와 구직자는 같은 기술을 다르게 증명한다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EF679-1660-4396-A048-D87B3B41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ABB35-2A8C-466A-981C-A05C2C04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0FAB9-9E68-4659-B4FD-19B1BEEA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1BFF3-958F-4A13-A0F2-D87E2DEB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28197-9ECF-4D1E-87C7-8C6FEBCA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재직자는 도입 통제, 구직자는 재현 가능한 포트폴리오를 강조한다.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625DA-C922-4425-8DD4-C991BF2A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A09A9-FD4E-41D2-957A-819CA124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재직자: 보안·업무시간·승인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23E08-FF48-4B51-AF8A-444ED669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D1777-EB9A-45F7-B061-A3ECB82C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구직자: README·테스트·Git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244ED-4D93-4D02-A3D8-AC204302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A74A1-EE7F-49E4-94F0-58B76822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공통: 실제 demo</a:t>
            </a:r>
          </a:p>
        </p:txBody>
      </p:sp>
    </p:spTree>
    <p:extLst>
      <p:ext uri="{BB962C8B-B14F-4D97-AF65-F5344CB8AC3E}">
        <p14:creationId xmlns:p14="http://schemas.microsoft.com/office/powerpoint/2010/main" val="8466879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25C47-0E6C-4556-9102-1BA95143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680A6-24CC-430F-96F6-40C5FBC8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Chatbot과 Agent를 가르는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FAF09-CC16-4D50-B7C7-FB6A3D28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D38B7-91A8-4203-B82F-2F4A3C93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94054-B648-45A7-9A0E-551AB1DC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74085-0FFD-4AEB-BDCD-8F5924F9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F84E0-0D82-4659-9F97-EE526BE2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86B26-B263-4471-8539-20743CEB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모델이 답했는가가 아니라 상태를 보고 도구를 선택·검증했는가를 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62356-26C1-4CF1-8263-A684F323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대화 생성 / 도구 선택 / 결과 관찰 / 다음 행동·중단 판단</a:t>
            </a:r>
          </a:p>
        </p:txBody>
      </p:sp>
    </p:spTree>
    <p:extLst>
      <p:ext uri="{BB962C8B-B14F-4D97-AF65-F5344CB8AC3E}">
        <p14:creationId xmlns:p14="http://schemas.microsoft.com/office/powerpoint/2010/main" val="16480275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9E223-8980-431C-939C-EF936217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6BC02-74DF-4075-BA88-41D9FB3D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좋은 Agent의 첫 기준은 통제 가능성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0F51D-6BD6-46DB-8F5D-114F7430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B7FDA-2514-4488-A3B3-0DE112E6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34174-2BAC-40CF-8CBD-9B09E3B6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5EAC1-8E45-4E58-BA53-8C717E7D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8759B-6D56-4D83-AED9-5F5B90DB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정확한 한 번보다 실패해도 안전하게 멈추는 흐름이 먼저다.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70CB8-AD71-4179-8DDA-4ABCF18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30983-4291-4B64-B752-64B6E2C3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허용 도구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7A7B5-818F-46F7-93D8-763615C4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3FA96-B9E5-4611-B1F1-203D8C9A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1EE22-5495-4B4A-AC55-07A1A77B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4172C-E8CA-40A4-979F-0F837484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timeout·retry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1F3A5-57E3-436F-BC4E-AEC85009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488BB-4957-4C25-A4F3-F1491890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승인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A2987-0E68-49AD-A555-09A25EAD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05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B179D-21C9-4A9C-881C-325A229A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trace·평가</a:t>
            </a:r>
          </a:p>
        </p:txBody>
      </p:sp>
    </p:spTree>
    <p:extLst>
      <p:ext uri="{BB962C8B-B14F-4D97-AF65-F5344CB8AC3E}">
        <p14:creationId xmlns:p14="http://schemas.microsoft.com/office/powerpoint/2010/main" val="5091639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C1BB44-96E3-4857-A714-0409EA36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ECBB2-6BF6-41BE-BF87-2548347E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수업 운영 루프 · SEE–COPY–BREAK–PROVE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25011-8572-4EB9-BCED-774AA084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B77CF-70B2-4785-BA66-758A089E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AC3FF-91EB-4664-99BC-BFC3E348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76F16-5B38-40A4-B509-D2CC6189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D7157-D1EC-4BA5-96FF-84622CF6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32245-DC97-468A-A8F2-F15174AC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57C28-13F3-46AC-BC67-10114615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174EB-43F8-4F8F-B7D4-4F8A4C7E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0F03C-57F4-4141-AADE-F33D1390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DF1EF-E69D-47A6-9F24-4E8575A9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3892D-987C-4D6A-8780-3A7A34EA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강사의 완성 흐름을 먼저 본다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CC396-98B3-4761-AB53-64FCF2A1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527CC-9FA5-4234-904B-EFB645FF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3082B-6890-4B96-BF5F-A1F28570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7DE85-FEE8-4470-AA2E-2CEB3E8E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같은 최소 단위를 따라 한다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FE16E-F9FF-4C83-A471-162E949C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F726C-DC25-42B1-AECE-F64DC5A2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3C3E3-EB5C-460A-ACF2-93B56965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BREAK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141234-AA85-40D1-ABAD-75C63B1B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실패를 의도적으로 만든다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38D4F5-F374-4A16-9B66-B5C65B42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0CB95A-DE99-44FA-891C-150421B1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3A73DB-33A2-49E1-929F-CDA51DE7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499154-3A85-459A-9DAB-B5A06DA5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테스트·diff·설명으로 증명</a:t>
            </a:r>
          </a:p>
        </p:txBody>
      </p:sp>
    </p:spTree>
    <p:extLst>
      <p:ext uri="{BB962C8B-B14F-4D97-AF65-F5344CB8AC3E}">
        <p14:creationId xmlns:p14="http://schemas.microsoft.com/office/powerpoint/2010/main" val="6309075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E8B342-F246-42E4-AC14-604D8C66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4F545-6B3E-4BEE-9E89-3D2B73C2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시간의 40장 리듬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6C8AD-F0A9-4C84-9AB8-CD749440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4CE79-1F49-4AB3-B62A-8748F628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6332E-B415-497D-95A2-10A5F7C2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FAA32-8C53-4613-AB03-4B889A52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F6EED-E9A4-444C-9E4D-4CC43D13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9D320-61F8-45D0-AA0A-1D6EDD86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58EB1-985A-4D1F-922A-8C67A53D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D5025-6AF2-43B7-9721-F611DF55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ACAA3-4116-4F60-A6EE-9C710945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DE7C8-8178-47D4-8A39-1579AB11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맥락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7BCDF-669C-43D1-8D5A-31AE9913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문제와 완료조건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C9355-0129-4FA2-84E2-F74F14E5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FB7F7-9E41-4E30-A199-09AD5913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B991D-AB22-4537-BFD0-28EB1BDF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개념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5E00B-E950-474F-9746-18D8FE32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한 장 한 주장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3842B-D9F3-4F34-99B5-F8B086B6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526EB-0756-44AA-A324-D2B2ADE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BB6D6-9131-4B73-9237-A7E3E12D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285C1-80C7-4059-B858-A5B8E754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화면·코드 따라하기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DC786A-0427-4B9F-9526-A20B5FAE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3BC1D7-BFFA-4491-95F0-D89662FE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66E3D-4262-41C9-9B6E-48436113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복구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C21D35-0D50-49EB-9AF6-ECDF63D2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오류 분류와 checkpoint</a:t>
            </a:r>
          </a:p>
        </p:txBody>
      </p:sp>
    </p:spTree>
    <p:extLst>
      <p:ext uri="{BB962C8B-B14F-4D97-AF65-F5344CB8AC3E}">
        <p14:creationId xmlns:p14="http://schemas.microsoft.com/office/powerpoint/2010/main" val="5758282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78C0C-5FED-4E87-BC64-551CCB08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5F668-E9F8-4486-9937-E4A6EA02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질문을 디버깅 정보로 바꾸기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407C3-CA91-4465-894C-B559845E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DDB6F-9B72-4408-A3D6-74F8362D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22E3D-0B26-4F9D-80EB-3F2B5277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0FA6C-9407-4720-9454-8F5F6458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F9CCA-3B6F-4D4A-BB64-E8546D7B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03082-0A42-4B2F-9B69-B5AAB5DD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62318-1748-4EDC-B73F-512BDA72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8DF73-D9A9-46B7-B5B8-F7BB054C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49ABE-61DE-46EA-9BE1-196879EA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F862E-78FC-4901-A489-FE89189D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증상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70049-1CA8-4FD2-B85B-10406BB8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보이는 문구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963A2-B7A2-419D-9677-76EB6717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590AA-B4A4-48C1-9BDC-26CD626D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9829D-9442-4BA1-B8F3-7631840E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D7EB3-D4B0-44CE-AB60-23EB5AF2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직전 입력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09000-B65F-4E94-BFCC-D29832F3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3F4885-5A3A-40B6-9B8E-43A4D019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0C831-51D1-4758-94D8-3EEEEE23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환경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AAB14A-BCEF-4292-A90D-3675A09D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OS·버전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B1FC0-231F-401C-9FD5-2059462E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FC779-CB7D-4587-B139-1D7A2B1D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46D571-CD40-4AE5-98AA-3767A36E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기대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D3CE98-F5AF-49A3-A1B9-7056474B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나와야 할 결과</a:t>
            </a:r>
          </a:p>
        </p:txBody>
      </p:sp>
    </p:spTree>
    <p:extLst>
      <p:ext uri="{BB962C8B-B14F-4D97-AF65-F5344CB8AC3E}">
        <p14:creationId xmlns:p14="http://schemas.microsoft.com/office/powerpoint/2010/main" val="3245220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364EAF-FAA6-498F-A698-394B42D7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2117D-B942-402B-980B-EC17B427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속도 세 개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12219-9BB3-4BF3-B94A-5561BBC6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3EEF6-0079-45FF-B2DF-854D1CF2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DF3F1-6444-46BD-B6D9-2C1F57E9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05AD2-D11D-4CAC-BB50-7F1552CC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27EE5-2902-4F27-83C2-3E83D251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6C9B7-CB40-4332-B8B0-44C9DA65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B8299-DCFE-4368-BCB8-0144C1E3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E5836-F9A1-4858-B969-48757A6B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2B108-0312-4022-A816-DC4AFC63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45786-5FF4-44B2-95F7-AB051D8C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GREEN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C7D8D-AE12-4AFB-BF77-7CF81568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혼자 재실행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1B03D-D987-4F51-9B9A-E68D60EE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14E8F-F653-41CB-980F-96265307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B83D8-F14F-43B5-B471-E9B81517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YELLOW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500AD-835B-4E5F-B652-680CC9F0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장표로 진행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5226D-F6C0-483C-938D-BC5A894D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969110-7B1A-493C-A038-C06DD653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79D0C-F289-46CA-AEC7-4574E8B2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521A5-8190-4DCF-9882-C85D8D6D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checkpoint 복구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5E12C-C196-4CBF-9835-16283577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9538AF-47CC-4ABE-84B8-5CB863EA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5AC79-8190-4594-AAD4-A72BB9A3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EXTEND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8FEDF6-B77F-4F1E-ADD7-0BCF9D49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심화 과제</a:t>
            </a:r>
          </a:p>
        </p:txBody>
      </p:sp>
    </p:spTree>
    <p:extLst>
      <p:ext uri="{BB962C8B-B14F-4D97-AF65-F5344CB8AC3E}">
        <p14:creationId xmlns:p14="http://schemas.microsoft.com/office/powerpoint/2010/main" val="15306208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B6DB5A-C3E1-4F48-A999-FA6CBD06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2CF5B-2112-473A-A43E-345F1E9E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완료 증거의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5F874-BDC7-40A5-B256-87F97E7B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E379E-F1CC-44F6-B540-16F28DF7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00DE3-5A00-48B2-AABB-974AC102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93F92-7DA2-4E9F-8B50-5160F2DC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4F5CA-300A-48A8-8725-25AA268D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780F8-72A2-4392-A896-A832D24A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F4724-AA40-4CE5-B01A-A503BC4D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93B56-9D3F-49B6-91B0-BDE7FAC5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80850-A286-4E08-8DBA-D46A2EC3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A19D2-F96A-42FA-834F-A79ACE47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파일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61327-8AAA-43F9-A49A-0440E04E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산출물 존재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C5445-8E2D-448D-8A43-5DC8484D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A1A4C-5BD9-4691-9432-3BDB3967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75A9E-D765-468A-9F78-78A060BA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B08A4-98D2-4BB8-90F3-50F6E98D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명령 성공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F914E-886F-43AB-8873-C0FCA632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7DC75-DF87-42F9-A9E4-59925CC4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FB134-FCAE-4A3A-A534-6650D260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188FD-2258-4146-A5B7-1C678FC1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test·schema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C7F4BB-4105-45E5-997E-5F590A82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A1C03-2EA6-49D7-95FF-4FF8B8FE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54B667-3F88-4987-B2FD-5D79F28A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설명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008ED7-FDE1-4F44-B299-166382BE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왜 안전한가</a:t>
            </a:r>
          </a:p>
        </p:txBody>
      </p:sp>
    </p:spTree>
    <p:extLst>
      <p:ext uri="{BB962C8B-B14F-4D97-AF65-F5344CB8AC3E}">
        <p14:creationId xmlns:p14="http://schemas.microsoft.com/office/powerpoint/2010/main" val="9922532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7E23F-A0E3-4155-A7B2-5B1E8BE5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370FA-12E4-4F8C-9E3A-3C15A439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강사 Harness Engineering 데모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D8FE0-8A7E-4CAE-A99A-88CAF5E6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31BF0-3DEB-4E56-B43D-5DB74BC5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88280-0981-4233-8ABA-75C89F61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70855-C72D-4598-B31B-231E086C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B9F9F-84E3-4F7B-BD4D-A453EDD4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58E98-2249-45EA-8381-AA6805CA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BBDE4-8EAB-4B31-854B-A0C674EA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7B70D-D52D-46EE-841A-C19D097E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ABD4A-1EFB-48C8-9F01-A1A9781F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59AB4-E2D3-4111-9B67-56DB7A32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SPEC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67894-03CF-475C-9B96-C1D081BE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작업을 파일로 명시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F2416-DF17-4A0C-91BE-8375E624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98D18-FBF0-46F8-B223-77F46EE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19EFB-0753-4D64-B32D-E4864DED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22A03-0124-4B05-8EE0-56205663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Codex·Claude 실행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53197-61CA-43B3-9CAD-E222C00F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34860-DE7A-471C-B269-165617EC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B9464D-E61B-4EFE-B47B-0F408807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DIFF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7444AF-9711-4C99-B4D9-89B44E5A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변경 범위 검토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8A4AC4-78BB-4F85-8CC4-18688D62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543999-08C7-4C89-B4C6-22D6B307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A4E7BA-3DFD-4D4D-8492-EDB80263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AB3C70-3D0F-40FC-818E-EBEE1AEF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증거 없으면 미완료</a:t>
            </a:r>
          </a:p>
        </p:txBody>
      </p:sp>
    </p:spTree>
    <p:extLst>
      <p:ext uri="{BB962C8B-B14F-4D97-AF65-F5344CB8AC3E}">
        <p14:creationId xmlns:p14="http://schemas.microsoft.com/office/powerpoint/2010/main" val="6318626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3B230-8264-4C81-AF0D-7B5C5E0D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2F568-F14C-4F9E-AB71-6274D4CE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Codex CLI · 저장소를 읽고 실행하는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E6636-3F6B-40AD-A26C-B02C6F13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C75C0-33DB-4983-840B-1DE53546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43818-0F84-46F1-9491-01CF9CD6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E1BAB-3FC5-4B2E-A395-E3150DDE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4F986-6A27-4604-A51F-17F7B5A9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393FA-1741-49E8-936D-A3C52583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작업 디렉터리에서 시작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CDAE8-68C1-484B-B991-D4B2D555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143BE-9C34-4338-A904-177B5871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요구사항을 파일·테스트로 구체화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FB2A0-0E97-4C76-A38C-4FDAC364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71082-F637-48E3-A8AB-530A5797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diff와 명령 결과를 사람이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46B1F-46CE-4354-A97F-C7428399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2457C-701F-4969-B632-883C1011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학생 필수 경로는 로컬 코드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F3198-99D2-41A9-980B-6910D47C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99fe323aa4a46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72A1B-D8B2-48A7-8B88-98856414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OpenAI Codex CLI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6739508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C88B1-9E95-46AB-8504-D0052B83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F4FFA-707C-45B6-8817-1FC0AA9C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Claude Code · 터미널 중심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E632B-14D1-4611-A457-A7549A52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50D0D-471E-4670-A911-8DB8E163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4B83A-ADB8-489F-801F-D82C173A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D1C72-262F-43B7-BBBA-C59A81AB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09A36-325F-4673-99C1-E6C420FD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18812-4CA9-4A96-A44C-39BB2009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코드베이스 맥락 읽기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5075B-AA05-4E1F-89FE-482B575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AEF16-3421-4849-9C31-D6566E8F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작업을 작은 단계로 지시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688DD-B0B7-400F-9A0D-68504C34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CE1A6-9EBC-4EEF-8939-95A56FD6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변경·테스트·설명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D09D2-1A22-4657-B20D-C3330AAF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89BDE-6B67-4B40-9BF5-E8F39058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구독·정책은 별도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39C35A-2864-4AB8-8E9D-4E47C142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5db7930654160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12CDF-3F42-40A0-A024-4B6EE720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Anthropic Claude Code 공식 Overview</a:t>
            </a:r>
          </a:p>
        </p:txBody>
      </p:sp>
    </p:spTree>
    <p:extLst>
      <p:ext uri="{BB962C8B-B14F-4D97-AF65-F5344CB8AC3E}">
        <p14:creationId xmlns:p14="http://schemas.microsoft.com/office/powerpoint/2010/main" val="2317335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744FA-B8C4-48E6-B354-0F0354D9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D3AAD-58DD-4A93-9DD0-B56328D7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실제 VS Code 저장소 · 수업의 출발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C2424-68B5-4E87-9354-01465335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1E446-2CFE-46AD-8517-A58F2882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E9712-E122-4393-A2F9-48A9E810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AA603-B254-431A-81D0-4E06008C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4DBAF-ECC7-4B81-AB7A-33DC2360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B238E-1CF0-460A-BC6F-EBF2A181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src·tests·materials를 먼저 찾기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76418-7DEF-48DE-BEB7-9AFE4040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9E00E-3E6B-4A17-A6E7-E7FE7F3F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.env는 열지 않기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7F5C4-E0A5-4C81-9802-E8333E65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06F9E-15C6-4AD9-AA33-382EBCC3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강사와 같은 폴더 구조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FACEB-E886-4910-8941-4E96D12F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2306D-10AB-447D-9C0F-2772027D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시작 화면으로 사용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4CB55-8708-4303-9531-851DF30E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e5677cdf74915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216FD-CAFF-4E4B-92B5-C22E0C04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로컬에서 연 강의용 저장소</a:t>
            </a:r>
          </a:p>
        </p:txBody>
      </p:sp>
    </p:spTree>
    <p:extLst>
      <p:ext uri="{BB962C8B-B14F-4D97-AF65-F5344CB8AC3E}">
        <p14:creationId xmlns:p14="http://schemas.microsoft.com/office/powerpoint/2010/main" val="5070014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60AC1-5D1A-4E1B-AF73-678378E4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D6F90-9E27-4FB3-99A6-2391BC82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실제 Agent 코드 · 표준 라이브러리부터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2217A-8B17-42C6-887C-C6AE77B4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E925C-D9FC-4EF2-9194-190049CD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6F58A-76EC-40B1-A3FC-F52EB422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E22C3-EBB5-4670-876F-85926802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E1A36-685D-4E32-8028-C6BFA780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93DD6-72A0-4A5C-B508-1AD93F56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처음에는 framework 없이 제어 루프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53E95-87F4-4E2F-B348-5681B88F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CB79B-19A7-4488-BE21-62999E78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읽기 도구만 허용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0432F-7156-4FEC-9307-20E9E8BA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D397C-6660-4F5F-A6F6-D614FB28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오류를 결과 객체로 정규화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952E6-24C7-46C8-9D9A-2AEB20ED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A70C7-B1F9-4E23-ACE2-67A6E65B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Ollama는 선택 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8AC29-47AC-4302-A394-2CEF88E8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1ce9e5f4d4a3d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EE727-B5F7-42A5-B26D-E75BA79D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VS Code에서 연 src/day1_agent.py</a:t>
            </a:r>
          </a:p>
        </p:txBody>
      </p:sp>
    </p:spTree>
    <p:extLst>
      <p:ext uri="{BB962C8B-B14F-4D97-AF65-F5344CB8AC3E}">
        <p14:creationId xmlns:p14="http://schemas.microsoft.com/office/powerpoint/2010/main" val="20703694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B947A-66B7-4353-BDBA-496B8B6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DAE9C-C982-47D6-BF59-48D1EFA6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작업 요청을 먼저 spec으로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717A9-FC8B-44BE-93E9-B3923DA7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2935F-488D-4868-8432-AFB6FEE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8CC3A-EF7C-4F6C-9DDC-1081C37E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1402E-8615-4513-A7C8-AB30FE37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5BF61-0D8C-4725-B8E3-BB4C5766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51D71-1845-4C1F-8333-05949873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목표를 한 문장으로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CFAF9-E133-40B8-BDA7-86F5B7B6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E78B8-8F99-412B-AED3-79D0CD92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입력·출력 형식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7A88D-DEDE-429C-9071-5659A5EC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E424C-8CD8-42FC-930F-EC5182B3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허용 행동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DAB32-D9D4-46CC-AA68-B11C9857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43F44-2D47-458C-8EFC-C3FE3C6D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중단과 완료 증거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09F13-75B4-4D91-B55A-6BC6742F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23858-5528-420F-86A8-9D7D4C8C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goal: 안전한 파일 읽기 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input: 공개 txt/md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allowed_tools: [read_public_text]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stop: validation_error | success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evidence: pytest + output json</a:t>
            </a:r>
          </a:p>
        </p:txBody>
      </p:sp>
    </p:spTree>
    <p:extLst>
      <p:ext uri="{BB962C8B-B14F-4D97-AF65-F5344CB8AC3E}">
        <p14:creationId xmlns:p14="http://schemas.microsoft.com/office/powerpoint/2010/main" val="1144301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AA56D-76BE-4C95-AF3F-8334C501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046DF-A65E-45BF-914C-D9C192CF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Agent의 최소 반복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F5207-3355-4F28-8FEB-13EF2A92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8B593-84EE-48D7-8046-9F9C7DB0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742CD-5D4D-44F6-8042-3B93B52B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79287-340A-4B60-8D65-9F8735CF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91BC2-3124-4C17-BBA8-6C43C1C4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CE98B-E242-43AB-81E7-75C5F5D2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판단과 실행을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7066B-F7ED-492A-8B95-5C693666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CA08D-34FD-4EA8-AF32-2B42DE9F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매 step 결과 관찰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E2C0F-BECB-4AB3-9F23-5730432B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A1554-47EF-4B26-A33C-1015AD00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무한 반복 금지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08E26-515F-4FC4-AF59-74066BB3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3777B-0EEB-4BFC-AE6F-9415FB10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state로 감사 가능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39809-613A-4CB3-8DC2-4F21C2BC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97087-F950-41A1-B219-9302A06A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while state.status == "RUNNING":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call = planner(state)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checked = validate(call)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result = execute(checked)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state = observe(state, result)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return state</a:t>
            </a:r>
          </a:p>
        </p:txBody>
      </p:sp>
    </p:spTree>
    <p:extLst>
      <p:ext uri="{BB962C8B-B14F-4D97-AF65-F5344CB8AC3E}">
        <p14:creationId xmlns:p14="http://schemas.microsoft.com/office/powerpoint/2010/main" val="19521354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6857A-459A-4B81-82CF-C22A338A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095AC-ED36-417B-B859-71BDEA6E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Day 1 완료조건을 명령으로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F7043-B570-4FC8-BC62-03BCA724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321A5-F95A-4533-9288-9C5A2F86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EDCE6-C1B4-4DBB-9893-A32E652F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7D15D-ECC8-4DFC-9D64-D8C16948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A586E-AF49-4AFE-8474-996EB84C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A2EFA-D6A1-4542-B818-90E21F77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실행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B3019-A3FD-4793-BCC3-448FDF32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CDFAE-44FE-4219-8F8D-D81A59AB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테스트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10C52-D904-42CB-8942-881BFDDF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65F07-D3BA-4B7C-AB42-59460771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변경 범위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B5135-CE75-47ED-B48C-9DBB38D4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884C2-A5F8-4911-90DB-E5427C95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설명 가능한 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29E29-C138-496D-B4B2-E9665006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0C599-B085-4370-BC5D-86F9B612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python3 -m src.day1_agent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python3 -m pytest -q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# success: 9 passed</a:t>
            </a:r>
          </a:p>
        </p:txBody>
      </p:sp>
    </p:spTree>
    <p:extLst>
      <p:ext uri="{BB962C8B-B14F-4D97-AF65-F5344CB8AC3E}">
        <p14:creationId xmlns:p14="http://schemas.microsoft.com/office/powerpoint/2010/main" val="15148543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834B4-AB16-4C16-BB1A-7F33E4E2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5D7B1-D92D-4864-88AB-FF9B350B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저장소가 말해주는 역할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F86DC-4E93-46EA-9E72-F621F55E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87D5E-913A-405C-971A-ADE0B690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8CAA0-658D-4A38-92CF-8287664F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F1AA9-2116-49C8-958F-0C90196E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AC11F-2348-43CB-8732-C4F9AF8F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49DA8-743F-4CD8-898E-4C4865C3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코드와 데이터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8E76E-442F-4B89-A0FD-D68CA192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F5460-EF4B-44A4-B848-91837807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노트북과 모듈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F2AB0-B96F-4035-B2EE-A5B803FF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A93DD-8C8C-444A-B663-8920A941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테스트를 1급 산출물로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64C42-37CD-43FA-9F3C-8E71B17C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9B6FC-1A96-4B67-86FD-B43B37B5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장표와 파일명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7228E-7575-4F65-B072-1F0A21BA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35706-57C9-4085-90EC-37FA5BEE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src/        # 실행 코드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tests/      # 실패·정상 증거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materials/  # 따라하기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data/       # 공개·합성 입력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slides/     # 수업 화면</a:t>
            </a:r>
          </a:p>
        </p:txBody>
      </p:sp>
    </p:spTree>
    <p:extLst>
      <p:ext uri="{BB962C8B-B14F-4D97-AF65-F5344CB8AC3E}">
        <p14:creationId xmlns:p14="http://schemas.microsoft.com/office/powerpoint/2010/main" val="60098399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1FF03-6830-4643-A01F-B1487B2F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B4AC3-1BDB-4B51-BF2B-01C40144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완성보다 작은 checkpoint를 먼저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1B69F-8C6A-42E9-B8E9-54B6B594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7A383-E9DB-4990-9FC0-2AFD21C2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5B74C-C229-4412-B59D-EF0006E5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62A41-A3F8-4C21-997C-957942CA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29616-F1F3-4A34-A029-ED0F3F58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492F6-1590-4ACD-922A-E09A27AB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정상 화면 정의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CC230-7508-4EFE-9502-E0D55BE1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1F5CD-08B7-4C7D-A562-1502A9F5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확인 명령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703C1-0DDB-4666-91FB-68123A7B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97EF6-8BEB-495D-96E6-CCA29DBF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대체 경로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BF32E-EB8D-4CDF-9C66-6E94985B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B401E-E253-4C4D-A526-B8DF031A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강사 지원 지점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5EED5-19C3-45A7-9471-5998EB57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30139-FC9E-41CD-A18D-C386541D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checkpoint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"name": "day1-env-ready",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"command": "python3 --version",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"expected": "3.10+",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"fallback": "provided fixture"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88756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A847A-1407-4BC6-90EE-249C8690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C13CB-A881-4543-8763-3671F964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Exit ticket도 구조화 데이터다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2C5C2-D7CC-48CA-9E6C-159964E9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7E959-4327-4095-92DD-728BA2F8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67FE0-B08C-42CF-9917-1F97A191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0C7E1-02DA-4B0B-9630-062D8136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66B50-A266-4500-9C5B-83E55206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41FEB-C2EF-4DC2-B50C-EC242B5D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세 문장으로 회수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7835A-4BCD-449C-896B-6DFB888D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3E8A2-C24A-41B3-BC8C-8766A988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다음 날 복습 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3F0C5-08F3-46B2-9EED-C3788064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78006-8926-4F35-B65B-0D00CB35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모호한 답은 재질문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109FF-AA23-4CA9-A994-C2EF4DC8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63074-70FD-46CB-B6FF-8B73B4F3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점수가 아닌 진단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EB3E9-F0B6-487E-931F-806C5AFD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20A25-DC1F-404D-9C65-840BC3E8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"agent_difference": "...",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"first_validation": "...",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"human_reason": "...",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"confidence": 0.0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407672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1BD550-9C24-4776-8DCD-C22F17DB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8E8E3-5677-41A3-9E5A-E0CD11BF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1 · 내 반복 업무 한 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9E000-9887-490B-BB70-64AC2311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C1BBF-8918-4B94-8817-887F378A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EBDAF-605E-4DD2-AEB3-3E6B41B0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DBDE9-D57C-4B8E-B876-0C34417B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1C3CF-167F-46EF-AA43-3663FF9D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699A4-99E6-4DD7-B583-2D21711D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06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2984F-5AFF-4434-8E14-23C19470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84B76-85ED-4455-8AE2-A0B324D8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6D018-BC4A-4E58-8D99-413299F0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EE76A-D8C8-49F9-B561-8953B80B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매주 반복하는 입력을 하나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61738-2222-485A-82A0-E66B7C51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5C864-332D-4AD1-A96F-0C9E4B14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결과를 받는 사람을 적는다.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4BEB2-A498-4C04-910E-9793954E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81718-ED37-4086-893D-12C046F5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실패했을 때 피해를 적는다.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7770E-2ED0-4397-845D-549D8074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E10D6-7B4D-42F3-B109-A1A63EEE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AI가 해도 되는 범위를 한 줄로 제한한다.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5FB548-19B0-4660-BE48-00A54451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A2BD5-E3DE-400D-BD18-B6E28472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문제 문장 1개 + 금지 행동 1개</a:t>
            </a:r>
          </a:p>
        </p:txBody>
      </p:sp>
    </p:spTree>
    <p:extLst>
      <p:ext uri="{BB962C8B-B14F-4D97-AF65-F5344CB8AC3E}">
        <p14:creationId xmlns:p14="http://schemas.microsoft.com/office/powerpoint/2010/main" val="51517242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457206-4355-44E4-9600-91D96D2C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5B2CA-81BF-460C-95E1-0E37A168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2 · 재직자/구직자 트랙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AD7AA-602D-407B-A661-D1C2B4E0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5B5EF-4505-44E0-861F-C992D769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AE1D5-EC79-458D-9598-0711754C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AFD8C-3F47-4436-8C78-3F406631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0D714-E898-4E40-9694-3BC2F6C4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55A19-648B-412B-B005-B762B4F2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05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45916-00F4-40AD-93AA-B2221333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4FF7F-708D-44AB-A8FF-B225C371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CD6EA-0147-4E2E-97F0-99AD1071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35828-A0D6-431A-8459-A2B73B5D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재직자는 공개 가능한 업무 추상화를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CB15E-CED1-4F11-9D28-590D58DD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791B5-3F7B-49B3-B8A2-9BC76557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구직자는 공개 데이터 사례를 고른다.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800DC-0B6F-4E91-BD89-C25A20DB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64AC0-A35B-4121-BF97-29A53062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최종 발표 형식을 선택한다.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C03F1-9B7E-45A3-A320-219C6C30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A7CEE-5388-47DD-A6C7-6DFB68B3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짝에게 선택 이유를 30초 설명한다.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C49DF-1689-408E-866E-2482F73F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CF2B30-19F2-4F6B-B231-87095186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트랙 카드 + 발표 목표</a:t>
            </a:r>
          </a:p>
        </p:txBody>
      </p:sp>
    </p:spTree>
    <p:extLst>
      <p:ext uri="{BB962C8B-B14F-4D97-AF65-F5344CB8AC3E}">
        <p14:creationId xmlns:p14="http://schemas.microsoft.com/office/powerpoint/2010/main" val="6242436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E35D6-A0F9-4BC9-A646-EF45BE5B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FC66E-873F-4E53-8CB5-CC07ACDD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3 · 최종 데모 역산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BC11D-C3C0-4F65-83E3-FD6CAA8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9A22C-F429-479A-AC53-5202A955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EB809-A179-4A85-9F9F-FBECD5A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BA9BE-6CFB-4291-BE72-B9956F22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08160-1A47-47BC-8DB2-7A0AFF80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B6100-38B7-4D87-8996-E89EF00C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788F2-E33F-4F91-92FC-5C975CC6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BCBC8-28D1-4E73-BB30-CD48483E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ECB4D-9844-4E3A-98F5-44D281C4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B3B5E-9F85-4B9B-88B1-9F49B1D6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최종 입력 한 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DF828-5A77-437D-90AC-DCACFE04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DABE3-D451-46B5-8D56-A9A0BEA1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보여줄 출력 JSON을 그린다.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D777B-173C-4464-93B0-996ECD3B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AF49D-EAB0-40EF-BBF3-D040385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사람이 승인할 지점을 표시한다.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6FA3F-78E0-4DB4-9505-6E5E45B4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7873D5-D82D-466F-BFC4-E6A276CD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LangSmith에서 보고 싶은 실패를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A3BE3-6871-4BD2-9CA2-FBAC23BD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29AA4-7DEB-4F50-8681-3BA478AE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입력→출력→승인 sketch</a:t>
            </a:r>
          </a:p>
        </p:txBody>
      </p:sp>
    </p:spTree>
    <p:extLst>
      <p:ext uri="{BB962C8B-B14F-4D97-AF65-F5344CB8AC3E}">
        <p14:creationId xmlns:p14="http://schemas.microsoft.com/office/powerpoint/2010/main" val="158348257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3D831E-7B8E-4A4C-A114-59FB9D42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11EDE-C8C2-4683-B788-4C791DE2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4 · 환경 신호등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DF1C7-3AAA-445F-8F1B-04953098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6DAB3-DA4D-4F57-BA1A-C0DE43DA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22421-54EF-4BD4-B4A8-936AB53D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227A3-5F59-4113-9CDD-28D0E368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D7139-A4C2-44AF-AD65-A45F09ED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A81F7-B9EE-457D-94E2-48DC5E97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06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E24D5-AE5F-4592-BE9C-BB341CFC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86677-9AED-4CFB-A8E9-474B9DF3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E8A40-722B-4260-A61A-66516BA7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7F516-4C89-4991-8F1A-623C2BE2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Python·VS Code·Git 설치 여부를 표시한다.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E1E67-0625-4EA9-961A-87AFA5ED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58C0F-B055-48E0-BCEC-4B380818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관리자 권한 여부를 표시한다.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85FB8-8630-4B38-9711-674BF2B9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BAE7E-728F-4B82-A5F3-9C38D607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RAM·디스크 제약을 적는다.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DA146-21D3-4616-BD51-26C1024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25E8B3-A939-4881-B301-E6FDBCE7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GREEN/YELLOW/RED lane을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F1B5C-5E96-4272-A561-D9214761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00184-EDF7-4829-A3D9-0A32CAC4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개인 환경 진단표</a:t>
            </a:r>
          </a:p>
        </p:txBody>
      </p:sp>
    </p:spTree>
    <p:extLst>
      <p:ext uri="{BB962C8B-B14F-4D97-AF65-F5344CB8AC3E}">
        <p14:creationId xmlns:p14="http://schemas.microsoft.com/office/powerpoint/2010/main" val="185616106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0D792-389A-4034-A5F8-5349ED1C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40A14-06FB-4E92-8B7D-631908EC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5 · Agent를 60초 설명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E2BDF-6F73-49C7-806B-BD21FE1B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73870-FAA3-425A-A27E-0208CB24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A1530-6B0C-4D0C-9579-611ED75C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FA6B3-9CF1-4307-9B2D-3F865F06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17500-7EDD-4B25-A97C-A1203904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21DE0-8EDB-4A88-A260-9E80F3E6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07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C1833-B0FC-4A1B-BE08-5E14893D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ED981-614B-4E97-8A57-D1E60F28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9A129-3BA1-4482-9D1D-D0512E44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6973B-2C6E-4023-9E1A-502ABDA5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Chatbot 정의를 한 문장으로 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2BE19-CBD7-40B3-A9F8-2645FEA6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BC31A-8D06-485F-8709-B782D56A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Tool을 쓰는 순간을 추가한다.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9726A-5A7D-4E6D-BD39-9B89D41D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3E5B4-07C6-412B-9ABC-73A3033C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후 다음 행동을 추가한다.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CCA6A-2395-4B27-8ACC-9A633683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C5665-0863-4717-B2AA-C7DE4536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짝 설명 후 문장을 한 번 고친다.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502F2-10CF-4074-B8FB-623E0B1A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0BDD5-BC61-4CAC-94DC-E9AF7D0C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Agent 정의 2문장</a:t>
            </a:r>
          </a:p>
        </p:txBody>
      </p:sp>
    </p:spTree>
    <p:extLst>
      <p:ext uri="{BB962C8B-B14F-4D97-AF65-F5344CB8AC3E}">
        <p14:creationId xmlns:p14="http://schemas.microsoft.com/office/powerpoint/2010/main" val="14976882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603A6B-D1D2-4B12-9095-2A311AA0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52AB5-2C95-4308-951D-B7B68DE4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1 · 문제 범위가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2F7AB-674F-4BBE-AB3F-C33D0E3D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56FCA-833B-49C1-AD3C-91609EF7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C414A-6407-4F78-AE5D-0E191E0C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FF25A-0EF3-4D60-ACFE-76B57ADF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93883-16F1-4343-A854-FA06480E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0FC7A-9902-4BE5-BF24-56F347EF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52C39-1E87-4F82-A391-DC692D43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247AA-BAEA-46F9-9ADF-C2E0F9BF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6BDE9-C61D-48B8-9BCD-768717BB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전사·요약·메일·ERP를 한 번에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B1E31-5A64-4710-B239-4B265A48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9235B-B685-47EE-B663-7B23B528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사용자가 여러 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643C3-DDB1-4F73-80F0-3ED2DD06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AA621-0273-44C1-94D1-CD27A210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정답 기준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A1F2A-8B9A-4481-9CD6-1BF9820D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AF4E86-636F-489D-97E4-3507CDA3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데모 입력도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1641B-2607-45CC-9794-12AB6D75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2B577-23C8-412D-8401-9C10F8CE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사용자·한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D16A6D-1518-4E64-AA84-07386005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F5415-2950-4CAC-91DC-12200C7A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구조화 출력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E85F72-2F2F-4CA6-8E4B-BD512CFB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4D6E6-891F-4209-A7DF-3C42C00A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승인 행동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0C4C63-6C4A-48FC-9DB1-B82C2E3D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302C5F-02C8-4198-B52F-9CB5809F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개의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168790903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BE2806-ADA8-4873-BF7C-374EA314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CFC7E-037F-479F-A551-43C44D6E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2 · 실제 회사 데이터를 가져온다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04B7C-ECB3-4E30-9742-710FC005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05240-F467-4830-9EF8-9B712600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165F3-EE6E-447E-A7CE-3ED01C9F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867F9-3041-4F7A-87EA-6C4B7247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4E1DE-ACF0-409E-8381-5744C42B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ED594-29E3-4FC8-B819-881FFAD7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BDE25-3FD6-4173-A39F-A49C02EC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722C7-2A21-4E0F-AB4A-1AFA7332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30F89-9EEF-4E18-9AB1-B3B72F75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고객명·이메일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1F1C6-D611-45CF-B012-96BC1D53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59C30-7461-456E-8AB5-CDC622AE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비공개 회의 업로드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91B77-8397-44D5-A561-AB79EB59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FC2D5-4C5D-4F4D-A0DE-806B67BB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회사 repo token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73BAD-CCD1-4764-9975-38B7F53E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FD7B7-A353-4848-B770-40E27353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교육 계정에 trace 전송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B77F9F-170A-4E2E-BC9E-6FBBABAF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D4026-7903-4B8C-A026-0F7D6292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공개·합성 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FA9EF-88F4-436A-8DFF-98C94897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E9D6B2-FFC6-4084-BF03-51E2E1EF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이름·금액 범주화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156AC6-ADA8-4162-8B3D-77DFCA40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DB6878-1272-4A75-95D3-8C2F776F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sandbox repo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36AD49-65CB-4D01-A374-6E5E244F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FD559B-3F20-4BD5-8191-1F342175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민감 필드 masking</a:t>
            </a:r>
          </a:p>
        </p:txBody>
      </p:sp>
    </p:spTree>
    <p:extLst>
      <p:ext uri="{BB962C8B-B14F-4D97-AF65-F5344CB8AC3E}">
        <p14:creationId xmlns:p14="http://schemas.microsoft.com/office/powerpoint/2010/main" val="129476144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160C1E-162A-484F-93EB-F5B1B62D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BF24D-57AE-40CB-948E-95563D42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3 · 모델 선택부터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6C810-1B00-4B65-AF00-34DCC039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378CB-88E8-498A-AF81-FD5D1FA4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28415-482A-4959-8134-6CFC8001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CA399-D7E8-4D8A-9F6C-1D15BB34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DF4F4-07E9-499C-A39B-A24326EB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52224-3B5F-4F31-89E4-19C6A2EC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2601C-D578-42E9-9CB1-15FE4972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5974D-2217-4666-BFB4-3038DED3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260B9-1AE3-4CA8-B12F-2507E204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벤치마크 순위만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EEA21-583F-45E5-B90C-65905698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96635-FDA8-4304-B755-66D13789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큰 모델 다운로드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CB3B8-357B-42A7-8945-0EFBB9DA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F7A02-966F-4B69-B1C4-80ADBEE5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문제 정의 지연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7FC46-2BB9-4DE8-A7CB-201B6168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31660-51F5-4C8E-A058-AEB36370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조건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5B498D-91C2-48BD-81EF-B9EF75DA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13559-CFB3-4607-8566-CB63F07B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fixture로 흐름 먼저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C80C64-09BD-4166-AAAE-17D217CF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7592F-F79E-4CD9-B43F-D6E4F776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작은 모델은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DD67C8-CFA7-4DFC-9E5D-9663C070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74D7CE-1D45-4CC1-876A-06FED63A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계약과 test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F160CF-4A5E-472A-BBDD-31DAE6BD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997A34-FB0A-4095-A47E-0DA2EBB0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provider 교체 가능</a:t>
            </a:r>
          </a:p>
        </p:txBody>
      </p:sp>
    </p:spTree>
    <p:extLst>
      <p:ext uri="{BB962C8B-B14F-4D97-AF65-F5344CB8AC3E}">
        <p14:creationId xmlns:p14="http://schemas.microsoft.com/office/powerpoint/2010/main" val="66910057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0577B8-753B-47AF-8F51-E2A39C4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B89B7-35AD-40CD-ADE3-3E3598C7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4 · “돌아갔다”로 완료한다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EB479-BC99-4BCD-A38C-507D53D6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2427B-6CBF-481C-9A72-51142A39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0FC91-4078-4BEA-A6FE-6E18A7A2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40EC7-5BFA-4AA7-898D-C1FE1610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499EA-4358-4E55-9016-2595E83E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51B0D-1166-4127-92E8-60E69236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14B34-CC2E-4841-BF4B-C3A4821C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ED74D-543F-4270-BB43-D46E0364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3D660-4184-4461-B636-2B42BE1D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스크린 한 장만 제출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3D5C1-7D8A-448D-B8B3-404E2B22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5DD3A-0669-4AEB-91C1-FBCE9C1C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test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94F55-0EB9-43A8-902C-FD173C43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D3028-D43E-423E-AAF9-2D03DEAA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diff 설명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6F3CC-B1B9-4114-9D00-C1170F29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37CFE-0E35-4280-9E11-D2CE7413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재실행 절차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9045E-B439-4821-8AED-EE16B0C6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9F93A-2356-42D4-9457-4D380BCB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Run 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DB8D87-B7BF-4DD1-A8E8-9B9588EB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80B75A-68CB-45D8-8877-B562B519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pytest 결과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B24A9A-AB54-407C-8346-9ACACCB0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1ED2F2-5FAA-4D9C-BE01-77CF7F02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Git diff·commit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F94430-EA12-4B5C-B519-46C7A02B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878AFF-1816-40CD-AA52-1718FB38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다른 사람이 재현</a:t>
            </a:r>
          </a:p>
        </p:txBody>
      </p:sp>
    </p:spTree>
    <p:extLst>
      <p:ext uri="{BB962C8B-B14F-4D97-AF65-F5344CB8AC3E}">
        <p14:creationId xmlns:p14="http://schemas.microsoft.com/office/powerpoint/2010/main" val="84850168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443D6C-5BCC-4E33-947B-6745803C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FE06D-427E-4701-9B0A-9BBFAB6D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재직자 · 현업 PoC 승인 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9C124-810B-45F6-88D4-BC061D98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E1607-BDD9-4A55-98D6-EFC825D9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6CC53-9B3A-4B1B-B500-3A4C2DE6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9D372-8AFF-4F4A-B453-8E3C0AB3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EA6AB-F894-4AD8-8170-D3708CEF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현업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474CA-2D41-4EB4-89A8-EA7DFB85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남길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BFE92-487F-4F53-B2EA-8CB1419B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1FCB6-7FD6-44B4-96B6-7C1643B9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B6D14-20DE-4014-8BFB-E8CDAF6B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어떤 시간을 줄이나?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90F0F-9213-4975-8C2A-992C4AC8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709BA-603D-45BC-AA12-CCF7BF3F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어디서 사람이 승인하나?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F63A5-4F57-41BE-A198-7A80F940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7BD37-6164-481F-9FB2-CC37693C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어떤 데이터가 나가나?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6DD33-7D1D-4EE4-B6C7-02900D66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917E4-7DDF-4435-B5F6-C7171A55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장애 시 누가 복구하나?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CC48C-5F3E-4F86-B781-7BFB41FB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B6E15-44BA-413C-B549-636FCD88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before/after 시간 가설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7F46A-B43A-4F7B-865E-71FF6A59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7C3DF-A97E-47F8-981F-F0D24CFF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approval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4A966C-AF0C-4B93-8F9B-4F8632E8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0C59D9-376A-46D9-BC5E-3C1546E8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data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CA0DA0-7AF5-4C60-9281-8F50D855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51D0D9-3AAD-4290-A3C7-510B4D8B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운영 runbook</a:t>
            </a:r>
          </a:p>
        </p:txBody>
      </p:sp>
    </p:spTree>
    <p:extLst>
      <p:ext uri="{BB962C8B-B14F-4D97-AF65-F5344CB8AC3E}">
        <p14:creationId xmlns:p14="http://schemas.microsoft.com/office/powerpoint/2010/main" val="119870019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FDEF5C-7A91-4963-AD38-BCA7976C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F7181-B8FB-46DF-8094-A3BED3B2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구직자 · 포트폴리오 평가 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BE84C-0905-41BF-B5A3-FC3D0C95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0BBCE-01F1-4CF9-A013-7D58BA47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E5BFB-5F85-401C-BD98-8B799961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9393B-3900-4ADC-9790-6387BDE9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0B668-D70C-4C0B-A9DF-609B7D7C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면접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77E90-A98E-477B-8BEE-91C086B3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repo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CDBAD-86DF-4E69-9498-D55C7984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EA8E7-4684-45CE-90B8-AC085331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B9531-202B-4494-8659-32C09C28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왜 Agent인가?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C70E0-2D60-412D-B88A-FBE1C601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E884A-A667-4D32-A8E5-5B4EE4F3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실패를 어떻게 다뤘나?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23279-B1A0-43BC-803F-27995058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03247-42EF-4714-9D7B-121B2279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품질을 어떻게 측정했나?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75CDE-0DBC-467B-BE68-C9446482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56196-8518-4BC4-BDFE-AD316648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본인 기여는 무엇인가?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F1DCC-F98B-48F3-A3FE-B36244BF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5F803-BFDF-4560-A642-BF9D51AD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problem statement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0B908-BC59-421B-A3E0-9DC11BD7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5F258-C0B2-46C7-8B51-01D4EB8B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failure 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84625-BE88-4D75-B788-3D5E66B9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33934-BBB0-4584-8132-B4FBB25D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evaluation 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BA83A4-E339-47CB-A68F-DB5A0414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C2B71-65AC-4FAB-A78B-503C7220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작은 commit history</a:t>
            </a:r>
          </a:p>
        </p:txBody>
      </p:sp>
    </p:spTree>
    <p:extLst>
      <p:ext uri="{BB962C8B-B14F-4D97-AF65-F5344CB8AC3E}">
        <p14:creationId xmlns:p14="http://schemas.microsoft.com/office/powerpoint/2010/main" val="53115515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886EA-BD08-4149-A03C-A7B8084E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C791A-1D2B-48B9-91F5-9CF6B5B2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09시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F5628-926C-4BF7-9F9C-4E04692B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03F3E-BF34-4B79-BD49-923555D0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9AEEC-1A6C-433E-81AA-343D7A37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7F7BA-F713-42A5-AD3B-5C41EA65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EE0DA-7EB5-4DE2-A937-BAF5C1E7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A2264-C03E-4ED7-B89F-3D9C45B2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3E794-6FB4-45DE-BE7D-DA266B03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1DA2B-D359-4C92-99BD-55212884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내가 만들 제품을 한 문장으로 말할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AC091-BB2F-40A8-ACA1-304201B4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71EF3-E538-4A00-A4EB-3305E81C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60A71-561B-49C7-B467-70622A60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Chatbot과 Agent의 차이를 “도구·상태·검증”으로 설명할 수 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3BDBB-E566-4B6E-8609-858B43E9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BAFFA-F860-4123-812B-59DB8BD2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D0F4B-52CA-4DC8-9806-0CE6DD09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오늘의 특수 점심시간 14:00–15:00을 기억하는가?</a:t>
            </a:r>
          </a:p>
        </p:txBody>
      </p:sp>
    </p:spTree>
    <p:extLst>
      <p:ext uri="{BB962C8B-B14F-4D97-AF65-F5344CB8AC3E}">
        <p14:creationId xmlns:p14="http://schemas.microsoft.com/office/powerpoint/2010/main" val="155819187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A1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A047B-FA38-4AF2-8C8E-62A9646E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CEBDB-A890-4247-8E96-6970AA11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3EE1F-0314-4AA0-85C3-7CAE7291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Tool Calling의 안전 경계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6C513-CE51-4BE1-9210-10DC42D8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952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모델이 만든 호출을 바로 실행하지 않고 schema·권한·정책·오류로 감쌉니다.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3763B-916D-44F6-82AD-53AC8872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산출물 · Tool schema · SafeToolExecutor · 정상/실패 테스트</a:t>
            </a:r>
          </a:p>
        </p:txBody>
      </p:sp>
    </p:spTree>
    <p:extLst>
      <p:ext uri="{BB962C8B-B14F-4D97-AF65-F5344CB8AC3E}">
        <p14:creationId xmlns:p14="http://schemas.microsoft.com/office/powerpoint/2010/main" val="176483438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2FD91-381B-4DD0-A13C-1839F8C6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HOUR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28E0F-1238-4968-AA23-2259EB58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10:00–11:00 · 이 시간의 40장 사용법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44DA3-50BD-45EC-B18A-BF7E391A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664E2-24C2-4EF8-991B-9B6C5C39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61125-1E1A-4787-B31F-37185659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A7DA8-6471-4DAA-AB5E-8E39A551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98EF7-1B62-40AF-99BC-782E2B7C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허용된 도구와 인자만 실행하고, 모든 실패를 재현 가능한 error_code로 돌려주는 계약을 만듭니다.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4C743-1AA9-4B30-BBFF-5901A33D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8197B-C669-49DB-8EF1-181B8CCE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2F111-FB1E-4D1E-8152-10FB929F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장 한 주장으로 업무 의미를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E9C0A-35ED-4D1B-8607-8E8D9C3C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23461-6956-446E-AF0F-C79D25B8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FABAF-658A-4DBF-A5D8-F2E82310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공식 문서와 실제 실행 위치를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8868E-1ED2-434E-A50F-CBE0FD36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152E6-29DA-4B92-B70B-9BFB1F18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따라하기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3D9AC-44E8-4A40-81AE-17FF10AE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강사의 작은 단위를 같은 순서로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8CA87-B01C-4E5E-97D5-C37C4BFA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C4961-D032-4211-8213-1BD44484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실패·복구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1F3F8-7F76-494E-B029-4EC43780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코드를 분류하고 대체 경로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82E44B-FC59-46E9-A8B5-8E59953C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CB67C-F207-4CC9-8757-E6AF4A98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03C36D-5299-4280-8F8B-532BF203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파일·테스트·commit·설명으로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204674319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7366F-40D1-4A00-8BA5-AC742DBD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71B8A-5C91-4BF9-B847-A60DB7EB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Tool Calling은 실행 권한의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42DB2-7E53-45CF-A6CF-45635177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614C3-6708-49BF-9010-2C895C4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F6122-5517-4E4F-AE61-D27AE722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7D355-893F-4DC8-8680-0516D023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D1D21-27C3-46A5-AA58-4AC9C137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A4EB2-A712-4C69-BE12-ACF08457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모델의 JSON은 제안일 뿐, 실행 허가는 애플리케이션이 결정한다.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D4B79-4A1F-499D-8870-CAFBC483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name·description / arguments schema / allowlist·policy</a:t>
            </a:r>
          </a:p>
        </p:txBody>
      </p:sp>
    </p:spTree>
    <p:extLst>
      <p:ext uri="{BB962C8B-B14F-4D97-AF65-F5344CB8AC3E}">
        <p14:creationId xmlns:p14="http://schemas.microsoft.com/office/powerpoint/2010/main" val="109685571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46461-33A9-43E6-BB4A-2C5F8D60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566B0-06D3-41F3-92F9-64B01BBC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Schema는 문서이자 방화벽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F45A9-592C-4ED6-8489-C1BB9DAD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1D674-505E-4373-81BA-C90946D8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32D2D-D593-41E5-9FB1-939EC2E8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8BD80-D1F9-4E28-B9F5-0308ACC0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6B691-7E8F-49D5-8CAC-C6CFB423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필수 필드·타입·열거값·추가 필드 금지를 코드로 고정한다.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51086-31F8-4C09-BEA4-012387B0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4C12D-939F-42D2-A2C7-2B70E5E0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40C55-610C-42A8-9E66-4F87D1F7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7623C-3A5D-4EB2-9518-67A2DC50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type·enum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1D2EF-D328-4FD1-AF8B-8161F528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23239-529E-4114-B92E-D731E24C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additional properties</a:t>
            </a:r>
          </a:p>
        </p:txBody>
      </p:sp>
    </p:spTree>
    <p:extLst>
      <p:ext uri="{BB962C8B-B14F-4D97-AF65-F5344CB8AC3E}">
        <p14:creationId xmlns:p14="http://schemas.microsoft.com/office/powerpoint/2010/main" val="47703968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754D4-2E3E-4385-8A9E-19B23445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41420-1E20-4E7C-B10E-4D524CC4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Registry가 실행 가능한 세계를 제한한다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7BDEB-A6B6-4792-8E47-D65A8D7B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7109B-8387-40A8-AC1D-E7CC7D85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D70CF-CF60-4A21-A54E-BE032384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06A6A-6D4E-4B23-B746-4C432A46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68287-75FC-4DFD-958C-438F7944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4FFCC-CF45-4150-A971-38303D7A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모델이 아는 도구와 실제로 등록된 도구를 분리한다.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5F0D2-02FC-4F7A-970B-DF8EC698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TOOL_SCHEMAS / TOOL_REGISTRY / unknown tool 차단</a:t>
            </a:r>
          </a:p>
        </p:txBody>
      </p:sp>
    </p:spTree>
    <p:extLst>
      <p:ext uri="{BB962C8B-B14F-4D97-AF65-F5344CB8AC3E}">
        <p14:creationId xmlns:p14="http://schemas.microsoft.com/office/powerpoint/2010/main" val="208957779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C7165-1343-4D1D-8E4B-E9C9BBFA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41AD8-095C-4B3A-B91F-3244BB0A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최소 권한은 기능을 줄이는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4095A-BFB4-41A4-83A9-0079B696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A805A-1123-4B50-A067-56320B44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D74E3-EBBF-4043-A311-761F6DBC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7BFB7-7A67-4C0E-BE37-E53AE5C6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F49A1-B7FC-4BB0-895F-35AF4D73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범용 shell보다 목적별 좁은 도구가 더 안전하고 평가하기 쉽다.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C0002-C626-41D0-9331-4364637B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2989E-3685-4A5B-9D46-DD717950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read_public_text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9BAEF-6CE0-485F-87AB-4F4DD267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6BB84-A962-4034-801E-11EF5A1C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확장자 제한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E9BAE-5F28-49A5-A9BC-6CC963AC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9D003-9244-4EE3-96A2-C34A4687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workspace 경계</a:t>
            </a:r>
          </a:p>
        </p:txBody>
      </p:sp>
    </p:spTree>
    <p:extLst>
      <p:ext uri="{BB962C8B-B14F-4D97-AF65-F5344CB8AC3E}">
        <p14:creationId xmlns:p14="http://schemas.microsoft.com/office/powerpoint/2010/main" val="15551099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67A2E-4471-429F-84CF-50DEE756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0A732-860F-402C-848F-37948E1A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Validation은 실행 전에 끝낸다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FE43B-8014-4C09-B027-88F6071C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4E8E4-FDBB-49EE-AFD5-7147B833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41235-BCD1-4A31-B714-7428D6D3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3EC37-304F-4AFE-A924-064F71D4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FA8D8-70DE-4F81-BA33-8F7C5896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C48E8-6205-4485-B4C4-34EBF2DC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누락·타입·예상 밖 인자는 side effect 전에 거부한다.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AB549-3E62-4354-B747-3252734D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missing / unexpected / wrong type</a:t>
            </a:r>
          </a:p>
        </p:txBody>
      </p:sp>
    </p:spTree>
    <p:extLst>
      <p:ext uri="{BB962C8B-B14F-4D97-AF65-F5344CB8AC3E}">
        <p14:creationId xmlns:p14="http://schemas.microsoft.com/office/powerpoint/2010/main" val="114469104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7712E-3062-462F-9EB3-DBA19097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E8C70-A422-456B-91EC-863904E9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오류도 정상적인 결과 형식이다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1EBF4-4F71-468F-A996-3978E869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80176-2948-4989-ADC2-35316A46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15AF3-8551-4FC8-9D06-DDB129CA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A35B1-7C0C-4EC8-AC1A-88B73C56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1A5CC-BEEE-480D-8C62-4678B48E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traceback 대신 ok·error_code·message를 downstream에 전달한다.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4AFAE-AC25-49DF-B610-3FDDCFB7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F3A02-AD12-4628-9771-F3059347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VALIDATION_ERROR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D1A22-3FDF-4597-AC67-B189F83D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7180D-6492-4D73-8257-62E823F6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NOT_FOUND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8D5D3-AF30-484D-A8FB-20173A81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C95CC-456F-4935-B219-CF657B46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POLICY_BLOCKED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0A722-4C6B-4C39-A447-01AD16B2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EC231-8ED2-48D0-AD2B-5C64D6B7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TOOL_RUNTIME_ERROR</a:t>
            </a:r>
          </a:p>
        </p:txBody>
      </p:sp>
    </p:spTree>
    <p:extLst>
      <p:ext uri="{BB962C8B-B14F-4D97-AF65-F5344CB8AC3E}">
        <p14:creationId xmlns:p14="http://schemas.microsoft.com/office/powerpoint/2010/main" val="141794411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0EDB5-35F0-4549-8565-563CAAD3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C753F-18F8-412C-8B9B-20F7289A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Read와 Write는 위험도가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8B021-B26C-4775-85F0-0CA7811D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90E25-0BE4-47EE-AE8A-7D683C43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AB9A5-DEB3-41BE-92B0-2052F6D5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2906C-01D8-40BC-82A3-33DDBE4F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F499B-F81E-4E97-8417-34830012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F06EB-18F0-4196-AAD7-0DF1E0F1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외부 쓰기는 승인·중복 방지·감사 로그가 추가로 필요하다.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6DE49-E9FC-4AA2-B45C-31FCEB98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read: 자동 가능 / draft: 검토 / publish: 승인 필수</a:t>
            </a:r>
          </a:p>
        </p:txBody>
      </p:sp>
    </p:spTree>
    <p:extLst>
      <p:ext uri="{BB962C8B-B14F-4D97-AF65-F5344CB8AC3E}">
        <p14:creationId xmlns:p14="http://schemas.microsoft.com/office/powerpoint/2010/main" val="20526008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E5E07-55E9-4453-B8DA-BF726897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6587E-BC70-4AA9-8D56-BD4393E9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Timeout과 Retry는 실패 종류를 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4F5AA-553B-41E9-B907-B87A0AA3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767BD-B90B-495E-AF64-8E5FC479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00C9D-44BE-4F0E-BB7C-95C3815B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19F2B-14ED-4E28-A57F-B02C050D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3FCD1-3C12-4BD0-845F-E2916C26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일시 오류만 제한적으로 재시도하고 정책 오류는 즉시 중단한다.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C6979-8D93-495D-88AB-313401D7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84277-E270-4FDD-A0E5-29F47DCE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transient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237FC-6A42-45D3-921A-CF328E2D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EEE71-7CAD-4A40-8B25-766D9CC0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permanent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207F3-E8E7-43B7-8B96-3C262CB0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81F3D-391E-4B6E-BADC-F24877C3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C7B35-D300-44A7-A3D9-8CFEFE9B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232AF-5E5C-49AC-80A1-76F39CAD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human-needed</a:t>
            </a:r>
          </a:p>
        </p:txBody>
      </p:sp>
    </p:spTree>
    <p:extLst>
      <p:ext uri="{BB962C8B-B14F-4D97-AF65-F5344CB8AC3E}">
        <p14:creationId xmlns:p14="http://schemas.microsoft.com/office/powerpoint/2010/main" val="44221325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E1FF3-149C-4AAD-9372-DEFC62A5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BF6E3-1D1A-4A20-8730-F9D82878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Idempotency가 중복 side effect를 막는다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6B1AC-3420-4DE4-9CB7-884DAA2F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2EFFD-0A5C-40F8-8FD3-AF74D52A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27DA4-F1F8-4C56-B901-43FBF2EC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0D7F3-8B2A-4F45-ABF7-D38F9AC0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A2327-B4D4-4829-8B92-2309E922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BF126-50BF-4ADF-9597-166756B1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같은 request_id·call_id의 성공 결과를 다시 쓰지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974CD-A085-4A04-B2DE-57615F3D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stable key / cache / resume-safe</a:t>
            </a:r>
          </a:p>
        </p:txBody>
      </p:sp>
    </p:spTree>
    <p:extLst>
      <p:ext uri="{BB962C8B-B14F-4D97-AF65-F5344CB8AC3E}">
        <p14:creationId xmlns:p14="http://schemas.microsoft.com/office/powerpoint/2010/main" val="58826890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1782C-8D95-42DB-8EB8-A06C1C4D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74A70-0890-49D4-BF9D-1456D941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Audit event가 설명 가능성을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61106-E4EC-47B0-B151-458C2A32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9B1BB-5F7E-438A-B556-2F0220F2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8959C-52FB-4F22-8153-5E5FB9D7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3AD69-801F-4BBF-A901-6496AC42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EF784-A183-451A-A1BB-5FFC0770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누가 무엇을 요청했고 무엇이 차단됐는지 구조화해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327E1-2EE0-4915-8437-A8A688D1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CEFEF-D0A2-4863-8C55-29399FE0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input 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8751B-2F8F-4E81-888C-E9F9E649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1C55D-CEEB-40B7-90FD-C42D18C5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tool·args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C5C87-C7D7-4ABD-8D25-A9A8B89A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E4EB1-99BE-4293-818E-F1335702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decision·result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E4543-08DF-47D2-902E-640F5F72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F9B9D-05A1-4756-84CE-F51ACC57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timestamp</a:t>
            </a:r>
          </a:p>
        </p:txBody>
      </p:sp>
    </p:spTree>
    <p:extLst>
      <p:ext uri="{BB962C8B-B14F-4D97-AF65-F5344CB8AC3E}">
        <p14:creationId xmlns:p14="http://schemas.microsoft.com/office/powerpoint/2010/main" val="35986543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C39F23-27CB-4CD5-89CD-B9EE8ADB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65743-94C2-45F2-A603-0EA7D01C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Tool 호출의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AF4B2-E625-4354-825F-31CE5789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9CA18-E1F3-428D-B6EB-B7FFE4EA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D9F1D-6745-4039-A252-431E16B3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5E18E-82A5-4995-923A-E5D297E9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D5C0D-0FF1-454F-90D3-5790E4D3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451FD-5A7C-4B38-8140-862F0498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51AF5-3F46-4F74-815B-C6299EDF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36131-6255-4079-9CD1-4AA082AD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DFD22-F1B6-4698-80F7-0E813DAE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18475-658E-4356-97A7-80173320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B06FA-64B5-4C57-8797-A684A15E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도구·인자 제안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0A679-4BAC-438E-96BE-A0CB6828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C5601-D622-47CF-8B1F-C12D6FB6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994E6-2DA1-4D76-93D1-CC7289F9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VALIDATE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7C89A-0241-4E00-AF2F-05CF0C85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schema·policy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12394-68B5-4334-8093-21DC466A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ED825-B455-470D-8A80-ABFBE5BD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89392-B904-49E5-8F04-1EB05CCF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EXECUTE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8C10F2-EA71-400D-9B3F-81D42008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등록 함수만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907E9-0245-489B-995A-113052A9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D64CD3-5130-4FBC-A2C8-3142E14F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39EBB-AD74-44A7-9D87-52B5151B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OBSERVE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E550B7-ED70-4871-9E25-093C2729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결과·오류 기록</a:t>
            </a:r>
          </a:p>
        </p:txBody>
      </p:sp>
    </p:spTree>
    <p:extLst>
      <p:ext uri="{BB962C8B-B14F-4D97-AF65-F5344CB8AC3E}">
        <p14:creationId xmlns:p14="http://schemas.microsoft.com/office/powerpoint/2010/main" val="107639166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2C3ED9-DD08-45B8-AABE-B510E1C4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0E372-754C-4D31-8BA1-7C06F70D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Schema를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2CEC8-9D9E-40CE-9E52-9CC5FEC9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B6F48-D44B-4249-9984-A83F7053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24988-1D57-444D-85FC-39113422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46ABF-018E-4DF0-B0B6-8F6211F3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99F1B-AE96-40A9-A481-18F7FC32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877A1-DD46-49BC-B979-DEEBE040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C477C-F573-498A-9616-7AB3C5D8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1E47F-6B85-481F-AE36-F857187D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EF5FD-19B8-4373-9EC8-71A470D0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79151-3D89-48AA-95F5-C30DFE07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업무 동사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A4621-FC55-4CB6-AD14-30D1E971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한 가지 책임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347AF-CAA2-4920-829E-5C8F935E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E197F-6C9E-43EB-AA2A-0BD52266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9ECEF-B768-4BD3-896F-97F3ABEC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입력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951C3-32B0-48C7-BD59-C6D795F7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필수·타입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21B33-AA22-47C7-A9A4-92076A26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C810C-1101-467D-B23A-71371D56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6BCDD2-5DC0-4860-ACC8-CA70E492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경계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28EE3-D3E7-4B51-BA1E-25D3255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enum·길이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1A081-1999-4582-90B0-03281F1E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889D65-20D8-47B6-8883-10D12B26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2B57C5-4242-4869-97C4-CFD93597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예시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606DC-AE6E-46EE-BABF-690DA34C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정상·실패</a:t>
            </a:r>
          </a:p>
        </p:txBody>
      </p:sp>
    </p:spTree>
    <p:extLst>
      <p:ext uri="{BB962C8B-B14F-4D97-AF65-F5344CB8AC3E}">
        <p14:creationId xmlns:p14="http://schemas.microsoft.com/office/powerpoint/2010/main" val="186708721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22B9EF-5601-4FBC-838F-F0679343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FF678-4817-4BA0-BC84-9592A52D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파일 도구의 경로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BE075-EF3E-4BA4-A8B2-716CC07E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19130-E034-4660-BA2D-3BB284D5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CC602-E6A8-4F4C-BEE3-46DA3A5A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ECBAD-F1F0-4AEA-A184-0CFAF3F6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774EE-5CD5-4654-8611-92B91A53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3CD5D-09A2-4324-8AE9-44ADB676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8CE6C-C45C-4BFC-9866-C2CBF25D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3296C-467D-4540-BEC8-35562B5C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CD8B0-32C7-4F4C-A6FB-A8CC8B54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17166-0612-459E-929F-011C6E9F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JOIN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198DE-54BE-45D2-9FA5-4B69C6F0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workspace+path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A4C7D-0B39-4F70-BE0C-B1F0CAFF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AF275-7389-482B-A8D5-56017205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D5287-AB3D-4DF4-8E84-C16BE723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RESOLVE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9CA15-D04A-425B-8A67-97F6286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절대경로 정규화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E4DF1-F462-480F-A6BB-1070311E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7B236-E516-4E19-9930-3D6B65E1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BF3DD-B41B-440F-9D3B-2933EE55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32459-6014-4809-9D8E-7F8CA244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root 하위인지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6B2BB1-A5AD-47DB-A55C-39E93535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41973E-0641-446F-A87D-FF0B23E2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BFC23F-06ED-408E-884D-2DB79267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ALLOW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4BD8DC-ABA1-4B33-B854-511275B9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확장자·존재</a:t>
            </a:r>
          </a:p>
        </p:txBody>
      </p:sp>
    </p:spTree>
    <p:extLst>
      <p:ext uri="{BB962C8B-B14F-4D97-AF65-F5344CB8AC3E}">
        <p14:creationId xmlns:p14="http://schemas.microsoft.com/office/powerpoint/2010/main" val="144814462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E89887-E731-46DF-93F9-62D631BA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C4B4C-74FC-4A0A-B0CF-07CB94BE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분류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0DC92-61CA-40F6-8A1B-52072287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6C035-66D5-473E-81EF-D0A41D29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61588-3E61-4E57-A684-D8CFDABF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95F21-E978-4F52-8885-753CE411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24602-3177-4182-BC15-266387C9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3DE8C-C9EB-4B6A-8323-1B4D3D37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8BF4D-B5FB-4319-8D2B-9F941A52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3DA42-F016-4041-AB8C-B4B39350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78AF6-59A0-4957-B0C5-6B1F12E4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6C639-B9EF-4F37-A9E6-F4C51A0E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B4B2D-C053-45F4-A055-39221D44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재시도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0D3FC-81D0-49C1-889F-46050BA8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C6890-DE46-48EE-B65C-1724D8AC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CFF9A-F1BF-4F97-9158-F490FC97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사용자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6351B-0DB6-4676-B44C-307BAE27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입력 수정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A81B3-AC91-4C21-BBA8-C80FBB73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B3538E-4DE0-4F3F-990E-B9F9C295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23D95-2C13-44E5-B15E-D11E0A7B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일시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C0F64-2035-49B8-BC01-8D168EC5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제한 retry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9A295A-EDA9-4580-95F7-0CE74228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02EDA-FE63-4449-80F9-6B841AED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458E6-AB77-4604-8419-F553DE7E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미지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47B192-C82F-4C58-BC8B-187A79F3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중단·trace</a:t>
            </a:r>
          </a:p>
        </p:txBody>
      </p:sp>
    </p:spTree>
    <p:extLst>
      <p:ext uri="{BB962C8B-B14F-4D97-AF65-F5344CB8AC3E}">
        <p14:creationId xmlns:p14="http://schemas.microsoft.com/office/powerpoint/2010/main" val="169888837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1133DB-74FA-4B73-BE72-168D0536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B2972-D77F-4EF1-A847-1AE0263E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테스트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076A9-217D-428B-B63C-6351667F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91520-267E-497E-B49E-6B84D52F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D03E6-36BD-4FDC-9D3E-3B120439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FB95B-9E35-4EB3-9B2E-D1159ACE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E451F-B8E5-43F5-B313-3E769346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2437B-52A1-4EB3-8289-D501C598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1356B-5268-4D50-B996-BE5B9FE4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CF5A2-82EA-47B7-917E-68CB419F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9C5B6-722C-454D-A1CF-573D553A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99E6A-9F67-4D6D-A574-69B3933C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44E24-FC65-418F-8FBE-0574F033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happy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03011-FEB2-492C-B99D-A1417C6F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CA2DE-2C31-4D3F-9BBC-C6ACCC08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D5C53-DFD2-40C1-9CE1-74327D93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경계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ED24D-02BD-4694-8EE1-85369AC6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최소·최대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9734E-7C12-45B1-9898-A593F187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A8FF9-382D-4623-8E70-3168A671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EEF0B7-48B6-4366-9381-1A9B53BE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EB728-FA79-48A2-85F5-E46CF05B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path traversal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7E964-2F65-4466-8C29-10349BF6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A773DA-707E-457A-9640-5E6C85B0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2DE2E0-FC19-483F-8B8F-6B5AEBC9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중복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D1EA57-E732-4490-9A15-A97E3CF8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cached result</a:t>
            </a:r>
          </a:p>
        </p:txBody>
      </p:sp>
    </p:spTree>
    <p:extLst>
      <p:ext uri="{BB962C8B-B14F-4D97-AF65-F5344CB8AC3E}">
        <p14:creationId xmlns:p14="http://schemas.microsoft.com/office/powerpoint/2010/main" val="37990279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AE1C62-5518-410D-87FE-DEF18431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8E66F-98BE-4294-98FD-826C43A8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쓰기 도구의 승인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9028D-EE1A-4FF3-B136-0BA752B2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FA11D-A770-4F40-84C8-A7A129B7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78416-ECC5-4C27-8FEE-B5ABDE99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C61A4-4ED7-4684-847A-5E61DE88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F6718-12ED-44BE-845B-8FBF0435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B91A2-A58D-4AA0-9E9F-E3AC9B40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6F5DA-0D19-45AA-AF62-E5E9C468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29B4B-264A-4864-BE5F-0CB68861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6396A-206E-4C54-9877-F0873ADD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11F72-8569-4352-BA26-6160BB80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DRAFT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5EFD2-6788-4C98-B10C-7975297F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변경 내용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6A2B2-1257-4A29-A908-8003B17C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E9E043-0E0A-4562-98A2-B17785CA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DEE71-53B9-45D1-ADBF-E0EA4C23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B2BA9-88B7-4C63-B53A-2BA172A2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diff·대상 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1000D0-938A-4008-975A-82779BE6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B3BB9-0222-4CAA-AEA6-42C8E8C2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C62EB-C844-480C-9A28-965B046D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APPROVE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4099D5-55A6-443D-9B27-18E86EBD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사람 event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DE249-AB7D-4BCF-A969-E7D2B263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C1F5C6-AD6B-47CE-B940-242864CC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4482C1-0901-4C0F-8689-D5754D00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WRITE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81A80B-9990-4E70-8662-E56D663D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idempotency key</a:t>
            </a:r>
          </a:p>
        </p:txBody>
      </p:sp>
    </p:spTree>
    <p:extLst>
      <p:ext uri="{BB962C8B-B14F-4D97-AF65-F5344CB8AC3E}">
        <p14:creationId xmlns:p14="http://schemas.microsoft.com/office/powerpoint/2010/main" val="189632538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05320-0D4D-466C-BC15-CD80B8DF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B9B58-93F7-42C4-84D0-1E2C6446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Ollama API · 호출 형식을 공식 문서로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806DC-0B53-4D68-A0CA-BE80B9CD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9E912-A3CB-42CE-AE89-8CD541F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A5584-220D-4EEE-AA54-65186785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36867-20A1-4929-A116-60803826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79548-E60E-453B-8BD2-9B6158B2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86A41-F887-414E-9A63-74933B1D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base URL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835DE-1230-48A1-972F-C3E4EE58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2054-0ADA-41C9-AFFD-B2C473CB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request/response 형식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B7B0A-260B-49D6-ACDB-62394774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C5044-4E9C-44FD-B378-6D8A8939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timeout·stream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A9284-B962-4CDD-9521-64E37C83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380A0-47F0-48AB-8B86-08E64F4D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adapter 뒤에 감추기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9E650-5EFD-4E07-873A-08DF6553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8bc9a73f04de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BB63C-8F4D-43D4-AEAD-7E6ED631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Ollama API Introduction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39516233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D5B03-A1F8-4379-B4F3-D89E7AB1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31CA7-9573-4AA4-96D9-6663D68F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GitHub REST · 인증은 코드와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11D05-0D75-4A10-9DAB-8CA93F58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CD675-B6B5-4085-BF3F-937D5D96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DEA50-934F-47B3-ADB1-5C7C11AA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06225-5450-4F2C-8B5F-8720B2D7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02CB5-2D09-4DF8-99A0-BD00AC3E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0BE6B-B006-4755-AF4C-E4DFC281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token은 환경 변수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79E2B-01D1-4292-8A39-48147603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BAC1C-4085-418B-BCA3-C9AB9FE5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학생 필수 실습은 dry-run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69072-512E-4FE3-B6B7-7E3755D0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79C34-CA22-4699-8F70-350602F1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최소 권한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FEC5C-2854-4C51-9D7F-143C260E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69678-B765-4978-A5E7-C80ABD40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화면에 secret 노출 금지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41ED3-88B3-48E6-B966-F5F3FDA0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bb254b13e4cd5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46D98-E8F9-4109-8050-B251AED0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GitHub REST authentication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0669203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ACD36-22BD-487F-AA0B-170F1A1A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DD65A-3452-4B2D-A1AD-7B06BC98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pytest · 실패를 재현하는 가장 작은 도구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061AE-5334-4E25-9922-134FCFF7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2A525-A4F4-4DD7-AE06-A7E95542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CD038-B8E9-4017-B7B2-09C81004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0FAAD-5438-4285-895F-E459CB8D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0728A-13A9-447A-8069-4D9C613D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4851C-32F8-467D-A264-17F10411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test_ 함수 규칙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5FA2E-E647-416F-A1AB-102DE0F0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DA2BA-CF93-481C-8494-BB33A175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assert로 계약 고정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A4B35-7586-44B1-BFF5-F0880AF0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3CD37-A570-48CF-A73F-2BAD5828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정상·예외 함께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8830A-348B-4044-888A-F065068A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EFC1A-8987-4CA1-A604-520C7CA3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짧은 명령으로 반복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A782B-FA1C-4892-A655-9DF3D8FB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ddf3471fd410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4320C-9555-4D50-B391-301F910A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pytest Get Started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122962597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8DFD3-E4D6-4C4D-BE7D-3AAE41EE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E8FE1-D431-42C6-A59B-CE013D54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실제 실행 · 9 tests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57F4D-4E11-4743-A03E-7DFF230A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76725-ACD2-4EF4-AAA3-06C3112E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72761-E943-45BB-B847-38974FF7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90B84-5B30-49EA-85EC-879CFEF2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52CFA-1545-4B31-9732-9AC29A1B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75DC9-0350-4802-BFD5-A7FA9269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......... 9개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1D382-829B-418E-AC7B-6D59057F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62199-C881-48E3-95F9-532DAF05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[100%] 완료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0A44D-BBB0-4DD2-A0FC-A7D1ABD3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F4611-4119-4C91-8651-655173F7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실행 시간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41C1B-E182-432C-B489-0D10E160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710B2-1AF4-418B-BCB0-2EE1A8E1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완료 증거로 캡처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88C88-C80E-4EC9-A8A0-08FD7A32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62cac3a244693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61B53-0FD8-4886-A267-5E8BEC86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VS Code 통합 터미널의 실제 pytest 결과</a:t>
            </a:r>
          </a:p>
        </p:txBody>
      </p:sp>
    </p:spTree>
    <p:extLst>
      <p:ext uri="{BB962C8B-B14F-4D97-AF65-F5344CB8AC3E}">
        <p14:creationId xmlns:p14="http://schemas.microsoft.com/office/powerpoint/2010/main" val="101964593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97A3B-526B-4415-877C-6DF88FDB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38ABE-787C-46C9-9A1A-9752790F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도구 schema · 허용 입력만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7381E-8586-482E-8DFC-8488F9EC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82DAE-AF43-45D9-B156-FAA5AEDD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41EBF-72C2-46B6-B397-9257C643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C9679-0A13-468B-997D-6662D0B8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40942-C6A9-4EEC-9F31-11E6D5F5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09B37-4622-4FB4-9C82-4EB46244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도구 한 책임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C2AA9-DC00-49E4-8E54-9C1E012E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92B43-70D7-420F-8AF1-874B2690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필수 인자 명시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D4FB8-680B-4F86-BD6D-890972BB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39D9F-5F5F-4FBC-936F-730749BD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설명은 모델용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7741D-0550-4A0B-AB47-64F8628F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D0E62-5974-493E-83EC-30A0445D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실행 함수와 분리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0C8C4-88ED-4FC8-B85E-C557C33F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3835E-D84B-43A3-832D-725C0256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TOOL_SCHEMAS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"read_public_text":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"required": {"path": str},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"description": "공개 txt/md 읽기"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54852701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E992B-12FB-4290-ABDE-D0E37B0F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EC676-169C-4C7A-9713-8C08C959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예상 밖 인자를 차단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7492F-364F-456B-B1CF-85EB7E29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684C5-1665-4D07-A20B-09944910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CFD1D-953E-4E2C-B1FB-ABC2C721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447E8-EBB3-4CC2-AF66-EF6DC859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33BFD-F186-4426-B1D7-E9EAE5BD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A521E-D48D-47C8-AD9A-7B213F9D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누락 검사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2FFAA-968E-4658-8A10-6AD3D926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657E9-173B-4716-850D-9AB9F3C0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추가 필드 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E0E89-EDB9-4B30-888A-BB0D9F22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62B5C-07C4-4BAB-B9D3-91E74186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실행 전 차단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A8077-5EF6-4E92-AA2C-BA6814EA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46C65-AD24-4A86-B359-7245F78C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코드로 변환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19A8B-5C4F-4165-B0D9-5611AEBF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0CE7B-12A6-4D5D-A85C-02D2C3FA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required = schema["required"]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missing = [k for k in required if k not in args]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unexpected = set(args) - set(required)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if missing or unexpected: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raise ToolValidationError()</a:t>
            </a:r>
          </a:p>
        </p:txBody>
      </p:sp>
    </p:spTree>
    <p:extLst>
      <p:ext uri="{BB962C8B-B14F-4D97-AF65-F5344CB8AC3E}">
        <p14:creationId xmlns:p14="http://schemas.microsoft.com/office/powerpoint/2010/main" val="53118435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A8658-1424-410E-A1DF-95B39F11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6161B-A128-4D0E-9DD1-583ECB3A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경로 이탈을 막는 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1F261-3197-4ACB-9FE8-AB447EA8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07E0F-5D55-4D09-B852-63868388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503C9-59C6-434D-A464-0C020F70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5FAB0-A9D8-4194-8C24-AC3E1D82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4B688-C73F-4E46-8140-B787546F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80B4A-4CB7-4202-B7B2-345EBBAD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../ 정규화 후 검사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8AC2F-A34E-4750-829C-674569CC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05D5F-6A43-479B-AC6B-8034B65C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절대경로 비교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D913F-48CA-4839-BAC3-39072352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82A7C-08D0-4057-9D6C-381EB364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symlink 고려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6E744-6FB6-4A97-926D-640EB2E7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A5F38-6183-4448-85BF-F250EBD4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테스트로 공격 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75B3E-A3A1-44C4-9A13-B9640CCB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9ACDD-EB85-4EA2-B3DD-7E0C41DC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root = workspace.resolve()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candidate = (root / path).resolve()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if root != candidate and root not in candidate.parents: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raise ToolValidationError("outside workspace")</a:t>
            </a:r>
          </a:p>
        </p:txBody>
      </p:sp>
    </p:spTree>
    <p:extLst>
      <p:ext uri="{BB962C8B-B14F-4D97-AF65-F5344CB8AC3E}">
        <p14:creationId xmlns:p14="http://schemas.microsoft.com/office/powerpoint/2010/main" val="175697467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0A6745-DBA9-489A-936A-63C32EE3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599E2-2942-45A3-9939-0ACED8B4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오류를 공통 result로 정규화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DC83C-3629-4917-8E25-D3DA5567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F999C-17BE-4745-B9FC-F92AA3B2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1F0C8-E0F8-4849-9577-096E5ECE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E36A9-FEEA-4F2C-9353-B46F0C87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0384A-D39D-43EF-BAD8-E7E22A29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C99A3-2C7E-4859-9C6A-FF56859D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exception 경계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165D0-1EE4-4F9B-B498-A16E9B53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77EC6-C21F-4FCB-9D8D-CDB927D3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안정된 error_code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C9298-486A-47AE-B052-537FB6C4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D68A5-BB08-44A8-B589-A165224E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사용자 메시지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10D51-B4A4-4DBE-AF32-2B0D807E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787EC-3E79-4E88-AACC-6085EA52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trace에는 상세 stack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B1851-3DE3-467D-918C-F5A99768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54A1C-BF75-4EE4-B050-355A3308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return ToolResult(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ok=False,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tool=tool_name,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error_code="POLICY_BLOCKED",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message=str(exc)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6786005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567B6-C0EB-4064-8490-13C4F730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43C09-AA03-4EEE-9ECE-7C564CF4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call_id로 중복을 판별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B062A-457B-48EF-B832-E38FD898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45304-977E-4D7D-8977-D5A2DC27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356BA-DA12-4710-86B7-3F08A241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A7023-D553-42C6-8BF2-764A40EF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99C24-C6DB-4716-9AA0-442A4C3F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C328C-E2EE-4000-A508-0CA17306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정렬된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F815F-E1D6-476E-9D13-900E2F07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2F43F-8865-47BB-8BAF-6E9D6C47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안정된 hash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F5193-3167-44C5-846E-91DC42FC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47FFC-3305-4A2E-B912-B8924408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cache 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35F29-E65E-4F2D-8E18-FE5DEACC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5F408-E434-4106-8F4F-C2D4B31B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외부 쓰기에도 확장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8EEAB-B479-416A-BFE4-E3FC6AC5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507F0-0CC2-403D-A335-05432FE2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raw = json.dumps(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{"tool": name, "arguments": args},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sort_keys=True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call_id = sha256(raw.encode()).hexdigest()[:16]</a:t>
            </a:r>
          </a:p>
        </p:txBody>
      </p:sp>
    </p:spTree>
    <p:extLst>
      <p:ext uri="{BB962C8B-B14F-4D97-AF65-F5344CB8AC3E}">
        <p14:creationId xmlns:p14="http://schemas.microsoft.com/office/powerpoint/2010/main" val="207053250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BF37A-D0D2-4E05-ABA9-86941234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334CD-E731-4A6C-8F0C-764CB8B9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테스트 네 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E4E47-9D7B-45EB-8843-ABB4B829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A0F75-9A0A-40ED-9198-78B01D56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B8525-0DD4-4F74-8F98-F9C03FD8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2CBAC-77DC-4114-B924-90283CB1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225AD-DC58-4526-8F5D-DB4480DE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C806E-89E0-4E27-B773-C4365C03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허용되지 않은 도구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C7C0D-B633-4E33-BCF9-5F9DB625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83348-BA9B-4E43-92BA-C03656EB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필수 인자 누락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441BE-5CB1-4645-BE91-C2C2D0FB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15EF2-AF20-4F06-8499-E1EDA169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workspace 이탈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3010D-73BC-4C46-9317-BFC02E3C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6078B-5DC2-4C21-8803-6AAAFC32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같은 호출 중복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E421E-71CC-4110-BF71-B6BB64DF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A4FB1-19DD-40EB-9F1C-2D57F881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def test_unknown_tool(): ...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def test_missing_argument(): ...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def test_path_traversal(): ...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def test_duplicate_call_cached(): ...</a:t>
            </a:r>
          </a:p>
        </p:txBody>
      </p:sp>
    </p:spTree>
    <p:extLst>
      <p:ext uri="{BB962C8B-B14F-4D97-AF65-F5344CB8AC3E}">
        <p14:creationId xmlns:p14="http://schemas.microsoft.com/office/powerpoint/2010/main" val="35578199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3FD765-762E-4E23-B0B6-DB0CDE62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73C89-BD60-4DA6-9B82-69A38D40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1 · 도구 한 개를 schema로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20BD7-C447-481F-82D1-790EC346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8C521-3DBA-47A9-92F1-A33FC032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A3E5E-9CFD-4444-9066-24F78E93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75D81-2220-485D-9D2A-AADDF80F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71272-46A4-480E-877A-2D8F1CF1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F06EE-FEC1-4B99-B57E-3C07D511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703D3-F1A6-4FF6-BF66-F2F52C07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052EB-7728-4526-8761-84644502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75194-DDE5-4829-80BF-B5114E63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E97F9-1555-42EE-9D9F-ABBFCE1D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업무 동사를 한 개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441F4-5389-4F9F-B813-15EF649E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8661A-5B5B-4225-92B2-A757AA56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필수 인자를 1–2개로 제한한다.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F94DD-FFDE-4356-B896-064F880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A9A51-C2B8-40B1-A118-F540FB5B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타입과 허용값을 적는다.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44D65-4C09-41A5-AAE2-00316EE8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961DF-FC44-41E3-B389-63A5357C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정상 호출 예시를 JSON으로 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122A5-0C16-44D2-A57E-4D2D58DD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EB279-4B25-4497-B8ED-C6AD8061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tool schema 1개</a:t>
            </a:r>
          </a:p>
        </p:txBody>
      </p:sp>
    </p:spTree>
    <p:extLst>
      <p:ext uri="{BB962C8B-B14F-4D97-AF65-F5344CB8AC3E}">
        <p14:creationId xmlns:p14="http://schemas.microsoft.com/office/powerpoint/2010/main" val="749857925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80520E-8EA7-4FEF-888A-CA882F5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A4D1D-C4F8-4F78-8BE0-355F9599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2 · 잘못된 호출 3개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A1EB7-2824-44DB-B305-9C1FE8B8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B297A-1788-4C59-BB29-8A430AF6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1BB14-9992-4839-BD5E-273BDAD4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E9A72-673C-4BEB-8D4B-74B1AF3A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884E1-AC5A-4FFA-86E5-6F3AC464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10D4E-F5DB-417C-B315-67FB3E6F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68992-9EE8-44A0-BEEF-51FC2DB8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49C63-6397-48BA-8DD2-35BA25C8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CDFE1-4675-474B-8BDC-145E189F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621FC-A50B-4676-8B53-5002D90D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unknown tool 호출을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DE77D-C175-48ED-AF15-4BDE1CF4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9BB7F-64EF-47CB-A188-68F37368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필수 인자를 하나 지운다.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F34A3-7E15-4F80-9BCF-EF5911AE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895B9-DE2B-42CA-BE43-C2B058D2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예상 밖 인자를 하나 넣는다.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03091-05D9-42C7-8C67-A367C6DF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D9E2E0-0C59-495D-A16D-428772BE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각 error_code를 예상한다.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7F132-E687-4394-ADC4-470CF63C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41230-F8B8-4185-946A-E92DD63C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실패 fixture 3개</a:t>
            </a:r>
          </a:p>
        </p:txBody>
      </p:sp>
    </p:spTree>
    <p:extLst>
      <p:ext uri="{BB962C8B-B14F-4D97-AF65-F5344CB8AC3E}">
        <p14:creationId xmlns:p14="http://schemas.microsoft.com/office/powerpoint/2010/main" val="1452448477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03A37-CC85-49C2-9030-B685288B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394D-B26C-4060-A351-85E6CC0D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3 · workspace guard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28C03-633C-41C6-A72F-BB636A01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C5486-1809-4688-A56E-2FE90CB7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E2C9B-2162-4978-8FE8-108798EE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74441-314D-41FF-95E8-17D6AA02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7EF54-F3C5-4DBD-AE49-2BB2C645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59884-DC5F-4D35-AE05-B8112184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09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8AEF3-6894-4E3D-8076-7F36B6C5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F186C-BA06-47A3-9D8D-7E1055DC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637CF-1630-429A-A285-9A371B07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53F23-B906-4497-B483-862FC3F3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정상 상대경로를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20BC8-1A6A-42C7-92FC-F5EB261B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B9C057-97C4-4B70-BA0A-67A318E5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../를 포함한 경로를 넣는다.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46035-354F-4E93-A403-DA8CD643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48583-3F21-4CE4-AF17-CF1D4E3A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.py 확장자를 넣는다.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7A95D-FF73-4551-B655-E9C0E3EB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602C1-25B7-47BD-9916-5394B40C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어느 단계에서 차단되는지 표시한다.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563D5-D32A-468B-9CF1-64118E92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7C946-BEC2-40B1-8275-C1F9E6E5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정상 1 + 차단 2</a:t>
            </a:r>
          </a:p>
        </p:txBody>
      </p:sp>
    </p:spTree>
    <p:extLst>
      <p:ext uri="{BB962C8B-B14F-4D97-AF65-F5344CB8AC3E}">
        <p14:creationId xmlns:p14="http://schemas.microsoft.com/office/powerpoint/2010/main" val="1456123737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73927E-F0AC-431D-AF2F-DD82541D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F68AD-78B5-4568-8E3C-3DC6A23D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4 · ToolResult 계약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15B08-DC29-4FB9-9248-52159D89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A75EF-FB3F-49A2-BDC1-7E3234B0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89B35-2AA9-46A8-A5B5-38A84527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A3B73-B23F-4597-ADA8-6B41245E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36CFC-271A-44D5-B4C2-D30D9062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C85C2-2D07-48DA-B690-B1BFFF25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F86A8-4420-424C-8BA0-1B9C799E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6A9BF-6A1B-4057-B29E-B15258E3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28B42-0FC4-40FD-AE1F-E44FBA57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1825A-5BFB-4412-BFDE-9241FCF5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성공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80407-353D-4DB5-A503-6BFE3077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B9F04-34D8-4033-9074-89A7CE26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result 필드를 적는다.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C730D-0714-473C-82E8-247BC138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2C7AB-157C-4186-845D-4205448D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downstream이 exception을 몰라도 되는 이유를 쓴다.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FBD00-1FCA-4E55-B231-53E56F4D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9F4E8-342C-4A8E-A2EF-60CF8FE5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needs_human_review 조건을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3B69D-4933-4650-A3C4-B4E59F35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5DCE3-0556-4B77-BF9F-38D34172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공통 result 표</a:t>
            </a:r>
          </a:p>
        </p:txBody>
      </p:sp>
    </p:spTree>
    <p:extLst>
      <p:ext uri="{BB962C8B-B14F-4D97-AF65-F5344CB8AC3E}">
        <p14:creationId xmlns:p14="http://schemas.microsoft.com/office/powerpoint/2010/main" val="434621491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9581C-7726-48C0-BD92-ECB27F3E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1E61E-BE30-4FDC-B0BE-5B5E382C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5 · pytest 한 건 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EB9B3-5E5F-498F-94EA-BA556AAE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78AE4-655F-49A9-B221-E78965EA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F0182-2297-4A9F-85B0-8E7A357A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74ABD-3AE3-4759-8FA8-E4E80058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DBE1B-F878-4AB2-9E63-9BAD4D08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34F72-8ABD-430F-986F-5B6F5133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BB9ED-A446-4F30-A3FE-BBD0B655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B2166-9C94-4B17-AEDC-332616F6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68F9E-8275-44CD-A453-53816682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BEC18-3B0D-48F0-89DC-4317DC87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tests 파일을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2B229-C78B-49D8-99EF-018849B2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D2274-92FC-45C1-B992-412CB28E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사례를 함수로 추가한다.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013BC-72A5-41F4-A120-A36406FA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CB21E-56AA-4297-9E00-4E870C47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pytest -q를 실행한다.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76BAE-BBE7-4F48-A435-EB5654C9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A8624-4052-4A90-9316-2832C6C9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실패→수정→통과를 캡처한다.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E21A9C-CD6F-4497-882C-649E5951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73F3DC-C798-4832-B84B-952DE2BE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새 test 1개 + 통과 화면</a:t>
            </a:r>
          </a:p>
        </p:txBody>
      </p:sp>
    </p:spTree>
    <p:extLst>
      <p:ext uri="{BB962C8B-B14F-4D97-AF65-F5344CB8AC3E}">
        <p14:creationId xmlns:p14="http://schemas.microsoft.com/office/powerpoint/2010/main" val="2052087402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2AC3DF-D7C8-43F4-9287-C3B9E348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DB6A7-501E-4014-8BFE-181D6305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1 · 모델 JSON을 바로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2B20E-2E36-445D-B1D4-F1C3D41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E419F-6781-4470-9E76-939322F3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0CA26-F525-4C77-9ECE-6CEFC757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25E8F-ADBD-4864-AC06-54A04DD0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CD796-811F-4BAE-A855-F0DB58F5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D0C5D-23CC-46E1-888A-018C1A76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FACDF-4A42-4241-9C77-E6A2315A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81541-2141-4833-B14D-AA01C1F6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ACB63-495A-4FD8-A3C6-9B2AE5C8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schema 검증 생략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63473-E3AD-402E-85BC-B0E00A0D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63E68-E597-4B4F-A12C-50718701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임의 도구 이름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48976-3E02-4E65-8A5A-98A6CA77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835BB-5808-440B-93EE-00B28F73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추가 인자 허용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C602C-9C19-4373-AB70-B5C9D6D6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27ED1-7679-48C6-A4E7-DD80700F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side effect 직행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4C5DC-98CD-4395-8D6F-0CE575A3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B04B9-01DE-48D5-907F-CC201532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plan은 제안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1BE656-59F7-4CA5-A209-BD789109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848CA3-2F39-4C1C-A33A-9FBEDA3E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validator가 허가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555FA-7B51-4F81-9B1D-5471D01B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D5799E-EBBB-414C-9427-91D3B0FF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registry 함수만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1FFD94-29FB-476B-A306-E54E4709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279C74-82D7-4DBC-BB0D-9A58E4EA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쓰기 전 preview</a:t>
            </a:r>
          </a:p>
        </p:txBody>
      </p:sp>
    </p:spTree>
    <p:extLst>
      <p:ext uri="{BB962C8B-B14F-4D97-AF65-F5344CB8AC3E}">
        <p14:creationId xmlns:p14="http://schemas.microsoft.com/office/powerpoint/2010/main" val="1571335291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83AB19-821C-4C03-B9B6-1BD6F604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2B28F-8308-4322-9575-E8D4AD5D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2 · 범용 shell 도구 제공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45463-8F20-4FA6-8E27-BE2EB61D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54C38-B177-4376-8006-B07CECEE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39463-7485-4358-9775-83C44127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DADCA-65E8-4101-8C64-DB5B2EE9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7FC68-2662-4C26-B168-3B36818C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D0E58-A354-48F2-AEEA-72B953FA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92E7A-D72E-4696-BB93-3A3F586D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AE772-B594-4897-BA2D-B72E6E8A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A8810-D5AF-48CC-8535-D4D967F0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rm·curl까지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4C496-0294-45C1-BD89-751FDC67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40FFB-78AC-47F1-9E7E-FA3067AF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명령 문자열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155E8-09D2-42D4-A5D4-A941FAAE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A7665-C8CB-4F82-960B-11C33C5A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권한 범위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24CF9-BF24-4D10-86B6-EF66FE04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8281F-4BA0-484F-BA52-116F1F7D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평가 불가능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D4C3D-80AC-45E3-8BDF-C4444CC1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9C205-19E0-4D44-8ABB-32236934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목적별 함수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9B1A2-2E1E-40FA-B5E9-868B9D2E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70A7F6-1D15-4A03-8D9A-24540D58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typed arguments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32CD67-2176-403B-9BDF-F344B71D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CB1042-22F1-4E37-89C2-E08FEB04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최소 파일 범위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57464E-9314-4A21-A8B6-FFC2BBE1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A3AF5D-10B0-46A6-83CC-54153F4D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정상·실패 test</a:t>
            </a:r>
          </a:p>
        </p:txBody>
      </p:sp>
    </p:spTree>
    <p:extLst>
      <p:ext uri="{BB962C8B-B14F-4D97-AF65-F5344CB8AC3E}">
        <p14:creationId xmlns:p14="http://schemas.microsoft.com/office/powerpoint/2010/main" val="489840245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2AA118-204D-437E-AAD5-9CD542A4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382D7-CE53-4661-B84B-FFD6DC71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3 · 모든 오류를 retry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84D33-2B68-4C0C-BBFB-E6B00F71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6162F-B591-4CDB-BADE-A8624055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AB7FE-E803-4EC4-B476-0B9EAD82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E1B25-33F2-4443-88DF-887768EA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25649-2DEA-497B-8BC4-F0430D00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255C3-372C-4F00-8656-1A65F0A7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9DF65-3941-4CC7-95DA-52AC0ABB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FB29B-76A6-4C89-9E2A-8CADA571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F506F-175C-4011-A4CF-A2465221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정책 오류 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E2B88-09E9-48C2-ABD8-AFA97F45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935CD-2501-49C7-A171-BCE39BD0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비용·시간 증가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6BB2F-FF8F-4AC7-81F5-6CBFF562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55607-69B1-44A2-8657-D6EE8459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중복 쓰기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2422D-0323-4758-8EB4-13AFAF9E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56FC90-88B9-407E-8A8A-C3F31FED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원인 은폐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467AA-3A85-4D54-A3A1-34BC45F8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3D53C-0B89-49D1-8F68-D6693D71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class 분류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9C61B-E115-4873-8356-649E6961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BDAE5-0C43-490C-95E1-CB313880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일시 오류만 retry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95C0D-52FB-41E3-B49A-B19CB57C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072E8E-96E1-466D-82CA-DD3B5917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max attempts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889938-B4DA-47BF-A74F-E04FB4E7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EEAC6-7E8C-4D4A-8406-7A90F662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중단 후 사람 검토</a:t>
            </a:r>
          </a:p>
        </p:txBody>
      </p:sp>
    </p:spTree>
    <p:extLst>
      <p:ext uri="{BB962C8B-B14F-4D97-AF65-F5344CB8AC3E}">
        <p14:creationId xmlns:p14="http://schemas.microsoft.com/office/powerpoint/2010/main" val="1132787973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DB3675-7F3C-42B9-AC80-B278EBF8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FE151-6708-45CB-8E22-AABDD99B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4 · 토큰을 notebook에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E9462-8CF1-4033-B5AE-A77AD783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42961-2D9C-455E-A7EB-BDE2C178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7FD59-D825-4D0F-A04E-2B776329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FF208-9859-4C69-BF50-7406782B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2F494-FD8A-487D-9006-C045F7D3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3D0A8-21ED-4E5D-87B6-AE98C086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831AF-1A12-4E2E-9FDB-6B9F3988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3A237-36C3-4667-A03A-989E1051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268D3-CF5A-4215-A2A0-69D6F0FE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cell output 노출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A994E-D570-45D0-9379-2BA675C1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384C6-4BBE-47A1-80B8-F932351B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Git commit 포함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AE692-4496-4D5E-88C6-8BEE0327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62432-F1E2-4678-A172-FED8890F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화면 캡처 유출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A1DCC-4C23-494F-A66B-172BDF2D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14416-6AA0-431D-ADDA-DF71E23C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교육 계정 공유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DB559-58F2-4E80-8CB7-CEB1D4E3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875B7C-D0A3-49C5-AF2A-739E1E9A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.env.example만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A04B8-9FB3-4FA9-9FA9-91237F84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41857-1F6E-4FCE-8EA7-6C2E7A05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실제 값은 환경 변수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D45AC0-0518-45C9-A948-3CB400D0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1298A-7353-4EA2-A05B-82A4FB0F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sandbox token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59AEF-B5F6-44F8-9231-26FCB003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0103B9-8898-4E38-925C-0FF009D7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캡처 전 비식별</a:t>
            </a:r>
          </a:p>
        </p:txBody>
      </p:sp>
    </p:spTree>
    <p:extLst>
      <p:ext uri="{BB962C8B-B14F-4D97-AF65-F5344CB8AC3E}">
        <p14:creationId xmlns:p14="http://schemas.microsoft.com/office/powerpoint/2010/main" val="900640213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3046C6-E303-48F8-AF33-B8A0BE99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1B8D7-955E-461D-937A-657B7D7D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재직자 · Tool 권한 승인표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45545-9D45-4EBE-8C5E-C91CE026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42939-C90C-4500-A05F-9C958B75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8F8E9-5490-49CA-9DA5-33594465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FE7FB-AFFE-4821-BADC-488F7E10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2919E-0EEA-47B7-ABC6-7A30CA86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자동 허용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E3306-A673-46F0-8DE1-29EB7028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사람 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4E1DF-53D4-485C-B4DB-06EE1B97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A4068-6461-465C-A391-DBA3EBC8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826F2-636F-4DDA-AFF4-D015D276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공개 문서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8D8DD-BCF9-41FD-A681-942044E3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5FCCB-AD92-4F0E-BF1A-D750A534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로컬 parsing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EF9E3-7E61-4DD1-AA64-97F0C014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31BC1-C436-4AB5-A733-1D1C8C78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schema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5B9D2-DF2D-4FEF-B507-8A94819B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551FD-9CCE-49D5-ABA7-6ED096D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draft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C9DB8-1FA9-4829-B6DE-13E44650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6A119-D8A8-4450-98BC-CBC9C2D8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메일·Issue 게시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C4779F-4D71-4453-934A-448B97FC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C5BB9-6840-4131-84B8-47010777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고객정보 접근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9AAE5-3612-4449-80D2-D12D8703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5B6AD-2E1C-4E58-BC02-B3724974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결제·삭제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CB05A-9FDC-4799-98E1-D175120D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DABA16-711B-4F96-8745-1F312507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비공개 repo 쓰기</a:t>
            </a:r>
          </a:p>
        </p:txBody>
      </p:sp>
    </p:spTree>
    <p:extLst>
      <p:ext uri="{BB962C8B-B14F-4D97-AF65-F5344CB8AC3E}">
        <p14:creationId xmlns:p14="http://schemas.microsoft.com/office/powerpoint/2010/main" val="279733964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83BA4F-9325-428C-8D63-CA0451E6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6C129-29F0-48E1-9A23-DD8C7954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구직자 · Tool 설계 설명법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E6531-29A9-4515-8FB6-1F9C784E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211F0-EF82-4F2C-8FF0-46E7DB2D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02A50-365B-488C-9C16-33D7803C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2C4BF-B753-456D-A8EE-D9C6228D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6359A-FF30-406C-83FB-738CE9D7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코드만 보여주기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A99C4-553A-435D-B14D-F94373D6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면접에서 설명하기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F8879-865C-4F67-9AD8-584CE3B2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E610A-8FD3-4C0A-9455-0B44DE89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18517-8610-42C4-9192-5180F881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함수 목록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1A356-0309-4CE6-93ED-CC71051E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7972C-AB8A-4967-9873-1C11CC63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성공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B566B-FDE4-4C23-A496-E344002B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4BB11-8563-4F8A-947B-1F2E4BC8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프레임워크 이름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949E8-8A0D-4ED4-8BD7-436AA3F7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0DE49-2024-46CD-994C-A5EAFAFE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모델 이름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602545-1BA0-4081-8F7A-1DD4B5C7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007F7-A736-4920-8AA9-94F1AFE3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위험과 권한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A5D53-E337-4641-AA0F-B1562572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D13C08-967E-4E08-854C-13FB9061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분류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0D6CC2-B453-4E58-B6A4-3258AC7F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F2844-5C9C-4CDE-B608-BE4FCE2B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test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6AE9D-1F86-4EEA-905C-A76A39B5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A5ABE-A60E-472D-8248-0A1A9C89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확장 trade-off</a:t>
            </a:r>
          </a:p>
        </p:txBody>
      </p:sp>
    </p:spTree>
    <p:extLst>
      <p:ext uri="{BB962C8B-B14F-4D97-AF65-F5344CB8AC3E}">
        <p14:creationId xmlns:p14="http://schemas.microsoft.com/office/powerpoint/2010/main" val="1009663537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D24AD-FB47-4FB6-8675-73B5159F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ED9D8-72F7-4F67-B251-8D9E7D58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10시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6F025-86C0-43CC-8167-2B04873A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272F2-9026-450B-865E-41765E6F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ACE0D-B19F-457E-9BB7-98286864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239DF-E466-4D71-913A-ECFEFACF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B6BC2-B55F-46B8-8C4D-AD2C7A53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D6E71-CAC5-4560-B87C-AD0A4A00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F3775-C048-41BF-A4BC-5BBA92EA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6A9BA-BE3E-4EE7-B64E-D38DD268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모델의 tool call을 왜 바로 실행하면 안 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415C0-4AF4-4E42-8500-0A64F97F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E33E3-0C88-4CF2-9BE8-51F14AE0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BE0D1-044B-4641-90C3-FE6CA8A6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Validation·Policy·Execution의 책임을 구분할 수 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3F107-70DF-4A03-9FE3-FB44D4DA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5D018-46EE-47D9-AA3C-4D67A470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1FADC-35F1-4FCB-BFFD-7BE3A904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Retry하지 말아야 할 오류를 한 가지 말할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92277059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0A1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B1AC3-078D-49A4-A41A-8A792497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1AC11-0B9A-46A0-A4B0-1EE7A2BC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836AB-3B35-4882-A1D3-AA545530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한국어 PBL 문제와 데이터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334A9-DBC1-443E-ABC5-D3841FF1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952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실제처럼 보이되 공개·비식별·재현 가능한 한국어 자료로 프로젝트 범위를 정합니다.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8F626-03FB-4EFE-9494-3C8E7E08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산출물 · K-Work Copilot canvas · dataset card ·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439814788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1F304-C1D9-4D35-BC62-4E08536F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HOUR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86F12-88E7-4B7C-96BF-69C16FE4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11:00–12:00 · 이 시간의 40장 사용법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83BB6-EC10-408F-B444-A4285FA5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5EEAA-414A-4F69-B0F6-E8E6D87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B323C-660A-47E8-ACD4-911CDBE4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59C39-7A26-4912-B0C4-94862AC8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B4966-9AC5-4221-AEEE-635554D9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1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한국어 회의/업무 데이터를 안전하게 선택하고, 제품 가치·정답 기준·실패 비용을 한 장의 PBL canvas로 고정합니다.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02114-E7F2-4D3A-826C-6605D253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66677-0276-426C-A73C-10609934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4B7C9-A957-4B60-A53A-5C8564AC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장 한 주장으로 업무 의미를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5068F-D6DF-4232-98C2-10AD04D3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386BC-F202-4AA5-9D7A-F2E99EAD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8D06C-68FB-4DDF-AAFA-D7BB1A97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공식 문서와 실제 실행 위치를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460D0-4FF2-4780-AF61-D9F2DD28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0B316-E42C-4163-BC63-5DE16DB9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따라하기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6BBDE-63E5-4374-BC6E-4628FB0E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강사의 작은 단위를 같은 순서로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A0CF3-8547-4B4C-AF6C-76D46EBE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E7FAC-9A5A-4631-922C-32C09669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실패·복구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D1D13-5919-427F-85C6-34CABF6E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코드를 분류하고 대체 경로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753A5-56C6-404B-87AB-E431B829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B2EC45-05E6-43A0-979A-EEDA4897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8A889-9791-4860-B464-1DB7D37A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파일·테스트·commit·설명으로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2122734529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DAC6C-87D0-42E8-A890-386FC5BD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45E8B-5E41-4766-AF79-6BF79B4D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PBL은 기술 목록이 아니라 사용자 문제에서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34E65-73B9-4A16-960D-F0D8D1B8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36258-3B33-4D6D-A572-F528C923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E3BA3-A0FC-4878-BAD3-99B2E83D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00DDF-5902-48BA-A53E-D408F363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C61C5-C2EA-4989-BEA7-353BB0E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B1E32-152D-471B-AA7A-BB30426F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STT·LLM·LangGraph를 모두 쓰되, 한 사용자의 한 업무 흐름에 묶는다.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0211A-4E6E-49B9-A02C-7D8C3466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사용자·상황 / 반복 입력 / 원하는 결정·행동</a:t>
            </a:r>
          </a:p>
        </p:txBody>
      </p:sp>
    </p:spTree>
    <p:extLst>
      <p:ext uri="{BB962C8B-B14F-4D97-AF65-F5344CB8AC3E}">
        <p14:creationId xmlns:p14="http://schemas.microsoft.com/office/powerpoint/2010/main" val="599258509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6E8B7-6D7A-4C0B-87E0-B5E2A7C4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21AD8-A3DE-4EA6-9C64-2C8D16C1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K-Work Copilot의 첫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5916B-E239-4EAC-806C-7236471B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36998-98CA-4BBE-BE1B-C2434ABA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787CD-DD79-4899-8BF5-2A0CCB1A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91138-B883-49AC-ABBA-813FFCC6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8E12B-C1E4-4267-AA8A-C472BF0D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2–3분 한국어 회의 또는 정답 transcript 한 건으로 시작한다.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528C7-9843-47E8-8EDB-DD1D4A27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F1E76-7CA0-4793-A5D1-21DDF26A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audio metadata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48C06-99AF-40F0-A615-6FF372C0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82CA0-A24A-432B-B2EC-22FA1432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timestamp transcript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5618A-63EF-4034-AD5F-EBB58B1B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69EBF-BD1C-4C61-90B1-8D34AB0E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summary·decision·action item</a:t>
            </a:r>
          </a:p>
        </p:txBody>
      </p:sp>
    </p:spTree>
    <p:extLst>
      <p:ext uri="{BB962C8B-B14F-4D97-AF65-F5344CB8AC3E}">
        <p14:creationId xmlns:p14="http://schemas.microsoft.com/office/powerpoint/2010/main" val="1216292906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DD344-9596-4DE0-94FA-FC82B3C1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E5AB5-751A-4A11-8D68-9FA7A439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한국어는 띄어쓰기보다 업무 맥락이 어렵다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FB3D6-CED3-4BE8-9182-06D0EDCE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EB1DA-B1CD-4AB3-8ED7-79C5EE7D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9FA98-8E47-45D1-9C21-8C569FEC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1422F-9AC8-4CDA-A58C-9BA03A11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AE57F-EE08-4F78-ADE6-3CE2DBC7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13D33-4CE6-4BBF-8337-2E3443DC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존칭·생략·동음어·숫자·날짜·담당자 모호성을 별도 오류로 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62DEE-545C-4B91-8237-97384E7A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화자 생략 / “다음 주” 기준일 / 제품명·약어 / 책임자 추론 금지</a:t>
            </a:r>
          </a:p>
        </p:txBody>
      </p:sp>
    </p:spTree>
    <p:extLst>
      <p:ext uri="{BB962C8B-B14F-4D97-AF65-F5344CB8AC3E}">
        <p14:creationId xmlns:p14="http://schemas.microsoft.com/office/powerpoint/2010/main" val="597043088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4FFE3-8CA0-470A-BF27-FFA25E28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D46FA-6FB4-482B-8704-BD1A47CC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실제 데이터처럼 보이는 최소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3E15F-773D-4D10-80DE-FF0F458B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D8F00-5A19-497D-850E-69D64081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10FA1-7ED7-4AC5-8BFD-436022EB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FBEE7-C1B7-4EB1-9572-2FB68116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AB897-723C-4848-8DC9-394AD5F6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자연스러운 맥락·역할·결정·마감이 있으면서 개인 식별정보는 없어야 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D3CDA-8F85-4D8C-A08A-E46AAFEE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F927E-62A9-4413-BD31-94DAAB37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가상 조직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5275C-A0CF-4F84-8A57-6C3DA8E3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0AE4F-93EC-4385-8687-C5F6BD5A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역할명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50502-9721-4531-9987-7A957E58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D0625-E76E-49FD-B33C-F8A3E517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합성 금액 범주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AFF4F-8AE1-4077-A4AE-378DCBA6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C4AE7-FDA2-4CC0-8CF2-0EF9A299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공개 가능한 업무 관계</a:t>
            </a:r>
          </a:p>
        </p:txBody>
      </p:sp>
    </p:spTree>
    <p:extLst>
      <p:ext uri="{BB962C8B-B14F-4D97-AF65-F5344CB8AC3E}">
        <p14:creationId xmlns:p14="http://schemas.microsoft.com/office/powerpoint/2010/main" val="1619978262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F01CC-74C3-4B96-A950-1D36A694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32729-543A-4B46-8435-27FE08C8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데이터 공개와 사용 허가는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87C6D-80AA-4713-AE46-46612943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8077A-75CF-4D13-98AD-950BA77C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90712-008F-4C93-893E-E2FD6A87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CC311-E8DC-4F22-B153-8CBA27F9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43D87-896B-4F3F-85DC-FC48AA4A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90D5B-C997-4669-9007-35302AFA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웹에서 보인다는 사실만으로 재배포·수업 배포가 허용되지는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99D8C-3C95-4241-8760-1F0F5FDD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이용 조건 / 다운로드·신청 / 재배포 범위 / 출처 기록</a:t>
            </a:r>
          </a:p>
        </p:txBody>
      </p:sp>
    </p:spTree>
    <p:extLst>
      <p:ext uri="{BB962C8B-B14F-4D97-AF65-F5344CB8AC3E}">
        <p14:creationId xmlns:p14="http://schemas.microsoft.com/office/powerpoint/2010/main" val="1188997642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172C63-F941-4AF9-8269-379A14B1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1B662-2FA3-4287-8148-2060EB25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Dataset Card가 실습을 재현하게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84044-54A1-48C1-B445-495CA854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C8EF5-05A4-4900-ACA4-89EAA605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77BE9-05A1-40BC-B91C-0F5CF2F0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D1EB0-2A2C-4AE0-BC5F-FA7A22AF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DB5E1-DE06-4C19-BB93-5C317DD4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출처·버전·샘플링·민감성·변환을 한 페이지에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E7C1-3989-4917-A6AA-45866355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85AE2-C960-4013-AB89-04E71930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source 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BFA83-3A8E-41F5-AA9C-B4708097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9F23B-A71E-451E-BDB7-42525243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collected_at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1354E-E1A4-4F6F-9CC7-81F59C4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5FB4F-F71D-4B25-A0DF-4B42FC6D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license·terms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5A096-DA54-41E5-BC09-6302CF23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EBC88-E1DD-44A5-86C2-FB295BFA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preprocessing·limitations</a:t>
            </a:r>
          </a:p>
        </p:txBody>
      </p:sp>
    </p:spTree>
    <p:extLst>
      <p:ext uri="{BB962C8B-B14F-4D97-AF65-F5344CB8AC3E}">
        <p14:creationId xmlns:p14="http://schemas.microsoft.com/office/powerpoint/2010/main" val="731577115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1A994-EC7A-42B0-82BB-5ACDE9BE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8B938-0B72-41EC-BF5C-E4AB075C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Transcript schema가 STT와 LLM을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59AE5-4A11-4420-8F06-6F568E64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1A045-D6A8-4C6D-BAE6-FFF2177F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58033-346D-49B8-A6D0-D9333DE5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5B59D-6179-4E06-B472-5270CEB7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BA488-A800-4639-B750-77E21F62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95376-AAC3-40FD-BC7A-27A599A8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텍스트만 넘기지 말고 segment·time·speaker·quality flag를 유지한다.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6439D-0C0D-4C97-93AE-48C17739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start·end / speaker / text / no_speech·language</a:t>
            </a:r>
          </a:p>
        </p:txBody>
      </p:sp>
    </p:spTree>
    <p:extLst>
      <p:ext uri="{BB962C8B-B14F-4D97-AF65-F5344CB8AC3E}">
        <p14:creationId xmlns:p14="http://schemas.microsoft.com/office/powerpoint/2010/main" val="175970510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85A5B-3E8A-4114-A514-65B51E6F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B7A9F-FA1B-46AE-97CD-05EB89BA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Evidence가 요약의 근거를 고정한다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F6728-039E-4258-896A-6881BD00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CCBB0-1EDA-432A-BC0E-7FB8153A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3D7C9-C4E1-445C-B7AC-273176CA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57CCE-69D5-452A-A718-4A9D96E4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4178E-B3E0-4080-ABA4-61C38E06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결정과 Action Item마다 원문 segment ID를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CA49B-BC3D-47E3-ADEA-1E9E5729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86653-06D3-4970-BAAF-CC20951C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8C2A0-1CF2-4EF5-8D0E-3A028C8E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C1B63-7EEB-4063-A50D-3B3A8C97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evidence_ids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AFB9A-ECC9-4DBF-8E0A-F3C93590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CE9D6-EF8A-4D5A-8DE9-A82A12A6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D0388-0B12-4932-9F1E-07CD8CA8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9A3DC-4B0B-454F-BE88-35FF8EC3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needs_review</a:t>
            </a:r>
          </a:p>
        </p:txBody>
      </p:sp>
    </p:spTree>
    <p:extLst>
      <p:ext uri="{BB962C8B-B14F-4D97-AF65-F5344CB8AC3E}">
        <p14:creationId xmlns:p14="http://schemas.microsoft.com/office/powerpoint/2010/main" val="194260052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78C3C-012C-46BA-9E6D-71AD346A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3FAEF-133B-4439-B8F5-6EBD8FB6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Golden example은 작은 평가셋의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B4DB2-D295-4582-9C59-BD287BBC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489C7-1208-4E03-91AC-4D051F95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11F89-39FE-4A2E-A5F8-3742E6EF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83599-A150-4693-8398-EE53C0E4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FA791-083D-4518-AE5A-2833D8B3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498F1-FB95-4ECB-843A-4DF8B006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정답 한 건을 사람이 합의하면 prompt·model·parser 회귀를 비교할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3D9C5-72F8-4AD0-A4FA-DE8E5973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input / expected JSON / rubric / known ambiguity</a:t>
            </a:r>
          </a:p>
        </p:txBody>
      </p:sp>
    </p:spTree>
    <p:extLst>
      <p:ext uri="{BB962C8B-B14F-4D97-AF65-F5344CB8AC3E}">
        <p14:creationId xmlns:p14="http://schemas.microsoft.com/office/powerpoint/2010/main" val="1827769049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C35C9-3917-4EBF-89EC-C1DF6098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A48E1-6251-45D1-806A-3F3547F5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가치 지표와 품질 지표를 함께 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1F859-8C40-49D5-A7B5-BAE68E7F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F8690-B6C2-4CA4-BA1D-2F73E2B2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19F8D-9A05-47C5-9912-AFD49317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1AEC6-9B10-4547-A0E7-6B2CEED3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32E14-E4E3-408B-B891-1BBDD342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시간 절감만큼 누락·오인·수정량·승인율을 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56EC2-CCCA-4346-B1B3-92F46FF2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666EA-D3B4-4D30-9D93-19B391D2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minutes saved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EF370-DC91-4EFE-B109-B4CA9F86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5B2BA-ADDC-4FA8-8347-7ACEC0EC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evidence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50E4D-01A9-448B-9ACE-54F2D075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64D9D-136D-456A-B0FB-85AA5B49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human edit distance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9EB46-8E58-4F27-830A-E66AD006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9FD61-E8AD-4E95-A8A5-80F4E46C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false publish=0</a:t>
            </a:r>
          </a:p>
        </p:txBody>
      </p:sp>
    </p:spTree>
    <p:extLst>
      <p:ext uri="{BB962C8B-B14F-4D97-AF65-F5344CB8AC3E}">
        <p14:creationId xmlns:p14="http://schemas.microsoft.com/office/powerpoint/2010/main" val="1577987186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F4AD77-27E1-4FB9-98DB-893B5D76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D67A6-8296-4932-908F-41F6B6FB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공개 데이터 선택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FC7B2-9FCB-4649-8472-0E2C8B8C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146FC-539D-4093-B040-76141164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48ED5-C7D1-4818-BA13-C6CD4FB0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93E52-A79C-4C08-979F-91A04E7C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BEC1E-0A27-4B26-A231-577CAA64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A52FB-7C57-4CB9-B633-F8DEA275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3E3F4-FD82-49B3-B46A-E33A3638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A7FF0-13AE-4A5E-A0E7-AB49B151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E313B-4A1B-4262-B39B-D982169D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DCE6D-CB7E-448F-A80C-7BF3AECB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DISCOVER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16A61-FA27-495D-9043-EF7A1792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공식 원자료 찾기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910B1-D51B-4F2A-A419-D827F4E3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2E444-93E3-4EEE-AFDF-FE48D249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ACD57-BC49-4FB8-94BC-F1708800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B8158-C676-4E52-A90B-FA2C6EB3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이용 조건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0CA04-5055-4EF0-9104-EFE47A6F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FA2F94-2AC5-4BF5-8B14-DB6F4D3A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49869-A268-4E2A-82F7-8719A86E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SAMPLE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76DEEA-E009-4003-B530-73EE22E1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소량·목적 적합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FE340F-EEB6-49EF-AE86-AFD7958E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8AB73-24CA-4FDC-AABC-220D621D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5482BB-1F63-4247-A3C9-E228E534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DOCUMENT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D0BD1F-23BE-4F38-81B4-4DEEA46E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출처·변환 기록</a:t>
            </a:r>
          </a:p>
        </p:txBody>
      </p:sp>
    </p:spTree>
    <p:extLst>
      <p:ext uri="{BB962C8B-B14F-4D97-AF65-F5344CB8AC3E}">
        <p14:creationId xmlns:p14="http://schemas.microsoft.com/office/powerpoint/2010/main" val="1934970242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D8CD1A-E240-4847-816F-232964CE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D6DC5-E6E3-401D-A8A6-A1F7851E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회의 샘플 합성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EAAF1-6ACE-470B-AFFD-94F93966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94FFA-958F-4138-ACFD-F1516156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C2B18-4775-405D-9FD9-50427429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452F2-BAEE-419D-869C-230815E8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22BC4-C061-4811-88C1-D72AAB74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59B07-9A92-4C3C-BC77-3500C266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E5D96-FB7F-4785-A4D2-52BBECB7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FBD16-351C-4CF4-966E-08E7FBDD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8C023-1E3F-4DD6-93F6-F162EFC2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6728F-2A2D-4C9F-9437-A2812FD9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역할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6B35F-045D-4D75-A76B-333FF701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PM·개발·운영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6B5B3-D7C4-42D2-A4AE-C2C19EBC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7EF08-444F-40A2-AC8F-B02F9C49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9512E-DA3E-483B-A676-EC10EFA4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쟁점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FF440-A802-4F38-A36A-7E2FAC4B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한 가지 의사결정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66CFA0-EA53-4CC8-89B6-AA8ABD30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0EA3D-ADAE-404B-927C-C573CCA6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0C7F0-D0DE-4461-B34A-39FAF3C9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행동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C331B-B975-41F1-90AA-3C5296FE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담당·기한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D3AF3-342D-48F2-B881-EDC91E08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90BA5-5A0C-4E62-9000-6B8BF345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53950C-F793-4A22-91E9-83325832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예외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E4F7C1-E86E-479F-81E2-2FD3F44D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모호성·검토</a:t>
            </a:r>
          </a:p>
        </p:txBody>
      </p:sp>
    </p:spTree>
    <p:extLst>
      <p:ext uri="{BB962C8B-B14F-4D97-AF65-F5344CB8AC3E}">
        <p14:creationId xmlns:p14="http://schemas.microsoft.com/office/powerpoint/2010/main" val="1134085597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7ADF1-1AEF-47CA-B2E4-2A88A009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D81E9-5BEC-4AEE-B175-CFD23814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비식별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72462-0F69-4430-BD5C-C6ADB7B4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914BC-C3AE-4C96-A39B-3A79A211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CE6A1-C713-4005-9CBF-BF4DCA0F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EC829-0165-4311-B803-017CDE6E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96427-657E-44CC-B971-1C11B4A3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21855-2D1F-4CAC-9ABF-87D76E7B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CA644-999E-4ABA-BBAE-F50B5112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2E0F5-A3BD-466A-AF6C-A06A3C4C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6793-C7FA-40A8-A09D-41E7B289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D5B81-BBF0-4BDA-B7C3-E61CBEBB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DETECT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FAFCA-D5EB-4A62-8F6F-8916AF09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이름·연락처·ID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53806-8E27-4B5F-A008-797C9476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0E507-8EA5-4F4B-BC68-8F2385C4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A2377-0CB7-402F-BEB7-FA917B88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REPLACE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C06A0-AB40-42A3-AB56-3337FE55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역할·범주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6D3932-08E1-4D6E-A5D0-4402B1C1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F04308-ED70-4944-93F8-3348524D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DE9D0-F73E-412F-8CD1-3E615B4A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50722-590A-48C7-A34C-7F4CA5C8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문맥 재식별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2D483-068E-4FFC-B2DB-4532FA5F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5FEE8F-D3DF-45B2-9580-D33E71BA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CAC73F-35DD-433F-A2F7-44EA1679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0FFF2F-A055-4A2B-8206-C827C040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변환 규칙</a:t>
            </a:r>
          </a:p>
        </p:txBody>
      </p:sp>
    </p:spTree>
    <p:extLst>
      <p:ext uri="{BB962C8B-B14F-4D97-AF65-F5344CB8AC3E}">
        <p14:creationId xmlns:p14="http://schemas.microsoft.com/office/powerpoint/2010/main" val="163406450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0C0FFD-346D-43C2-8FF1-8D404BD4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E6E82-D85C-496D-AFFD-2BA63F06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Golden set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FE0F2-48D0-4B7A-89CF-073777F2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1E259-E8CC-4115-BFEA-16308A82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72445-F12D-4356-8F5A-758E2982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39FB8-1118-4CC2-B9B3-4CD155E5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4A43C-2F26-44CF-B559-76CB6C16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80D2A-744F-4A49-BAEC-BABF9156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BEC1A-B0B4-4CC5-8B59-2255B2C7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F2E18-0979-4B42-BBB7-1C520208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5AB43-93DC-4F42-9847-66A61123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09203-C080-4960-B5BA-A7D53ED0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TRANSCRIBE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209E7-0D3B-4A3A-92E8-B2900187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사람 정답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3F54D-D59F-48A7-A72F-06CB83A3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E3071-234A-47B1-A1EB-8439EECA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6F03A-A356-4DF4-98CC-62B90ACE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ANNOTATE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A30828-7421-4B57-A0AF-35309307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결정·행동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2E3E0-CD2B-4D77-AD8B-8D4EA0C1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425E9-B3BF-4223-8A5F-8DA09560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0C92A-FD7D-460A-8213-AF9D4D9D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LINK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C6B93-219B-4686-9859-AC743053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evidence segment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E08EEE-3F96-4095-A089-1F9AB56F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F6B75F-B039-4DAA-91E3-E5CA2C41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7D55F5-54FD-49D4-B140-C20A60D3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AGREE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25D424-7910-4697-9164-51521ADF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2인 합의</a:t>
            </a:r>
          </a:p>
        </p:txBody>
      </p:sp>
    </p:spTree>
    <p:extLst>
      <p:ext uri="{BB962C8B-B14F-4D97-AF65-F5344CB8AC3E}">
        <p14:creationId xmlns:p14="http://schemas.microsoft.com/office/powerpoint/2010/main" val="675553732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817B36-21A9-4BDC-A0B1-4F970C8A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0C7A3-EB1F-4102-BC8A-2BDC9070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PBL canvas 네 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8CE57-1C1F-4AA5-A42A-2831CCE1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38E48-8A0A-4B30-B158-B8641F68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7D127-283C-4749-BE6B-716834CA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E82B2-B874-47AA-9DB2-2F89F581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58DD1-8C74-40F0-8DDC-156D3E90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4A9A0-BCC3-4CB4-8AA1-BBD547B7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E54F0-08BA-4DE3-BA75-9630FA21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CB8E1-FF14-4122-9BCB-3C3CB1CC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DFC27-D4CA-404A-BBC2-E6B86AB2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ADB2D-0AE0-411D-9106-072748CF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USER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F9F23-C6B7-483B-9312-F54D954E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누가 쓰나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221C6-59A0-43A5-BC5A-197AA226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6A09C-2B74-487E-8298-02CBD530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242365-C66F-48BA-BFCA-7C0B5C51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E3202-8BA9-4EC9-82FE-CB0A6B92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무엇이 누락되나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910F0-513F-4930-AC9F-C282E6DB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7FCA2E-4FDC-4AB5-B560-0868C1D9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6952A3-DC0A-454B-A1AC-9514A84A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08FEE-B258-49B5-92D3-5FCF32D2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AI와 사람 역할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A314D-2CB3-432C-8F37-C50B29AE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A486BE-1668-4A55-A307-5DCBD681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41185-C3E6-4B76-A225-78A0B363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PROOF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493518-4C81-4EBC-A43A-93C5560E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무엇으로 좋아졌나</a:t>
            </a:r>
          </a:p>
        </p:txBody>
      </p:sp>
    </p:spTree>
    <p:extLst>
      <p:ext uri="{BB962C8B-B14F-4D97-AF65-F5344CB8AC3E}">
        <p14:creationId xmlns:p14="http://schemas.microsoft.com/office/powerpoint/2010/main" val="506623615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D4927A-3E7B-4941-A80F-CA262DF7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B6937-F22E-46A5-9993-5596B1F3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범위 자르는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91B46-8411-4A84-8D29-F0E5F1E6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AA4C9-CB9E-4FA3-AB5B-C9540489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EA0D1-7E5E-4EE0-BE1E-7ECBC12C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36FB1-D396-49AB-ACFE-747C75FB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9C976-3C97-46F5-81DD-25F6E788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00448-43BE-4492-9F65-77935710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6D4A7-E837-40D1-A7AE-26792B8E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7AA80-1202-423D-8298-A307C1A8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4A246-F1AF-4B95-8065-BE29A968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A6EDC-9279-46C0-A76A-3F28A44E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입력 1개?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1E94A-A883-46B6-9B6D-DF330D3C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파일·텍스트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8BD60-EB78-4156-AA13-EBAEA01D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8AE1C-C382-4646-9E4E-773020C3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3384F-492D-4D56-B3F4-FBA4A484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출력 1개?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5C76C-A9C5-489E-871E-56E7F12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JSON·MD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BD0ECF-66EF-4516-A1CA-5D0D98BD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C1C85-1459-4C9B-8E77-F76BEC6B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47207-F86E-40DF-8D62-5C8958CC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승인 1개?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8F233-1A9A-4703-AB7E-67D921C9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publish 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17C0DC-CE43-4C1B-B0FC-C3680D75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843DE6-F861-4B7D-8312-8068A9DE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EBF17-A73B-4474-8A1C-C9F51798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평가 1개?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21B4EE-0E67-4608-8695-D219D7CF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golden set</a:t>
            </a:r>
          </a:p>
        </p:txBody>
      </p:sp>
    </p:spTree>
    <p:extLst>
      <p:ext uri="{BB962C8B-B14F-4D97-AF65-F5344CB8AC3E}">
        <p14:creationId xmlns:p14="http://schemas.microsoft.com/office/powerpoint/2010/main" val="1334396403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74A86-F8B9-4E43-9D02-1AC5F96B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B1C30-22F9-468A-8BCB-62D6946B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서울 열린데이터광장 · 한국어 공공 데이터 탐색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A1B87-10E7-417C-AE74-F7C8BC20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0270F-9D35-4731-9F4B-F6898776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8701E-CED5-4D30-8D1A-9958856E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FD661-30FF-404B-B93C-561D8DAC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B46F0-2C07-480E-8DFC-29675E03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953D4-00DD-40C6-AD4D-FD70DCAA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공식 제공처를 먼저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30369-3EBB-4D9F-992D-0670326B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6095B-81FA-45DD-91E8-B38A3A64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검색어·제공기관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E5E5B-9670-4F0C-8B6C-D0DEFC88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16218-5FD8-404C-8BCE-44C5FE12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다운로드 형식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633CF-E96E-4DB1-9CE8-12282C24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5CE63-A408-4D57-97FD-12EC9378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소량 샘플부터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BEF35-27AB-4D30-9E4A-01C9C12E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104a589aa4395"/>
          <a:stretch xmlns:a="http://schemas.openxmlformats.org/drawingml/2006/main"/>
        </p:blipFill>
        <p:spPr>
          <a:xfrm xmlns:a="http://schemas.openxmlformats.org/drawingml/2006/main">
            <a:off x="4876800" y="1727104"/>
            <a:ext cx="6591300" cy="3708593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83EAC-C1C5-4684-9616-37EFC7C7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서울 열린데이터광장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257566006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B7AA5A-86A2-4C4F-9333-09B41131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53501-CE7F-49B8-8581-A246CDA9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국립국어원 모두의 말뭉치 · 한국어 원자료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8126A-CFD1-4525-8ED4-29DE942E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ABF29-FAE9-467A-844B-B85CA7FA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2AA2F-64F3-4920-B58F-E2F52D65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7D15D-7B78-4D58-A57C-E41710EE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DD1D8-F469-421C-89AA-B906B078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EC181-E7F6-48F9-949A-0FEC367F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신청·이용 조건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B9636-2714-4C6F-8677-2F51AC78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8DFBA-9051-497C-B283-F294BCD2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말뭉치 종류와 목적 구분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D74A7-6A99-43E3-8204-1915CF25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8E231-E068-4876-BE65-F22C85AA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원문 재배포 주의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9F4A9-B0E1-4324-A00C-0CE660F1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5D537-02E3-439D-87ED-1B4AD626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dataset card에 출처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E50A9-A683-42F4-AFC6-2DA4DCE2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d532427db4ac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DE893-E736-4ED6-BDF5-673D9CF5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국립국어원 모두의 말뭉치 화면</a:t>
            </a:r>
          </a:p>
        </p:txBody>
      </p:sp>
    </p:spTree>
    <p:extLst>
      <p:ext uri="{BB962C8B-B14F-4D97-AF65-F5344CB8AC3E}">
        <p14:creationId xmlns:p14="http://schemas.microsoft.com/office/powerpoint/2010/main" val="1673679564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7B00E-4E30-42EF-916D-CAB47DAD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244E5-ABE8-4EB4-B08F-B9F26BF8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국회 회의록 빅데이터 · 실제 발화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6980A-35C1-48E7-89D0-59EAA22E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1E9C3-406A-4A88-9C9A-315DB2E9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76887-0565-43AD-AB1F-655F003F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7BE58-750C-4A6D-83E1-65E73996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BBA27-EAB5-4588-A01C-341B77A7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07054-4F63-42D2-89DE-4391A3A5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발언자·회의 맥락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A8FFF-446A-450D-97B0-A822313F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F6793-716A-4759-BBE4-B12CD5F4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공개 회의 기록 사례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7ABA7-2BC9-4270-8977-1F83139C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E7C68-9E1B-4A58-9294-456584D1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페이지·첨부 공개 범위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4A78D-E548-4ED9-BCCA-D41BAB1E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FF389-DE79-4BC7-83D1-B728F406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학습용 소량 사례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92A16-FEB7-473D-BC85-6A520195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58261729c4a41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56748-3D8B-4CF3-B2D4-EB8D09E4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국회 회의록 빅데이터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496470495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82106-5250-4020-A75E-F138ABF7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FD5F7-2EF5-429A-B554-B37835FA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Google Meet 전사 · Managed STT의 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CF4A4-AC3F-44B8-BF81-C66A16BC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148D4-885B-47B0-B261-7415FE2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EC3DC-C32A-4764-9225-B82A26DB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51932-7F9C-4266-8157-33112BA0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92C6C-4900-4B7D-81E8-47BBA157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66EB6-D1D6-4199-946B-A88E86CA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계정·edition 의존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FE29B-3936-46D4-A06E-7ACF26A6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928BA-2F24-4266-858E-70E43CB5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한국어 지원 여부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D4DDC-3B18-4BD4-91B2-5ABE17DD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23389-8E0B-46B8-942D-F89F46F6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원문 보존·권한 정책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64DA4-0DC1-453E-95B8-BC4853E4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962E5-F993-4524-90F9-747700FE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수업은 local 원리 중심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39333-4DB3-4EF5-9929-9DB27A1A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e8ad337e54a2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19D61-3286-4AC5-BD9E-FF8153F4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Google Meet transcript 도움말</a:t>
            </a:r>
          </a:p>
        </p:txBody>
      </p:sp>
    </p:spTree>
    <p:extLst>
      <p:ext uri="{BB962C8B-B14F-4D97-AF65-F5344CB8AC3E}">
        <p14:creationId xmlns:p14="http://schemas.microsoft.com/office/powerpoint/2010/main" val="1575028429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3ADFF-25C9-4E2B-9C3A-B9D4948F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E3F9F-F23C-491B-B14F-634B2614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회의 segment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69A35-1FAD-4A2C-A85B-2770F167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D4822-32D1-4DF7-9D50-75B37E29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F9E2F-9D2A-4971-8E6A-09B171EE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A6C24-DA38-484A-BAB8-E4D50931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C4AA1-1196-475B-B78C-51B358AD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BD3EC-4891-4C7B-9EDA-2047E6D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timestamp 유지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C981E-93B7-469C-9064-95078EA4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F00DD-56F3-4961-95EE-54927CF4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speaker는 모르면 null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83B2B-3640-46D6-B2D5-79286088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5E74C-39C8-4E0D-B5DB-164FE47B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원문 text 보존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51072-E4AD-4278-A65B-C282375B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C22F8-6DE9-489A-A5F2-0CF9AA50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품질 flag 별도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EBE0F-558D-45A6-AA65-BA3A86F6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76C7D-7AA6-4D5E-B628-E4E9723D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segment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"id": "s12",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"start": 41.2,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"end": 48.7,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"speaker":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"text": "금요일까지 초안을...",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"quality_flags":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1129377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2DD87-97AC-4E29-AC0E-FB27F4CF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84DEA-59A9-4426-9BCE-72A6128E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Action Item에 evidence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A5357-6CBA-4CBE-ABC6-43E665A2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74A5A-DF65-4A70-87F0-2DD83994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512AE-4639-4CB9-82B3-E492B488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AD7F4-595A-4A84-A747-E8D465ED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96F23-EDFE-4A9E-BB12-FB4AC898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02812-EDA2-44F3-9E4F-6CA258E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task·owner·date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C0787-A42C-47AE-8E9B-6CA64E26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104A9-A368-4B9E-AE61-EACBA732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근거 segment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0FA0E-5B11-4ACD-ADE0-97A58CA5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2AC7C-F796-40D8-973F-73452837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confidence 정책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A79D6-9C34-478A-9B3D-C03D557B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60C03-65BE-43C6-B76F-88EAE7A5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누락 시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3E7FB-D50D-49E5-984A-A54D8562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62059-E1D5-4E70-98BB-4CDF213B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action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"task": "FAQ 30건 정리",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"owner":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"due_date": "2026-08-27",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"evidence_ids": ["s12"],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"confidence": 0.92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6073248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C200B-E3E8-48FA-BE6F-F67AB77E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C98E7-E0E6-4F46-AD65-DA5A71D6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모호한 날짜는 추론하지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07BA5-63F2-4364-A042-B7386E2C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B14CC-BF95-48BF-A40D-06ADFE4B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9E20A-174F-40A1-9075-AB1A68F7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45F8D-41FB-4C2F-8222-EFE0B9C1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E4AC2-A0FD-49BA-A792-25CCE15B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CE3F1-5BDE-44CB-8ADF-CC4E8662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기준일 필요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90B8-611D-4EE5-BA8C-A1FA455B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CB73A-F119-4D7A-9EE1-94E8CC36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null 허용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BE1EA-C580-412B-A13E-977C782C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A55A5-C0AB-4DBD-AE67-5BB2EADC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모호성 코드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C4B66-045F-4717-B8AF-563D2B5D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A9077-0283-4829-838F-34ED4B83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사람에게 질문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E1AC9-ACBE-4011-A053-6B9DDFA8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73424-36D6-45B6-916E-FEA14006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if due_text in ["다음 주", "조만간"]: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return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"due_date": None,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"needs_review":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"reason": "RELATIVE_DATE"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548889761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DFA80-4F7A-4BC7-8A26-067027B8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3D4A3-8F4C-4B3C-AA4D-CB4FCB8C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간단한 개인정보 mask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7975E-3821-4AA0-AF35-A8F73112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A07F4-9A87-4145-AD23-0CF14835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DEDC4-D4FC-43A6-8FAF-32D19D0F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4418A-0CD9-42FC-9299-79943190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EF78A-BA6A-41E9-B1D4-DE8DA4E4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68C6A-5A82-4011-BBBB-B4C559D7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정규식은 1차 필터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A697F-A899-4996-A056-D98A07C9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C899D-8314-4EFA-A1C2-D035E0B8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원문 별도 보호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6B891-9F88-4637-82F6-C5BC4E6D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0F626-F6AE-4215-BF59-061C7F04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과잉 masking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8A919-435B-4165-843D-7BF7DA00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6FC69-0AA0-44C4-8E46-E796853A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변환 로그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0B18F-8DCE-4F6C-8466-80FD264E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9D53C-B058-4735-AC0F-CCEDE0DA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patterns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"email": r"[\w.-]+@[\w.-]+",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"phone": r"01\d-?\d{3,4}-?\d{4}"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text = redact(text, patterns)</a:t>
            </a:r>
          </a:p>
        </p:txBody>
      </p:sp>
    </p:spTree>
    <p:extLst>
      <p:ext uri="{BB962C8B-B14F-4D97-AF65-F5344CB8AC3E}">
        <p14:creationId xmlns:p14="http://schemas.microsoft.com/office/powerpoint/2010/main" val="700543833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81AE4-ECC7-45D5-BC62-DF36C9D4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72D15-5542-44D3-B5AE-9E211617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Dataset card 최소 필드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DEA25-39DD-4C1A-AD57-091D810A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98365-CC2A-4246-B812-35B3F602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977DF-998A-4EB9-8817-9B1A4D4F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68CFB-BBE3-49B1-B73A-3622FEBE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C649D-040D-4948-B26A-2ABCD957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1EDE9-C7B1-4B28-8ADF-9D9B71DF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출처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E2838-293E-4775-BDAF-F3BF43CC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AE6F2-313A-4429-85F5-7B2D261E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수집 시점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3AC01-5EAA-43B6-8CB7-32889D87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A882D-052D-4452-BC77-FD8C6BFF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민감성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01ED1-8E6D-4518-8E15-F0AD47AB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CABFC-2C3F-49FC-A3D9-4DC8DFF1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변환·제한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6CD3C-5569-44CD-95D3-EA47AEAB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906FD-E3A6-4EB0-A174-B0CBBE0A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dataset: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source: official_url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collected_at: 2026-08-22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purpose: classroom_demo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contains_pii: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transformations: [sampling, anonymize]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limitations: [synthetic_speakers]</a:t>
            </a:r>
          </a:p>
        </p:txBody>
      </p:sp>
    </p:spTree>
    <p:extLst>
      <p:ext uri="{BB962C8B-B14F-4D97-AF65-F5344CB8AC3E}">
        <p14:creationId xmlns:p14="http://schemas.microsoft.com/office/powerpoint/2010/main" val="1039610768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24EC7-B06B-40AC-88A5-57B45AFE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EF153-E612-46AE-BF07-120984F1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PBL KPI를 계산 가능한 식으로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FD366-E72C-47A8-8720-4B343D5D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59A9D-C018-47DC-9F98-857DCBCE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88787-1E39-4ECA-A814-6A35CDE8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D693B-2D16-45CD-8850-535622E6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20DB8-AC01-48F5-8BAB-5C1E7241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613D0-CE36-4C75-8B52-2731B1D1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근거 연결률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AACF2-0C8A-42A0-8B6F-8A480D8A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F0EBC-45BC-4A2A-A61B-45322F72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schema 통과율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EAD4E-23B7-40B4-BB9D-37039CA9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BCBC9-BF7F-4BBA-90AC-585B6CB6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사람 수정량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FAA4C-A87D-409A-AD58-97A731DD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87D44-D201-4665-960E-DD7057B4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오발행 0건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4A28E-51F1-4184-A437-E6C1A4B5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B02CC-2355-45A8-8AFE-C732D53D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evidence_rate = linked_claims / total_claims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schema_pass = valid_outputs / all_outputs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human_edit = changed_chars / draft_chars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false_publish = 0</a:t>
            </a:r>
          </a:p>
        </p:txBody>
      </p:sp>
    </p:spTree>
    <p:extLst>
      <p:ext uri="{BB962C8B-B14F-4D97-AF65-F5344CB8AC3E}">
        <p14:creationId xmlns:p14="http://schemas.microsoft.com/office/powerpoint/2010/main" val="1387732364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C468F-CA94-4657-BA1A-EFAA7AC0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27A87-BA91-4604-AA89-55A5C02B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1 · 한국어 사례 후보 3개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4061B-A140-4BA4-91E8-BF513A42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FD696-79F8-4D6C-B769-3C0F7C41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82C3C-D892-4A33-9C3E-156C4328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45E2D-15B8-4EA8-A593-4D77F6EC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D4834-03DF-4384-A846-4631275D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D2527-D6FD-4606-BB81-FA5B5F76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BB56E-0CF0-402B-AF26-37A0FCD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8E0BD-BDB3-462F-AB58-73B8A50F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5787B-E9DE-4667-9E76-28CD189A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59B79-29B0-4100-AC3B-F4B924F2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공식 데이터 사이트에서 검색어를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042F0-4A08-406E-95BE-C5DD13C0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12A7C-E94C-48A7-87CE-AE32EB10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사례 후보를 세 개 적는다.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D43BB-C2B5-47D9-86C0-4756F942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CC4B8-07A4-42FB-AE40-E955C0B1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업무 흐름과 가장 가까운 한 개를 고른다.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6B71E-F0B5-4841-BCB6-B06DB6CD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1C2AD-0C95-48BB-98D2-2F7C08A3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선택 이유를 한 문장으로 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E87CD8-0D12-4E3D-B136-B701CB17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2D229-5673-416A-BF2E-B82164BB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후보 3개 + 선택 1개</a:t>
            </a:r>
          </a:p>
        </p:txBody>
      </p:sp>
    </p:spTree>
    <p:extLst>
      <p:ext uri="{BB962C8B-B14F-4D97-AF65-F5344CB8AC3E}">
        <p14:creationId xmlns:p14="http://schemas.microsoft.com/office/powerpoint/2010/main" val="841987002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372A6B-53C8-4053-8111-3C75A2FA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90AFA-7867-4802-9D9F-FFEFAE96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2 · 이용 조건 확인표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1BED2-DC75-46F0-9234-0B8D5F86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ECDD8-92C7-46BE-B5B6-F2430940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8318A-9C67-4FE5-8123-C29ECE46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E889E-35B3-4AB4-BCB5-DDF62DF4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7672D-F950-4324-9148-82029B6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E71A0-628E-45CC-AFF1-C68665CA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89AAA-BE1C-49AB-8504-DA82EE24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1A4F9-4683-4FC4-9E94-145D11E6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F1297-7E96-42F7-A805-3A2ADD3A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52682-994D-4639-A6A6-6C041E8C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제공 기관과 URL을 기록한다.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CE443-5EEE-47C3-8074-49B90F0D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D1229-982D-473A-A6DA-CE7A08D3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다운로드·신청 필요 여부를 적는다.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91C0D-A332-42AA-9CAD-5613F224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B43B9-1C2D-4C42-841F-5A277787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재배포 가능 여부를 확인한다.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7E660-73B7-4EEC-854C-267966FB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18B43-CCEA-4633-BA75-1206FAAE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불확실하면 강사 fixture를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724AA-ECD6-4D40-A676-0FC06A81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BB1BF3-57FA-41C7-8887-10DA3BFF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source checklist</a:t>
            </a:r>
          </a:p>
        </p:txBody>
      </p:sp>
    </p:spTree>
    <p:extLst>
      <p:ext uri="{BB962C8B-B14F-4D97-AF65-F5344CB8AC3E}">
        <p14:creationId xmlns:p14="http://schemas.microsoft.com/office/powerpoint/2010/main" val="596625541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1A616-30DC-4A7C-A663-B0334651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2D752-48EB-4707-935A-BDA36EFE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3 · 합성 회의 8문장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3722A-87B0-402A-8B85-4A92625D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5A0F0-7A1B-47D0-A924-1854AAC8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C9D13-EA30-440F-A993-3D4F4910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5504C-F940-4F96-82DA-29FEA85C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F7F22-9CD2-41E2-BCBA-41970C65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444F9-99DC-46B5-B16A-2A17A0AE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D60C1-2CA5-4CBD-998A-91A13365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A3B95-F867-4C88-AC36-358BD381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4A654-02FD-40CC-A83E-EAE4D90D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12C98-E233-4399-8337-9E099771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역할 2명을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2286F-B86C-4454-A93E-A9A0B9DE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67A33-FBC5-4AEB-9267-EFDD3B37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결정 1개를 대화에 넣는다.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CA804-84DD-44CD-B3EF-9B440767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1EF40-C2F1-4F4B-9539-BFD2BAB4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담당·기한 Action Item 2개를 넣는다.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71FD9B-FF91-4C48-9160-D8AA8813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9B922-8F72-43E5-951C-02DE3A20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모호한 표현 1개를 일부러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B6D47-AB5F-4853-80C9-24674835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877D5E-4F07-4C06-A1DD-F3196117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합성 transcript 8문장</a:t>
            </a:r>
          </a:p>
        </p:txBody>
      </p:sp>
    </p:spTree>
    <p:extLst>
      <p:ext uri="{BB962C8B-B14F-4D97-AF65-F5344CB8AC3E}">
        <p14:creationId xmlns:p14="http://schemas.microsoft.com/office/powerpoint/2010/main" val="535408412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56853B-5C4A-4257-ACB4-FA355E57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689D6-A562-4081-82B1-6B9C6483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4 · Golden 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AB705-07FA-492B-A2FE-68097095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D2F19-909F-4C67-941E-6750979B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CEFB1-7376-46C8-A95D-8065F0E4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A51E0-8022-445F-9981-719A6BBD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DD007-0212-4648-9658-D7AA76EF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874A5-6C6B-4CFA-9A0B-B3AD4370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EB53C-7284-439F-93D6-EA0EAEF9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F9A28-BBCA-4AD6-B163-AD37B661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C2E8C-44E5-44C2-B13F-A1D105F7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97669-F79F-4924-982F-B3568461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title·summary를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ECBDD-DE38-4403-B820-10BE001D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71E30-B48E-40DA-9651-462BA655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decision을 한 개 구조화한다.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C63E4-F5DF-4EF6-AE6C-A6E9AD0A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9AD19-FBFD-4AE4-BBA0-A63B8BEE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action item 두 개를 구조화한다.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FCD0C-38B2-45BF-979B-7F21FA33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C345B-87EF-46DC-838F-85219E85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각 항목에 evidence ID를 연결한다.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D3C9DC-9472-408F-ACD9-CE7F2781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2AA21-8281-4B36-AD61-9F510040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정답 JSON 1건</a:t>
            </a:r>
          </a:p>
        </p:txBody>
      </p:sp>
    </p:spTree>
    <p:extLst>
      <p:ext uri="{BB962C8B-B14F-4D97-AF65-F5344CB8AC3E}">
        <p14:creationId xmlns:p14="http://schemas.microsoft.com/office/powerpoint/2010/main" val="1361079769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98310-A19D-4C2D-8355-07D693FB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FBA66-1AAE-40B4-B7F2-4C5B4634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5 · PBL canvas 피어 리뷰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FFC4D-5018-4C85-B383-E5CEFB65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E3D8F-4106-4E74-8EB9-2AFA808A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C7260-EC93-4B64-ABBD-82A99ED4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AB9AB-AA04-4ECD-8E6B-BDCF5B2E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EA678-7700-44CD-A6EE-E9067DA3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54E8B-8CA9-4D6F-9E30-A66BE9E9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6065B-5E89-4AFA-8477-9745416E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E018C-6FB9-4180-A71C-3D7507DF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1CC6A-95E4-4C99-8D94-1D2F8B23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85C3D-2B35-4C96-B6E2-295F448A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사용자와 pain을 설명한다.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F4CA8-9672-4155-B391-81C61FF0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DF2B6-BABC-4EA1-AB65-733BEE01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AI와 사람의 경계를 표시한다.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B9443-30BB-40C1-A0EA-796B6F51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5C502-2ADB-4A35-9381-686DA451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가치·품질 KPI를 한 개씩 정한다.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7B73E-D552-4876-9F24-04FE97F8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8BBC2-3FAD-4D02-B9E2-94BC4535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짝의 질문을 반영해 범위를 줄인다.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AC76E1-225D-4FCC-A79B-E53DB549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323CD-413F-4F69-B1CE-E9C35E9F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한 장짜리 PBL canvas</a:t>
            </a:r>
          </a:p>
        </p:txBody>
      </p:sp>
    </p:spTree>
    <p:extLst>
      <p:ext uri="{BB962C8B-B14F-4D97-AF65-F5344CB8AC3E}">
        <p14:creationId xmlns:p14="http://schemas.microsoft.com/office/powerpoint/2010/main" val="1522421032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24DCA6-EC69-4DBC-8B6F-C8CBA620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26F6B-CE7D-4D62-996F-F3BABAA2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1 · 데이터가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57E8C-D200-4BDA-97EF-73CC24EE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E3C92-527A-4125-9F50-2A401B17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D7AF2-E0DF-4DDC-A07E-A9B66649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0C06B-880E-4313-8AB5-C7DDBF6C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E1EE3-538A-43AF-BEC9-AB827B6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9F56C-487B-4BAF-939F-17219E67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54981-9F4B-4139-87BF-B97013D3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46453-AC7C-4FBD-BE81-001EAF01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CCB7B-A035-4470-95F3-9B64CB8B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수십 시간 audio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086F8-539E-4847-B748-FCEAADA8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DE062-C586-4A0A-84A8-71100BBE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수백 MB 전체 말뭉치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251AD-21A4-4B05-83EF-162CBA62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083B7-EA87-46BD-97B7-E3A07076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전처리만 수업 소진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CBF2A-974B-4B5D-87D9-290BDC53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3AB4B-6DC2-4790-A0D2-9944D13E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정답 만들기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C6BCF7-3209-4A1E-B67C-02CE4B8D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2CEBA-3916-4180-950A-35B81585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2–3분 audio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7088D-AE61-4036-B25C-71069B71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E0601-8259-4AA1-B885-8D8660A3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10–30건 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6A2787-BD74-4EC3-90AA-5FC59B89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24609-CD6A-4CEB-B893-25ABC9DB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golden 3–5건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66C86A-9992-45E5-980D-0B3B1E0F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8AEAE4-4CFD-44B7-B0FA-F2E95F63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확장 과제는 별도</a:t>
            </a:r>
          </a:p>
        </p:txBody>
      </p:sp>
    </p:spTree>
    <p:extLst>
      <p:ext uri="{BB962C8B-B14F-4D97-AF65-F5344CB8AC3E}">
        <p14:creationId xmlns:p14="http://schemas.microsoft.com/office/powerpoint/2010/main" val="1114561171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F5C18D-E133-4F34-966E-6FB7993E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007A6-5618-4211-A45F-5CC72044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2 · 공개 페이지를 그대로 재배포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BCEF2-B8BB-48AF-B61A-98FCE6F9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D62C2-6E0B-48D0-BE1D-D0F0E3DC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18C11-29DD-4A37-83CD-CC921045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5A023-3644-4D2A-AAC1-BF0863CD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8D95A-BB95-4D69-98E4-4E17034E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2215E-1CC0-4018-93BD-340B42B5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EF2C2-0301-4F59-9380-D22156CD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E1C1D-79D2-4626-9E41-251D7997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A37F7-C6CB-4C9C-8294-DC4028A7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이용 조건 미확인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6DF1B-CFD8-4961-8A0F-97C03AF7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4A6EE-82BB-4A3E-9662-512127C1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첨부 전체 공유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93AF9-C88B-4F9C-BB8C-A40F1C94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61382-EF7A-42C8-B24A-6EDB094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출처 누락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75ABA-1E80-496A-B868-856944F4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F4E1D-E422-4D67-A105-B2F0F825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신청 계정 공유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04AFF-07DD-451E-AF1C-1666D865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EB10A-060A-4A9D-AE7A-024A4089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공식 링크 제공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DFA2A-3863-41BB-A0B8-A4D71747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5B3AD-07DC-4F87-A53F-4698AD19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허용된 소량 샘플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C81E9-D3DC-4461-8BBF-241360D3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08813F-D743-4B3A-A130-A239A74B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출처·날짜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5F603E-8C2E-44ED-8D8A-37BBB1CE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8BB4B0-43D0-46B3-92E4-6EDFE592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fixture 대체</a:t>
            </a:r>
          </a:p>
        </p:txBody>
      </p:sp>
    </p:spTree>
    <p:extLst>
      <p:ext uri="{BB962C8B-B14F-4D97-AF65-F5344CB8AC3E}">
        <p14:creationId xmlns:p14="http://schemas.microsoft.com/office/powerpoint/2010/main" val="942081857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BE754-9BEB-4344-B312-21EC0C80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A34D3-85DF-4614-ABC4-E318E4D5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3 · 정답 없이 prompt를 튜닝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2520B-8728-486D-8700-15BEF93B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B0C8A-62D6-42FB-BC5F-5E80E5A2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71E7C-7A44-42C4-B11F-C8CD532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FB1D8-7E92-4868-816C-CAF08A1A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4E6D8-81CF-42EF-83FF-E53B6693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1E2DC-2D14-4F8E-AA9D-3F2DA095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239AA-5EB3-40EE-B7D3-90EB5C42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4C640-4405-425C-8217-FC29CDAA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64BC7-B36F-44E2-918C-0BCA753B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좋아 보이는 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37674-D69D-464B-BEF0-E2DC2776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49F99-D1F4-4043-8FF3-B83A5C98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기준 매번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BCF34-B8B4-4A50-8033-B9942BF8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58808-0C08-47F6-B4E5-C2E25258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모델 비교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B385F-B940-419B-991A-BB7FFE2F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6D230-E75F-4826-8B10-84110E4E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회귀 모름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6A440-7CB3-41DC-8401-FEE56196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AE2CB-F48E-40E8-AF94-227BC57B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golden example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02267-D7FD-4A05-88FD-B3C64AB0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A2D6D-12BE-4B9F-AC5F-D58D7425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rubric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7B06EF-5AA9-4EA3-829F-1593BFFB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B7EA6-ED7B-49F2-B97B-63E40C44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고정 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F23F49-3419-435F-9E2A-C91BDE28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4410C2-71D5-4705-B34F-E99CE8D1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experiment 비교</a:t>
            </a:r>
          </a:p>
        </p:txBody>
      </p:sp>
    </p:spTree>
    <p:extLst>
      <p:ext uri="{BB962C8B-B14F-4D97-AF65-F5344CB8AC3E}">
        <p14:creationId xmlns:p14="http://schemas.microsoft.com/office/powerpoint/2010/main" val="1908931862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2FE824-5A1E-4CF3-8CFB-E7B42415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505F7-E45A-4521-B05E-F4C3248A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4 · 담당자·날짜를 추론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AF2AD-0B3C-411C-B383-FA48BC3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FE2C4-AE7B-46FC-AC9A-29BBA3EB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1F383-4AF9-43DB-AF8D-8D27433C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14F32-31B9-480F-9870-EF2EE777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859E6-3708-458C-98E2-B4BBBADC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23013-AF94-4CD3-A99F-6A45FA74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58363-310F-4791-9C77-A6489ED3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108AD-E333-4AD2-8AA1-46DEB438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F9648-0F9B-43C5-A18B-33835910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화자 생략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CA713-BAD3-4CC3-843D-3F28A669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73CC2-0897-4FD4-A6D7-60FE17CE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상대 날짜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CDB05-AF85-4BD2-954C-6415A85D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889EB-6208-486B-A055-F6AA2DC1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동명이인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542B9-0A3C-43E9-994B-062E3967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11B63-2391-430A-9FB4-996A7252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근거 없는 확신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3E5A4-84FC-4ABC-AE8F-0F065664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AC664-6181-43A1-9093-CB03A3BD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null 허용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A68810-7C39-4DEB-A7C3-6AB8A972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FF8A2-23F5-4AF8-917F-07B0B195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evidence 요구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E3B84-9468-4FB0-902A-DCBFA80B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3DE934-DB64-48F2-93D6-EB448A51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NEEDS_REVIEW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D5FFDC-DCC2-4179-8010-EBD572F2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9E7596-98BF-4EEF-A942-53F889EE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사람 수정 기록</a:t>
            </a:r>
          </a:p>
        </p:txBody>
      </p:sp>
    </p:spTree>
    <p:extLst>
      <p:ext uri="{BB962C8B-B14F-4D97-AF65-F5344CB8AC3E}">
        <p14:creationId xmlns:p14="http://schemas.microsoft.com/office/powerpoint/2010/main" val="784174798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A9C871-E16D-4441-B29E-C6A156C7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A0124-C87D-4008-B511-D488A3DD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재직자 · 실제 업무를 안전하게 추상화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E0F41-B85D-416D-831B-2BE89888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13281-EF2C-427D-B30C-FAF876CD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7E68D-1526-4939-8603-8A9A9B1A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8B58A-C526-45A8-BAEC-3AB8DF5C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15046-F10D-4A10-B4FC-0B109430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가져오지 않을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CF542-52A2-472F-8886-ECE2B5C5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남길 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21A4D-E83F-404B-8B3D-458C6E30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977DF-1949-4772-923E-95DEAF01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B7A3F-8B1D-426B-B28D-4A8029B5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실명·고객번호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58121-C6CB-4826-901E-F60B9E9C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C8E62-1DF8-4A89-8E89-42A7611E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계약 금액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31C0F-FD91-42DF-8E89-ADA495AA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EB85A-3F53-407D-93CD-6E8162B6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회사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7C356-155F-4B58-9111-4E021360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59BA7-60CD-4B38-B758-8BCA4BFB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내부 전략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1CD06-5A21-4041-957C-5737B552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78E20-6DB0-48C6-BC10-26C61E32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역할 간 의사결정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4C9A7-C35D-44F0-80F1-D1E947A3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75DF84-78D9-4481-806E-CF0290A8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업무 단계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D0016B-7806-4A9C-978F-909EA151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85E02-D913-4CFC-AE41-408F8382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승인 조건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D5175-111A-4F5D-B3E1-9055326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417D57-1B26-4185-B699-9739937E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비용</a:t>
            </a:r>
          </a:p>
        </p:txBody>
      </p:sp>
    </p:spTree>
    <p:extLst>
      <p:ext uri="{BB962C8B-B14F-4D97-AF65-F5344CB8AC3E}">
        <p14:creationId xmlns:p14="http://schemas.microsoft.com/office/powerpoint/2010/main" val="757455844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6207EA-3349-48BA-9AA5-7635B0C8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09C28-574D-4EED-BBE4-FC413A42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구직자 · 공개 데이터 포트폴리오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82DC2-ED14-4B35-A1A9-B854BDC9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7D3B0-6DFC-468B-B23E-51AF787A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CC068-D77E-4831-A559-C246E219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BFF1B-FFE4-403B-9A1E-E4124E77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3D02B-74CA-42E9-8CDA-D3BC1B39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단순 수집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CBE2F-F80E-457D-8BD8-B770D8E9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제품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0B4FB-AC95-4C29-B1DE-9B8DDEB1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D257B-4346-4211-8734-FBF67996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9262E-6E26-4F68-8271-0718B4C7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사이트 링크만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1822B-F824-4B90-B5B3-99BD662F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5690D-B00F-4541-8EDD-18B69399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전사 결과만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DF5D8-8538-443D-A187-B2A1FB95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4A89B-0B2E-4322-A7F8-B106ADF5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모델 호출만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607C2-FB45-4FCA-978A-DE88675F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D0D6A-58D8-4110-B555-9BA0CAE7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예쁜 화면만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7A39A-4BC0-48DF-A6D2-B38A38CE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868AD-A8C2-4A90-A980-0578C34B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dataset card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E399E-5890-4E6A-B9E3-E8ECD5AD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7B6C12-DAF2-4F39-B64D-9410302A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golden 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B7591D-4B03-40C1-B809-F6E34447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EC4AD-25D0-4F3D-A587-EC67FBA7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failure cases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F5E9F8-D54B-4F40-BF95-2EC3C9E6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170EC-6519-44C5-A853-C9EACE3F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KPI·한계</a:t>
            </a:r>
          </a:p>
        </p:txBody>
      </p:sp>
    </p:spTree>
    <p:extLst>
      <p:ext uri="{BB962C8B-B14F-4D97-AF65-F5344CB8AC3E}">
        <p14:creationId xmlns:p14="http://schemas.microsoft.com/office/powerpoint/2010/main" val="408085303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0E6B2-23E8-4CD7-A2B2-23383BBA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32E3D-D488-444E-ADFE-FBDE54D6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11시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C2FF2-BA76-420D-AD9F-0D5D36CD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76D92-7A7C-46FA-ABCC-3EECF73D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8375A-E41A-4134-B6B9-151A9418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C3AED"/>
                </a:solidFill>
                <a:latin typeface="Arial Unicode MS"/>
                <a:ea typeface="Arial Unicode MS"/>
                <a:cs typeface="Arial Unicode MS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4C766-A5ED-409A-91A8-DB9EFB49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A6C1F-657C-4938-A14A-F66AED0E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A260F-D6DD-4466-9D64-52716919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B7440-D0FB-423D-AAAF-89E5044A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0FEF6-7B08-4EA6-A9DE-EA8687B8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내 데이터의 공식 출처와 이용 조건을 말할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D636B-CE89-434D-B260-ECD3A63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194BD-7CC9-4EFC-A027-E251F3AE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5581D-F135-4F0D-8B8A-7F8D074C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Action Item에 연결할 evidence 단위를 정했는가?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CD315-DCB8-4820-90CC-EC897622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A3396-571F-4962-B144-DF88C7C2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8928E-3FEE-4430-A65C-42500EA4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재직자/구직자 관점의 최종 증거가 무엇인지 정했는가?</a:t>
            </a:r>
          </a:p>
        </p:txBody>
      </p:sp>
    </p:spTree>
    <p:extLst>
      <p:ext uri="{BB962C8B-B14F-4D97-AF65-F5344CB8AC3E}">
        <p14:creationId xmlns:p14="http://schemas.microsoft.com/office/powerpoint/2010/main" val="1276245490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0A1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68E6C-678C-4A50-8D44-9A07A244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9C10B-99E0-40F1-A1B6-E481BAE5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AA57C-6EA5-403F-9400-BC4AD0D9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무료 환경과 Harness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0B8EF-1D99-46A6-AE8B-3587585C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952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모든 학습자가 완주하는 필수 경로와 Codex·Claude로 가속하는 강사 경로를 분리합니다.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5A152-FD8C-4152-B1DE-87CE8E3F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산출물 · Python·VS Code·Git·repo · 무료/선택 lane</a:t>
            </a:r>
          </a:p>
        </p:txBody>
      </p:sp>
    </p:spTree>
    <p:extLst>
      <p:ext uri="{BB962C8B-B14F-4D97-AF65-F5344CB8AC3E}">
        <p14:creationId xmlns:p14="http://schemas.microsoft.com/office/powerpoint/2010/main" val="731815935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C29CF7-2E30-4BF7-8613-DDE60B53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HOUR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14A12-89CD-48BB-8A7A-139A9785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12:00–13:00 · 이 시간의 40장 사용법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7862E-EFCE-4843-AE2C-998CA78D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4FE1D-F3D1-4855-98D9-F324F0A4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51DC8-81A0-4413-B927-AEDEF81D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786D5-FF83-4DD8-AEAF-ACDE7095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F899E-C4B9-4345-92B7-6B97D207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0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API 종량 비용 없이 필수 실습을 실행하고, 설치 실패 시에도 fixture와 notebook으로 같은 학습목표를 유지합니다.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EAAFD-2A9B-4973-A138-45A738A0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D1E21-D887-489C-9851-AC94A500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52376-CACC-41F6-BA7A-12AE03D6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장 한 주장으로 업무 의미를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3C9E6-6891-4B99-8E00-369B1E83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36004-B43C-48BF-8868-443D21AB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DEBD3-9A99-4A81-92E4-2BBC617D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공식 문서와 실제 실행 위치를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8538B-27E1-4EE2-8691-2006F305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754DE-3697-4963-B31B-3EE56F58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따라하기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C4996-F9F9-4E80-A640-1A44FAB4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강사의 작은 단위를 같은 순서로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924EC2-3CA7-438B-A86B-C65EA7A1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BFFAD-E5D1-4D46-A7E8-B74DD8CE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실패·복구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D259B0-3A50-44AD-8E5D-E0774984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코드를 분류하고 대체 경로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27D178-3C33-47BB-B275-F1A6B324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62A77B-9820-44E8-971B-301D4D8F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222C6-83D0-4D1E-9975-66E0969F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파일·테스트·commit·설명으로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902958756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E56-FEE3-4EE2-8F8F-5DE8393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5D998-0878-4F7B-8C14-4E2948B1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무료의 정의를 먼저 합의한다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ECE18-3D90-41B6-A397-6E908EBA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184B6-D846-471C-A014-11706F18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14BB3-D18C-4B37-B7B8-FAE3EE1A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7D493-36DC-4E3C-87AC-B61CB81D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56E2F-B433-48E8-82BB-1D7DA1B3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37F55-DC89-47DF-8F4D-8D448FD5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학생은 외부 LLM API 비용 없이 필수 실습을 완주할 수 있어야 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BE3B7-7008-47DF-AFA7-34F76B35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Python·Git·VS Code / fixture·local LLM / 선택 서비스 초과 과금 주의</a:t>
            </a:r>
          </a:p>
        </p:txBody>
      </p:sp>
    </p:spTree>
    <p:extLst>
      <p:ext uri="{BB962C8B-B14F-4D97-AF65-F5344CB8AC3E}">
        <p14:creationId xmlns:p14="http://schemas.microsoft.com/office/powerpoint/2010/main" val="2100246469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4BDB7-C7DA-4CE0-90F5-9DE08A12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97612-BB10-49DA-85B4-19817678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필수 경로와 강사 가속 경로를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DEB86-E5E1-4FC0-8659-F190DE2F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6CBA9-6490-4120-86AE-B7A67529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547BC-53B8-4DF0-8A10-62F096EB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CE8BF-364C-4106-A39E-2F5F9E5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6919D-C0C5-4D62-8EDF-74DEACD4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학생은 로컬·결정론적 코드, 강사는 Codex·Claude live demo를 사용한다.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035EB-D479-4EDF-BA6F-92CDBE4B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D0364-3224-4C1B-B27D-F6378FA4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필수: 직접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10495-6B35-42FD-9795-169F1683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5904C-1F45-47C6-AA06-EDAAE801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강사: 생성·수정 가속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1C25B-255D-47AF-8DE2-6C8E9120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9446A-3C13-4BCC-9949-3DA71DCB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공통: diff·test 검토</a:t>
            </a:r>
          </a:p>
        </p:txBody>
      </p:sp>
    </p:spTree>
    <p:extLst>
      <p:ext uri="{BB962C8B-B14F-4D97-AF65-F5344CB8AC3E}">
        <p14:creationId xmlns:p14="http://schemas.microsoft.com/office/powerpoint/2010/main" val="728106438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E5E63-3262-4CFB-9611-890B502F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F2085-2EC6-4EA8-8471-29FB0252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Python은 실행기, VS Code는 작업 공간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F855C-9176-487E-AB55-7F9126F2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CC0F9-C7D7-4E36-AC77-A5B6FDEF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CE185-3E85-422F-B230-E8197EFB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C66B7-8114-4382-9E95-48CBAE03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CD54B-081B-4BD3-B88E-9A70660F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F2F51-B1BA-4EF4-A34E-AF2E021C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extension이 Python 자체를 설치해 주는 것은 아니다.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D1BDD-87E3-413A-AA14-0574D56C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Python interpreter / VS Code editor / Python·Jupyter extension</a:t>
            </a:r>
          </a:p>
        </p:txBody>
      </p:sp>
    </p:spTree>
    <p:extLst>
      <p:ext uri="{BB962C8B-B14F-4D97-AF65-F5344CB8AC3E}">
        <p14:creationId xmlns:p14="http://schemas.microsoft.com/office/powerpoint/2010/main" val="1348403979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B33EF-B521-406E-AA2D-FA5A2DE6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F823C-8ECC-4DC0-AD12-FDA17F23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가상환경은 프로젝트의 재현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C416A-BF1F-4401-8D78-70ED5DDE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0B705-EAA3-459C-AB6E-8C08E392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CF349-3FE3-4488-BBF1-6C34B0F4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75456-ACC4-4CD6-97D4-3EE43B7E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810D7-49CB-4810-B49C-1E17C3B5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전역 환경 대신 프로젝트별 dependency를 격리한다.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40811-B535-4456-BAC7-0C151D5C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7A640-1611-47C6-BF8D-434DA925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python -m venv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C295D-4565-4820-801F-B6559711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67756-4CE3-4003-A20D-67ED5CE3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interpreter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7CBF6-2565-4F3F-B897-98F0CC6E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4830B-8A87-41C2-9C2B-46F937BA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requirements·pyproject</a:t>
            </a:r>
          </a:p>
        </p:txBody>
      </p:sp>
    </p:spTree>
    <p:extLst>
      <p:ext uri="{BB962C8B-B14F-4D97-AF65-F5344CB8AC3E}">
        <p14:creationId xmlns:p14="http://schemas.microsoft.com/office/powerpoint/2010/main" val="1807493408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E114C-172A-4358-9EF6-03D00691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E7D60-D53A-496B-BCB1-70B98BEA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Git은 제출 도구가 아니라 사고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98B3E-3943-4077-8966-B01B932F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55044-DCC2-4D44-8A9E-9EC02A4E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91F5D-5FDC-4811-8193-2F866EBA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2899B-ED13-43DF-9FEE-0DB764D7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8B7E8-A7D3-4EEB-A65A-9558B699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4A7D0-B40F-4EE3-AB39-2843962D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작은 commit이 무엇을 바꿨고 왜 검증했는지 보여준다.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9C52F-EA07-49A3-846F-D1522BE3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status / diff / add / commit / log</a:t>
            </a:r>
          </a:p>
        </p:txBody>
      </p:sp>
    </p:spTree>
    <p:extLst>
      <p:ext uri="{BB962C8B-B14F-4D97-AF65-F5344CB8AC3E}">
        <p14:creationId xmlns:p14="http://schemas.microsoft.com/office/powerpoint/2010/main" val="537709367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5CE09-81D7-4AC4-86C1-248FEC7A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00175-32D7-488D-9A00-753A8164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Jupyter는 설명과 실행의 다리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3F81C-8302-4DAD-84FD-C45BD39C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ADCCD-2E1D-47EF-B04A-8C4E0D2A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63270-E545-4C46-9702-22EF0DD1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30C96-B7E5-4348-8DC6-16745DA4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1C69E-92E9-44D9-941F-05F96BAB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한 셀 한 개념으로 결과를 보고, 모듈 코드는 src에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65BD3-EE80-4DDA-BA2E-F2A75000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0E0D4-2028-4E4E-A66A-885E3EF4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Markdown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42E44-F24B-4C7D-AB88-B2C28E38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8347B-3841-40DB-BB0D-D30BF14E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Code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7944A-A825-4F53-8415-0A774783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E4AED-2779-48D6-8344-0C2F0288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output 증거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77FF2-CFE1-4521-AC07-2DE5CD72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0AF5E-1C09-4D73-8302-CA381DD0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79528350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EDB97-CA78-41ED-817F-8569E816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158B1-32B6-4275-A3AE-EE06C991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Secret은 코드·노트북·캡처 밖에 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F2396-CC7B-4900-AEDF-B12180D3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7942B-82BB-47AF-911C-DE5E3253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072AA-FC9A-4AF2-B7E8-EB2394F1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4ECDA-B5DA-42E5-917D-32C65276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A8F53-2409-4FE7-8D06-FA5BAA0B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7A577-6490-460B-940E-8F460325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실제 값은 환경 변수, 저장소에는 이름만 있는 example을 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15CDB-1778-4C8E-A278-AAA836B2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.env.example / .gitignore / 화면 비식별</a:t>
            </a:r>
          </a:p>
        </p:txBody>
      </p:sp>
    </p:spTree>
    <p:extLst>
      <p:ext uri="{BB962C8B-B14F-4D97-AF65-F5344CB8AC3E}">
        <p14:creationId xmlns:p14="http://schemas.microsoft.com/office/powerpoint/2010/main" val="422522491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0BC75-D15A-48FA-A7A8-D0D62FCE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2A105-9571-4DF9-891D-87AE202E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Harness Engineering은 작업 환경을 설계하는 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0F3BF-9765-4B82-8DFB-336C5D87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D714A-87B0-4A16-8CB9-3B1E4538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FBEF0-C44B-401B-AF34-39B641BD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7349E-FA7E-486D-A74C-9FE86A64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06645-8687-4888-AD5F-A6B5D425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좋은 지시보다 좋은 파일·테스트·checkpoint가 Agent 품질을 높인다.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E4F53-7479-44E2-A311-CCC6B3A0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130F0-E06B-45DD-86C8-41352823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AGENTS·README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AC67B-84DD-4C13-83D3-24B21BB7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0ECD4-39AA-4F9F-98FF-4545CB04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small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64F29-5054-4822-81FE-932E342E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908C1-58F9-400D-83C1-745F7796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executable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3C25E-1419-468B-B76D-BFFBAF94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0F5A8-85D1-4F4E-A5D0-74DDBB7F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review loop</a:t>
            </a:r>
          </a:p>
        </p:txBody>
      </p:sp>
    </p:spTree>
    <p:extLst>
      <p:ext uri="{BB962C8B-B14F-4D97-AF65-F5344CB8AC3E}">
        <p14:creationId xmlns:p14="http://schemas.microsoft.com/office/powerpoint/2010/main" val="1098030777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D32F9-FBF5-4C90-A7D7-2268EDB1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52063-2251-42F5-8280-A555B44B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Codex와 Claude는 산출물의 저자가 아니라 작업 파트너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E87C7-9C56-474B-8343-692BD3AD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BDF29-589D-420D-88AE-5D21EC72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0DFEE-0391-423E-9D55-BD5A57D0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90BEF-C9FE-47A5-9B80-CB75183D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39B45-666B-469E-9B26-AE214907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D9529-1B90-4BF3-9435-4888F9CC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생성 결과를 diff·테스트·출처로 검증할 책임은 강사와 학습자에게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E665A-E6E3-4B1D-BD66-5C1BDA26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요구사항 명료화 / 변경 검토 / 회귀 test / 민감정보 금지</a:t>
            </a:r>
          </a:p>
        </p:txBody>
      </p:sp>
    </p:spTree>
    <p:extLst>
      <p:ext uri="{BB962C8B-B14F-4D97-AF65-F5344CB8AC3E}">
        <p14:creationId xmlns:p14="http://schemas.microsoft.com/office/powerpoint/2010/main" val="1283209511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D65D6-5D1A-4300-9D0C-AEE7062A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88863-50E0-45A5-8781-5297CCDC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Offline lane이 수업 중단을 막는다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EDDAE-2CAB-4C1A-A7C2-0A222EBB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40F71-0E5B-4504-ABF8-C7BFD053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CB9BE-9842-4F36-AB40-E56650D1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680C7-3013-4647-931B-AD013DCC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3D013-F614-459D-9466-FFEDB754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다운로드·로그인·모델이 없어도 fixture로 계약과 제어를 배운다.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90438-C689-4D8E-A31F-3C21A695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8C778-3258-4954-9568-23F57071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mock planner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47D70-782D-4233-98E2-2B0615D3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362A2-D5C7-455B-86A9-F1F593D1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response fixture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3EB35-68CE-4F7A-A46B-55CA7C3B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724BC-7070-4445-87FA-BD610551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transcript 제공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8B303-779A-4514-AA3E-56AC630F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8E166-3252-426A-8960-6F6C4BCE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JSONL trace</a:t>
            </a:r>
          </a:p>
        </p:txBody>
      </p:sp>
    </p:spTree>
    <p:extLst>
      <p:ext uri="{BB962C8B-B14F-4D97-AF65-F5344CB8AC3E}">
        <p14:creationId xmlns:p14="http://schemas.microsoft.com/office/powerpoint/2010/main" val="118750484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BA97A1-A88E-42C8-A804-EEA69AE8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BE029-156D-46EE-A7B3-A4758706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환경 설치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2756C-D5A5-45AD-A9C0-DBD42E33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A2B1F-6F13-4E4B-AD75-7762C218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6D172-19CA-4056-B97E-CBB963DF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5D0C5-E93B-4CEC-9E12-A91935FB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008EC-764C-4F6F-82B8-6D390232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5D2BE-AF20-4D16-8E21-D4C37181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B3BD5-84AC-48A6-8B19-21D976DB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1EB38-A14F-478B-9BDB-4A1CBD45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5E6DE-CA2F-4992-8995-78FC2C99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34D6F-1BE1-4BC2-83A8-6990EC0F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PYTHON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CC02D-0EA7-49E2-84B5-7A570917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버전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273C4-BD57-4B8F-A3A9-6B88609E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F55C2-F207-422A-ADE6-898017DD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27612-2215-40C7-AB74-5B13E54D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VSCODE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A8623-4942-4D70-8392-F0D05C4D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extension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EF3E3-EB97-4D7A-AEE6-9C71090F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9E653-E1E0-492D-A7F3-D9EC7BF6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4335A-E7EF-4C54-A112-D1CD49BD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0FE6D-A3DB-4553-B53B-FEAFCF89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identity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74FCC-648C-4828-B466-39E6BDF6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767035-7F4F-4FE6-8A05-D4C51CB2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2CA933-90B5-4F58-B774-F1352B54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4C5AC-6050-406A-931B-E403D913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clone·open</a:t>
            </a:r>
          </a:p>
        </p:txBody>
      </p:sp>
    </p:spTree>
    <p:extLst>
      <p:ext uri="{BB962C8B-B14F-4D97-AF65-F5344CB8AC3E}">
        <p14:creationId xmlns:p14="http://schemas.microsoft.com/office/powerpoint/2010/main" val="1952318845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4DF036-327E-4613-893C-3475A750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10449-20E0-421A-846A-34FAF217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가상환경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6DAC3-1942-4118-BC7F-4B43188B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192F8-C6B7-419E-AF8C-D11E30A4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198C7-D27C-4C3D-B723-53C322A6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F851D-3D12-4EBD-9B00-E3DB420B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724DF-F507-4E8F-9C0E-1126D30F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3B704-4513-4910-9324-F7326713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C7D58-473F-4937-8A7C-7033A37E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47D6E-0367-4E08-B6A2-9A58F019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D17F7-F599-47D5-A042-EADD3E27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B6407-2FF1-4B61-B9FE-F4CEA717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CREATE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84A6F-28A3-4F7E-9088-53DFD95B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python -m venv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C269B-9064-4ADE-8D95-F3CF8471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80462-C05E-4F29-8292-23B392F4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18660-031F-4D77-9B92-F41AE2CE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ACTIVATE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26574-199C-41DB-9439-64059234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OS별 명령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C8EA20-9051-4D40-9B65-2ACA070B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94ADA-9DA4-4367-A25E-4EE2225E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712AF-222F-4C09-AD2B-51BD753B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INSTALL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B0271-6ECD-478E-A710-C6900AF7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requirements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AA1872-9084-4EF2-A7A2-5E0B78AF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9DDA1B-A1DF-4831-8CDB-7A59D8F5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37A941-6ADB-4306-A3D5-9EA3BFF2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VERIFY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7AE079-2C7A-4350-BA6B-DF9D92D1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python -m pip</a:t>
            </a:r>
          </a:p>
        </p:txBody>
      </p:sp>
    </p:spTree>
    <p:extLst>
      <p:ext uri="{BB962C8B-B14F-4D97-AF65-F5344CB8AC3E}">
        <p14:creationId xmlns:p14="http://schemas.microsoft.com/office/powerpoint/2010/main" val="190049776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BF023D-7D7A-4F7C-91F3-A437F54D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82F76-4D42-4CB0-88F6-609F3029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VS Code interpreter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266F8-53DF-4E2A-8C54-419CF708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E8B0C-3A8D-4F8E-9ED9-85E80C2F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414E3-FB33-4F27-B9BC-1616B5FE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2CC89-38C9-4F19-93DD-2322D32C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ADD60-98BB-4B08-96B6-63B3D448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D5AC6-C66B-48D9-B5FD-3FD59F15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38F21-6D62-4DE7-8D59-A468A5BB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B2B2E-5207-4866-8551-6E8F9719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BB880-0A66-4CC3-B925-3817191E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1A5A9-CC5D-4840-81C1-B51FB49C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PALETTE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B6CFE-4D16-4AFF-B5A9-31A2D102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Command Palette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881BA-B18C-4F74-AFD1-F595A286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29146-5BAB-4E2E-8ABF-22BA0E4F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3540B-3A28-4FDE-952C-4D2D1A7A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SELECT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F1614-243E-4CEF-8510-20DCDDC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Python interpreter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DF0EB-137F-435C-915F-74D8DFDC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17849-757E-4FE0-8E03-60A98907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9DB884-754D-4390-A491-F37CBDF6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KERNEL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F02D1-96AC-475C-A7C5-437ED883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notebook kernel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140038-7104-474D-B689-6F4837F3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B43EA-29BE-450C-9457-92AAB143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B1FC46-0A33-477E-8407-C4660131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DEEBBB-756C-4B02-BAB0-A20B9C9C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sys.executable</a:t>
            </a:r>
          </a:p>
        </p:txBody>
      </p:sp>
    </p:spTree>
    <p:extLst>
      <p:ext uri="{BB962C8B-B14F-4D97-AF65-F5344CB8AC3E}">
        <p14:creationId xmlns:p14="http://schemas.microsoft.com/office/powerpoint/2010/main" val="66953465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359016-25DD-4EA6-A2D3-0C62E5AB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FDA08-DF09-4974-9558-9DD7F426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Git 첫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7DDDD-A2CB-4AEB-A524-6E03B73A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0E878-65E5-4C3D-959E-A2FF725E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24C63-76C0-4A47-A0C6-20221FC7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8F9E0-8465-4EF2-BA32-ED241480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41F49-43ED-4494-80F3-5A985F8A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AA936-EED1-4630-BD5B-3F645B8D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2D013-80A4-4F96-88CE-0F1FB494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5C9FE-39E5-422B-AC0F-D575E9F7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2FD16-F78A-4E09-9030-F68EE0E1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B3345-5BDD-42E0-8177-C4CAA815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E80EE-3D30-4C79-B1EB-56AD9912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현재 파일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40578-7F10-4AA9-8366-4E54502A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85524-97FF-4343-90BA-81926EF4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936A7-D182-4A00-9619-5650D42A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DIFF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66975-1226-4E09-8DE2-68187DB3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변경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4080B-6F9E-4153-91F4-34E79F62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620A8-43DF-4C83-87FF-BC37405C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B3D77F-F13B-4FED-861A-0A22F4AF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ADD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73C670-2B0F-4666-8F7E-4B4D2658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관련 파일만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7AC4E-A7CD-42FC-B710-A7000E4F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02812-1422-4984-A63A-5BBCA012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938C8B-D271-4DAF-BEDC-018E6CFF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COMMIT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349F43-EA8A-45D8-AA30-4E531ED6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의미 있는 메시지</a:t>
            </a:r>
          </a:p>
        </p:txBody>
      </p:sp>
    </p:spTree>
    <p:extLst>
      <p:ext uri="{BB962C8B-B14F-4D97-AF65-F5344CB8AC3E}">
        <p14:creationId xmlns:p14="http://schemas.microsoft.com/office/powerpoint/2010/main" val="30724370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384ECA-A898-4F24-86AB-A684C691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14E32-73D3-4540-B8D8-57D1556E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Harness 작업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CE953-1877-4B13-B416-8CA29F64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78B99-F9C3-4662-9758-168F7473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9AD51-C411-4BE4-B85F-62DA209A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7105E-AB05-411D-BE75-3ABF379B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935B2-713F-4A22-B371-D0DD6BA6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39B3A-EDCD-48F2-B272-965CAB35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814EC-E5F3-402F-819E-8DD70FD6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AD848-DF0A-4ACB-9D33-1FBDB5AA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9EA56-2FFB-4091-9D80-C9511557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E84C8-B67A-45A3-95E9-BC50D1E0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SPEC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C7D40-7314-4D3D-9AFA-3353DA54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할 일·금지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F7880-4483-47B9-8F31-D8DD738E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6DC5D-473E-4CB7-853D-6C7558E7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CA702-3034-48AC-AE5A-F228BFE3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A360BE-D2CC-4974-9392-D047CFE2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필요 파일만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3568A-FF9D-44DF-855C-E0C3E914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1C189-AA25-4F38-B10C-FBD0AC67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EFB2A-F6CF-4023-B8A2-3E150999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28CBC-0B81-422D-9861-2E7A0EC0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변경 생성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6DF652-E202-4047-8E3D-71223DAA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4CF87-1EA0-4E66-913B-69AAAECC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3F981-2D25-4E29-AB2C-ABCF6EBF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VERIFY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106D39-CAE1-4CB2-B11B-9F7567F7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diff·test·notes</a:t>
            </a:r>
          </a:p>
        </p:txBody>
      </p:sp>
    </p:spTree>
    <p:extLst>
      <p:ext uri="{BB962C8B-B14F-4D97-AF65-F5344CB8AC3E}">
        <p14:creationId xmlns:p14="http://schemas.microsoft.com/office/powerpoint/2010/main" val="1212275348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1AC189-CD87-4172-853C-DAA247EA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3B29E-C91D-494B-9934-1DE92A24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설치 실패 복구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069D8-0D12-4814-B97A-29981103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D0210-D2B1-47D6-8E78-14088F80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A3E8C-EAD4-4631-A7E9-742CEC24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ABE83-8ED7-4E31-885D-B8AC2179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7CE25-0AA8-45C5-869B-0461BB8D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E1F07-43ED-4D90-8BF2-4A135446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46C10-F36D-41FC-B515-13AF6D59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928D9-BD4F-415E-B37C-EEDB14E9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048B5-A423-476E-A83C-CBE84E78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FD7C5-B33E-4B74-AAE8-427553EA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CLASSIFY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483D8-9B24-4691-ABF0-5866952D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권한·PATH·network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573A16-1485-42B4-A547-714CF03E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2E420-517C-46DE-840E-A141B2E2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DF17E-8E2E-4989-B281-B662F281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7D45D-B6AF-4FB1-BEA0-21D45ED7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10분 timebox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8C971-89B9-4BB9-91C4-6CD40B18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831DD2-9A06-4C63-9571-47BA1A69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430F0D-1B0D-4ED6-94EC-816E1FAD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FFCFE5-ADCE-44A4-893B-20045AA0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fixture·Colab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CA1F5-FB8B-43E7-87C9-494B78BA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89F4C-C452-49F4-A11C-C8278320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E188A-A0FA-4A78-8273-CE069591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RETURN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756B3D-E397-4048-BED3-F760D075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checkpoint 합류</a:t>
            </a:r>
          </a:p>
        </p:txBody>
      </p:sp>
    </p:spTree>
    <p:extLst>
      <p:ext uri="{BB962C8B-B14F-4D97-AF65-F5344CB8AC3E}">
        <p14:creationId xmlns:p14="http://schemas.microsoft.com/office/powerpoint/2010/main" val="134451587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DFED4-E21D-4397-8448-9B766837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C3E50-9F4F-404B-95D6-16DDA6EC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Python 공식 다운로드 · interpreter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15FD4-75CC-4926-A556-DAD6620E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41C73-8988-45F3-A6E6-B76E5E87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66728-AB0D-4BA4-A3B6-470524C1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CC1AB-1BE6-44CF-9219-4967DBC8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AB8DC-D36C-4DA3-93D8-8345455C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C1157-1F56-4037-A47D-60D07A08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OS와 버전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623D6-DE60-4C70-8E50-49581A34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8BCB5-01B0-47C3-8CED-86B79CAB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설치 후 새 terminal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D7B68-E5C3-4ED6-BB7C-48A4D139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22E0E-73BD-4D91-9AB0-D47BE50A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python3 --version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77B71-C5C8-4F07-8942-91EEBFBE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DD6B3-9250-408D-8B9A-2CA867B1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회사 PC는 권한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BA1E2-5E35-45C8-AE0D-1793C8DA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3fe05b60c4b36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309B4-0048-4811-A770-938D30E8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Python.org Downloads 공식 화면</a:t>
            </a:r>
          </a:p>
        </p:txBody>
      </p:sp>
    </p:spTree>
    <p:extLst>
      <p:ext uri="{BB962C8B-B14F-4D97-AF65-F5344CB8AC3E}">
        <p14:creationId xmlns:p14="http://schemas.microsoft.com/office/powerpoint/2010/main" val="8216704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839A2-2D4E-4627-8691-80CA9D11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9EC82-52C4-459B-B1E9-3685286A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VS Code Python 튜토리얼 · 세 구성요소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0EB5F-DF9B-4089-A045-15073B5F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88EE9-9513-41C9-A7C4-94E50F9F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8399A-CA1E-49C7-A94B-FD0C2343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AB74D-FE8E-470B-8FFB-2A8808BE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BA9AB-8FE6-4808-90AD-2D41CFC6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1F6E3-3BA5-4C72-8D2F-F4AB764C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VS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73871-82B8-4E23-A601-ED45410D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287B0-4903-436B-9993-14BB21D4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Python extension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455AE-CE09-4C2C-9F69-5D80EB23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1EC9C-80C7-4EEF-9DF8-DAD1FF51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Python interpreter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FE99F-7359-4DC1-8258-972F0EF3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C0EB6-4C2B-4BB5-B4D3-6C40AA59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virtual environment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A44F2-F069-47B7-B3D2-6CB53316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990698188474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2104F-6526-4AA4-85E9-C678E0BD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VS Code Python Tutorial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741016392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CB370-B8BC-453C-A3E8-127E20CD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3D461-AD05-49E9-A24F-16275C35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Git 첫 설정 · identity와 기본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B67FC-9A16-4ABE-BC28-0CE53D67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D5999-756F-42EB-9550-F74C22E8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6580B-5E1B-4C2C-AC66-21BC01AE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191AF-BFB9-4120-8E0C-A44F388A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03442-C42C-45A4-875D-354BFA73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9CFAD-54B0-48C6-9DC5-E0F500D0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git --version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19953-A3D3-4C5B-9B87-75380C6F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46BF3-335A-41A6-94F3-AE247625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user.name·user.email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EABA7-6504-410C-8500-A78167FD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BBCF6-A4FD-4946-B49F-8CB4294C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회사 계정과 교육 계정 구분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3C96C-D2A7-418E-B6D5-E6F098FF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79382-5A10-4368-84BC-A4A463A9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설정 범위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EE912-6F2A-4BE3-A009-649BEA50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955eff1a14b6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2F61B-235B-44C8-B635-BCA79762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Pro Git First-Time Git Setup</a:t>
            </a:r>
          </a:p>
        </p:txBody>
      </p:sp>
    </p:spTree>
    <p:extLst>
      <p:ext uri="{BB962C8B-B14F-4D97-AF65-F5344CB8AC3E}">
        <p14:creationId xmlns:p14="http://schemas.microsoft.com/office/powerpoint/2010/main" val="268620408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7A98C-7893-4F0C-8592-E35E9B76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9E3C7-B966-45FE-8D07-9A088438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GitHub repository quickstart · 교육용 sandbox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87E96-9999-45B0-AE94-2026B764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0BD38-4911-4236-BA0D-AE508E0E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512D6-B15C-42BD-8BCB-3208FE89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24D3E-731D-4C01-A04A-FF224C48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98945-20A8-4057-A869-2330D88E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32314-62BB-400A-8451-AB34F256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공개/비공개 선택 주의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B5424-082F-490D-B55C-5EFCA602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6D887-5F64-4E80-81D8-3C5AFE9D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README·.gitignore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2B4CD-4585-4226-8D67-ADF769F7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D7A17-A855-4A0F-80A9-505C27C1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교육용 repo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7D522-EA12-4CB3-BE72-8BF59BF7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BF155-5ADC-4BC2-8F70-D54D9BA3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비공개 회사 코드 금지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2DC97-1D17-4D09-A702-5BCFF9A3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45096f29145a0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3D3BB-1FF0-4BC3-86F0-708E03C0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GitHub repository quickstart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695124657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381B9-139D-45E6-96B5-B7A910FC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D3559-7D4B-48E0-A633-74528513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환경 확인 네 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DA3EA-5D1D-4FE1-901C-3B0F5BD4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9BEAB-C92F-4F5F-8B86-B7FECFB6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42984-4FE6-4B0B-9BE8-57622543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F8309-709E-4DBB-8BC2-A8D42978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73ED8-6D62-4395-B10F-132E6EDA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B1D49-6400-4BA8-A818-0F8ECC75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명령과 기대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C6798-3C06-4317-9D42-336C42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963CE-A370-45B1-A5A7-972A355C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PATH 문제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0DF62-A4A8-4FE5-BC25-9786E4BD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35DB7-4F52-4387-936D-E23E3AA8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새 terminal 재시작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615CB-38E7-4164-87D8-7C3F25E6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3203A-2139-4BDB-8E6A-9099605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캡처에 개인정보 최소화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658D6-9BB3-4FBD-9F57-DEB799F3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F1525-4758-44C0-8623-C9210407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python3 --version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git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code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python3 -m pip --version</a:t>
            </a:r>
          </a:p>
        </p:txBody>
      </p:sp>
    </p:spTree>
    <p:extLst>
      <p:ext uri="{BB962C8B-B14F-4D97-AF65-F5344CB8AC3E}">
        <p14:creationId xmlns:p14="http://schemas.microsoft.com/office/powerpoint/2010/main" val="1466393668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AF087-C945-4D87-B70C-F426EA28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6FD16-0D78-4B76-B290-2E16E97F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가상환경 명령 · macOS/Linux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9C447-C5EA-4F3C-91A9-49369FA3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6F04F-CE74-449B-B7FE-CE336448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9B4E4-605A-4054-A590-3C5ECC01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B482C-B7FA-44A5-9DDB-304D0EE1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C911A-CD6B-41B1-A3C5-7A646C9C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E7333-F2CC-4208-89B2-BC5107C6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.venv 생성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3521E-C414-46E0-8A72-4AA3EB84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27DAD-5D1D-44FF-AC30-7E3128A4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활성화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66823-E083-4BAF-AC7E-C5D71BDA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DDF89-CE8C-432E-A250-77C51CE4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dependency 설치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724E5-5362-4437-85F2-16C5F0B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88D0C-515A-47A7-B16E-62464512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interpreter 경로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8FF48-88A0-4FD7-A245-A1A32177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74843-0CB6-4D49-9A6B-DF6CED41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454221109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3FD036-340E-4F64-8F05-8B8460A8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6DDB3-6E53-428E-A4A3-FA2239EB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가상환경 명령 · Windows PowerShell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EE3CF-0E04-4400-AC02-9A26F9BC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E55CE-E00C-4431-899C-93D35ABF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BBEB7-5DB2-4606-9E89-66DAA0D6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F717E-58F0-4E8B-817F-C796C2A6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C2065-C344-4CFE-BB03-6FB6F834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14712-E12A-4D5D-B71D-2C3A9FF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ExecutionPolicy 오류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A0093-2A63-43D7-9F44-2B62C161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90644-AE6D-4C66-977E-00DA67F9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 launcher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337DF-B9F0-43CC-AA9B-ACD421A3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5F566-FD1D-4CFE-AF8E-BF432C88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같은 requirements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1909D-2746-4C30-9CAF-197F6992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E587F-4CE3-4A2C-A629-755BD7A5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경로 화면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3088F-B2EA-4184-BD14-D4BB4CC9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5A0BA-2676-4403-9DFB-FD6351AD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 -3 -m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.\.venv\Scripts\Activate.ps1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1464532044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F571B-2EED-4283-ABE9-16CB72A5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1F078-F4AD-4B0C-B9D0-E3683B51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Git의 안전한 첫 commit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23EF8-D684-4236-89D1-E999A683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10B73-395E-41C2-B3A8-E6B4D2AF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0C46D-C542-4ABA-87A3-6D0C4803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4A2F4-E842-4247-8697-EBCE9A46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81B83-17FD-4D7A-AB35-0499E26C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C253F-AC46-45D2-A4C3-B41E2354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unrelated 파일 제외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6D64B-7B7D-433E-9491-517FC056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AE707-058A-4853-9E63-3D3F9D60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stage 전후 diff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73054-35F1-41F7-9E77-4A7C266D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8F6D5-A55B-43EC-BA13-5B7A1278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작은 범위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CB42A-E692-4CD9-9878-7A6C1E52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57E09-173D-45BE-8BF0-7444A4E0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명령형 메시지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12CA7-4981-4A06-BB6C-2E842BB5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57783-0F3C-4F11-9C2F-6BE9298E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git add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git diff --cached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git commit -m "feat: add safe tool loop"</a:t>
            </a:r>
          </a:p>
        </p:txBody>
      </p:sp>
    </p:spTree>
    <p:extLst>
      <p:ext uri="{BB962C8B-B14F-4D97-AF65-F5344CB8AC3E}">
        <p14:creationId xmlns:p14="http://schemas.microsoft.com/office/powerpoint/2010/main" val="1147705103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0C91D-E889-4971-BE73-26588574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4B8B7-E67F-408D-B6FB-629AAC1E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.env.example과 .gitignore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AB286-452B-44B4-9B04-F2402366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244CC-9905-4EEA-8B70-09690BD7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74D0F-B3D5-4D98-B7E4-32115F50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338D4-293A-4A65-A5A4-62E878F5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EE8F7-1B63-4767-B060-B8FDCD91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6A6A1-3F78-43C5-BBE8-F344AE8B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이름만 공유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E8452-34F8-467F-884D-206808CD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EC726-E2FE-40F7-B6A5-BD07476B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실제 secret 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DB88F-3DC2-453F-9786-9707FEA6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F7854-1496-4F59-9155-6BC2339B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가상환경 제외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BBCDC-2ABB-498B-A262-9C0A90A2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7F952-9860-4A0D-96D0-CFD67723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생성물 제외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1A267-6ED9-4047-89B3-F15D2D2A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D8823-4D24-42FA-B7C3-E427B771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# .env.example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OLLAMA_BASE_URL=http://localhost:11434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OLLAMA_MODEL=qwen3:4b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# .gitignore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.env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.venv/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__pycache__/</a:t>
            </a:r>
          </a:p>
        </p:txBody>
      </p:sp>
    </p:spTree>
    <p:extLst>
      <p:ext uri="{BB962C8B-B14F-4D97-AF65-F5344CB8AC3E}">
        <p14:creationId xmlns:p14="http://schemas.microsoft.com/office/powerpoint/2010/main" val="1085814694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30AB8-6085-44A4-9EEB-29CA84E7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FD387-1010-4A40-95D2-D0D84101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Agent에게 주는 작업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E166A-00A6-42F6-A0C0-08C5F89A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E3002-125C-4D6B-8400-F3C6874A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D3791-9E7F-410A-96C6-DCF76ABD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CCC1F-8C6E-45BB-876B-3469A1EA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F17FF-9DEE-489F-8A08-C580DE1B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14985-9E9A-425E-B55A-D0058A39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번에 한 목적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98D0A-27D2-47CE-9C06-94DE41F3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F19A3-FAF9-47E7-86A1-19192847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파일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00250-02AF-4A74-B8CD-DA718338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65850-7046-4348-87C6-F540134C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금지 조건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CF7D0-8BDD-4E07-BAEB-AC0F278B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549B0-8D03-4641-AD78-4E0F55FF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검증 명령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71F3F-4685-4370-86AB-F57E2DBD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674B8-64AB-43DB-8B3A-9FCC1DAD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Objective: add one validation test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Scope: tests/test_day1_agent.py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Do not: change src behavior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Verify: python3 -m pytest -q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Deliver: diff + result</a:t>
            </a:r>
          </a:p>
        </p:txBody>
      </p:sp>
    </p:spTree>
    <p:extLst>
      <p:ext uri="{BB962C8B-B14F-4D97-AF65-F5344CB8AC3E}">
        <p14:creationId xmlns:p14="http://schemas.microsoft.com/office/powerpoint/2010/main" val="1776587481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284883-327B-465D-9500-7D13E8D4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66A1B-0E47-49D7-AF31-74FB67AC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1 · 버전 확인 캡처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3F1F2-0A2C-4786-A738-BE810E28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6177D-4AC3-496B-A059-8B8C131A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C33F6-22FE-4C22-B527-E3E2874D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8F9AF-5827-4DD1-895A-D244B923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160F9-648F-4FBC-B89D-4D43BB25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003E8-71C7-4A58-8500-446F0932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E37BB-6A10-4A18-BB5B-305D59D0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ECEA6-01C7-49C3-9D90-3F8F69C3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DE5A7-8008-4C62-92E3-9E03694F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F099F-6878-44F3-88B7-878DDC8F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새 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979EF-CCE5-4FF0-B3BC-411A5BE8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2B87E-01A1-43A6-A879-943BEEC0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Python·Git 버전을 확인한다.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8DFBF-0C09-421B-A4C6-A698952E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50E93-3CD0-4A62-80B3-C575372D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VS Code가 같은 폴더를 열었는지 확인한다.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D042F-CA06-40A7-A407-BD15A7E9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8AE7E-AA09-4259-B0F9-2B133C4A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항목을 표에 표시한다.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06BB4-59D9-4E45-9FE1-49B86D00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91C2B-80C2-4301-A771-0935EA53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버전 3개 + 상태표</a:t>
            </a:r>
          </a:p>
        </p:txBody>
      </p:sp>
    </p:spTree>
    <p:extLst>
      <p:ext uri="{BB962C8B-B14F-4D97-AF65-F5344CB8AC3E}">
        <p14:creationId xmlns:p14="http://schemas.microsoft.com/office/powerpoint/2010/main" val="2021487777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6BEFF9-8441-486D-B54F-C1113D1D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7E2D8-FFDC-44E6-8CFC-67178E4B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2 · 가상환경과 interpreter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D6C95-AF9D-4D49-B654-469E99DD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F740D-DBE0-4CD4-8BD2-9ABB6197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D6AEC-E83A-4E6C-A4F3-F70F5DC2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E9F4A-1316-426F-A032-9837A841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E5949-D0D1-466D-B068-758D2494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BCCF0-DBF6-45F7-AE5E-DAA62ACF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C7F63-6027-4D64-8D8F-53155834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20B66-EF7D-47AF-B37F-65128C5D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3F29D-DF8D-4F43-8DF6-D8E716EC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443BB-9BAE-4D5B-8402-4F1A2585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.venv를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83570-ADFF-418E-94CF-38BE087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65711-CDA6-47CD-978F-732863ED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가상환경을 활성화한다.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703B1-9077-4222-83BA-9A618971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9EFA0-B865-4C73-87B2-3820101F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VS Code interpreter를 선택한다.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172EB-51B7-4279-82FA-08660F7D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6A349-40A1-426A-B705-71BE52A2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sys.executable을 출력한다.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24222-B31E-45E7-B539-66B8F83F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D32FCB-3FF4-423C-8AA3-94F77D5D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가상환경 경로 출력</a:t>
            </a:r>
          </a:p>
        </p:txBody>
      </p:sp>
    </p:spTree>
    <p:extLst>
      <p:ext uri="{BB962C8B-B14F-4D97-AF65-F5344CB8AC3E}">
        <p14:creationId xmlns:p14="http://schemas.microsoft.com/office/powerpoint/2010/main" val="1771995119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E8C12-F3CA-4E21-8516-85C3A1A9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15F24-9F6E-49C6-B1BE-BAF8910B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3 · notebook 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BA4E3-D896-4637-A461-5B69FF70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51434-4DFF-4CB0-BB97-86426DDF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42E73-587E-49F5-9F24-50B5BC13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26859-BE7C-49E7-9D8B-BE94A784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89793-AEB1-4D53-98F7-EF9A3854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7AF96-F614-4E95-AF63-2B4A7CF5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3C115-04B0-4017-8D1B-F4F41EE2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A4FF6-9870-474B-B046-39D56932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31FF3-B7AE-4B45-835A-0B90FB57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6DCDC-FC24-4182-9C22-560F6D5C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materials/day1 notebook을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3AD7A-1CB0-4624-AEE3-99EFFC67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C7B92-DD79-469E-A2D0-59F8E91A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선택한 kernel을 확인한다.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323C37-0C98-4B47-B5AB-79486E2B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548DD-416C-41F4-894C-50763915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첫 Markdown·Code 셀을 실행한다.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AFE7A-0A5B-4DC2-9411-37D9C4A1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9AB9F-C1C0-4C15-9E8E-A9A231F0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output이 남는 위치를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8F23D-D3C8-4581-ADA6-CE141D59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18D94-5AD6-4FA1-A2E5-45CF724E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첫 셀 성공 화면</a:t>
            </a:r>
          </a:p>
        </p:txBody>
      </p:sp>
    </p:spTree>
    <p:extLst>
      <p:ext uri="{BB962C8B-B14F-4D97-AF65-F5344CB8AC3E}">
        <p14:creationId xmlns:p14="http://schemas.microsoft.com/office/powerpoint/2010/main" val="529716764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A61065-4BAC-4614-A46A-C2359243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60F3B-A64A-42EC-9A0F-B958B6AE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4 · Git 상태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5EC26-D5A5-45FA-AFC4-3C5B379C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EA416-457D-445D-9027-C7208A4A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2879C-05BC-4C2A-8A36-D27ABE0B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F1013-9B97-4875-B2F5-1CE97518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272CA-3801-4A68-9509-B5CFA3C5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3E7FD-0B2A-4A0A-A6EB-D64B8918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4ED51-4638-4326-9CB2-A65DE324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6A3B0-6FD5-4CC6-8EDA-063A2939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7B9F5-E0E1-40C1-AF7C-9D1FC0B1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9FF27-6887-47D2-B7E0-A6A29C8E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git status --short를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BA6B2-D8FA-4F7A-A348-59B073ED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08F15-87FE-4235-8D19-644EF8F4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수정·추적되지 않은 파일을 구분한다.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F3334-842D-4EEF-88E4-CB8F6A8D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EF267-7329-44F5-B66D-FE668DE3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git diff를 읽는다.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6337D-8F23-47D9-B294-1B8720A3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3B971-5783-485A-AF7C-88A022BD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지금 stage하지 않을 파일을 말한다.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0873A2-5B7B-4911-A40E-2E394150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DE89BC-DF60-4971-BD56-27CB6C56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status·diff 설명</a:t>
            </a:r>
          </a:p>
        </p:txBody>
      </p:sp>
    </p:spTree>
    <p:extLst>
      <p:ext uri="{BB962C8B-B14F-4D97-AF65-F5344CB8AC3E}">
        <p14:creationId xmlns:p14="http://schemas.microsoft.com/office/powerpoint/2010/main" val="914986880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31F2E-E6C9-4641-B391-7B225B36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1B284-6AD9-4451-B405-5B7A199E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5 · Harness spec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F8237-7F32-434A-8E26-E59F8D1B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724BF-D9F9-4F2C-AA8E-6C19192C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2DB24-3B39-4844-9FB0-23C84D45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35FE4-812A-4713-AB44-BE1F419E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F48EA-FADF-456D-9CC4-B6CD8CC2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EAC22-4BB4-41F8-8FC2-4E27F263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C7BD2-1372-4809-ACF7-96A7802E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D0EB2-B21C-4C3C-8255-5AE590F7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4E7DF-B9D3-4040-94E1-B08F4511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F3F04-9465-4DCF-80AE-D63EDF08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작은 변경 목표를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E2E80-BA6E-4FCE-9A3F-BDE3ADFE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9917E-1BED-49F8-847B-59C98E39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허용 파일을 한 개 정한다.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E25AF-1A41-4FCF-8CCD-6B67EBCB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AD5478-B21B-44AA-BDBA-9A0AD50A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금지 행동을 한 개 적는다.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663E2-C41F-4959-BC2B-AEE3C7F9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A020C-014C-4E10-B55E-69936544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검증 명령을 한 줄로 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7391A-6A4B-43B1-9FE5-CC340B6B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BF664-9C43-429B-9E9F-42E6D09C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4줄 작업 계약</a:t>
            </a:r>
          </a:p>
        </p:txBody>
      </p:sp>
    </p:spTree>
    <p:extLst>
      <p:ext uri="{BB962C8B-B14F-4D97-AF65-F5344CB8AC3E}">
        <p14:creationId xmlns:p14="http://schemas.microsoft.com/office/powerpoint/2010/main" val="122884188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B1F6FD-1D9D-4DD4-B7F8-7F56399E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54A35-A01F-4BF4-8637-4650FF7A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1 · 설치를 끝없이 붙잡는다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2A4C8-3B4F-4445-808D-28EBBE4C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0F46C-4ACB-46F5-97FF-F390A2F9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DBF17-BBCB-443C-BDAE-59FFF7F2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B8C28-B20A-4898-A407-ED31ADCE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16CCD-61BC-42B4-9BF9-A5E9F854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CA6E2-6EC8-45BD-AF74-4301B3E3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A6FAF-E8EA-4AE9-A0CD-4BE71610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B95F0-A091-4B57-A342-F3739DDD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4A253-C132-42D1-9781-2A4DCFFE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명의 PATH에 30분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33414-62FC-47E2-9A8C-297C22C4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4A902-9CC2-4959-8977-93F023B4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전체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679DB-D834-4F31-88C6-A0BF1250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8BC76-186B-4E48-AD9A-B9C91DBF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학습 목표 상실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E16CC-8470-4903-B7DB-4F87A207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F1E36-3EFC-4AA6-91BD-900FECA5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다운로드 경쟁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E84DA-BE1A-40AE-BB08-7B882FF4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F85693-0574-4CCE-A24E-05300DCC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10분 timebox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91D6E-F4C4-4DB8-A824-6A904A81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BE699-70F8-4F41-A50E-E99D5C3C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checkpoint zip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D1F72-C0E8-4E2F-861A-FCA70E83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3EBFC-1D41-4E90-A9EE-5160378E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fixture 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A2E9F-38CC-49E4-958C-C79DBEEC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1CAF07-3BEB-4357-9965-4A2B7564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점심 후 재합류</a:t>
            </a:r>
          </a:p>
        </p:txBody>
      </p:sp>
    </p:spTree>
    <p:extLst>
      <p:ext uri="{BB962C8B-B14F-4D97-AF65-F5344CB8AC3E}">
        <p14:creationId xmlns:p14="http://schemas.microsoft.com/office/powerpoint/2010/main" val="439726423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E7E934-4C02-410C-92F5-6676C1C4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67049-ECC0-4433-8EC7-5334817F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2 · 전역 Python에 모두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7F930-1F8B-491A-B62D-CF4C7E0F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D9929-1BDA-4A24-9753-F1ED47AB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C16AC-8636-436C-8DE1-6E6EEE92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D5E19-649C-41E1-9594-A4BA376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9CAAC-6520-4A42-95B9-2C6538AE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1B388-C829-4626-9664-E4FA73AF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1AE3F-2316-4D30-8496-F6435E69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9D531-C3E1-446B-96D4-2D4773BD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EADC8-9770-400B-AF59-6763B672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버전 충돌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F5AD8-C18E-43A1-A8F1-1C6E4401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B7A57-87D2-4155-8E38-09078946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권한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2D9E4-E1CD-456B-83D8-D3B9B473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2155B-ABC7-49A5-A57C-64CC19EF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재현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46606-01BB-4FD5-8CBA-8E18D46D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E4C3E-ECAB-4F54-92D2-BA895A64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다른 프로젝트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34941-ECA9-40E4-84B3-C6CC9448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B4B3F-DC52-4BDF-AA0A-87DCB626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.venv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79A50-9C1E-4185-B440-A95DBE0C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BCCA3-CD30-4F3E-831D-7655D14C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python -m pip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47F66-7D0C-4554-9976-D83E84C0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AB70E3-2161-4E6E-A4DA-255E3016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requirements 고정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733AEF-F667-44DF-AF1D-C294C7A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711D3C-3762-499F-98F0-B1D3DDE5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interpreter 확인</a:t>
            </a:r>
          </a:p>
        </p:txBody>
      </p:sp>
    </p:spTree>
    <p:extLst>
      <p:ext uri="{BB962C8B-B14F-4D97-AF65-F5344CB8AC3E}">
        <p14:creationId xmlns:p14="http://schemas.microsoft.com/office/powerpoint/2010/main" val="369818902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4D17B4-947A-4882-B598-F5F36651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3A2DE-5220-4C23-9DB8-F8A877B3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3 · Agent에게 저장소 전체 수정 허용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09B0F-5F42-450E-BCAB-FBE05EDE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061C4-D504-4BD7-A46A-B0F2CBB1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34878-4DCE-4909-8A6F-5757EF5F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5C901-BBC7-4964-B628-965ED0EA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9A530-F1E6-43C8-891B-5B190C02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14479-6581-48AA-98D0-50B6A053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831E2-963D-40B1-A397-54630144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306CE-8337-4377-B0F4-27B6AEB1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CF28C-8E64-4954-AEB4-AAB91F06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범위 모호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726DD-9CBA-4B8B-BFBD-A7623CE3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2D243-8302-4509-A857-8EAADC47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불필요 파일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026D4-03C9-49F2-B4A1-CD47AF13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21A54-CFA1-4CD5-ADB8-3B928B63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test 삭제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9A8C7-47FC-4F23-BA25-627C6385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5B63E-15B7-4795-81FC-8F754DAD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secret 접근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B2244-A589-4FEC-B8A0-A057F904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E343D-50C1-44F2-9442-700E7459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허용 파일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456F0-2043-4597-AA42-73959F0E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BEA49-05E6-41C3-BD44-961EE992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금지 조건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A4E1A3-3914-4238-BE4E-A162DB81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D76EF-4A85-4DE4-8C91-16960023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diff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51D7E-4ACA-4BBE-98C2-4952040A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E3DA1E-8101-4CA8-A568-78F3DE0B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test 결과 요구</a:t>
            </a:r>
          </a:p>
        </p:txBody>
      </p:sp>
    </p:spTree>
    <p:extLst>
      <p:ext uri="{BB962C8B-B14F-4D97-AF65-F5344CB8AC3E}">
        <p14:creationId xmlns:p14="http://schemas.microsoft.com/office/powerpoint/2010/main" val="1940307966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D2386B-3C15-423D-8A8E-5BA7D615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4E1BE-CE90-4569-8822-C024B38B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4 · Git stage를 한 번에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852D6-EAD5-4FA4-B2F7-A6AF33F9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DB005-731E-409E-AEF0-DBEE4C5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FDEB9-79C4-419D-86F8-D2B60933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7F594-7E06-4B70-A0BE-2A707522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31570-954E-4104-B876-D5F27AF0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DE8D8-E95D-4E79-BB2B-79DF402E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BAE46-D150-4EB2-81F4-5A02A93C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E29AE-E23F-43C7-8231-FE8CEEB0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8A7B3-0342-482A-A83F-1D57B1BC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git add 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82AAB-B008-4476-BB7B-77659646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ADAC4-28E7-4C26-8CB0-9E17FF2B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개인 파일 포함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F2296-FCB5-4AFD-A7AB-AE082A2E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58269-FFFB-48F7-B6A5-C2FB4F9F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대형 모델 포함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8F3ED-40AD-48F1-B254-DFD2C76A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283E0-4507-4659-8AB3-D690F40B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.env 포함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62825-8F77-45A3-8DAC-60CBB49D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CEDA2-0565-4BFE-8FFC-38C20326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status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24423-4201-42C1-8304-AAEF4C08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01B657-7A11-41BD-B4DC-F62591EF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파일별 add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51C098-6D4E-4E43-8132-0EBDFA7B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C05AE9-F078-4E20-A9CE-342074BB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cached diff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B7E27-A8DF-4CBE-9E2B-192055F6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69252-90E3-42C5-874A-86119CA2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.gitignore</a:t>
            </a:r>
          </a:p>
        </p:txBody>
      </p:sp>
    </p:spTree>
    <p:extLst>
      <p:ext uri="{BB962C8B-B14F-4D97-AF65-F5344CB8AC3E}">
        <p14:creationId xmlns:p14="http://schemas.microsoft.com/office/powerpoint/2010/main" val="1790117917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771D9E-51AC-499C-98F5-15849C6D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958A8-BFCB-47F0-ACDA-7CA6E56D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재직자 · 회사 PC 제약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F0E88-137F-425D-A277-6562DC09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A8E0C-B275-4CC5-B83B-24D552AA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17B90-54FA-4DE5-9DDD-49CF872D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F41DC-623D-4C30-914F-4C38DEBA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97DF7-E41B-4DD4-B309-A7E2310A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제약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1A745-8019-40CD-B2D9-286122E6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대체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AEF57-04F9-4C5C-8CFD-F59C740E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5278C-FC06-4D10-BE9D-6D46AA78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97FA0-6AE0-4799-BF03-7AC904A0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관리자 권한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2D639-54C2-451C-870F-04E38937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82FFD-F413-4E88-8753-958BAEFB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외부 다운로드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F8D6B-84DB-434C-8EAD-2FC89C23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94550-7E42-4273-A039-E743259B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GitHub 접속 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CB8F9-CBF0-4944-BD22-B750034C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B71F3-3112-4177-8145-8530ABFE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GPU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C62B5-55AA-4C5B-9274-E3AAE715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3B616-32B8-40E8-8638-1CB744B3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portable/승인 절차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2BF26-F059-4206-88F5-28EFBEE5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FF099-A1E5-4996-94FF-572B76E8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사전 제공 fixture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8DD76-E2CD-4066-BBE7-B3C6FF9C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84E541-FCD4-48FC-AD3C-CE44BCB0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로컬 Git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755AE3-62A3-47E7-830D-B3840A8C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8143FE-17BC-466F-B95B-E2913979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작은 CPU 모델·텍스트</a:t>
            </a:r>
          </a:p>
        </p:txBody>
      </p:sp>
    </p:spTree>
    <p:extLst>
      <p:ext uri="{BB962C8B-B14F-4D97-AF65-F5344CB8AC3E}">
        <p14:creationId xmlns:p14="http://schemas.microsoft.com/office/powerpoint/2010/main" val="1129253812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38ABA-48F8-471F-BFE5-2D8CB5E4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D4DA9-4710-4276-AFE2-0D06DB75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구직자 · 포트폴리오 환경 증거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A39FC-DF12-49CE-8737-5D380656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6645D-DBCF-4662-B7CA-D38EC413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F33D3-92EF-4E6E-88FA-F3AB352F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03E4E-C859-49D3-A5D8-1B1349A7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7F5D7-F53C-47D0-B191-45686BD9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보여줄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7E6D2-F8E4-4197-A93F-7C6C36CD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말할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61F78-4F15-4149-A835-D3160A1F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B00C5-2FBF-4AAF-8ED7-842C94DB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AE3D2-7B33-46F5-A637-8741A44E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README 설치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E62AB-FC4F-4178-8076-A5C8EC4D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202E8-F197-410F-9A6C-376FB6E0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81FD1-2E54-464C-BCCB-674E8C30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929E1-3197-4AC9-B66F-07047029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Run 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EB122-C945-4EFB-BB26-E2DCB476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FACD1-FE8E-45EF-9074-320FA38A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pytest·Git 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CE941-ED4C-42BD-AA7F-0C8EB6CE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53F9E7-05B1-4251-BD77-CFB72534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재현성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3AA5DD-289C-4284-8C2F-8C1A5188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458B88-1643-4E6E-A91C-75171F21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fallback 설계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F21A9-A085-4E8C-AC39-4C3FD365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BA9768-12EB-4509-A225-9753A6D8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secret 관리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8B6A0-B844-4813-9439-DA5E5749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605DAE-62EF-49DF-A7C7-66AE5183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협업 방식</a:t>
            </a:r>
          </a:p>
        </p:txBody>
      </p:sp>
    </p:spTree>
    <p:extLst>
      <p:ext uri="{BB962C8B-B14F-4D97-AF65-F5344CB8AC3E}">
        <p14:creationId xmlns:p14="http://schemas.microsoft.com/office/powerpoint/2010/main" val="1183191006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44399-6C3A-405B-8077-444C0B4E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29AAF-9941-4F77-9EC4-B75889E2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12시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5555A-1798-4868-8F3C-4377DBDE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8F6BF-405C-4A77-B19D-C3C63C6D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EFB79-4B50-4859-BFDB-F301AB1C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E1F7B-4FF8-4E3B-8FD7-A54BD34B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6BFAB-C2C5-4B73-A97C-EAB9E2C6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1E876-A695-4508-BA6A-0465DC2A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2DCEB-4659-45A9-B406-2FC07889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1C67C-54FA-437D-A493-52C6A611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Python·VS Code·Git이 각각 어떤 역할인지 설명할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74068-A412-462A-88AC-64F11841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552E5-47B3-4A12-AC04-59E35910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62944-310F-48AC-8C2A-DF473DE9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학생 필수 무료 경로와 강사 Agent 데모 경로를 구분했는가?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C267E-ACB0-4263-AA79-6F52D6EA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6DF5A-4CF4-486D-9ACA-8EC49922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80991-4E38-4DFA-A853-27DB46F5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설치 실패 시 10분 뒤 선택할 fallback을 정했는가?</a:t>
            </a:r>
          </a:p>
        </p:txBody>
      </p:sp>
    </p:spTree>
    <p:extLst>
      <p:ext uri="{BB962C8B-B14F-4D97-AF65-F5344CB8AC3E}">
        <p14:creationId xmlns:p14="http://schemas.microsoft.com/office/powerpoint/2010/main" val="1951623394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0A1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7D943-AB13-4B41-B140-47EE218D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88D38-3383-4986-BD26-AE7DC347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F2B1B-B51E-4EE1-8D55-06841D62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Safe Tool Loop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9889A-B70E-48BB-A8F6-8722F464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952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점심 전 한 시간에 결정론적 planner·validator·executor·test·Git checkpoint를 완성합니다.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F2DBC-0D22-4CCF-BA3C-D0963988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산출물 · 실행 가능한 src · 9 tests · 첫 commit</a:t>
            </a:r>
          </a:p>
        </p:txBody>
      </p:sp>
    </p:spTree>
    <p:extLst>
      <p:ext uri="{BB962C8B-B14F-4D97-AF65-F5344CB8AC3E}">
        <p14:creationId xmlns:p14="http://schemas.microsoft.com/office/powerpoint/2010/main" val="667531049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00BED7-AF08-4F3A-B4B6-A2B8989E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HOUR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648AD-5228-45E9-BCD4-C122728A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13:00–14:00 · 이 시간의 40장 사용법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59518-AFF2-4609-AB8F-69611D8D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D4488-C0E9-43ED-80A4-148190EC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1969C-809C-4427-8C6C-0472D99C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E4AED-76F8-4FC2-BE85-F8F87D3F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377D9-5B08-4960-AB84-C96E4DA3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Framework와 외부 모델 없이도 Agent 제어 루프를 실행하고, 정상 1건과 실패 4종을 스스로 재현합니다.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C6788-D1C9-4965-8E6B-8099C448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7C85D-86F2-4D3E-8937-EF854037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30B0C-7955-415D-9045-A50C3738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장 한 주장으로 업무 의미를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39DC0-393C-494E-84EF-42277566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2AF77-24A9-438C-B57C-43721439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117AC-3DA5-4CA2-B537-A71D0145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공식 문서와 실제 실행 위치를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3B483-A27D-4170-8646-317FE06C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2DDC6-2DD5-458E-989C-989B5A51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따라하기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7F1D2-4045-453D-98ED-DB1433F4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강사의 작은 단위를 같은 순서로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1CD34-FA7C-412A-8502-17AB091A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B6302-5ED7-4A2A-B0EE-47543AC5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실패·복구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5A0C7-699B-4491-ACE5-FCFC6DA6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코드를 분류하고 대체 경로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2EC34-6A81-4272-A8CF-8FC0346B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713CA1-248E-4610-9DD5-21B37E27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97363E-5224-47C4-AEB9-18F43971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파일·테스트·commit·설명으로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427631765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1D2B0-CE84-438A-999A-42232B9E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43223-3842-4195-B413-1934BBF5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처음부터 LLM을 넣지 않는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15A99-AE45-4D05-95E2-361B21A7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3A68D-1017-411E-B3F5-C7ED8838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078B8-B840-4E28-AE83-E77CD7AD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0FBF1-708F-4B27-9B11-40E5FC80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63507-4D8C-470C-82F9-9691A064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6857E-FCAF-429B-86D3-95C209CF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결정론적 planner로 제어 계약을 먼저 테스트하면 모델 변동과 코드 오류를 분리할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02179-7D79-4FC1-8B96-1D4D24EA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규칙 기반 plan / 고정 fixture / 같은 executor contract</a:t>
            </a:r>
          </a:p>
        </p:txBody>
      </p:sp>
    </p:spTree>
    <p:extLst>
      <p:ext uri="{BB962C8B-B14F-4D97-AF65-F5344CB8AC3E}">
        <p14:creationId xmlns:p14="http://schemas.microsoft.com/office/powerpoint/2010/main" val="133335922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1DCEC-6F01-4C6E-8C23-14AE5F11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1C30B-2088-4734-946B-8C157656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Planner는 “무엇을 할까”만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C3492-7011-4EFA-BDC4-0D5D70E4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53845-2E6E-4B3F-B1F0-F4EF5BA2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ECB7A-E641-4485-A464-76DD3B41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1E5E5-23CB-43F1-BAAE-868B9BE6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9F2C8-F290-44AD-95D6-91F868F4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도구 이름과 인자를 제안하고 실행 권한은 갖지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2563E-5FFA-4DE7-A1BA-2A1336C8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EA36E-686A-4686-ACED-C07FB393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input parse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8668C-6E8B-499B-8DEC-A47B1175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3D74D-7FEE-4D5D-8787-16F326A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planned_call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DD4E2-3EA7-4326-9765-28B7C0E0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7AFA2-CB13-47A4-9051-EF3AE80C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no side effect</a:t>
            </a:r>
          </a:p>
        </p:txBody>
      </p:sp>
    </p:spTree>
    <p:extLst>
      <p:ext uri="{BB962C8B-B14F-4D97-AF65-F5344CB8AC3E}">
        <p14:creationId xmlns:p14="http://schemas.microsoft.com/office/powerpoint/2010/main" val="1349487773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B14ED-4EF9-4AEC-85A6-BBF2F45B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FEA50-F9E3-4C2E-B240-94EB12CE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Validator는 안전 경계를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64F99-CCB5-43AB-8F95-F5F63932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C460B-CE51-42D4-8BC1-EF8357BB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347F8-461E-4BEA-9AFB-C151ECE5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B3899-A675-4555-9629-AA9656E2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95689-1C9B-4B18-96F5-11004CF0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ECB5A-0153-4800-B56C-05F2EF39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허용 도구·필수 인자·타입·추가 필드·경로를 검사한다.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BAF42-1464-43A6-A25B-4D06BD8D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schema / policy / path guard / error code</a:t>
            </a:r>
          </a:p>
        </p:txBody>
      </p:sp>
    </p:spTree>
    <p:extLst>
      <p:ext uri="{BB962C8B-B14F-4D97-AF65-F5344CB8AC3E}">
        <p14:creationId xmlns:p14="http://schemas.microsoft.com/office/powerpoint/2010/main" val="1785871227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6E3B8-F6FE-44EF-B1BB-2E64EA3B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5E902-4409-4BDD-80F1-813ACBC9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Executor는 등록 함수만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0F05C-2F05-47C4-BA05-82666E02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7E5A5-EDE3-43FE-866A-717DEB9C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5CFE8-346C-442B-B046-B8E88B77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AFF99-3AB1-4DCB-BC28-29753020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B1053-13A3-4C79-A252-AC881727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동적 eval이나 임의 import 없이 registry에서 함수 객체를 찾는다.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D6BE7-E058-4C73-93D7-7BFAC4E7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4C009-4B1A-4C97-95DC-7B823A36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registry lookup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88BDA-6BEC-45E9-AE27-A62C9F91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B1BF1-A91C-4C42-88BE-6EC2AF62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kwargs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1E693-83E5-4DC4-AA0F-EC3EC631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54D8A-5116-4FB3-B829-0A7A4045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exception boundary</a:t>
            </a:r>
          </a:p>
        </p:txBody>
      </p:sp>
    </p:spTree>
    <p:extLst>
      <p:ext uri="{BB962C8B-B14F-4D97-AF65-F5344CB8AC3E}">
        <p14:creationId xmlns:p14="http://schemas.microsoft.com/office/powerpoint/2010/main" val="119794298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163D9-7C90-43FA-85FC-C738E776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465DC-F8CF-4A5E-AD57-E866A88B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ToolResult는 성공과 실패의 공통 언어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EBE36-D79D-4747-9290-E99974F3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38AD4-FABF-46B9-94B7-2984B3B9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44CAB-585E-4DE2-9F35-EB1C67EC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66885-3D50-462C-B1DA-5958FF44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ABA8B-5779-42A5-9EB8-46D6EAD6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008A1-7B01-481D-9F7E-AB95C217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downstream graph가 traceback 구조를 몰라도 다음 행동을 고를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468FE-FE42-427C-99BF-A5960FE2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ok / data / error_code / message / cached</a:t>
            </a:r>
          </a:p>
        </p:txBody>
      </p:sp>
    </p:spTree>
    <p:extLst>
      <p:ext uri="{BB962C8B-B14F-4D97-AF65-F5344CB8AC3E}">
        <p14:creationId xmlns:p14="http://schemas.microsoft.com/office/powerpoint/2010/main" val="1854965510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C987B-6589-4518-89F8-3FFD420E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73533-FA2B-4116-89B9-2B3BFBB8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read_public_text는 의도적으로 좁다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AC6DE-402D-44DF-A2F9-6957FF40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7A786-086F-4F62-A140-EF1730BA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E868B-1416-45C3-8277-E359FBEE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8C018-A3BC-4DD8-8C9F-0C6C28F7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F1E4D-8FBD-4640-A9C4-F8486630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workspace 안의 공개 txt·md만 읽는 도구로 최소 권한을 체험한다.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7A6F0-C336-4A2D-ADD8-25E8D3FE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1C334-4AA0-4A69-99A2-0F0877C1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root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7FB29-B717-4A3A-BDC8-126A853B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E4901-54B5-4608-AD6A-6613FB25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suffix allowlist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C4527-3F68-4D76-9218-5CB13938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59EC4-9865-4F6B-A3C8-037C3643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UTF-8</a:t>
            </a:r>
          </a:p>
        </p:txBody>
      </p:sp>
    </p:spTree>
    <p:extLst>
      <p:ext uri="{BB962C8B-B14F-4D97-AF65-F5344CB8AC3E}">
        <p14:creationId xmlns:p14="http://schemas.microsoft.com/office/powerpoint/2010/main" val="729794181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EE529-3EEB-4B18-BCA9-E43DA55C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14C79-1751-4BA8-B577-78D2555F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count_action_markers는 LLM 전 fixture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8C64C-DA70-4959-A670-873560F4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A4CBF-93B5-4378-8AC9-25BF654E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092F9-F709-4237-BE42-21903684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4DD2A-6E38-4243-B6D7-B1CF8001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10422-A651-4598-81D4-F40B2905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CC99A-4E83-4964-9A3C-13C61281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한국어 행동 표현을 규칙으로 찾아 구조화 파이프라인을 먼저 연결한다.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8DD68-E9F5-4240-BF73-803807B4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까지·작성·검토 / evidence line / deterministic</a:t>
            </a:r>
          </a:p>
        </p:txBody>
      </p:sp>
    </p:spTree>
    <p:extLst>
      <p:ext uri="{BB962C8B-B14F-4D97-AF65-F5344CB8AC3E}">
        <p14:creationId xmlns:p14="http://schemas.microsoft.com/office/powerpoint/2010/main" val="906001383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D92B5-3226-49F1-A73B-B4C4C475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319E9-232E-4E2A-9A7F-795B1D13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call_id는 같은 호출을 알아본다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1F068-A240-491F-A9F4-23EF2B4D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28C2D-E8D4-4FED-8C55-6AC1A275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91968-847C-41DA-A250-D2A6B789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EE8CF-A7DD-440E-9F7F-19D8E796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D58BE-C6A7-4083-B96E-1487283E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정렬된 tool·arguments hash로 중복 요청을 cache한다.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F00E4-078E-4EF3-AB01-ACABE47B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2E373-7758-47DD-8BB0-85194807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canonical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1CBB8-E6CB-4D7D-8D20-851BA07E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E1DD3-8FB0-4D48-A68A-2223FC5E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sha256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E31FC-8290-4A23-8F08-921AACA8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8A0E4-A415-4E15-983B-20B8BE39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cached=True</a:t>
            </a:r>
          </a:p>
        </p:txBody>
      </p:sp>
    </p:spTree>
    <p:extLst>
      <p:ext uri="{BB962C8B-B14F-4D97-AF65-F5344CB8AC3E}">
        <p14:creationId xmlns:p14="http://schemas.microsoft.com/office/powerpoint/2010/main" val="430968585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153F1-6660-450F-BBCC-07C8554F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B3309-C834-45F5-9AF8-2FCD4ABD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Notebook은 모듈을 사용하는 Tutorial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F98B9-126C-443A-9BED-43C9B0A6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123A0-2D0B-45BC-9682-0380B7D5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ED12F-A7E7-4FF8-AF38-A8DC9BCA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D7571-37AD-4694-8599-FEA8BAEF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2E04F-75CB-4ACF-80CE-F2D74404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F3890-A92A-4874-967D-2135296F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핵심 구현은 src, 설명·실행·질문은 ipynb에 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311F5-D746-48D9-A16F-1B4B6A3F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import module / display result / break case / reflection</a:t>
            </a:r>
          </a:p>
        </p:txBody>
      </p:sp>
    </p:spTree>
    <p:extLst>
      <p:ext uri="{BB962C8B-B14F-4D97-AF65-F5344CB8AC3E}">
        <p14:creationId xmlns:p14="http://schemas.microsoft.com/office/powerpoint/2010/main" val="1680378518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E294C-6E24-4BDE-B1EB-011563C4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56253-2EA4-4633-8A9E-74B3BF81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Commit은 점심 전 복구 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01658-6933-478D-A331-42B8B2BA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C19ED-24EE-49B2-A863-08B07B75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EC90C-9FD0-4B4A-994E-DEB04593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F9AAC-8232-479A-8AA6-0FAEF099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FEF01-EA7F-421F-BAC3-92E062E0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오후 모델 연결이 실패해도 안전 loop checkpoint로 돌아올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3D25D-9647-457A-AE22-ED97F116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392D1-2DD6-4DF4-AAB2-505CFBA3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tests 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93388-B9E6-49B5-985A-997DE6E6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5CEFE-8C6F-4FEA-876B-3B6336F7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staged diff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C1A1E-EEF6-414B-8615-99A6D2A3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8B065-8A71-41CB-B550-2497A178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day1-safe-loop tag</a:t>
            </a:r>
          </a:p>
        </p:txBody>
      </p:sp>
    </p:spTree>
    <p:extLst>
      <p:ext uri="{BB962C8B-B14F-4D97-AF65-F5344CB8AC3E}">
        <p14:creationId xmlns:p14="http://schemas.microsoft.com/office/powerpoint/2010/main" val="828689817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908289-1B95-4976-B45E-F3670E55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9F2DE-BE37-4C1C-9F43-27C7DD07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코드 읽기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FC18F-6DE8-49CB-A9B0-93E9DDAC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59268-56C6-496C-97F1-6B49348D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E87F1-49BC-49A2-97CE-9E4DBEE9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FFE7F-CF0A-4B96-82F8-72370B8A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E1D4B-89D2-48CF-A615-6A235091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67FAF-235C-4ECC-B2F9-D65344F8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19E8E-69A7-410C-8734-046C5311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AA2BB-E06F-4FAE-BBEE-BAC220B3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FF436-3677-4815-9977-C8183D82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F231F-42FB-4DD8-9303-1C58DB1C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65D0D-10CC-4C64-B438-1F3EA728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dataclass·schema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818C2-0D4A-40D1-93EB-43928378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6B503-B121-41CA-8FEF-ED2A0E71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C76F0-FCAB-4AA4-8AB5-63C16FC9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3EB50-030F-4C69-A5B1-2921CBA2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validate·guard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CEDFA-0282-46C4-B35C-164CB316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DC4A1-40E3-48C3-8D6E-FB483117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DD31F-3A74-4FDF-AB2E-E333F2C6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EXECUTE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27C83-CD51-432D-93B0-568466E3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registry·result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C002F-181D-4BCD-A1AF-1961A030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05B37A-0ED6-4C83-9B44-13ABB52B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A6A-B92B-47CD-A6C3-4699B739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C5A263-40F1-47CC-BA21-BA873478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__main__</a:t>
            </a:r>
          </a:p>
        </p:txBody>
      </p:sp>
    </p:spTree>
    <p:extLst>
      <p:ext uri="{BB962C8B-B14F-4D97-AF65-F5344CB8AC3E}">
        <p14:creationId xmlns:p14="http://schemas.microsoft.com/office/powerpoint/2010/main" val="1892483658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94FDD8-DFE4-4A19-AC10-B0355698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080E7-7AAC-4EC8-8FC7-3F88C6C6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Run All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69A07-0C61-47FB-9FC0-0A402CEF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4D046-2EA5-49DB-9389-80A8A0BF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6B2A0-016E-4D43-BDB3-EF502BF9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33D0C-8ADC-4C65-9BC1-BC209D29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5E9D6-370F-4245-92DC-EF69E6EE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39EBD-8C0D-46F9-92C4-1A815C7B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C1BEF-EE1E-444E-97D6-6996A83E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E4F15-F00D-4EFA-A2D2-0C489C34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B4AF2-E003-40FA-A463-07DDA218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E1442-9111-4BCA-AD1C-8A208FA6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KERNEL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CF9D0-A329-45E9-8AD4-C2DFF263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interpreter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6353F-8B25-4F44-B322-944B6069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AA596-8A0C-48DA-BAC2-4BDE5A58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650CE-FF18-4A1B-AA13-7A25CFC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IMPORT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0CE10-C7A2-46CA-9BA8-A33D652B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module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C392A-4081-4613-8D1E-A63D1AED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B907C-4885-463C-8A72-06DCD9B1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1A822-B1A7-44C5-8C01-77388F10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NORMAL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B6FF81-6F67-4E26-BE87-D6C6CACD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success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D59A4-76E7-4601-827B-C9CEEC4F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FF658-9D77-48C3-9A42-B3123123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6EE369-065D-4BE8-9691-E470EC22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537B2D-FF3A-4752-AC2A-3C145940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4 error cases</a:t>
            </a:r>
          </a:p>
        </p:txBody>
      </p:sp>
    </p:spTree>
    <p:extLst>
      <p:ext uri="{BB962C8B-B14F-4D97-AF65-F5344CB8AC3E}">
        <p14:creationId xmlns:p14="http://schemas.microsoft.com/office/powerpoint/2010/main" val="822849760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DCE261-918F-40E1-BFCE-0FE6AF09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84A63-FB85-4AC6-A212-D9C1CAE9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주입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CF7E5-3BA0-460F-BAD2-52A19916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D0A76-D75A-4234-8E09-7CA45177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18CBF-20A4-4C0E-8A4F-626CE78C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009AB-07D3-4F75-95D3-FF6EA1C7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A4FDF-A13D-4363-AFAB-660230FD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7E59E-DCA0-4A80-92FB-EE397E4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62CCE-17D9-43CB-BF6B-E0E1863E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25AFB-553A-4F23-B535-81DA5380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34E35-15D4-4FAE-9D25-65DD00CE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96C0E-D7BE-41D3-8C60-69628983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UNKNOWN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735F3-DB1F-4C96-8A0E-0BD0B111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도구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C24E0-FA4B-4570-96D6-C4246202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5EDF3-9D1E-433C-A7E6-0972B543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6DA2F-F917-431F-867D-2A856ED0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MISSING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72753-F68B-4501-9CFF-24104DB8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인자 누락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FAEE39-99D0-40E2-A083-7A974164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912F68-760A-4496-B7FC-ABCFD5DC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49D6C-D4F4-40D0-82BA-94CFE627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TRAVERSAL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AE503-7DF2-405D-9913-E0D04133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경로 이탈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6AA0EF-6C31-415F-A58B-5CF6FED0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6FB1F2-D0BD-4C91-A8EC-60099BFE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090A68-4AE4-44BD-8269-DE90532A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DUPLICATE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09121B-DAE1-4C66-8414-58BB32A3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cache 확인</a:t>
            </a:r>
          </a:p>
        </p:txBody>
      </p:sp>
    </p:spTree>
    <p:extLst>
      <p:ext uri="{BB962C8B-B14F-4D97-AF65-F5344CB8AC3E}">
        <p14:creationId xmlns:p14="http://schemas.microsoft.com/office/powerpoint/2010/main" val="1320084766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AA8A10-AA26-4012-854B-121B263A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83983-288D-4343-823E-5EBE0E14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pytest 빨강→초록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7C2A9-15DE-42AF-B649-1F3C7DC1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4ABA8-212D-4910-81EF-B2EA010C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32FC8-2B09-468E-81E5-0235096C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E6FFC-30A1-457E-A03D-27C57081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37BFE-8A7C-4196-B818-67FA8C51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25C54-5133-4405-AD0F-9275033B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5A7FA-E6C4-4363-8919-366A2AD9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78684-C1DB-4C71-9E6B-D2F9AC5B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B8890-3133-4135-8247-103E7E88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1891A-A674-4424-896D-FC17C22A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8123A-F655-4D8D-B772-5B0C393B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현재 실패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1BE25-E298-4574-BEAD-FBAF0FD4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9EA49-BBB1-4A95-A42B-22560073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3B0AD-2436-4972-A202-79F4B28C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6D8BC-4954-4B0C-9621-75A395F8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첫 오류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496BA-85B7-4BA9-9FAF-11FB46FB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339D0-54CA-482B-8DB8-2783851D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3750BE-1DE7-4A82-BD8C-4FC17B43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FIX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B8C15-2875-4825-A7DE-87C909F7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최소 변경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73415-4F7C-4F18-8FB0-05A0147E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48123E-4216-429C-8CD3-E15B6EA1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59423F-8485-411E-BD9E-EEF50D40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RERUN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8CEF12-9CE7-4509-9C07-436614E3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전체 9개</a:t>
            </a:r>
          </a:p>
        </p:txBody>
      </p:sp>
    </p:spTree>
    <p:extLst>
      <p:ext uri="{BB962C8B-B14F-4D97-AF65-F5344CB8AC3E}">
        <p14:creationId xmlns:p14="http://schemas.microsoft.com/office/powerpoint/2010/main" val="807432606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DE4D8D-43A7-451F-8DF2-20357B37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3294E-D2F5-46A0-BE92-A20BBF8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Git checkpoint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0DA4F-ACA5-4B4E-B4C9-03126B26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3E9C5-777E-46BD-B53E-623C1464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F04C1-4AA7-434F-923A-5440A366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558A0-B56A-4F55-A24C-8F718A09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5E4D5-0BCE-4647-AD41-46400AF4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41753-5B75-40DD-B4BC-D3754018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6EBDF-535F-46D9-81CF-C1C9346A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02656-78E6-4456-93CE-C03471D4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AC43A-E279-4745-B3FA-F8CF930D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20937-1B68-43CF-A07D-6C21C36E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EF51E-DD73-48BE-B993-95753631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변경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8D528-5A12-4298-AA8C-46A48665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87107-A0A9-468A-B586-3B941AD3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C1D01-8977-4B98-9F17-7BBC7DB4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DIFF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CC021-6F3F-4801-9434-9371FC72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의도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19C2D1-880C-41E8-885A-194ED4F8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5D0E5-945A-4F94-BF23-4C6AC805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57A6B-EA53-4755-AE1A-AF52CD62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6A17E-FDC4-47D1-A101-B19A66D6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src·tests만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81D47-5E85-4C72-A589-4923A915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518911-C154-43EE-AAD0-D3CFEEC1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2DDA56-98D6-44AE-B1D1-81C6DE23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COMMIT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3F586C-6116-4577-B947-8B27F8A7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메시지·log</a:t>
            </a:r>
          </a:p>
        </p:txBody>
      </p:sp>
    </p:spTree>
    <p:extLst>
      <p:ext uri="{BB962C8B-B14F-4D97-AF65-F5344CB8AC3E}">
        <p14:creationId xmlns:p14="http://schemas.microsoft.com/office/powerpoint/2010/main" val="802642850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877CEE-301D-47F6-BAFD-38955C17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5B791-9C38-4143-963F-ED36C87D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점심 전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CAF8A-CE60-4B20-8928-4D91DEE9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4165A-E005-4D8F-AF48-CE1A6BC6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0F524-FF1C-4532-96A4-4EB65869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C4BC2-FABA-4279-8796-58ED6776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76768-C093-4326-AEC0-A69B8795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38BAB-660D-4F0B-B485-25F2F5BE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3333F-6475-4922-B77A-BF8A0D70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843AD-A7DB-4E02-8E43-0699701B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85B27-BB7E-42E1-ACC3-AD9CF078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13184-6EFB-4930-ACEC-7F941B2B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NOTEBOOK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2A7E7-7204-440E-84E7-1FE5273E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Run 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8779F-BCE6-48AF-9ADC-ADBC9D18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A8DCE-B3B5-42FE-A7D4-D8FB8A31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A793F-9546-45FE-80DA-97E7CA86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8DA2F-5C9D-4CBF-BB3F-624EEF22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9 passed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2139B-0593-49D4-97F5-0688572F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3BD05B-4737-4093-AA6A-318818B0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A60E9-4686-4553-901A-E526AA80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DIFF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3DAA5C-81BE-41D5-B648-B72A3556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설명 가능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0882-E37F-451D-A8CB-245103F9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E1474-933C-40EC-B5E2-57A120FA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FB941A-12C0-4A07-B206-F587C36A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RECOVERY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75C298-7D19-4DF8-84A0-9EA9DE13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미완료 lane</a:t>
            </a:r>
          </a:p>
        </p:txBody>
      </p:sp>
    </p:spTree>
    <p:extLst>
      <p:ext uri="{BB962C8B-B14F-4D97-AF65-F5344CB8AC3E}">
        <p14:creationId xmlns:p14="http://schemas.microsoft.com/office/powerpoint/2010/main" val="473273863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E4CA8-6CDD-4E7A-8C65-96445BF6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ACB72-C153-45E2-9143-58CFE5BE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Jupyter 설치 · notebook 실행기의 공식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6D6D1-7E6B-409A-AF89-8CEC3BA9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69A8D-A7D8-449E-8C24-260F3818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25F0A-F8D2-4965-A9FD-2DF5FBCF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A9D42-1622-4117-B33C-62FF5E30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BFC02-EFC9-4963-9126-C6DD80A4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20849-9B28-494F-9A9C-14BDC468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JupyterLab·Notebook 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F2700-225D-40DE-A795-FAE2E427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7FDCC-7040-4054-A204-97BF1E10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VS Code extension과 kernel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FDB0D-223A-4A0F-9ADA-EDC7CBA1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D53AD-A466-4EC3-AF07-AA825D6D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프로젝트 가상환경 사용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3CE3B-94A6-4B55-8370-DA3BDC59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5D8F7-DB5E-441B-B14D-70DBD4E0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Run All이 완료 증거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960E0-02B5-448D-B30B-98EE19CD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fe5cc014c474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6209C-E546-4760-AF56-6DB3D2B0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Jupyter Install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094496741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EAA53-CFE5-464B-BAD1-13FAB99A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9BA05-7AD9-4608-A756-8A391611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VS Code Python · editor와 interpreter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112F7-0467-4922-83E1-C551E32A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00557-C8E5-47F2-81FE-AF63BD47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0D36C-6698-4ECF-84AB-0342F6C4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B03EC-2945-4152-B959-D730DD4D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7455F-8F9C-4CDF-B771-97EC54D7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DC337-576D-4A4C-9A67-10D9AFEB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Python extension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4B4F5-4ACB-42D7-B22C-3AC3F461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D5030-325B-492E-946F-63B56BCA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interpreter 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EBD0E-5B7C-4CD8-9218-E6F02BD4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CD44D-83F8-4756-8CFC-F4DDE1F3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Run Python 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9B063-93DA-4C35-BADE-97C29DFC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5C49B-2A21-411D-8F76-63FF91AF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testing·debugging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59566-836F-432C-B28B-3106086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0074808e843e3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E3839C-008B-4980-ADE7-DBC2BEB2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VS Code Python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406320266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EAEAD-21EF-496F-9F1B-64D43257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38C38-4511-4857-9D03-FBCDF0E0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Codex CLI · 작은 spec으로 수정 가속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12F65-5A9D-4F4D-95B8-FD8FB58D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CE633-455A-4C4A-8008-AD53E55D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D82EF-2345-491B-8CB9-A6AF9552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71F71-2C5C-4119-80DB-A64A9580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91BB2-58EF-46A0-9020-E5890AE3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6CFAE-A643-46F0-AC2E-577364F4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허용 파일 한정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BDF8A-2F9C-4E5A-A5CB-1538E969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CD838-78A1-45AD-9CEA-0D3D27AB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테스트 명령 명시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E6CA1-71AC-42E3-BBA8-97C90964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02E15-078F-492D-9E87-B4E8774E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생성 결과 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FD2A5-EA8C-4DD6-948D-2779B1D1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23663-80B5-4F07-B394-87C36E85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강사 demo 후 직접 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EFBDC-5A20-455D-8DA1-A7CA2580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93c692e884398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3F27D-25ED-4E7F-B315-0F3B5371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OpenAI Codex CLI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302770728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2D706-631F-416C-B2FE-86874A5F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01C30-3EFC-4B74-8443-3D76594A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Claude Code · 동일 repo에서 검토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2C930-CB11-424A-8661-C3872668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0FD51-CB32-4AEC-A622-FE980D60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B53FB-AAE5-44C7-9920-77FF9428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542A6-1FDF-408A-A38F-8D004F00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AD1EC-1364-43CF-9794-5CBF0EDA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1FD14-FDDA-41A1-A958-F22499A5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작업 폴더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13405-8636-4384-B9A6-08CCA2D2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EF5BA-33BB-4136-9EFF-C4AB616C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변경 전 계획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EB208-1CB0-47FD-A955-2C669998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2993C-739E-4990-B1C2-37B67E14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변경 후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4A9A0-5C65-453D-8D07-8C288289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6CC32-37FD-4134-8DDC-7900A57B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두 Agent 결과도 사람이 비교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B785E-AEF8-4A05-B4FF-6AFD7C6B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d2b3fcc0346e0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2A342-3477-4960-B3B3-EC07B8BE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Claude Code 공식 터미널 가이드 화면</a:t>
            </a:r>
          </a:p>
        </p:txBody>
      </p:sp>
    </p:spTree>
    <p:extLst>
      <p:ext uri="{BB962C8B-B14F-4D97-AF65-F5344CB8AC3E}">
        <p14:creationId xmlns:p14="http://schemas.microsoft.com/office/powerpoint/2010/main" val="687186682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A25C4-E4E2-4D70-9F09-6E6C55E0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DEA4A-F31A-46A7-846F-A5AEAC9F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규칙 기반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699CB-9952-47F8-9591-DFE2D739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FF7E5-F196-475B-B663-A30BE945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D6DFA-1098-4075-967D-BBE7A6E5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E3A9F-46CF-4045-964B-3502AF37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5AC3B-384B-4AD7-9D17-9AB0F5FC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673ED-BA63-4B8A-B5C0-5CFA52E7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결정론적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F4570-03DC-40B6-8B94-5818F509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5CF9F-BF5B-46EB-9231-63D8C020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파일명만 추출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474D9-5D11-4CFD-B30A-2575DBD2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898F9-E8B6-4B70-94F3-2CCF801C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unknown도 정상 fixture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12924-1F7D-4645-9EE9-BC6D634F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B273B-6BC2-4E43-B36B-607FE9AC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Day2 model로 교체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285D8-2F9F-4105-A08F-493C9199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03CD9-2767-40B3-AB89-34DE69E5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def rule_based_planner(message):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match = re.search(r"([\w./-]+\.(txt|md))", message)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if match: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{"name": "read_public_text",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        "arguments": {"path": match.group(1)}}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return {"name": "unknown_tool", "arguments": {}}</a:t>
            </a:r>
          </a:p>
        </p:txBody>
      </p:sp>
    </p:spTree>
    <p:extLst>
      <p:ext uri="{BB962C8B-B14F-4D97-AF65-F5344CB8AC3E}">
        <p14:creationId xmlns:p14="http://schemas.microsoft.com/office/powerpoint/2010/main" val="1455831398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4B094-61F6-422C-99B5-02ED49A4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AD590-8490-4F07-ADAC-2F5ED818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SafeToolExecutor의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EF078-AEBD-4094-A6AF-0B7642FF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676D3-9F55-4251-8175-B4179679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F06AA-CEBE-4A34-9649-E05B43D6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32F29-0423-430E-B631-EF1A94AA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E0C2E-EC76-4D2C-8380-83E49D7A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D09ED-0DB4-4BED-B61D-E2F576DB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검증 먼저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C0BB3-4521-40CB-96A3-6C97F9E5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0E7D4-C681-4E18-AA7D-422B7CF4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registry 함수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56001-8917-48F2-87F5-65B3B1F0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EF023-BA5A-4F90-A3F6-A8813AA9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예외 정규화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BC7E8-6219-4CA4-B7E6-398B8D79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B5364-A2F2-43F3-8B71-CA514713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반환 계약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9BB5E-BBB8-4FE8-A071-76DDEDD8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A9FC6-51AE-4DEC-9B88-4C6C17D3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def execute(self, name, args):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validate(name,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fn = TOOL_REGISTRY[name]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data = fn(**args)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ToolResult(True, name, data=data)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except ToolValidationError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ToolResult(False, 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  error_code="VALIDATION_ERROR")</a:t>
            </a:r>
          </a:p>
        </p:txBody>
      </p:sp>
    </p:spTree>
    <p:extLst>
      <p:ext uri="{BB962C8B-B14F-4D97-AF65-F5344CB8AC3E}">
        <p14:creationId xmlns:p14="http://schemas.microsoft.com/office/powerpoint/2010/main" val="1511952967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BA4EC-FE2C-418F-9519-F372EE84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78116-522B-437F-9D99-C642692E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파일 확장자 allowlist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7580B-BD05-419B-9B7D-5ADF8ECF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3C197-0C06-444F-BE94-2B497FEA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CACF1-D61F-47C7-BD34-E5398DB4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7E3E3-F0F3-4EC2-8E92-D41F4870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9A4B3-D681-4697-B1B4-3B5F9AA2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FA5C3-5499-4F80-BC3D-A738A7D2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목적에 필요한 형식만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7F74D-B937-4FE5-9731-BA596628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4611F-023A-4098-9E40-92A56540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binary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0BB63-043A-4890-A1F8-905ECFCE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20B84-5951-4625-9445-EB7DE913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정책 메시지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123E6-E260-472E-871C-DC3A3BDB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D8757-681B-491D-A660-ABB7524A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POLICY_BLOCKED로 매핑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10229-A1FF-4ADB-9E54-EE3A9829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BE14B-4698-48E7-BCE8-38A12B2A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if candidate.suffix.lower() not in {".txt", ".md"}: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raise ToolValidationError(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"Day 1에서는 .txt와 .md만 허용합니다."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1371546041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5D532-0503-4F67-8ECB-C34FDFC0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348C5-E039-4BFF-8757-6F62D28C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중복 호출 cache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961A8-B755-4522-AFBC-17D28800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FF695-0CB0-4E93-988A-F52D44DA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6F3EB-1497-4830-9503-22E453CB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73C0A-9761-437E-A787-F20A43BE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E6889-D4FB-4B58-A9D7-CB18620D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69211-74B2-4F45-972B-7FD365AF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실행 전 조회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D4A70-2CF2-4097-AF42-D140EAF9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B82E1-5A4F-44ED-983D-D9EF9272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성공·실패 정책 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EA346-E523-4018-9A19-351646E2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500A7-114E-4327-8796-DA738348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cached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BBD37-9AFC-4326-97E9-F01961D0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4D892-4EED-40EF-923F-CB6083EB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외부 쓰기에는 영속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2DFE3-417F-49A4-948C-B618B19C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AE180-D180-4902-8665-0E86F955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call_id = make_call_id(name,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if call_id in self._cache: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prev = self._cache[call_id]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return replace(prev, cached=True)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result = call_tool()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self._cache[call_id] = result</a:t>
            </a:r>
          </a:p>
        </p:txBody>
      </p:sp>
    </p:spTree>
    <p:extLst>
      <p:ext uri="{BB962C8B-B14F-4D97-AF65-F5344CB8AC3E}">
        <p14:creationId xmlns:p14="http://schemas.microsoft.com/office/powerpoint/2010/main" val="670542424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52407-1E75-4D71-84B7-D1F46C39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1EDC0-EABC-460A-8205-8AD5D594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Agent event 한 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88D4A-679A-409D-9A18-BB4016AA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5215A-D746-4B55-8BA9-9B7F2151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5F435-0774-4095-B469-DE3C9911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2B339-2FF9-445C-937E-77BFCFE2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86A51-4473-4A36-8951-812D5DE7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604DB-7C63-494B-B88C-0432BC49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74C6A-91E8-40C1-9971-8C2C1790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6A2ED-5C56-45FF-B7CC-ABEE0CC7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EAE8D-35AD-42AE-9BBC-00CAED77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8416B-ADB2-44FD-BD58-DA9A5C45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234E9-2DF9-4106-BD4E-8FDC5019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F38D1-F5E4-4866-8708-CEA28F1F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사람 검토 여부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3F107-FFE0-4C37-8345-E9261503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C8A02-F9AF-42EA-BAC0-FC66A320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event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"input": user_message,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"planned_call": call,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"tool_result": result.to_dict(),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"needs_human_review": not result.ok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0811283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AC6F5-1CB5-4E18-A203-AFAA6631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686C0-4E64-439F-92BB-D7147784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pytest 완료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EEE90-1A5E-4A48-952B-3E261EBC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3AC57-3DE1-4200-9494-475CAB33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3040B-E118-43FF-B8E2-C5327C8C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BAEF0-2DD9-4F78-9624-80CC9742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07F55-0BF6-47B2-892B-770B852D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C5B8B-200C-436C-A85E-D39ADD7D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9개 테스트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E64CF-F195-4156-850B-5D0C662F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C3B47-E7DB-4228-86C9-C68F4277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whitespace 검사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0DD8F-55D3-46E0-9461-8A49592F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74180-0F64-4D62-8F20-D712EBB9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변경 파일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1584C-353F-4F09-84FC-42940A28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918E0-DC9B-4A35-AAF0-8EEA1D45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점심 전 checkpoint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62CEC-DF98-4DE9-A4B5-D3913935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2A4B7-A066-4194-B2E1-60A013C4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python3 -m pytest -q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# .........                    [100%]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# 9 passed in 0.01s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git diff --check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git status --short</a:t>
            </a:r>
          </a:p>
        </p:txBody>
      </p:sp>
    </p:spTree>
    <p:extLst>
      <p:ext uri="{BB962C8B-B14F-4D97-AF65-F5344CB8AC3E}">
        <p14:creationId xmlns:p14="http://schemas.microsoft.com/office/powerpoint/2010/main" val="824284373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1FBD43-633D-403F-9FE8-CF048469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B500B-CE32-42F3-8171-10904500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1 · Notebook Run 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04B19-B77E-4935-AFF2-158CF0CF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50960-EABD-4559-B747-26141EB6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DFD28-DC88-4A65-AE0A-645C1688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D8774-1EA7-427C-A94D-F30C0ECE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94C2F-C88D-433F-8F15-CB8530D5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2436F-1D82-48F4-B9D1-E352BADA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3DA3D-14B1-46DB-94D0-198CF2E4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62AC0-473B-42F3-9E9E-815E1596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2EC78-0B69-4E53-9314-C270F0AA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F73E7-ECA1-414B-BD9E-865686B5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올바른 kernel을 선택한다.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940C8-6950-4A30-8F9D-C18ECE0F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D63A7-87F9-4DFA-A286-F6EC7653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Restart Kernel을 실행한다.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CB3EF-5448-4761-9077-7A82AB48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545B8-E8F2-4BEA-B3C0-798F3AFD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Run All을 실행한다.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4A3DE-EE65-4071-A64A-1790ABFC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D3B68-09F8-401E-9691-8A3DB71C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첫 실패 셀에서 멈추고 원인을 기록한다.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217DE-0624-4BDB-9F2B-4E03250B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DB5087-754E-4280-AA3B-6278EBF5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모든 셀 성공</a:t>
            </a:r>
          </a:p>
        </p:txBody>
      </p:sp>
    </p:spTree>
    <p:extLst>
      <p:ext uri="{BB962C8B-B14F-4D97-AF65-F5344CB8AC3E}">
        <p14:creationId xmlns:p14="http://schemas.microsoft.com/office/powerpoint/2010/main" val="582909406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304D3-7EF1-47C2-A19E-91EB2ADB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16FA2-8400-4AE9-BC8B-D8DEBAC6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2 · 정상 도구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F9FEA-3F86-4A46-9D4B-056A4350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B6373-774E-40E5-BF42-40188D46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68D58-9490-408D-A7B7-05E051E6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0E761-FEC8-4C40-8E43-34AA79A0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676B6-DD33-4C06-AD45-432471B9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9DA60-4DD3-4CBC-86A3-8C0CFF7D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C4DA2-C597-4107-9499-066B24B0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07C5A-0D9D-41D1-B22A-8C938315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A720F-BB43-445B-A5D9-AB77524E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6EFBB-F046-4DE6-BE50-9E1A2DF7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sample txt 경로를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1835B-C739-4FEB-BAF0-5925E606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A76DD-E488-4C83-90DD-BED70DEA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planned_call을 확인한다.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A522B-7FA6-4B2B-8CD3-14395D08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F3A26-53CE-4F75-9A16-D0997BED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ToolResult ok와 data를 확인한다.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D6E5F-3241-49F9-9AAB-96290FBA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0ED49-C723-491F-806B-84EFFF96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원문 글자 수와 경로를 검증한다.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7D772-FE8A-4FF6-AC7B-D46EC20B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72E68-E9C9-4A96-A05F-2B5DA06F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정상 event 1건</a:t>
            </a:r>
          </a:p>
        </p:txBody>
      </p:sp>
    </p:spTree>
    <p:extLst>
      <p:ext uri="{BB962C8B-B14F-4D97-AF65-F5344CB8AC3E}">
        <p14:creationId xmlns:p14="http://schemas.microsoft.com/office/powerpoint/2010/main" val="1855652089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03C5A-F60C-4DF0-9335-0EB98702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01EB7-19EC-46B6-9302-18DA2DE9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3 · 실패 4종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CC57D-C343-4AB2-9502-7A42D96A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C4182-4E2B-4AE0-8C10-951E55DD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E06B9-46B1-48D5-B9D8-606C26C4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B54A7-4B73-4EB7-B732-1031CB60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E95F4-13EB-471F-832A-99E46A28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6DFCB-9B8C-47C4-A71A-826AA09C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0A29B-755B-4619-8603-3EFE37D8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4195B-5849-46F2-A6C1-4A3328C1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97057-64E4-4D05-924F-0263AFF8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9EC1F-3C66-407A-B192-E563B6A7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unknown tool을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5D876-376B-4297-97FE-FCFC2F13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96CA0-A050-42BE-8C34-94324E03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필수 인자를 지운다.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6E33A-71BF-428B-BFD5-AA8DDDD3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32760-791F-4109-8DB4-CD597D31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../ 경로를 넣는다.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A7B27-4006-4E33-8D04-64F64217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E64FD-81C0-49C6-986F-8F409CD8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같은 호출을 두 번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70743-D087-4209-9277-6B1025F3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B6BB8-6389-423E-948F-BF3A441B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error_code 3개 + cached 1개</a:t>
            </a:r>
          </a:p>
        </p:txBody>
      </p:sp>
    </p:spTree>
    <p:extLst>
      <p:ext uri="{BB962C8B-B14F-4D97-AF65-F5344CB8AC3E}">
        <p14:creationId xmlns:p14="http://schemas.microsoft.com/office/powerpoint/2010/main" val="149845641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169477-085F-4681-8872-188DD2FC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F60C6-AA19-4DCB-BF97-6A91DC06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4 · pytest 9개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F6FCA-BD58-496D-98C4-1CFD5503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CB52B-A61C-4FA0-A2C1-06DABFD8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1D0B5-46A8-4726-A204-2785E1F5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679C7-7D7A-4123-B61C-7BAFC8EA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70307-A772-4576-AE22-DD75F8E3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93523-5D46-48E9-A1BD-2EBE34DE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22068-1976-44BB-AD5E-3CE23A29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50CAA-B0AA-4517-868D-B6D13167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EAE20-CECA-49EB-89D9-CAE49765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ED98E-28ED-4F66-AED7-5AB96948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BD892-2710-413B-AFCB-8EEFB33A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D6555-68FB-4331-B751-07457FCE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python3 -m pytest -q를 실행한다.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60280-50FA-451E-9DA7-7F79C57A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13712-78A9-40E4-A0A6-DB57D184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시 첫 오류만 읽는다.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4C482-D709-466D-BF58-C3EAB446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4829E-AB35-4375-AA8F-37DACF16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9 passed 화면을 저장한다.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1E5EA-7067-4590-B510-64E15EFB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77234-FADF-4C84-A64D-7D484E51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9 passed</a:t>
            </a:r>
          </a:p>
        </p:txBody>
      </p:sp>
    </p:spTree>
    <p:extLst>
      <p:ext uri="{BB962C8B-B14F-4D97-AF65-F5344CB8AC3E}">
        <p14:creationId xmlns:p14="http://schemas.microsoft.com/office/powerpoint/2010/main" val="42652873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84E46-F48D-4738-92D0-75A4FC92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C6B66-D2B4-472F-B342-343BE063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5 · 점심 전 Git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4E8DA-B146-4A69-9C3D-E294EE61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E1FA8-6DE3-4A37-B8BE-FAE9BE7F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960A8-7BA4-4ED5-A554-0A92A6AD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F7A57-8C37-4664-80E4-4B2AE55A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7372B-5703-4CBE-BE9A-3569F976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305D7-3E98-4116-860B-107CFBBC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574B6-1FD4-450D-A16D-110D27EF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74456-518D-4402-880F-D80F5272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BE543-73C8-47FC-86B1-204758BB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CA616-34FB-4777-ADD1-D3D3FDC3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git status를 확인한다.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CFC8F-365E-4EE6-8533-FBE357EC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3A318-C3C4-4801-9E4A-1AC50EA4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src·tests diff를 읽는다.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74221-7F88-4591-AC6C-6FF10DB0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9D00C-EE83-4CB7-85EA-12263BD0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관련 파일만 stage한다.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51AA2-7C8F-4A73-B67C-E1A37F85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5E8CC-0912-4A80-B517-95E5795C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commit 후 log 한 줄을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7748C-7DE4-4A2E-AF68-86FCFCAD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9EF6A-8276-41FB-BE0C-A0024CD3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commit 1개 + hash</a:t>
            </a:r>
          </a:p>
        </p:txBody>
      </p:sp>
    </p:spTree>
    <p:extLst>
      <p:ext uri="{BB962C8B-B14F-4D97-AF65-F5344CB8AC3E}">
        <p14:creationId xmlns:p14="http://schemas.microsoft.com/office/powerpoint/2010/main" val="1058422122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59207B-7DE2-45AB-B72B-AFCF41AE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18196-8725-4F00-BDA8-0271C319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1 · Notebook과 module이 다른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69AAE-8F58-4349-AAC0-B6638192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CC9F5-0D9E-45F8-A2DE-AB7F0B2E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2C950-22BE-4BCC-99DC-F0AD3F2B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AEB55-B68F-46B3-B0C2-BC28A1B2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6CC45-E91E-422A-A061-4884975A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C5E3F-8139-46F2-97BB-A266DF46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3300E-5286-4652-B18F-6EA373DE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7DE57-FF63-43E5-96CB-F4634D68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F2BEA-3E1D-4478-8AA1-3244841D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import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B1AE2-7975-4832-B3B5-418DEFDD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EFE53-D0C5-462C-8C89-5BEC6492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설치했는데 못 찾음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2FBD4-1F35-4933-A157-8F2F9F54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85EC6-D1BD-4C82-BBB6-04D2F305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terminal은 성공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97345-7B19-4E49-BD72-E035B04F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B764D-0AE1-4EBB-BF37-F49167A8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kernel은 실패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F9067-AC50-4873-AF7F-DD9EC3FB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06D0E-038F-4BDB-9CF7-2CEF8B8F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sys.executable 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4EDC02-9FCF-4923-AFE6-E78CCABB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570FD-A0EC-445C-9970-FBEC4489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interpreter 재선택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47B395-9DD5-4AA7-A4B8-EC2A3A9E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24DB9E-D9A8-45CB-BD4D-75469447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kernel restart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6F870-38C0-4BE6-8CFF-329C0E13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9B8BCC-56F2-40A8-A53F-4EC7D548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같은 .venv</a:t>
            </a:r>
          </a:p>
        </p:txBody>
      </p:sp>
    </p:spTree>
    <p:extLst>
      <p:ext uri="{BB962C8B-B14F-4D97-AF65-F5344CB8AC3E}">
        <p14:creationId xmlns:p14="http://schemas.microsoft.com/office/powerpoint/2010/main" val="1135076347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E391E-1283-49AF-BDAF-52B94097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E2A3F-D43D-4CED-AAF8-78CDCB6E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2 · 첫 실패 뒤 계속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8C316-56F4-4A96-815C-4847F1C8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3DF4E-5557-4283-9BCB-A7FCC132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AC74C-6EDF-494D-A7AB-AAA75C2E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6717B-9DD1-4C85-BA6C-166FADDD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47A93-7205-460D-B32E-58600807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ADC1C-961C-4FC4-971A-88FC539C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77F56-C1AC-4315-B240-B04AE970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586A3-D8E8-446E-99CD-2BC75DAE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5FA66-B5C2-4DEC-8880-EA65A536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연쇄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85B6B-2D1D-4CE2-BD29-CD676DA1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B577A-E883-4BAE-871D-15A248BB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원인 혼동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84817-55C0-454F-8407-D2C068FB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042B2-5001-4CC3-9EE2-225A499F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output 오염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3CE63-E7E3-4A54-8C42-7916B089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25D83-7D63-44CA-90DE-6F2B618F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시간 낭비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3EA62-646E-4BF9-BDAA-4A9F51B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9F154-3BD9-42CE-95BA-90A0C515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첫 traceback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1FE59-7A33-4441-8407-27FCFA23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DDB88-5094-4560-AA71-D955F799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가장 위 원인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6D820D-44F1-4553-8409-5AAB039F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8AEBFD-CAD5-4CD0-B903-D0DF2C04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최소 셀 재실행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15C5F-C6AE-4942-87AB-B949FACF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142BF2-F183-4343-89EC-6F334DD6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1043670404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641FF5-7AEE-4631-94E6-A26259C1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926EC-E237-40E7-BF9A-F21AFE89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3 · 테스트를 통과시키려고 정책 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8B603-6E10-4FC5-A223-3C58CC15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F156D-2234-4361-95F7-E6CAB99C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85C2F-4A9D-408C-AC6D-86D32D4B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11D6C-A910-42D2-BE07-3535B5DC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7D4D4-A1A6-49B7-9026-ABAF3BD0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DA202-F26F-4132-8F08-0947EB65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36D4E-46CA-45A0-AE3B-B5E13EBF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3FDCD-5A14-4D0A-98E3-EEAC4684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ECEB1-2ABB-4602-9CCE-8FED2B26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allowlist 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B5A66-D58C-4471-A8DD-09F6A47D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B42C4-AB90-46B6-BD73-4B456D22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assert 삭제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31C2B-5B01-4145-8B5D-5760DC0D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4458A-B9A4-4FBF-9CDF-1E492D8A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broad except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B9CD95-1D50-4406-9675-6DC5029E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84651-36B5-4A26-9F51-C05EB5BE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expected 변경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13307-21F3-4A50-B6CC-1B33DCA4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98D8E7-606B-4B61-80DC-65734644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요구사항 재확인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944EE-A8BA-4412-B552-1341C9D8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10B33-B2FF-480D-82B4-E4F2B668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최소 수정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104F2C-A24C-48F3-8FFE-D5E3A3B3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4E3E9E-6BCA-4529-9F5A-4F76361A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새 regression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C265C-3FB9-4A08-BF66-F9ACDE62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4CD373-652B-46FB-8989-8F3D398E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정책 유지</a:t>
            </a:r>
          </a:p>
        </p:txBody>
      </p:sp>
    </p:spTree>
    <p:extLst>
      <p:ext uri="{BB962C8B-B14F-4D97-AF65-F5344CB8AC3E}">
        <p14:creationId xmlns:p14="http://schemas.microsoft.com/office/powerpoint/2010/main" val="1769669161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3E7E2B-8EE1-4CAF-99FF-E1334EC8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AFF5F-D8B0-421F-9F71-B7C54EB6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4 · 점심 전에 미완료를 숨김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9C208-181F-45F9-9D5A-6735CD06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6C742-6FB1-491F-A39F-A6149DD7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075D7-259B-4FA2-91FF-A9FC434C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CE0E8-426B-4914-AE05-8384319B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22AAA-55D9-4D3A-8194-6C6ED507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04F05-2D6A-440C-966D-30E370EE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604BF-E012-4137-A566-7295B50C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0004F-5D7B-40F4-B8EA-F6F7EF4E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F3654-E67A-4FFA-B9B7-A2FA9580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오후 모델부터 진행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7CBF2-3F94-423D-84E5-D481395A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66B57-CCC9-44C2-B9F1-1705D3F0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기초 오류 누적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F690F-A81A-4FA3-95B1-35AC25A4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65B24-EF86-43EF-8823-1B6E76EA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짝에게 의존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7579A-5B1E-40FA-B21F-739A1139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B9A22-CB89-46CE-A3FA-7043E35D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복구 지점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1BBE3-9883-4531-91DB-5DB87E88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D5CA3-2855-4AC5-A426-6EC98BDF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신호등 표시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42FDD-FFCF-4EB7-B4B2-9D269B31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B9ECC-5BAC-4525-BABA-5162395D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fixture lane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20E54D-9137-40A7-B48E-610ED81D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BCE26F-ABAD-4A17-B117-42C73034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15시 첫 10분 복구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911F9-C8E9-4FD6-BBB4-F4824525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982A26-19D9-49D4-9BBC-D7F9AA85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checkpoint zip</a:t>
            </a:r>
          </a:p>
        </p:txBody>
      </p:sp>
    </p:spTree>
    <p:extLst>
      <p:ext uri="{BB962C8B-B14F-4D97-AF65-F5344CB8AC3E}">
        <p14:creationId xmlns:p14="http://schemas.microsoft.com/office/powerpoint/2010/main" val="732674041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B44582-90CE-4DB7-8DC0-1F19AC57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36700-3C2D-45B5-87B9-19FCE8C5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재직자 · Safe loop를 현업 tool에 매핑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30A88-F7B4-43E9-8E50-8F92EB0B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01C02-413C-444B-83F0-5A6B41D9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361AA-DD37-4425-BA92-03B3B353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C5BE7-E2CC-46C5-BCAD-4DF5EA09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78BF9-7969-420F-A677-76CBED1D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교육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4576A-EC9E-4D44-9AE2-13FBEC21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현업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A3792-BDF8-4ED7-9E63-C289E4A7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F7F72-F147-4384-849E-1A8E30CF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79B27-A956-41F4-BAA5-88398028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txt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1484D-333E-49D1-8887-67FB171B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4E8B6-624E-4124-B6A0-9131EC30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marker 세기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FA4E5-62B6-4C9C-828D-59A34486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A267A-CBE0-48AD-8B72-6F552AD3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결과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413C8-5216-4D8D-B31F-1D2BBF9E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D0990-F932-4ECC-8D64-7E92AA8E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로컬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33424-41C6-409A-B587-B15CF989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E40E3-5473-45E0-96A0-37994C92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FAQ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E3DA29-B63F-4F41-8044-781ABE87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3FCF03-FD90-41EA-8DA0-86897979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티켓 분류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C5A3B-1958-40EB-B7AA-9AE74AC6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BC233-B93E-49AA-B321-D29A7985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검토 draft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620C93-B456-4687-B6FE-74B61257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BEA72F-5C40-4D05-A665-6F1F4885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request dedupe</a:t>
            </a:r>
          </a:p>
        </p:txBody>
      </p:sp>
    </p:spTree>
    <p:extLst>
      <p:ext uri="{BB962C8B-B14F-4D97-AF65-F5344CB8AC3E}">
        <p14:creationId xmlns:p14="http://schemas.microsoft.com/office/powerpoint/2010/main" val="203206557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3D7359-A46B-4FF4-AD55-B51E4283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7CD92-B089-48CD-8F59-DDFCEFED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구직자 · commit을 설명 가능한 증거로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CE9EE-42F6-4BAE-9DEA-5011073E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DB456-A8B2-4FFF-A332-22CCC9A3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64600-D9E5-4A78-9DF8-7AF8A521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F932E-B2C7-4EF4-819E-C1646FC2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080E0-DD73-49D1-8D29-D17185B6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나쁜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DA351-0627-4320-87BD-DF7367B0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좋은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1C8F2-0441-407A-AB53-88FC7381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6CF6F-765A-4D8F-9B8E-33E602A4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2CDEE-1380-4738-89FF-6A1C04E3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52355-0FF0-48B6-91C3-6B18C2DD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DE8F7-8BB4-4EFA-9B3C-B5EAEA5F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ECA0F-A5ED-4FE7-B620-28AAE112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C4698-8AAA-499D-806C-5682C9D8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수십 파일 한 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E303C-E4D5-45FC-AB7B-EF096147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6BDBE-4DC1-4371-BEED-F374E565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test 후첨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EFC16-31BC-4A85-B1D5-E12EB3AE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21DB0-7B8A-4C3C-A73B-515ED838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feat: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4956D4-2F84-4445-B424-2D8C8BE7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9F0DC-B76A-4BDA-9E01-FFD593C9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test: traversal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8DD4F-A46D-434B-A689-7472EA64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A8D94-F59E-4EA5-AFCE-D2B8896E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refactor: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98015-05BA-44EB-98FF-7B474D61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4A537D-77C6-434B-A17F-275DF37B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각 commit green</a:t>
            </a:r>
          </a:p>
        </p:txBody>
      </p:sp>
    </p:spTree>
    <p:extLst>
      <p:ext uri="{BB962C8B-B14F-4D97-AF65-F5344CB8AC3E}">
        <p14:creationId xmlns:p14="http://schemas.microsoft.com/office/powerpoint/2010/main" val="2039230907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62403-DB1D-43B2-B5DE-183A1403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C1691-1D52-4968-A491-FB948804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점심 전 Gate · 14:00–15:00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444B0-DC89-4F7E-B2C8-A433F75E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0C5D0-3F78-4277-A5A2-2B4999DF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76B7B-ADF7-4464-ABEC-C5D321E7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3A272-96D3-4A27-A93E-42659BDB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73E43-BB8B-4890-905C-FC0FE63A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오늘만 점심은 14:00–15:00입니다. 셋 중 하나라도 아니오면 15:00 복구 lane으로 시작합니다.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B7731-228E-4B09-9620-127822D0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AECDD-FF0A-4B9A-A6DA-1775C990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25D01-C3D1-4F95-BB7B-050C9929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Notebook Run All이 끝났는가?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DDDA2-A3A8-4370-B652-752B782A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C0004-7C17-4FEB-BAA1-E2C6E676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A9CD7-F1BA-437F-886A-ADDA928A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pytest 9개가 통과했는가?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052AB-1089-44AB-B4CE-8BB3227E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FB1DF-85C4-43C4-B2B0-D61CC8E1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7305F-0F42-485B-B35C-8CCC79F0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내 commit diff를 60초 안에 설명할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2039823895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0A1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C04A6-FF13-4510-B3A8-E2F200F7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E6057-1455-4BCC-86D4-37242362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A0BF8-0E22-4319-874E-F2804AC6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로컬 LLM Adapter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26C5E-D31A-4904-A667-B3FAAC99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952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Ollama·LM Studio·Jan을 선택지로 두고 provider가 달라도 같은 계약을 유지합니다.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44AC4-9671-4BD3-918F-C01145F4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산출물 · 공통 provider result · structured output · fallback</a:t>
            </a:r>
          </a:p>
        </p:txBody>
      </p:sp>
    </p:spTree>
    <p:extLst>
      <p:ext uri="{BB962C8B-B14F-4D97-AF65-F5344CB8AC3E}">
        <p14:creationId xmlns:p14="http://schemas.microsoft.com/office/powerpoint/2010/main" val="513082684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EC78B8-F318-4ABE-9493-6E94E23A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HOUR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B6759-FDB5-4FD7-9618-E1C143D7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15:00–16:00 · 이 시간의 40장 사용법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5B4C1-2FF8-4154-B310-B7C0CCF6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FDC46-F6A2-4894-ADE1-51638ABD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83AF6-4766-4C36-B77C-0901C480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560F1-3585-4EAD-885D-1B430936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685AF-5BBA-45CB-88CF-3F7C5CEB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로컬 모델 성공 여부와 관계없이 공통 adapter를 실행하고, 연결 실패를 예상된 결과로 처리합니다.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CBDF1-3264-49ED-864A-558C3F9C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BE53A-DF20-4346-969E-B9AC7D96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C3C1C-8FF6-4681-BA47-38C4CF40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장 한 주장으로 업무 의미를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C04C3-B075-4EE1-B46F-5563B65B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C1FBA-9E77-4659-9B6A-E8C34C43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09DFD-A1D6-46E0-BA41-24923EA2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공식 문서와 실제 실행 위치를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AC6E9-9C7A-4DE8-AF8F-33E01629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7C170-7BE8-43C6-AD8C-974100AE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따라하기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3D514-0491-4E21-8CB0-759BE9D2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강사의 작은 단위를 같은 순서로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C3323-78C6-4251-8685-5AD2A397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973E3-8049-4684-9E34-C7AC7844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실패·복구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0C885A-01F3-44CB-8E88-AF7D8FB9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코드를 분류하고 대체 경로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9FED8-9176-4E83-BBE6-610A6A8D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93E0A-62C8-44BB-80EE-48FD8E7F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AA70D-A35D-48AE-A8E8-51EB75CF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파일·테스트·commit·설명으로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31936717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028C9-D051-4999-878B-9D18B50D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44544-39D3-4198-81D5-61E7B618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필수 목표는 “모델 설치 성공”이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18AF4-EBD6-4E76-9A50-A7588510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F59D4-A11D-4730-A29F-4CE727AE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0F068-7B82-4A72-8113-BFF4339C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92CD2-9FB1-4D7E-9CB5-FADEACF5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38AFD-E56D-4418-80BF-47F9CE1B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A116A-A7D0-4F17-86F2-B89643E1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provider가 없어도 mock·fixture로 adapter 계약과 예외 처리를 완성한다.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BD272-D308-4904-9CAE-8707D978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mandatory: contract / optional: local model / no score penalty</a:t>
            </a:r>
          </a:p>
        </p:txBody>
      </p:sp>
    </p:spTree>
    <p:extLst>
      <p:ext uri="{BB962C8B-B14F-4D97-AF65-F5344CB8AC3E}">
        <p14:creationId xmlns:p14="http://schemas.microsoft.com/office/powerpoint/2010/main" val="1968738515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F2966-A697-401D-82A5-759B1FC8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9AA7C-9CA1-419B-B87F-750C5199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Ollama는 CLI와 localhost API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200F7-673E-48D9-9D57-52B1CDDD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2AAE2-E168-461F-AD7B-0FAC039D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87635-02D6-4BEE-BCCF-39F69BDB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8E478-286D-452B-9E5A-C147166C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011E9-C743-4141-B83E-6022C9FD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모델 pull·serve·generate를 간단한 로컬 흐름으로 제공한다.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2ADC9-3A93-44DA-878B-00D15FD9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65B3C-496E-428E-AE52-354B6C8F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ollama pull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17344-879F-4A63-AD44-6044B826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A0A50-D4D8-4D1C-BEBB-1C57C2AB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localhost:11434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04EDC-340D-44AF-AE76-4132EF10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468C7-5858-47FA-A7C1-77677DFE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API key 없음</a:t>
            </a:r>
          </a:p>
        </p:txBody>
      </p:sp>
    </p:spTree>
    <p:extLst>
      <p:ext uri="{BB962C8B-B14F-4D97-AF65-F5344CB8AC3E}">
        <p14:creationId xmlns:p14="http://schemas.microsoft.com/office/powerpoint/2010/main" val="1261603966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A8128-A717-4653-8DF9-714280A2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C3910-D14C-4352-A3F9-529530AB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LM Studio는 GUI와 OpenAI-compatible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988F1-CDB9-44AF-A681-9C69D36C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1DAB5-FA06-46DD-9213-569E2A50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33652-C7FE-48F1-87BE-C79C6674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B061D-013F-4643-96FE-4E97C6EF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1166E-55B9-4016-B793-77D8CAA0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7095F-58D1-48C8-A476-33FE07E1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모델 관리와 local server를 화면으로 다루기 쉬운 대안이다.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148F6-FD41-46DE-AB72-8F99728E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download model / start server / base URL</a:t>
            </a:r>
          </a:p>
        </p:txBody>
      </p:sp>
    </p:spTree>
    <p:extLst>
      <p:ext uri="{BB962C8B-B14F-4D97-AF65-F5344CB8AC3E}">
        <p14:creationId xmlns:p14="http://schemas.microsoft.com/office/powerpoint/2010/main" val="1936174489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91AF6-5E6E-4C8A-9A35-B815D81D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A4354-9543-4CAA-95AC-042A0580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Jan은 desktop local API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18CF3-2BDD-4A64-AC6C-99D44F09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BCA7A-95DE-4A36-AB14-41AEE36C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416D7-77CA-4AE3-B71A-EAE78413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F73A6-3BD4-4E4F-9763-A12DB6DD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65CD4-01BF-47FF-AE84-CADD61F2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OpenAI-compatible endpoint를 통해 기존 client를 재사용할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9729E-0ED0-4F00-90C4-A25BD145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4E585-152F-4149-94FD-3D136054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local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70AAC-3BF0-47AE-9215-CDC7CA07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FC473-24C1-4628-AFA7-D1381680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model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426D6-3F19-422C-8004-44A1ED85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FB253-599F-429D-99BB-E6C7CF20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offline-oriented</a:t>
            </a:r>
          </a:p>
        </p:txBody>
      </p:sp>
    </p:spTree>
    <p:extLst>
      <p:ext uri="{BB962C8B-B14F-4D97-AF65-F5344CB8AC3E}">
        <p14:creationId xmlns:p14="http://schemas.microsoft.com/office/powerpoint/2010/main" val="2044216450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AF54B-4043-4640-B6D5-B0755BC7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8E77E-BF45-4C19-AAC5-8F412A4E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Provider adapter가 차이를 감춘다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EC753-81A5-44FE-801E-AD18F70E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95B5B-6D3F-4332-868E-51B9C959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D99B0-059D-4479-9340-F487ADC2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88FBC-4BAD-4396-8182-39890BB1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FB56C-5092-4FFB-9C1E-D50BA2FD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BE5ED-5551-4533-872A-20C02CD5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URL·인증·payload·response를 provider 내부로 모으고 앱에는 공통 result를 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655FC-60DC-4B0C-82A2-0033FA01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generate(prompt) / success data / normalized error</a:t>
            </a:r>
          </a:p>
        </p:txBody>
      </p:sp>
    </p:spTree>
    <p:extLst>
      <p:ext uri="{BB962C8B-B14F-4D97-AF65-F5344CB8AC3E}">
        <p14:creationId xmlns:p14="http://schemas.microsoft.com/office/powerpoint/2010/main" val="1570661805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1852C-BB2B-4B36-BBCA-2998F799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8A395-75E2-4549-9C5D-243A7D7E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OpenAI-compatible은 완전 동일을 뜻하지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E850D-DDBA-4E0D-95B8-893D313A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E3EB0-9C84-44A1-89F5-CE63F1B0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D6C28-7BFB-49AD-A0E4-505A71BC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5B9E3-1063-4D18-B08E-11F84636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059D5-489E-44C6-BCA1-206BD8CD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model name·지원 필드·tool calling·structured output 차이를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8D390-B14B-490E-8F99-DB611970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5B6D1-0562-43A7-A640-94BE224D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7F199-B827-4806-A23F-B7697068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363A6-4545-43DC-A3DB-4010FB31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payload subset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222E4-A219-4EAE-A6D8-58454F0E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EC7A3-C9FF-4948-BC6A-9B98F4E3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model capability</a:t>
            </a:r>
          </a:p>
        </p:txBody>
      </p:sp>
    </p:spTree>
    <p:extLst>
      <p:ext uri="{BB962C8B-B14F-4D97-AF65-F5344CB8AC3E}">
        <p14:creationId xmlns:p14="http://schemas.microsoft.com/office/powerpoint/2010/main" val="38894925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67249-E3C1-4030-937F-CE50143A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CC609-DC39-40C5-A52B-C821AD48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작은 모델은 출력 계약을 더 엄격히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EBC8A-A9E4-4941-8374-7C1EF6E8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D691B-3F7F-4FDD-A0E3-5747CDD2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42AC4-B754-4157-B96B-3CC70A4F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2DA80-A73C-47E3-9E66-9263F254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4B377-DAF5-408F-8DA7-6AAA9122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F2C84-1908-4DFD-B664-F02C1ECF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JSON parse·schema validate·repair·human review를 별도 단계로 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7F9B1-85C1-4ED5-ABF1-39B21656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extract JSON / validate / bounded repair / stop</a:t>
            </a:r>
          </a:p>
        </p:txBody>
      </p:sp>
    </p:spTree>
    <p:extLst>
      <p:ext uri="{BB962C8B-B14F-4D97-AF65-F5344CB8AC3E}">
        <p14:creationId xmlns:p14="http://schemas.microsoft.com/office/powerpoint/2010/main" val="2110985244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9C7E3-0C04-4A54-910A-BCCD8611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3BF61-7DB0-41AA-8D46-F516D766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Temperature는 품질 버튼이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ACD76-A756-41E7-9444-537245C5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4665E-F237-46FA-B5A5-11300AC7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88ECA-F9C7-45EB-8C6B-73E8DC80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A78F2-D4E7-4D73-A7D5-A0C2A998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53F3F-1E87-4ED7-A68E-C097A962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업무 추출은 낮은 변동성과 고정 schema가 먼저다.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FE6AE-065E-4F64-A356-20C63E40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5EAD0-E28C-4D84-9594-A3302C4B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deterministic-ish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EF089-05F4-4F33-B8E6-62FD95D1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290E6-9D95-4FAC-A44D-5AB179C9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prompt clarity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B6F22-1598-41E1-B813-19FFB560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049AF-8EA8-4500-A355-16E17E4B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sample regression</a:t>
            </a:r>
          </a:p>
        </p:txBody>
      </p:sp>
    </p:spTree>
    <p:extLst>
      <p:ext uri="{BB962C8B-B14F-4D97-AF65-F5344CB8AC3E}">
        <p14:creationId xmlns:p14="http://schemas.microsoft.com/office/powerpoint/2010/main" val="95047412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4EE5A-605A-400B-99F8-DA97EB51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D7659-6CDC-4C69-9743-D703B7CD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Context 제한은 입력 설계 문제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09806-073B-4EE0-9D53-008C7C68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34E31-2D40-4559-9AD6-6E11087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A732F-7B8A-405A-85B4-0174B054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E8600-5EC7-41E0-8E49-AD298348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3AED0-87ED-4954-90B6-B659DA5F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E736A-8ACE-4A7D-84B5-F9CE5FA4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긴 회의는 segment·chunk·evidence를 유지하며 나눈다.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B3FE3-E0A5-4A54-AADF-BC7E2BCB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chunk overlap / summary merge / evidence IDs</a:t>
            </a:r>
          </a:p>
        </p:txBody>
      </p:sp>
    </p:spTree>
    <p:extLst>
      <p:ext uri="{BB962C8B-B14F-4D97-AF65-F5344CB8AC3E}">
        <p14:creationId xmlns:p14="http://schemas.microsoft.com/office/powerpoint/2010/main" val="979467139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F4C37-17DB-429D-9E22-B55B6708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6508F-FC4D-4332-B71A-06571EFA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Fallback은 자동·수동 경계를 공개한다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F56C8-8CFC-402F-A6FB-0B66CA6C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FF8E6-0D09-4F57-BF44-A171FB81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AC0EC-C58D-498A-A3D3-A3AC57AC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67A69-A18A-45C4-B41F-1A00CF40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819B9-319A-4AA6-9B6C-3E7555EB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모델 실패 시 fixture로 진행하고 실제 모델 결과와 비교 기록을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EA7FF-CD54-4F8C-9651-848F36F6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A700B-8298-407E-9497-A5128EDD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OLLAMA_UNAVAILABLE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0F34E-762B-4896-AAF9-02682B75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CA56C-D620-4770-A396-DA33A2F4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fallback_used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93B15-F414-463A-BF00-465CA1F4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71531-DE6B-4BF4-B738-64C5A468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same downstream</a:t>
            </a:r>
          </a:p>
        </p:txBody>
      </p:sp>
    </p:spTree>
    <p:extLst>
      <p:ext uri="{BB962C8B-B14F-4D97-AF65-F5344CB8AC3E}">
        <p14:creationId xmlns:p14="http://schemas.microsoft.com/office/powerpoint/2010/main" val="848274970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4D88D4-60A0-4A39-96FA-CD615B62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C13E4-31A2-42DF-903D-C7EDDF88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로컬 provider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716D7-2CBB-4FBF-B175-B9F66B88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20562-40B2-467A-86E2-F9BBD0DB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F5574-0758-4D58-96A8-966C390C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34136-30D1-4E29-8A0C-59D76EC7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CDEC1-B935-4519-BF3F-C387FEE3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66D3B-E016-44A8-9019-7C2A5C16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B45C1-1C3D-4A9B-BF46-9D524A12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374E6-5B69-4E98-A94D-9B4F3DE5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186A4-B7FC-4842-A8AA-B09490F6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B87A0-223A-4226-A18E-E1A8BE84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5ECD4-2175-46E0-AEF5-0944B1C2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RAM·권한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12C1B-8B11-4613-8858-9121B1F7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AFF38-0370-4F54-B539-5088ACAD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FB0DEA-B955-4BD2-A7E2-FA8900F1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CHOOSE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8CB40-C388-4816-A09D-41D8BD0A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Ollama·GUI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1C400-D217-4E14-AFF4-E97FB184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9F333-5A6A-4692-9DC2-AA81BE6F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882DD1-BDDE-46E1-BD26-E162A921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VERIFY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2BF674-AD92-4C21-92D3-14E3593F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health·model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ACA2C3-FD0B-4BE5-A8EE-2F6188B0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0656CA-ADF9-4050-B8F8-1B3AE6C3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C7BC2-E7FE-4048-AE9E-970B7BE0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5D3E49-09B6-4707-8411-CA672535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fixture</a:t>
            </a:r>
          </a:p>
        </p:txBody>
      </p:sp>
    </p:spTree>
    <p:extLst>
      <p:ext uri="{BB962C8B-B14F-4D97-AF65-F5344CB8AC3E}">
        <p14:creationId xmlns:p14="http://schemas.microsoft.com/office/powerpoint/2010/main" val="1573594537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3670EC-BB64-4196-816E-67517C66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1FF30-E1AC-4D2A-B332-B2FBE2A5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Ollama 최소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BBC4A-84AB-4956-8310-AE54CB22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D0807-B9D3-4A6A-B156-1A9341DE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AB3EC-59CF-4F82-A6BC-9C1D8FC3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7F400-6172-4416-9B09-5369D90A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AF963-8626-43E0-8D16-88C14264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4B8E9-DE61-4112-9855-1D8AE818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5E312-0E11-4830-9346-48879A7D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860B6-942C-4268-86B6-7C7661BF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9D84E-1585-4005-8C81-9137A4C2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A4674-8C1E-49FA-B16C-83784637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INSTALL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4CF97-F2A9-48AF-BA80-6CC96F14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공식 배포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1272E-D25D-4D4B-A5E2-ED7769A8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2B379-50D9-4B07-AB0F-BC721BDC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7CC79-52BD-4AA8-8E4E-A8165337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PULL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DD3D9-B259-4753-B870-234B07D2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작은 모델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F953B-B56D-4568-B8E3-19FA4254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501B3C-3B02-4D98-92C7-7EAE89CD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3341C-B0EA-45F1-9B58-E10D25F0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3B2BA-A11A-45A6-85BC-B0DDA261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model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C2DCB-D028-4FA6-A6FA-245DEC46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935652-ACF6-4B5E-B869-5E0B92E7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0C9A34-F98E-4CD8-9030-B8B95C46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GENERATE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6103AE-19E7-41DC-8E14-BCCF53F0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API 호출</a:t>
            </a:r>
          </a:p>
        </p:txBody>
      </p:sp>
    </p:spTree>
    <p:extLst>
      <p:ext uri="{BB962C8B-B14F-4D97-AF65-F5344CB8AC3E}">
        <p14:creationId xmlns:p14="http://schemas.microsoft.com/office/powerpoint/2010/main" val="1832689924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C9B02E-CBCB-4F21-8092-86E46682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CD06E-070F-42EB-8F7D-21D7FEF6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Adapter 네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42E8F-76DA-4A28-A788-ECE4C800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BD2B5-AFB4-45AB-9338-2027F30B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477AE-4AFE-4298-912D-98258A58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0F020-7465-4824-9A24-A075C758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40F75-5B2D-4A1D-98B9-23F6F26A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96772-A5EB-4E30-81D0-05F07F1B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7A733-F6EC-4BDE-9967-A329F72D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20914-29AE-45D7-B3C9-F4C75C16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CBCC2-DE34-4A46-9EB9-A433D071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A6086-C485-4DCE-A110-4D4282B3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73B94-E341-4FF4-A883-D6843231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공통 prompt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DDE8C-FA72-45A8-B047-778A6366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80210-2E85-4155-BD20-806E7E5D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80750-978D-478A-BC98-3A627F19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44859-30CA-4AEE-A82B-A5FE3A34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provider payload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1DA84-2E53-4C70-A518-B5D7F085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0621ED-074D-41DE-974A-CA8E3989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1785F-14C9-4578-A9AB-9110992A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CALL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731FF9-1983-4C82-8109-9C40145D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timeout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EF41C6-414D-4F6A-B715-48B900F0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4BFD0D-6A35-4823-BE82-1A392DE2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B10A8C-5696-4121-90EE-E4B6D9C8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NORMALIZE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EA10C5-223E-43BF-90D3-415179C4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공통 result</a:t>
            </a:r>
          </a:p>
        </p:txBody>
      </p:sp>
    </p:spTree>
    <p:extLst>
      <p:ext uri="{BB962C8B-B14F-4D97-AF65-F5344CB8AC3E}">
        <p14:creationId xmlns:p14="http://schemas.microsoft.com/office/powerpoint/2010/main" val="669356589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06836D-798E-41D0-9C36-1897F30D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50521-8F37-47D5-BEA7-4F6AAAC6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Structured output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758A8-55D1-485B-A13F-5C24032C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63923-6CA7-420D-82DD-7281ED8B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73D05-35A5-47C4-92ED-2FF379EF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9AFC6-029E-4834-8031-270DF03D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1EACB-C303-487E-A1A0-ACD7EDF5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2A52F-E463-4086-880C-7CB1B2F3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837D5-6E07-4996-A989-47588821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84C5E-4CF4-4901-8E9C-92D703CF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E37A8-E4FD-4740-A0A9-7A8759FB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A2DFD-D92A-4647-9785-516C3C79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RAW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D4651-3B9F-4584-918A-C1D372EF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원문 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4724E-8C9D-4032-90DC-62787023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38160-3FE9-481A-86E4-315CCEA3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5DF3A-E995-4713-B3D5-D5DA9F0D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PARSE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477FD-60DD-4C4D-95EE-7F4A3A90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JSON 추출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F4DCD-9CE1-44E1-AA18-3F2FDA8F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38C19-E8A9-4187-9893-3625AD91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26D43-5A05-4781-A303-6083F144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VALIDATE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2B2D8-A3C2-4739-AE31-D65584D3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schema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F804D-E4F4-4761-B33D-A25E0A00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A4992-1B05-45F1-9E55-FC2BD9EF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C47848-AE8F-4DE5-ACD8-5739C685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E41F3F-974A-40A5-8F35-E5F12364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repair·human</a:t>
            </a:r>
          </a:p>
        </p:txBody>
      </p:sp>
    </p:spTree>
    <p:extLst>
      <p:ext uri="{BB962C8B-B14F-4D97-AF65-F5344CB8AC3E}">
        <p14:creationId xmlns:p14="http://schemas.microsoft.com/office/powerpoint/2010/main" val="1269083138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BDFE97-4562-44A3-9EC6-4877778C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12FB5-A622-4228-9AEC-14315C49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모델 오류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65638-FEBF-4016-9C6D-836833A0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E979D-3C65-43B0-B3E8-1D4EA5FA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5CA81-9DE0-42BA-8C12-1A6452E0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E1A0E-4BD7-404A-9A1B-130F6A70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9F860-9C14-47F4-BB2E-0B7A2E8F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693DB-C156-4EDE-8F7F-3FB9E1CA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8BBEE-78C9-40FF-82C1-FA81BAE1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71BCC-8089-49F1-A185-E48E7D03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BE558-4D72-482E-872F-EDEA75C6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332BF-060C-4DC2-B7CF-61C167FA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CONNECT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514C5-89B1-4A0E-BD3F-6DAD4968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서버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05511-0C31-4BB3-8761-413FD62D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C558D-6536-44D3-9837-8FDCAE22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6FA78-979D-40C4-9054-D69FF418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5152E-9BD8-4F89-BF45-C994CA5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tag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DF4E94-6CD4-409F-9362-7357C1BC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F5AFF-F57B-4150-924B-5419312B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DDD98-FE80-4FB0-82A8-150960F6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FORMAT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392B16-7C2B-4857-8191-D8E58FA2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JSON 깨짐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A83FF0-A33F-44A6-9460-DB6ADFF1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B4EA1-B16E-4035-964B-140DBC87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3A041F-10A7-455A-B31A-E11FB748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QUALITY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036D80-1C19-4F0C-8918-FAD72C6E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근거 누락</a:t>
            </a:r>
          </a:p>
        </p:txBody>
      </p:sp>
    </p:spTree>
    <p:extLst>
      <p:ext uri="{BB962C8B-B14F-4D97-AF65-F5344CB8AC3E}">
        <p14:creationId xmlns:p14="http://schemas.microsoft.com/office/powerpoint/2010/main" val="601878174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C94717-17DA-4100-B9FE-F92C0DC4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059F3-E59A-4B87-8622-2DE0C2F2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성공/실패 비교 실험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C085B-3621-4B70-BFFF-D5AFFEFC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65ED3-96A5-48EE-A042-2F15DCA7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F7529-7922-46AF-9ECA-B3D8FD6E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03452-BA64-4C44-80A4-056CAA0B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3040E-63A1-4E59-BC58-0BC9475F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2F164-7B02-48B5-9178-F95C4692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BBE92-F2BC-4477-A977-0CB9EE78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89B8F-6E8C-42AB-950D-4AB56E5B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46577-C82E-4AB2-9B7C-0D575F1C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5CF8C-1594-4C94-B129-C97360A0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FIXTURE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DCE22-99C2-4DD9-A3B4-D1605CF3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기준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EDEF6-0B3E-4CE0-AB2C-6912DA78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FBF0A-E293-46ED-A334-52B83195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91D24-6EE4-46DF-A228-7CA7885A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LOCAL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15032-FCD3-4FD0-904B-0442C9A6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실제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10AB1-9AF5-4C2D-ACD2-ED7C7D57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E105F-A8BE-4E57-86FF-6F87F6E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AD923-173B-42DD-9B4A-418FBADE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DIFF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58E93-8740-4D43-B46F-A1A02B60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필드·근거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62218-A8ED-4E67-A9EA-09BB8634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07D12F-FB58-4AAC-94F6-03E4E8BB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EE34AC-D7DC-4988-B309-95D65F64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F0E125-7B0B-4668-BDE6-84D04E29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model·latency</a:t>
            </a:r>
          </a:p>
        </p:txBody>
      </p:sp>
    </p:spTree>
    <p:extLst>
      <p:ext uri="{BB962C8B-B14F-4D97-AF65-F5344CB8AC3E}">
        <p14:creationId xmlns:p14="http://schemas.microsoft.com/office/powerpoint/2010/main" val="585514388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87464-8361-4F9C-ABEF-7808F669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FA099-EF75-4F8A-B88E-73DD179C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Ollama 다운로드 · OS별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BA43E-C090-4DCC-9099-72D25492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10C17-0000-4D83-952C-089DC45B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2D77C-C98F-44EA-9851-0B6973A2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63957-9023-4E19-BEF2-9EF1B161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30DAB-7C86-4734-81F1-2A288926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0A3C2-28FA-473B-A1AF-44D4FFDB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공식 설치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E8F4D-C7D8-4DFC-9D8E-074F1885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02DE0-24C8-453E-8925-2D422EB8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OS 지원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41E48-90EE-4C4C-8FFB-D080721C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F3BBB-9CF9-470D-8CD8-6BB79E9E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회사 PC 권한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EA407-DFF4-48A7-BD2D-E31BEE2B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1214B5-695F-45F2-BF37-E28D141F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수업 전 미리 다운로드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825B8-3C29-47C6-95EF-7308CA36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f7e3a24d5474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5E8EC-9A98-4BFD-8357-A1550816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Ollama Download 공식 화면</a:t>
            </a:r>
          </a:p>
        </p:txBody>
      </p:sp>
    </p:spTree>
    <p:extLst>
      <p:ext uri="{BB962C8B-B14F-4D97-AF65-F5344CB8AC3E}">
        <p14:creationId xmlns:p14="http://schemas.microsoft.com/office/powerpoint/2010/main" val="62725637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3B70C-FBD5-4641-AE07-23797157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370B7-A84E-47CB-97D2-F2C40B3C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Qwen3 model library · tag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31736-8A82-41BB-A561-79AEBECA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A7E5F-0C46-4186-A991-08A4113A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0CCE6-CA09-4F04-8362-8CC0F68E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A9F4F-CF8F-4262-9139-96BC859C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64954-6243-429E-A860-DD6566DE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97BB7-D46A-4F42-BD63-59D276FF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모델 tag를 그대로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CF717-67C9-437D-94EA-DD8A1A73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AEC86-69D6-428E-96CB-0DC386A2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크기·RAM 고려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06D67-A953-4FF3-B216-5FAF2C51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8A426-B0BB-4411-9712-3BE93313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모델만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02A78-D95E-4360-895C-C52BE152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77F71-9881-4C04-A195-206FF37D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강의 직전 tag 재확인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DC125-FA3F-4E5E-BB81-EB4F1938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24427ce674cc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4BFEB-744A-4C37-A856-888BC677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Ollama Qwen3 model library 화면</a:t>
            </a:r>
          </a:p>
        </p:txBody>
      </p:sp>
    </p:spTree>
    <p:extLst>
      <p:ext uri="{BB962C8B-B14F-4D97-AF65-F5344CB8AC3E}">
        <p14:creationId xmlns:p14="http://schemas.microsoft.com/office/powerpoint/2010/main" val="610588938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01FD7-ACB1-47F4-9365-91B64502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3839E-C845-43F4-9092-0C82970D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LM Studio · Local LLM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A4599-C72F-4E24-ABA7-E54E3781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CD54E-BD6B-4318-8748-AD0DE29C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16F1A-2C1A-413A-AABC-FB78BC6A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79AEB-3528-42F4-9AD5-EA10A332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F7B35-75E9-4EAC-B83F-98F1C1E6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3FC0E-A964-44C6-B741-C9BAB773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GUI 모델 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47F75-0B69-4348-A55E-BEF55EE2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EC47E-4E5F-430F-9FF5-3884DC03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server start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35315-7B21-4EEA-818D-95A482C3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13C39-5C1E-430F-86BD-270BFE6A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localhost endpoint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5FE77-75C8-461F-BA0D-BFCB78DB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01CBC-951E-4603-A5E4-9FD16FFE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OpenAI-compatible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36CC0-C2BD-4B84-AFA2-86857BD8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cb4bc405e442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CD979-C0FD-470D-B978-B3B79F9B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LM Studio local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152348870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100DA-25B8-472F-ADE0-AD185739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C9E4E-562F-45A1-B769-F0427D8D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Jan · Local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F7352-8F6A-4F99-84A5-0A4AFEC2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A10A1-1A11-4A7E-BC65-D298BC5A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85A0D-82B1-431F-A999-165EF0CD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32AAD-FC18-41E4-A3BD-B1FD095C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58D18-EAD1-4CDA-8E35-4239462B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93B36-8C32-4B59-8C4B-14E3DA0E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desktop 대안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31B71-96A9-4857-A1B9-C02F4496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EBFC0-A990-4AA8-B3A2-4DAF9A42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server 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52995-3713-4271-A36E-1A0BA90C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E1E7D-806A-43F8-8A00-625000DA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model selection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295D7-BF42-45EA-AC0A-8B5707D2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6A3AA-0D36-4348-ABD0-2EC8504D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공통 adapter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222C9-F26D-4653-A39E-1978F798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2d01cdae64c06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74733-66FA-4DF5-B440-57E7B58E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Jan Local API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329594854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FF33D-8B83-446E-B616-C115B3D1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8F49C-A7D5-4103-9330-A9EAE06A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Ollama generate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1A523-D242-4182-811C-0CDEC3DF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25993-D027-4669-B03A-76537E06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AB0EC-2529-4761-A414-22663A11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F9392-FAA8-492A-A4BD-FF23F8D4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D0982-38A2-4D10-B814-05A65719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86E8D-E17D-4F9C-B2D7-897ECD6B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localhost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BF379-AA97-438B-A1A2-DDCDDDF6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1B3F6-FEEB-450E-8ED8-1783B388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model tag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7CCEE-9BDD-4C9D-9110-D40900CC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6BA8B-D411-4034-A373-80D13B53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stream 단순화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D4121-0928-4CD3-87D7-ED0095F3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F3475-AE80-41A1-9E61-E74D96CB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timeout 필수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FE980-0F4A-4217-A234-DD8E6545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C7FBF-6BA8-4568-A428-B23FC354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payload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"prompt": prompt,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"stream":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POST http://localhost:11434/api/generate</a:t>
            </a:r>
          </a:p>
        </p:txBody>
      </p:sp>
    </p:spTree>
    <p:extLst>
      <p:ext uri="{BB962C8B-B14F-4D97-AF65-F5344CB8AC3E}">
        <p14:creationId xmlns:p14="http://schemas.microsoft.com/office/powerpoint/2010/main" val="2100382291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61B35-5491-446B-ADB7-477987C0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34817-F097-497F-BAB3-728C099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연결 실패도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1448D-551F-4EE6-8FCD-5BDFCBDB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033E4-61B4-4FB3-B133-00C17B8E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90E65-8F75-407D-AF2B-C773C383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E2635-03B0-42EB-B74A-6FAE85A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8DE8A-1C43-4116-8D7F-488BE129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3A766-F1F3-4324-9633-F0388A4D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exception 밖으로 누출 금지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DF5A5-A215-4A5A-8491-3B5AD2A1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A5989-066D-4710-9147-EEFA0432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안정된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CB1C6-6D85-486C-A0CD-D23D28A1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8777F-4055-4459-8ABD-07F2C706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상세 원인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CF45B-2257-4F40-9792-3E1B7167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030DF-EDAF-46B8-AA37-E13F51E2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fallback 선택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F705D-3C04-45D7-84CB-01720ED9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E72E7-F011-475F-9700-D7761201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data = post_json(url, payload, timeout=60)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return {"ok": True, "data": data}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except URLError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return {"ok":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    "error_code": "OLLAMA_UNAVAILABLE",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    "detail": str(exc)}</a:t>
            </a:r>
          </a:p>
        </p:txBody>
      </p:sp>
    </p:spTree>
    <p:extLst>
      <p:ext uri="{BB962C8B-B14F-4D97-AF65-F5344CB8AC3E}">
        <p14:creationId xmlns:p14="http://schemas.microsoft.com/office/powerpoint/2010/main" val="367850230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1F42A-5E4E-439B-AD03-6D8F4D23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D95A9-6F4B-4D96-AE25-1013A6CA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공통 Provider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9048C-6CB8-4F14-B431-CFA87402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8941B-2B6D-40DC-BB27-4B0A5416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F3275-D70A-4A26-AFFC-D1C06AA0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B21F8-D9A9-4222-B67E-43B5D924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DF151-40C7-4096-96EA-78272D98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B8091-1F90-42F1-B797-05D014E9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앱과 provider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8130A-7BCA-4507-98B0-F0F8AAE1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E0A2D-1D09-489F-98A5-3DD68F71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같은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DF91C-A169-44DB-8D6D-2DD47CE9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4B2E6-E0F4-4BF6-907F-1092FA49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같은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7C438-A75F-4BC9-95C4-BC75E2CC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0A3DF-6673-461F-B086-F36EBFDF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test double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2738F-8982-4B44-B99C-204B9DBD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F6518-D329-459A-A129-837A7F3E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class Provider(Protocol):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def generate(self, prompt: str) -&gt; ModelResult: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providers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"fixture": FixtureProvider(),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"ollama": OllamaProvider()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3257660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D91B0-8144-49AC-BCD8-882D19A8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7EA09-4904-48EC-9D8F-94148C09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JSON parse와 schema validate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A89D8-FC1C-4F81-8D13-7E6B3DE2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EB4F5-EA0B-4008-81D2-8A95CAF9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45FCF-38D6-46BE-BB06-0B2D53EB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529EB-4DF8-463B-A45F-9596EC5D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7F340-A387-4E60-BCF7-3872BB82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6BDE2-2686-4416-B921-F3E10E5B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raw 보존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B5EA1-12E5-4619-AAF8-E0E21223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6A48B-19E2-45D4-AFB0-9B00BC48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parse 단계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B756D-D1DC-4BF2-8FDC-1DEB1600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38307-4E1D-45FC-B931-A47F1F59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typed 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FE8F1-2F0A-46ED-B893-7FEFAB5C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EFF09-8E16-4886-85DC-1C1C914A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근거 정책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F8F16-2BBF-497E-947B-29A081C1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B2738-54FE-4DA6-A5C9-AFA95DF8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raw = provider.generate(prompt)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parsed = extract_json(raw.text)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result = MeetingResult.model_validate(parsed)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if missing_evidence(result):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931396264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3A786-779E-48C7-A405-03FFE6E5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AAE01-E33F-4B98-A0A4-118100AD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bounded repair · 한 번만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304E8-182F-4AE1-9258-FC7C7A58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8BCE8-0C00-496E-B5E0-80E779B6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004C7-E3F8-405C-A79D-8829CE5B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35E83-E67D-49F6-A590-D055A9D7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59A4E-8F91-4331-AD15-260EDFFE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23E3B-021A-4006-862F-AE8BAE2F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무한 repair 금지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15AE7-B7AE-4E1B-895E-A773F1B5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375EF-5DAF-4CC2-9F12-9C17A204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정보 제공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9D6A1-D7CD-4AAB-98FB-1C2E6DB7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D2494-D161-436A-BB44-21B98369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최대 횟수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F4524-67FB-4C1A-8360-FB5BC0C6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D43BD-D7FC-4E6D-B0BC-0B821214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사람 검토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17262-C369-4948-977E-DE0FBFBD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5E518A-8F90-49EC-9355-327DF819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for attempt in range(2):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validate(parse(text))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except SchemaError as err: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if attempt == 1: break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text = provider.generate(repair_prompt(err, 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890682600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961DD1-E51E-4F7B-84AA-0ADD41E9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91727-B46A-4052-B849-CAD705AA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Provider 비교 로그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1563B-48F2-409F-97B3-1F2CB55C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F234B-03E2-48AD-8C11-CA0755BD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B9AA2-AF0A-4950-8933-2FB033B6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B2AF5-74CC-4C4A-8896-B892309E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1FB9E-9F73-4FEE-BA72-EED06CC9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118AF-1695-412C-9AC3-0BC40DD0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provider·model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1A7FE-8BDA-40AB-B7CE-9AD93DCF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F2194-08DD-4509-9600-A5AAF6AE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latency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490F9-73D2-4A22-A06B-A2F3E29B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27F44-4213-4ACD-AB48-6C3DFB6A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schema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B2DE8-DE9C-4607-A08C-521AF95C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ED303-1F85-49F0-B5EF-7017B690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fallback·error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81AB7-EEF0-4F72-B033-F01261A8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65784-D67F-408A-A63C-52041B3D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run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"provider": provider_name,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"model": model_name,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"latency_ms": elapsed,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"schema_pass": passed,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"fallback_used": fallback,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"error_code": error_code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621863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227AB5-C81B-4335-83B6-24739891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A1E0B-8D14-491B-A6A3-D2594BA6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1 · Ollama health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A8502-F029-46F3-B47C-059E0E8C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60217-36D5-4DA6-87B7-B437E1D7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816CD-0842-43D9-A21E-FA7EECBB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CC6BF-B49B-49BD-BAFA-64A16EDA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815E0-F3C9-49AC-8F0F-7F9A1DA3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B3FCA-3001-43E0-AE92-629E0C95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DAD26-0E81-42CB-B459-33F1AA0D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B8E96-B208-417D-B710-5E807F36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E4A40-0FD7-434F-BC5E-BEF11707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E88D4-60B7-4680-8F68-9F3A0351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ollama list를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81249-8F77-40E1-ADFB-EF2439B1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1283D-4F16-41B7-90B9-E8EF50AE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서버 연결 여부를 확인한다.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70945-C921-4AA0-8340-F85C1223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B76FA-3AED-424F-A510-D665509A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모델이 없으면 설치를 강행하지 않는다.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DD1C8-6C95-4737-9CA8-8E9C99B0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55D83-47EB-4DBB-9420-41551CD2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fixture lane을 선택해 기록한다.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134C3-1042-4EC4-B5CC-D226E78B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2EED07-7871-4913-A5D0-C5483F70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provider 상태 1줄</a:t>
            </a:r>
          </a:p>
        </p:txBody>
      </p:sp>
    </p:spTree>
    <p:extLst>
      <p:ext uri="{BB962C8B-B14F-4D97-AF65-F5344CB8AC3E}">
        <p14:creationId xmlns:p14="http://schemas.microsoft.com/office/powerpoint/2010/main" val="1605119222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52F6D-8AB8-4449-B1F9-94B69DF0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4075D-863C-484C-834B-4E19DB76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2 · 선택 provider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4B6F2-CB76-48C1-9FE5-22C690A6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A523E-85BD-469A-B223-16353F1D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6C613-0DF7-4C7D-BB73-356C576A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B3837-F521-4092-856F-C0C44693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B59E1-CF2A-43A9-B3E7-6A3F39CF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0FE10-F873-4BEB-99CB-AB8A8CB1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9408C-F474-44F9-BCF4-8DD3A9BC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5B255-4593-4E39-80E7-A7B2F7F4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3885D-D5A9-42EA-B89B-387C848F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E1104-D4E2-45CD-8625-9D31F971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prompt를 짧게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23458-5A09-4163-917A-A789F975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9EE55-3589-4E9C-8A22-EAF0F192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timeout을 지정한다.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E59AD-C8B4-4ECF-8938-EEBE13AB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DBC27-ABB6-4A95-A7BE-D6C3503E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성공이면 response 일부를 확인한다.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4E5EF-5DA0-4CB0-B479-ED390F3E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9563A-570E-4237-ABEF-4C42B504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실패면 error_code를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686E1-8DA7-4401-BEDA-C8654029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434D3-12A0-4B2F-8E4D-C8C9D737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성공/실패 result 1건</a:t>
            </a:r>
          </a:p>
        </p:txBody>
      </p:sp>
    </p:spTree>
    <p:extLst>
      <p:ext uri="{BB962C8B-B14F-4D97-AF65-F5344CB8AC3E}">
        <p14:creationId xmlns:p14="http://schemas.microsoft.com/office/powerpoint/2010/main" val="1683115860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62253-84F5-4411-B87D-FA7B1D0C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84490-5392-44C0-B4D8-14B09886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3 · 공통 contract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387A7-9B77-4748-A0C5-F8D19755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21669-46FF-4ADC-978C-ED0B3853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CDD62-691E-476E-BBE4-95B2CAB9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825BC-DB2F-4285-A7AF-A5161A15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27EFE-DC1A-42E3-AD22-9C712B27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D5882-E1FF-4E53-BA76-F1F3DF76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E3343-0A09-46F2-BA0E-EC3AE400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1678C-6173-464E-9196-915B9BE1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7A912-0AB4-43A3-BB6F-4B527A11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B7BDA-D30E-4F1E-8E6C-6AA9EB2A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fixture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FD2DB-DFCD-40F0-B291-37D10147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B714D-13B0-4FFE-91D5-D9BD3B11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local result 필드를 적는다.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D0862-1B94-4614-8189-262A59CC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6EEAA-BA8C-4457-94BE-6C3321E2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공통 필드와 provider 전용 필드를 구분한다.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6CFBA-51F6-4DF4-BC40-62C8358B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54533-11AA-478F-9612-682F2FD2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downstream이 볼 필드를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6DBBB7-AF2B-43C6-A47F-62A2D93E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DF58E8-407D-457B-BB36-F1B9764F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provider 비교표</a:t>
            </a:r>
          </a:p>
        </p:txBody>
      </p:sp>
    </p:spTree>
    <p:extLst>
      <p:ext uri="{BB962C8B-B14F-4D97-AF65-F5344CB8AC3E}">
        <p14:creationId xmlns:p14="http://schemas.microsoft.com/office/powerpoint/2010/main" val="31965300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B99255-83CE-4052-AE72-C962CA13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B61F2-8AFA-4CCB-BB01-24E6D9F1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4 · 깨진 JSON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BF102-571E-4291-819B-376753CB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0867D-1A70-440E-8C6E-9C8C9452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70AB3-5E8A-4E2B-811C-7C5217D0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554CF-21EC-4E9E-B3DB-86A3B1A2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85937-AC6E-44CE-80E7-45A17663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AD0FC-3E3A-41D6-8919-6BC846E6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3CAF4-BA34-4989-923A-DA9B7AD2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10228-7C99-4B56-ADFD-957809C2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57C5E-A3B9-4E3D-B3E7-934B8AAB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F8F21-D447-4EEC-BE39-3A9BE38E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마지막 괄호가 없는 fixture를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9C637-250F-426E-A037-429EC9A4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F64A7-65B4-4690-A78B-6DE15A4C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parse 오류를 확인한다.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783E5-C86B-4BF8-A324-1093C792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6908A-7D77-4ACA-A955-FC19D018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repair를 한 번 실행한다.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16313-8C42-456A-AFC4-6EA2503F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1CE78-3E1B-49D6-81B5-78EFD6B0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두 번째 실패 시 NEEDS_REVIEW로 멈춘다.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4BD90-2BE1-4351-9E7E-D9881216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B86FCA-C930-4D4A-92E7-B0CCF5C6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repair 1회 + stop</a:t>
            </a:r>
          </a:p>
        </p:txBody>
      </p:sp>
    </p:spTree>
    <p:extLst>
      <p:ext uri="{BB962C8B-B14F-4D97-AF65-F5344CB8AC3E}">
        <p14:creationId xmlns:p14="http://schemas.microsoft.com/office/powerpoint/2010/main" val="137605082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75B22-C25A-4F86-B1DB-4BEFC808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E32E3-A142-44B2-A0B7-A7732A3F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5 · 모델 교체 영향 설명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58C11-7224-4717-B26E-56CFA5AB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F01C3-33DB-457E-9F13-E584C5EC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A814B-8A9D-4220-BC44-AE9269E3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9CE39-1927-4476-B11E-89218D9D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6E14C-3B3E-4076-86CE-ECB8B111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4A2CA-2CAD-4F20-BC6B-80122ACC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7C9F4-D57A-4672-8C11-6D2BE5C0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DB186-2BB6-4AC2-9815-B35CF1AF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2DC2E-EEE0-4934-838E-21C6292C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085E9-CD36-47E3-9DE2-207AF9EB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Ollama와 LM Studio 중 하나를 가정한다.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971D0-D9CD-4199-A4EC-6ADC47C4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D3D74-6E2E-45B8-8325-C56C5589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바뀌는 설정을 적는다.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207DE-0302-4954-8730-2DE3C48D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C5E22-D7D2-48C6-8B79-B0D19062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바뀌지 않는 schema·validator를 적는다.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71CBEA-62C0-4AAA-A5C2-32C1B645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6D5F1-8D7F-42B4-AB7E-15707BBB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짝에게 adapter의 가치를 설명한다.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0FABA-A2A8-4193-9E5A-2B75F709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B7DF4-7F09-4C36-B03E-AA1BFC31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변경/불변 표</a:t>
            </a:r>
          </a:p>
        </p:txBody>
      </p:sp>
    </p:spTree>
    <p:extLst>
      <p:ext uri="{BB962C8B-B14F-4D97-AF65-F5344CB8AC3E}">
        <p14:creationId xmlns:p14="http://schemas.microsoft.com/office/powerpoint/2010/main" val="1060004717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0E5BE9-3B9B-4573-8CB0-C81AAC12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23594-F0B0-4D52-B585-D40A51D3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1 · 큰 모델 다운로드를 기다림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65A0F-EDD7-4A2A-AA61-6E807E3C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916DE-45C9-457A-A5A5-1B775D9D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CBE48-F60A-40E7-A559-F250B2F1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BB9AD-704D-4E55-883A-06BE85FE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3A5F4-2F9E-47AF-A7EF-E9FB0DB9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64791-4EF3-4E77-925C-DD59837D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4C867-77F1-412D-AA4A-3676CEC9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5C045-DC7F-47A2-8594-E570F809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D84EA-8891-484B-A91D-2BFB7450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수업 전체 대기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50308-7637-4C5A-BD1D-DC614765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4F22A-2ACA-4F29-9F38-9D4338E1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디스크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16754-F03F-4DDA-A3DE-6C5410E1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84649-0A88-4152-9596-51AB18EF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RAM swap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008FA-B03F-4DEE-A42B-76ACD999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8F91C-B443-484A-B7D5-2EC8FE40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학습 목표 상실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52B01-0DF7-43D4-8D58-63BB815E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374A5-B7DB-459B-8F38-68A9712C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작은 모델 하나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822E69-3E10-4C51-A58F-CE4F1FFC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BF07B-5A34-4B77-8A1E-0AD9D06B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사전 설치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5C148B-898C-4DE3-988C-B6C42885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5AA107-DFD4-41A2-9991-BEB826C5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fixture 즉시 전환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AC5DF-8B84-467F-9A00-B62438DB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0592B5-8FC2-46E7-9938-2A993E3B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모델 비교는 심화</a:t>
            </a:r>
          </a:p>
        </p:txBody>
      </p:sp>
    </p:spTree>
    <p:extLst>
      <p:ext uri="{BB962C8B-B14F-4D97-AF65-F5344CB8AC3E}">
        <p14:creationId xmlns:p14="http://schemas.microsoft.com/office/powerpoint/2010/main" val="1678904485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E6F7C0-E385-4C36-B8C3-A764F10D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90B02-2756-424E-BD9C-15C5A6B3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2 · 연결 실패를 traceback으로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848C8-CD09-44C6-920F-96A9F92A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BED64-185C-475D-B36A-1597714C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278BE-0FAD-41C2-A841-ABEE2659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5FC3B-F2B9-4B58-AEFC-24C67F0E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21051-BD84-4ADF-97DF-DEB28D38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06C95-8B7F-4E24-AB54-4A911040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17128-F1F7-40CC-877D-0454034E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A8565-A784-4282-98EC-17C76F83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CF824-3303-44F8-A227-4A41AA96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노트북 중단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CBAC1-8F71-494A-83D1-4F457200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0433E-9095-4AB0-B886-47E89FFE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학생 원인 파악 어려움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FD46A-9FA3-4E42-823A-E3BF8744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EC27F-990F-4165-BAD7-89551461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graph state 유실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91F70-4324-43BE-A23A-F02E7101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9F0E9-3EAE-4C8E-983A-2F57585B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fallback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D57AC-3CC5-4220-B2FC-3CB44B0A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837FE-1C71-4D27-A90D-B0D4A9AD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error_code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151759-41D8-4C43-95FC-3A0DC1F0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52522F-AA03-40B5-BAEC-E5654C6C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사용자 메시지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95D2E9-97D3-41BE-803C-CE8F043A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05C8A-14B3-47EF-9620-C15D04B5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trace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3893F6-8170-445A-AF38-6E9E1A99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53F1A4-AF4F-4A1F-B125-D2C21450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same result contract</a:t>
            </a:r>
          </a:p>
        </p:txBody>
      </p:sp>
    </p:spTree>
    <p:extLst>
      <p:ext uri="{BB962C8B-B14F-4D97-AF65-F5344CB8AC3E}">
        <p14:creationId xmlns:p14="http://schemas.microsoft.com/office/powerpoint/2010/main" val="1935680335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78DCA2-8F12-40ED-AC92-804059D7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45404-0E81-4FC0-A9AF-C7092EE3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3 · JSON처럼 보이면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0A8CF-139D-4B61-8DB7-F24C0375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2F16F-F3EC-4054-BBD5-BDA0C001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2077A-04FE-4921-AB46-C4B0FF47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A176A-3708-4A9D-905A-D3C73BA9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E1ED4-2ED7-4DA1-BE88-AE2C1C60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A8B16-4D5F-44C4-9B92-A5A373FC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F51B2-B7B4-4265-9BDB-F5A5A36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8DBFD-18A0-47AE-B8FE-AB69E6D3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569A9-9BF0-4093-9ED7-9DABC5F1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필드 누락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F6658-2C84-4C4A-A9AD-7F5AF96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1358C-F518-449F-9914-E8A6677D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타입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ABE53-09E0-480A-A49B-84861B90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F4BFE-0F19-481C-8BA3-40D1D228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근거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CA391-4BD0-442C-96EB-FC3E5BBC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5AB63-B74E-4A18-BDDA-C7673736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날짜 형식 혼합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3385B-303F-434A-AD72-92D1DFCB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A0FDE-222A-4276-BEDA-DBAE39F7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typed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150BE-C06D-4E9A-84E0-65DFEC67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D7639-7207-47CC-9566-D4062952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evidence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929984-6387-4876-AC67-52A06AF5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A1098C-B12C-4201-954F-619C4029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date validator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ACE735-8047-4339-BEF0-AAE84EBC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4AE5B6-0532-45F1-9A26-6887FFBB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549269103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9E5A54-29F9-4FA4-9235-F7E496B5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1754F-7828-40B7-A6B4-B9523F69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4 · provider별 코드가 퍼짐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851E9-F473-489D-AAA5-1AA24D64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B66C8-9E0F-4A52-ADA0-64F5371B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F4B38-3D88-4EEB-8E87-D39322D0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6E8C9-18F8-49C1-A27F-F8C0DAEF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2322D-D376-476A-AA8F-4D7D2186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ACCE7-4539-4A3E-80B1-EF54F982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C6E3C-6C1E-4745-8932-3FA9534A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7CFC0-A2CA-4F1C-A4D5-EFCF3022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6FC46-60B6-4F3B-B753-5688C39D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if ollama everywhere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89994-7850-4567-82C5-0B87471A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80613-176D-41C0-AC64-3C63CFE8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테스트 중복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B8E2D-A326-4AAB-B3AC-3C432B51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3242E-6614-4D72-B5D2-CEF0EBF5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URL 하드코딩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BB78E-9199-404E-8E2E-E3675C35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98651-1F8A-4A6E-9E48-21B749C4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교체 비용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DF918-6532-4559-86EC-691F3D13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A7CEE-F343-4FE1-8F15-A77FDB91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adapter 한 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69D899-DDCB-4469-9107-3280C572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239FC-7262-442B-AC01-795989C7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config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816253-C525-4372-8004-9D00D6BF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960D1-A4C3-4595-B26D-447E46A7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provider protocol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62193-96D6-444E-ADF8-34FD1751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6FCF88-8F0B-480F-AD71-53AE1E65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contract tests</a:t>
            </a:r>
          </a:p>
        </p:txBody>
      </p:sp>
    </p:spTree>
    <p:extLst>
      <p:ext uri="{BB962C8B-B14F-4D97-AF65-F5344CB8AC3E}">
        <p14:creationId xmlns:p14="http://schemas.microsoft.com/office/powerpoint/2010/main" val="2060835921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D8CF6F-3340-4583-8AD0-4425D794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78A40-1165-477C-8B06-8C48A50A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재직자 · 로컬 LLM 도입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F133F-93A1-4E7F-872C-0493F12C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CC058-511A-454E-93F5-16F20A0D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5A61C-E7D5-4DFC-8372-91406AC9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2434C-AA43-4BED-98CD-39A8B332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35453-C3D7-4226-855D-C2F3589A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기술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08840-8D10-48D6-B11D-EF1CBD40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운영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EB9AF-24DD-447A-A367-31352A05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9312F-9F71-4226-8E16-40E2E142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31C31-5E70-4A95-8526-5B8F8878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RAM·속도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90367-4A5B-4952-BDC1-FD8A10D1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50EED-F27D-47F0-8BCC-9878511E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model capability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69C47-80FD-4C18-964B-43B38D2A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B1993-FEB1-421C-80D3-7E4570C0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API 호환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93F4F-0F8B-4C6A-AA22-07001E09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2B987-2044-4104-B049-1237A36D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배포 형태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2127CD-18C5-4A65-8793-610CE670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BB67F-D10E-44B6-84BB-DDE4F57D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데이터 경계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C103AE-F7BD-4CDE-84CD-9B8E770F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6564C7-AACE-4E6D-97CD-32AF93CF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업데이트 책임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C18FC-6A91-48A4-8BEF-E81F165D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004C8-876F-4D65-B3A3-A5925FC8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관측·감사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2D5768-C888-47C4-9517-19DA1077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B4B85-FBA9-4A82-805E-BAE3FA0F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fallback·SLA</a:t>
            </a:r>
          </a:p>
        </p:txBody>
      </p:sp>
    </p:spTree>
    <p:extLst>
      <p:ext uri="{BB962C8B-B14F-4D97-AF65-F5344CB8AC3E}">
        <p14:creationId xmlns:p14="http://schemas.microsoft.com/office/powerpoint/2010/main" val="637326334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30288D-96E5-4F6E-87E1-0A9CAF34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3287B-CCBE-46C7-AD24-71D22251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구직자 · 모델 비교 실험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086FE-A5F6-4D08-A254-964DCFC3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2F049-DF5F-429A-ADB1-687FCD10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A3CF4-FC17-4AA1-8EE3-9152339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06DA3-34BF-4DBE-8688-F938AFE0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8DBB9-FCB4-4D60-BF49-B943293E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단순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540AD-AA25-4759-9058-626AC995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좋은 실험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9ED2A-6083-470C-8B24-BBC6D420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71BFA-3704-44B8-A3E5-6F289E96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07071-36FB-4540-A906-761CB884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느낌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4E707-EAF9-4D0E-A101-55970F98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F75A19-4F05-4F41-BE91-A62E3215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prompt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1FFB7-2FA9-415C-90EF-A2C1C601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A6146-36D2-432A-8742-44E4769B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응답 복붙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3C223-6723-46E7-B866-E5885723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9AAA9-6A64-4C9A-96BC-04D244B8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모델명만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5C08C-1B50-4885-9AD4-41953483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B70F4-DA33-4A05-9F5F-40CD7E08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고정 dataset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FCABD-FF93-408E-9840-F6C98621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7B402-5C9F-45E5-82A7-3697A886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schema 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D0E41-E580-45D4-B2CC-E9474A73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69372B-32E3-4089-8FE7-30A2AAA0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evidence 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5ABA3-4BBB-495A-8D6C-A46BC028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94F07D-2142-4FA3-8788-1D27D65B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latency·실패율</a:t>
            </a:r>
          </a:p>
        </p:txBody>
      </p:sp>
    </p:spTree>
    <p:extLst>
      <p:ext uri="{BB962C8B-B14F-4D97-AF65-F5344CB8AC3E}">
        <p14:creationId xmlns:p14="http://schemas.microsoft.com/office/powerpoint/2010/main" val="1402192408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A38D8-2742-4829-9F6C-89C54F69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02A8D-81FC-461A-9E85-ACE32295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15시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4DDD8-EB4B-4C3E-B0AD-55C4691F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19DE6-64BA-499A-9821-8ABFC51A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D2878-9B6B-48E1-A552-EE0599C7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2D3EE"/>
                </a:solidFill>
                <a:latin typeface="Arial Unicode MS"/>
                <a:ea typeface="Arial Unicode MS"/>
                <a:cs typeface="Arial Unicode MS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F2EF4-B8AD-4C12-94E2-AB3F44A0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B3DA5-2F9A-48EA-951D-EFD79A20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7007F-1F76-498B-BF85-5898029B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0E32D-EE8A-416E-A46C-5A4099DF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CB96F-3D65-4F2C-9639-A32AC808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Provider adapter가 감추는 차이를 세 가지 말할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0CA05-43FA-4D69-91A3-550D3804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336E9-338B-4D74-A4CD-288576C8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11426-63F8-4AEB-8EF6-BC0CA017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Ollama가 없어도 필수 실습을 완료하는 경로가 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86A42-B9B4-4C44-A076-4A0EADBE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17604-A804-4BE7-B996-E11C89E0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2C3B2-3CF3-41DE-BC57-E1F1AF7E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두 번 parse 실패 후 어떤 상태로 멈추는가?</a:t>
            </a:r>
          </a:p>
        </p:txBody>
      </p:sp>
    </p:spTree>
    <p:extLst>
      <p:ext uri="{BB962C8B-B14F-4D97-AF65-F5344CB8AC3E}">
        <p14:creationId xmlns:p14="http://schemas.microsoft.com/office/powerpoint/2010/main" val="1879616779"/>
      </p:ext>
    </p:extLst>
  </p:cSld>
</p:sld>
</file>

<file path=ppt/slides/slide241.xml><?xml version="1.0" encoding="utf-8"?>
<p:sld xmlns:p="http://schemas.openxmlformats.org/presentationml/2006/main">
  <p:cSld>
    <p:bg>
      <p:bgPr>
        <a:solidFill xmlns:a="http://schemas.openxmlformats.org/drawingml/2006/main">
          <a:srgbClr val="0A1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E6E1D-347B-4248-9006-F421351F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9C8F8-4E4B-45C4-885C-883F9C04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3FD87-42D8-4F10-945F-449B586F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State·Retry·Human Approval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EC9DC-FAF2-4880-BA6D-EA2344D2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952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여러 단계가 실패·중단·재개되는 흐름을 LangGraph의 state와 interrupt 관점으로 설계합니다.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ECBF1-38AD-46A3-809F-0A72CDAB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산출물 · State schema · branch · approve/edit/reject event</a:t>
            </a:r>
          </a:p>
        </p:txBody>
      </p:sp>
    </p:spTree>
    <p:extLst>
      <p:ext uri="{BB962C8B-B14F-4D97-AF65-F5344CB8AC3E}">
        <p14:creationId xmlns:p14="http://schemas.microsoft.com/office/powerpoint/2010/main" val="1636056963"/>
      </p:ext>
    </p:extLst>
  </p:cSld>
</p:sld>
</file>

<file path=ppt/slides/slide24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B341FD-0023-4EE9-9BB1-03C72286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HOUR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E9FE8-1E91-43E4-9886-502488A6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16:00–17:00 · 이 시간의 40장 사용법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D029C-D9BB-4678-B215-EB6EC455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C0B0E-ACEA-4ADA-8F73-32BFB7F3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0E553-9A8A-4EAF-8223-283B09B3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4194E-D0E0-482C-99AD-0FE109D5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814C8-09E2-4FCB-A744-48BF70AA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3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재시도와 중복 방지를 구분하고, 승인 전 side effect가 안전하게 재실행되도록 Human-in-the-loop 경계를 그립니다.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BE5C8-A098-43AB-BAEE-8B66544C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D271C-26C0-4EE8-949A-A2C0C4BC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AC393-1CA7-499D-AE4F-D5A8BFA4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장 한 주장으로 업무 의미를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441AF-902A-4385-98C7-D48AEC31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61107-AD85-4077-930C-DBBD5967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CD214-3B6A-4272-8E94-C06EA035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공식 문서와 실제 실행 위치를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0E09B-10A2-42C2-8A7C-8B7F2C4F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9541F-1587-4B1E-80A0-D56EADB4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따라하기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0958D-E139-4DA8-8B56-23F2C383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강사의 작은 단위를 같은 순서로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44D95-33B2-4258-ADDD-73655A38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B5BFC-384F-4FAB-9C19-23638A28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실패·복구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49436-2F79-4A09-8EF6-40293E33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코드를 분류하고 대체 경로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9C8DCB-9F1D-4FEB-957C-58430602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92B7A-B178-4B94-91CA-2D7DF3A2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F7AA5-A40E-4643-8FE5-3C0C9B32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파일·테스트·commit·설명으로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1576644248"/>
      </p:ext>
    </p:extLst>
  </p:cSld>
</p:sld>
</file>

<file path=ppt/slides/slide24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4361D-CDAB-4CCD-82F6-5871F0E1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6FB06-C48A-4D18-A4A4-B5829299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State는 다음 행동의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CB9F8-54E6-4978-9D7B-57A71C11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B1F0E-6872-47C6-A9E9-3BA5E948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BE6E6-947C-478D-B3EA-9E07BD1A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A90EB-8C86-45BE-AA33-568BDBFA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55593-7BD8-4D80-BA0F-E48B9B37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FA577-2696-45D6-904D-7F101E71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대화 전체가 아니라 node가 판단에 필요한 최소 구조를 저장한다.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12D63-2BE9-446B-B68E-9141F7D0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request_id·step / draft·errors / retry·approval·status</a:t>
            </a:r>
          </a:p>
        </p:txBody>
      </p:sp>
    </p:spTree>
    <p:extLst>
      <p:ext uri="{BB962C8B-B14F-4D97-AF65-F5344CB8AC3E}">
        <p14:creationId xmlns:p14="http://schemas.microsoft.com/office/powerpoint/2010/main" val="635535922"/>
      </p:ext>
    </p:extLst>
  </p:cSld>
</p:sld>
</file>

<file path=ppt/slides/slide24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877611-CF93-4550-A165-ADC35AC6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350F1-0FB4-4E3F-95BC-77465678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Node는 한 가지 책임의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86E04-066E-45DB-96EA-8B87D72D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69C97-A948-43CE-8257-DA394B5D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BA6A0-0EEE-4A46-AA0F-1BEEAAF0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B94EE-72B3-49F3-8EBE-510856A6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DAF9B-6DBE-4A20-855A-A41AE470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입력 state를 읽고 부분 update를 반환하도록 작게 나눈다.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5EE7D-8E4E-4D79-A026-884EEFD7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598C0-4E48-4B26-B393-5B9BC797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transcribe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2D5B8-198E-49A1-A721-1FCB96AE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2E301-1528-4D49-8682-0AE00DE1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summarize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5AE3D-520A-42F3-94F5-8F98A2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177E6-92FF-4697-BD95-695A3109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9D292-7167-48AB-A078-9C08EEEC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E0457-344B-490F-B6AE-885F8739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07D32-E5B2-4E2A-9D31-002DC35C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05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F8285-424B-4D9B-A87B-8F2EE4CA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publish</a:t>
            </a:r>
          </a:p>
        </p:txBody>
      </p:sp>
    </p:spTree>
    <p:extLst>
      <p:ext uri="{BB962C8B-B14F-4D97-AF65-F5344CB8AC3E}">
        <p14:creationId xmlns:p14="http://schemas.microsoft.com/office/powerpoint/2010/main" val="1006850695"/>
      </p:ext>
    </p:extLst>
  </p:cSld>
</p:sld>
</file>

<file path=ppt/slides/slide24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450C1-5D96-47BF-83A0-0C419287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63216-73B0-4A1F-B01F-9F840036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Edge는 다음 node를 정하는 정책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09745-8367-45A8-A9C5-0CA47243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3D44A-E23A-4A8E-8EC2-34A174B6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B247B-0821-454F-9871-B758DB09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B946E-C6AB-44EA-B797-4AE0E348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1B77A-B128-4029-B320-EE98D280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4D217-53C3-460C-B30F-6BA5355A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성공·오류·위험·승인 결과에 따라 명시적으로 분기한다.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813E8-23D3-4A7B-8470-64CD300B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conditional route / END / retry loop</a:t>
            </a:r>
          </a:p>
        </p:txBody>
      </p:sp>
    </p:spTree>
    <p:extLst>
      <p:ext uri="{BB962C8B-B14F-4D97-AF65-F5344CB8AC3E}">
        <p14:creationId xmlns:p14="http://schemas.microsoft.com/office/powerpoint/2010/main" val="800876652"/>
      </p:ext>
    </p:extLst>
  </p:cSld>
</p:sld>
</file>

<file path=ppt/slides/slide24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0E673-654B-4AEA-A3F0-DF19BD89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B7DF6-BF03-46F5-A9E5-B7E26D19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Checkpointer가 중단과 재개를 가능하게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0AB66-F5F2-4BC7-A379-9EB1F257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E65D1-A02A-40F2-8C0F-D7ECE46B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66C17-7D3D-4BF4-B956-3EAFF025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0F8E3-7843-4D0C-9356-7E7F67DC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E9D14-E47F-44A0-928D-6A7E189B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각 step의 state snapshot을 thread 단위로 저장한다.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7B641-3EF3-484A-950F-2FB235B9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0E3DB-E1CA-49BF-A296-B0372332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A5520-EDFF-491A-AEB6-874C47D8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95C85-FE98-4FA0-983A-CE7B2D0C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thread_id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3670D-2BC7-43B9-8E02-C2AC64D9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EEC06-7B72-4F70-9D0F-8BA7A8AD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state history</a:t>
            </a:r>
          </a:p>
        </p:txBody>
      </p:sp>
    </p:spTree>
    <p:extLst>
      <p:ext uri="{BB962C8B-B14F-4D97-AF65-F5344CB8AC3E}">
        <p14:creationId xmlns:p14="http://schemas.microsoft.com/office/powerpoint/2010/main" val="352543757"/>
      </p:ext>
    </p:extLst>
  </p:cSld>
</p:sld>
</file>

<file path=ppt/slides/slide24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26FA9-D42A-44D0-956E-172D8CE2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59577-4211-456D-8A06-BAF262D7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Interrupt는 사람 입력을 기다리는 정식 상태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8EF3E-0AFD-4388-BC45-AC699693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A9BAF-25EB-462B-B130-8CAB7A22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ED9D7-C534-4CFB-8598-928A82AA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A3D76-F264-4BA3-8867-FD460C8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67541-8B71-404C-83CD-C7D652E5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FCEF5-57F1-4ECC-A128-02CB085C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JSON-serializable payload로 검토 정보를 보여주고 승인 후 재개한다.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EA5C5-8D4F-489C-A198-0B63A839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draft·evidence / risk flags / approve·edit·reject</a:t>
            </a:r>
          </a:p>
        </p:txBody>
      </p:sp>
    </p:spTree>
    <p:extLst>
      <p:ext uri="{BB962C8B-B14F-4D97-AF65-F5344CB8AC3E}">
        <p14:creationId xmlns:p14="http://schemas.microsoft.com/office/powerpoint/2010/main" val="208826477"/>
      </p:ext>
    </p:extLst>
  </p:cSld>
</p:sld>
</file>

<file path=ppt/slides/slide24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30172-F07F-48AC-825F-C4B479A4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6910E-34E7-49DF-9CC9-742727A3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Approve·Edit·Reject는 다른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4DE8A-C01A-4505-9ED4-F4ED83B1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A885C-3132-4186-ACFB-8D6955A0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FD329-EB37-4D66-9A33-29A3E91D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B8686-E239-4959-B3E7-3A3DA6F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912A4-E934-4BC0-A33B-0A9C082F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승인은 원안 진행, 수정은 새 payload, 거절은 이유와 종료·재계획을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87A8A-9971-43CF-930D-B1248D4D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3A50D-BE74-4D6C-891B-B76BEE7D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304CE-5CA4-4D97-B7A9-5646FEEA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BF804-C4FD-4EE1-AA66-0DF81593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reviewer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7C9CC-29F9-412A-B58C-8161FA42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B91F3-A116-4EB0-8A72-13E97437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AD3CC-103E-4FF2-9C8D-1DE6DA92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D6759-7757-40AB-9583-AD2598B2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edited payload</a:t>
            </a:r>
          </a:p>
        </p:txBody>
      </p:sp>
    </p:spTree>
    <p:extLst>
      <p:ext uri="{BB962C8B-B14F-4D97-AF65-F5344CB8AC3E}">
        <p14:creationId xmlns:p14="http://schemas.microsoft.com/office/powerpoint/2010/main" val="701175393"/>
      </p:ext>
    </p:extLst>
  </p:cSld>
</p:sld>
</file>

<file path=ppt/slides/slide24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81997-E6CD-4440-ADA6-E04D00FB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D13FA-7581-455B-A3B3-553B7254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Retry는 일시 오류에만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D947D-9ED5-4F0A-947B-B9E1AB15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C35AA-3278-4657-843A-C85117C4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280A7-C2C4-4D45-A26F-15516C37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D7A30-356E-4DE0-B1C3-CCBC9BD6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B33E1-6250-49F5-96CA-DF93B5D1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DC731-0C90-4C75-99D4-B8F150B6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class·max attempts·backoff·stop을 state에 남긴다.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4480C-7C27-47E7-B73D-A8D6AED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transient / attempts / next delay / exhausted</a:t>
            </a:r>
          </a:p>
        </p:txBody>
      </p:sp>
    </p:spTree>
    <p:extLst>
      <p:ext uri="{BB962C8B-B14F-4D97-AF65-F5344CB8AC3E}">
        <p14:creationId xmlns:p14="http://schemas.microsoft.com/office/powerpoint/2010/main" val="473632626"/>
      </p:ext>
    </p:extLst>
  </p:cSld>
</p:sld>
</file>

<file path=ppt/slides/slide25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74EA3-6056-48C6-A4FB-261ECAF8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BCE02-5C47-44E3-9AEC-B0098533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Idempotency는 재실행의 안전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FBBE7-586F-47B2-9C44-88D3AA69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0CF33-5F07-4721-844D-21A6F608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DDBA2-50BD-4523-A70C-B860DD00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D5374-ABD6-492F-98B5-9059C268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2CE3E-B6F2-42FB-BBEA-B6D5A32D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interrupt 이전 node가 다시 실행될 수 있으므로 side effect를 중복 방지한다.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9F64A-EACA-45C1-A8EF-30543807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D0920-81F4-4168-93CA-E864D93E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request 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D4842-7311-4A80-AAF3-08597FEF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5F826-4234-480A-8C5D-B4955303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outbox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6E7F7-48EA-44FE-A171-F678CA1F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77F4B-EB4A-47AC-898B-02EA4A8A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cached success</a:t>
            </a:r>
          </a:p>
        </p:txBody>
      </p:sp>
    </p:spTree>
    <p:extLst>
      <p:ext uri="{BB962C8B-B14F-4D97-AF65-F5344CB8AC3E}">
        <p14:creationId xmlns:p14="http://schemas.microsoft.com/office/powerpoint/2010/main" val="303451215"/>
      </p:ext>
    </p:extLst>
  </p:cSld>
</p:sld>
</file>

<file path=ppt/slides/slide25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6136C-9990-4E99-84A7-55E0735A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CE692-3662-4CD3-A500-2EC88445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사람 승인 UI에는 근거가 함께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DEEAD-86CD-4061-ABBE-DCC07262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9EBB1-4430-439B-B5E1-B7D7B90D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265CA-26E8-4D49-888F-807DA2BA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95D4F-6DA9-413D-A66B-1ACC2E7A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B0BEB-AF69-4900-98D1-59C736EB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9FD60-D1BB-4729-92EB-51200EC2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원문 evidence·초안·외부 변경 대상·위험 flag 없이 승인 버튼만 두지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E503E-B867-4A1C-80F9-C6275A44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before/after / evidence / target / risk</a:t>
            </a:r>
          </a:p>
        </p:txBody>
      </p:sp>
    </p:spTree>
    <p:extLst>
      <p:ext uri="{BB962C8B-B14F-4D97-AF65-F5344CB8AC3E}">
        <p14:creationId xmlns:p14="http://schemas.microsoft.com/office/powerpoint/2010/main" val="93524503"/>
      </p:ext>
    </p:extLst>
  </p:cSld>
</p:sld>
</file>

<file path=ppt/slides/slide25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85AED-8E4B-4C1A-A188-30F094B1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8B4E3-149E-40D6-91FE-970F449B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LangChain·LangGraph·LangSmith 역할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33C73-5F4B-4605-8113-A6400A39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677C8-7992-4CB4-AA44-0751454C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67714-0BEB-4E39-BCA6-08591AA9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3DC3B-8AAE-46D9-9E13-C62ECFAC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BD48F-E3D4-4BCA-BF89-FDBC5C62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조합·제어·관측을 한 라이브러리로 뭉치지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4A518-F8C0-4A29-AF9F-1A6C1CF9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243A6-97F5-41A9-B506-8BECFA2B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LangChain: model·tool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239F7-8BDB-4F11-8966-9594DFF5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877B9-C531-481C-B561-193993C2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LangGraph: state·flow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445F8-B07C-4315-AB3B-280C1EEB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9D43B-064E-4A53-9BF2-2CBACAD7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LangSmith: trace·eval</a:t>
            </a:r>
          </a:p>
        </p:txBody>
      </p:sp>
    </p:spTree>
    <p:extLst>
      <p:ext uri="{BB962C8B-B14F-4D97-AF65-F5344CB8AC3E}">
        <p14:creationId xmlns:p14="http://schemas.microsoft.com/office/powerpoint/2010/main" val="1494927516"/>
      </p:ext>
    </p:extLst>
  </p:cSld>
</p:sld>
</file>

<file path=ppt/slides/slide25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C43241-BDC5-4C31-BC95-73F44A03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0A6F1-28B3-4572-AA7E-90D42A79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Graph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5AEBC-DBAE-4D95-9FA1-77195445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B3239-DCA3-41AB-9885-D19CEEE9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4437E-8203-4332-B672-E8AC79DB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99991-1F12-47DD-BA12-A53732B0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1A41F-C6BE-4822-B0C8-14B05D1B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0B857-F51C-411D-B229-B3357CB6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C63ED-2E3F-440B-A5D5-B22B798C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A443D-1B4A-41C4-97E3-62D9D3FA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FAB54-3D23-4FBC-ABFD-F084FD08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64D1A-CAD5-4B7A-9217-1EE572F3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1566D-EAC7-4910-B317-77FF8389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필드·status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5A4DF-C78D-47D4-B24D-DA0F074E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C0C1D-F474-4A6D-B87C-F28F67FE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85EFE-9B4C-41FD-AFB6-88DEEC70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94116-968B-44CD-BFB1-7CB1A432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한 책임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775E3-0261-445E-81C4-60EB2FE3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54E59-0591-48B9-BE06-84B00CE1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877106-7298-4C4B-A58A-37515C9F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EDGES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4A725-F9C3-46A3-B61B-5155707F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분기·END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2EDD37-8360-4467-B13A-F89199FF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6CE4EA-04DF-48EF-8A23-BC99ED19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B4944-A3E0-4936-979E-6C7DDCFE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6A85C0-572B-435F-B5F4-8AF65778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중단·재개</a:t>
            </a:r>
          </a:p>
        </p:txBody>
      </p:sp>
    </p:spTree>
    <p:extLst>
      <p:ext uri="{BB962C8B-B14F-4D97-AF65-F5344CB8AC3E}">
        <p14:creationId xmlns:p14="http://schemas.microsoft.com/office/powerpoint/2010/main" val="958763210"/>
      </p:ext>
    </p:extLst>
  </p:cSld>
</p:sld>
</file>

<file path=ppt/slides/slide25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A3FFED-88BD-44CB-BF87-0E98711E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CBE7E-7719-4EF3-94F5-65F6485C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routing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467E1-34A9-4BC7-9DC1-519F2E8B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B9982-9EB7-4604-99C3-80559939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D9064-48CF-4B0E-B710-9EC280C9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3502B-86DE-436F-AC60-0004AA20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8F6AD-39D3-4585-B50B-5C451475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17AD6-791D-4CE2-B64A-624E86EF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D1280-EC76-411A-B67A-2B0478E7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0560C-A282-4DBC-B9BA-C0433F9A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4D2CA-604E-4BE9-94B3-A5D7A580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92588-0F46-42C1-94F4-72535C0E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CLASSIFY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17320-812B-4CF3-8C2C-599BE187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오류 class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F6B89-8F0C-47EB-A953-12528DA3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98170-5ADE-4E6F-ABFB-DE3C9ABF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8D300-626B-4575-AA1D-53AD7004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EEF93-DAE0-4EB0-9F89-37AFE585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attempt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FD0EC-21D9-485A-94FB-7A5E693B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40C882-DD26-4C3E-B47F-70C210A7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8E670-9CA0-4B81-B8F4-D4D4274A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D925A-88A9-44E4-B5F2-2B4588C3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retry·review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39B4E-13A8-4D08-A053-C9F0AF32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D31068-8BFA-45CE-BC01-04A23874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0C7959-2E85-48F9-A3A0-ADACEC48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6CDBB1-BCFA-44CE-B6E0-7073C835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terminal status</a:t>
            </a:r>
          </a:p>
        </p:txBody>
      </p:sp>
    </p:spTree>
    <p:extLst>
      <p:ext uri="{BB962C8B-B14F-4D97-AF65-F5344CB8AC3E}">
        <p14:creationId xmlns:p14="http://schemas.microsoft.com/office/powerpoint/2010/main" val="920801965"/>
      </p:ext>
    </p:extLst>
  </p:cSld>
</p:sld>
</file>

<file path=ppt/slides/slide25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AB572-4BFA-4651-85E1-46C8826D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D074A-E677-4795-AF06-B864B506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Human review 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0C0FC-EC3C-4E14-9347-1A36D0A7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11F9B-4E4C-4B99-B13A-AF95EECC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23112-6FF2-448C-A232-81AFC4D2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9F1FF-DCB3-4481-A89D-705284FC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47A62-2F3A-4367-A55C-DBF244B3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A0A7F-532C-4432-A567-7677B99C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B0624-8ACA-4B73-9BAE-5854A460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E36D0-BF0E-48C3-85A1-ABEFFCEE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4B035-663E-4400-A919-A92F030C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325AA-E09E-4178-A324-D274E123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SHOW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27C96-9265-487E-8D7F-FB65A0E3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draft·evidence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DC8DC-6A7D-4BF5-8058-B77F36EC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39628-5E9E-41C8-9B02-651E7A62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C8A67-25BD-4E0B-8194-9E3FA1ED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DECIDE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BE963-C31A-43EC-9A7C-B82F7CC3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A/E/R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D6853-D8CD-4399-9F4D-4F2CEAC0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07905-D118-4980-908E-5B632120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13029-F8C0-4DE2-B863-3FCABD1A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RECORD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66788-A694-473E-926F-BD48E725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review event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0D46C6-6160-41EC-8ACC-82039B02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9FDEB-B97C-4A68-B5A7-7701C307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4AA3BD-3690-4697-9F45-155F7FBE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RESUME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834AF5-BFBF-4D55-A7DC-DBA83BDC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same thread</a:t>
            </a:r>
          </a:p>
        </p:txBody>
      </p:sp>
    </p:spTree>
    <p:extLst>
      <p:ext uri="{BB962C8B-B14F-4D97-AF65-F5344CB8AC3E}">
        <p14:creationId xmlns:p14="http://schemas.microsoft.com/office/powerpoint/2010/main" val="178131722"/>
      </p:ext>
    </p:extLst>
  </p:cSld>
</p:sld>
</file>

<file path=ppt/slides/slide25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480CAE-9E03-4457-8CC1-5FB2A0D4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4D037-A8DA-4F4F-A59C-508F1A53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Interrupt payload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4796C-15DD-4741-83F3-2D8C9443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C5C7D-B596-4532-BEB8-15179B82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F3959-B53C-42EA-BEFE-341C9300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D4221-8730-4019-8239-43353DD0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4AC37-748B-4E00-A3FB-21980393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E2993-0D22-4443-B20C-A90DEB3E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D04DB-77CC-4A5B-A5D1-65A4D2E8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50A93-0A50-4B19-AF15-A3789DCC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D8DAA-287D-4915-A6D4-9211BAED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120FD-C3B5-4857-BFCA-0B933E1B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A4569-3AC9-43DD-B555-EFE24D19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무엇을 하려나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FF88D-3228-4DDF-9F8E-EEA06959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7BE63-C4A9-40A8-8B20-24F027FF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0A5CD-2285-4608-B6FC-78EC1D7F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5CC5C-3754-48E7-8275-FDA6265E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어디에 쓰나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1CED6-EDE6-4A23-82D5-6B03E7B5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AD9FE-A380-4307-B8EC-C8577FC4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C47668-9305-4820-B734-E4687E64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2A42AA-CE51-4D5E-9B0C-0DB314E0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왜 검토하나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B9761-0149-4407-B891-16CA32DA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B4ADA3-D61C-4167-BE30-7485D337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770816-B0FA-4C76-A724-FEB91989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OPTIONS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7E084B-4BCF-4D39-87E7-E5DEE235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승인·수정·거절</a:t>
            </a:r>
          </a:p>
        </p:txBody>
      </p:sp>
    </p:spTree>
    <p:extLst>
      <p:ext uri="{BB962C8B-B14F-4D97-AF65-F5344CB8AC3E}">
        <p14:creationId xmlns:p14="http://schemas.microsoft.com/office/powerpoint/2010/main" val="87054194"/>
      </p:ext>
    </p:extLst>
  </p:cSld>
</p:sld>
</file>

<file path=ppt/slides/slide25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5C1461-7AFC-425C-A44A-5E2AE1B3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37D03-2802-4A6E-8C5E-E07890B3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Idempotent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AA0B0-1D6E-4126-8237-B647EA19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88C8F-158D-491F-A78B-86C4C109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90C5D-6F4B-4003-92DF-53CACE2F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8877A-8526-4F98-9F81-78740E57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9B945-FD9B-4E92-BCF2-F712C874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FA5A6-BE34-4D30-BC31-02F8D714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DFB60-92EA-4B66-885F-3137469B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4BD9B-C808-47BF-B5B2-DAC85579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CAE71-AB0E-455E-8FD5-DDB27FE6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F5FB8-AF31-4795-8900-72748722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5035A-1BA0-4B8E-8E8B-1F846494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request_id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80900-F536-425A-A324-CA4F25FE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E0776-4F38-4B42-B792-781F2451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58E65-028C-42A4-AC9B-4C8637D2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LOOKUP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F0588-3B7B-4DF0-8C29-E586BB42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기존 성공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D66CD-F2C5-4B8D-B22A-3942ACA2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06068-AD73-4148-B14B-88B578FE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4304D-A12B-4126-B531-83F21B62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WRITE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BC0F3-8329-467E-8AB5-571E8595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한 번 수행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42292-3AB2-41E5-B3E8-F329AAD9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21BCA-63B9-4D0A-8B75-5503EA2F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C9B51C-1874-437A-89C5-B1FC5B9B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RECORD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F0B580-5C80-43A8-B1BC-272F877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external id</a:t>
            </a:r>
          </a:p>
        </p:txBody>
      </p:sp>
    </p:spTree>
    <p:extLst>
      <p:ext uri="{BB962C8B-B14F-4D97-AF65-F5344CB8AC3E}">
        <p14:creationId xmlns:p14="http://schemas.microsoft.com/office/powerpoint/2010/main" val="1390566585"/>
      </p:ext>
    </p:extLst>
  </p:cSld>
</p:sld>
</file>

<file path=ppt/slides/slide25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F38204-F07A-40E6-870D-F9204E48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85928-7091-4BB5-A1B9-055115AE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LangSmith 연결 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C8924-9A26-4131-84CF-0DD15D17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EA8D0-50DC-4853-938E-9FE91670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8364A-95C8-4FB5-86AA-8EEDEA44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5650F-20C3-4669-8CBB-908E3DE7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DD509-3131-478C-AB83-22AE287C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A880C-D11A-455D-9FDD-D9DA8022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3C5CD-AFE7-4C9B-997B-2ABFDB14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BDD61-4557-45AC-81B7-5D2DBBFF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03BD7-E7F4-47D0-85FE-837B13B1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73B34-4CA9-4541-8FEB-BF45834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FF4E2-CF0C-4770-BBF4-16DB2107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graph 전체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3933D-E8F5-405F-A9A9-3C47F86C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AAA38-22C6-4D91-ADB9-3FA60E48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68AFA-3756-470D-98F4-A4E85CCF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63C2A-79BC-4955-BE5F-7564040E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node·LLM·tool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F35B1-BE27-4AD3-808D-0F45904A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E4FA9-405E-4144-A6F6-229B575F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4F4DF0-388A-450B-876C-71498CDA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META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EC9FB-3C1D-48A6-95CE-26D98E9A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thread·dataset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EC128-D1C2-45E5-92EE-22928415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1A5C0-D82F-40F9-89FA-3F3D6F9F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5E9C8-960A-42A9-9F99-6C479145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FEEDBACK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AE9C98-17C4-412C-939E-B994441B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human decision</a:t>
            </a:r>
          </a:p>
        </p:txBody>
      </p:sp>
    </p:spTree>
    <p:extLst>
      <p:ext uri="{BB962C8B-B14F-4D97-AF65-F5344CB8AC3E}">
        <p14:creationId xmlns:p14="http://schemas.microsoft.com/office/powerpoint/2010/main" val="1297633588"/>
      </p:ext>
    </p:extLst>
  </p:cSld>
</p:sld>
</file>

<file path=ppt/slides/slide25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5670B-0215-411C-8CC3-6C2DB717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7F7FD-F529-4CE1-820D-B3DDDB1E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LangChain overview · 조합 계층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75243-27BB-4E11-BB50-A7207F09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5B17F-86C7-4BBA-B33B-28904C6A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0CF37-F117-4C05-B9D3-0D17EED0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A39D0-DEA8-4F35-ACE7-4ED03541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CADD1-B7E3-4316-B0B8-D8BD664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8EC69-058B-42B8-941F-2B9F8DD1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model·messages·tools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77D27-918E-4C95-AEF8-1008A7B2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E631D-DD42-48CB-A85C-E3732436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structured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5FC7A-A8C5-49B1-AE66-6E65C649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31CC5-7F95-477C-ACB2-068652B7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빠른 조합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B2FF4-E7B7-4851-9B08-D7F134E1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A0EF1-C008-4CE2-BD75-81C4EDF6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제어 흐름은 LangGraph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DD52F-9DEF-4C83-AF09-D6AFA723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70b62a9ba43e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FEE15-8323-4AFC-AF6D-4E3AFA03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LangChain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491435525"/>
      </p:ext>
    </p:extLst>
  </p:cSld>
</p:sld>
</file>

<file path=ppt/slides/slide26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DFD7F-A8A3-48CF-A126-6EDA931D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51FE9-CC53-4546-8AA6-0F8952B0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LangGraph overview · stateful orchestration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8CFAD-DB54-4085-A58B-101AAEFB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444F7-649A-4C2D-A0A7-DDCD11F2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1E140-7157-49CC-8F1A-40822510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1B65C-EBC8-48E2-929F-ED575F71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91044-DDAB-452B-8A24-80090A8A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B3776-0C41-4E0F-8351-C03539B0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state·nodes·edges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219C9-D7A2-4E4D-98D1-0CC44227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C6B02-957B-4FC0-A1D1-FD50FDAF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durable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D7C1B-E779-4225-81BA-4D26B55A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A09CC-D55A-4463-BB87-AF620ECA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human-in-the-loop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26083-7316-4F64-8BBE-9F336CA4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CBA63-2A9C-4893-BAD0-FEE357A1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장기 실행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93CED-EFE9-4EC9-B6BB-AF0B3910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e6aba9dd2455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812CB-8DC0-4E98-B3DE-7AB9B28D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LangGraph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433989898"/>
      </p:ext>
    </p:extLst>
  </p:cSld>
</p:sld>
</file>

<file path=ppt/slides/slide26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C1EE65-52B6-481A-8297-BB1C910A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2F878-FAA3-4AD6-961D-84AF4E8C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LangGraph interrupts · 사람 입력에서 중단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D7726-61A6-4C71-9015-32173DB5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ADDD8-ECFA-46E7-8537-9CC3B876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44B32-C721-4A2D-B883-46A50CD6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84DF3-9790-46CB-828A-97DC3BF4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C5FCE-D04E-4D42-A7F4-D4F307B3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CF8EA-5AD1-49DF-BC02-026D709C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interrupt payload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4AE22-3D63-4D4C-A184-6AE3CC69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9BDCE-92A7-4E1D-8423-5E97B95E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Command resume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FBCEE-DE46-48A6-B08F-598EDD24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B6255-13C5-4503-AF7B-973F3E27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JSON-serializable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8D30C-270C-4609-84B2-9676A87A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29EA0-1F12-4084-9558-E7AEA16F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side effect idempotent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25E52-227B-4F74-A456-E5577D0D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b962989fb44c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9FACC-FB3F-4730-A970-573F2083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LangGraph Interrupts 공식 문서</a:t>
            </a:r>
          </a:p>
        </p:txBody>
      </p:sp>
    </p:spTree>
    <p:extLst>
      <p:ext uri="{BB962C8B-B14F-4D97-AF65-F5344CB8AC3E}">
        <p14:creationId xmlns:p14="http://schemas.microsoft.com/office/powerpoint/2010/main" val="709916612"/>
      </p:ext>
    </p:extLst>
  </p:cSld>
</p:sld>
</file>

<file path=ppt/slides/slide26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85F467-6125-4B1A-94C7-37018442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0C674-6B53-4592-B0E0-EE33C647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LangGraph persistence · checkpoint와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46747-A9E7-4978-8576-1AD47A31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F821B-9EA0-4875-8AAA-1678D8BD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9B981-1FF4-4CE7-97FC-1E12A382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7F605-7408-4EAC-AD4E-BE123B77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216DD-4009-4C89-B70B-C7207A6A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7079E-20FE-46F8-8BE1-891DA042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checkpointer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81E3F-B0D6-4293-B329-0FBF2733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535AF-6971-4DB2-9EB8-F17DEA56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thread_id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3B70F-893C-4B08-A388-F031C705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5BAC8-384F-4105-86E4-717163FA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state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C906A-F0C5-496B-B9AB-25701C67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A12CB-FF75-4BF9-B648-AE784BA0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fault tolerance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76807-2DAB-4F82-A79A-91196DDD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2d0137fb64e13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40BC2-482E-4C9E-8372-7EA4124E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LangGraph Persistence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240574829"/>
      </p:ext>
    </p:extLst>
  </p:cSld>
</p:sld>
</file>

<file path=ppt/slides/slide26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E2F68-AFA2-4D9C-B98E-3E686686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3A816-4E59-4161-869D-09F9C4D6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State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2CAD2-6C6C-40BD-8CF4-2CCE16A6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D8102-1880-41D9-A72D-85C454F0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1A8BB-816D-41F7-8DD3-052577D1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79088-AD3D-47F4-B927-47B35BC8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7FA72-2E2F-48E5-AE8F-EB910E73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44CF1-E167-466F-9067-F37A8A77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다음 node에 필요한 필드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8FED4-6427-494B-AFCC-1E779C85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0919C-E4FA-49B5-BF8E-9988032A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raw data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C4577-50C6-468D-A7BA-445CF273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5EB91-B83C-4804-A81D-A055E2B9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누적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A8C56-E02E-4DC1-A712-D8354524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FAFED-EA82-45A6-A1AA-55A3A29E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terminal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1D8F4-9805-43FA-AA4E-2BA00750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15A01-66D9-4C38-BB48-233152F5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class State(TypedDict):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request_id: str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transcript: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draft: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errors: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retry_count: int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approval: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status: str</a:t>
            </a:r>
          </a:p>
        </p:txBody>
      </p:sp>
    </p:spTree>
    <p:extLst>
      <p:ext uri="{BB962C8B-B14F-4D97-AF65-F5344CB8AC3E}">
        <p14:creationId xmlns:p14="http://schemas.microsoft.com/office/powerpoint/2010/main" val="1650770946"/>
      </p:ext>
    </p:extLst>
  </p:cSld>
</p:sld>
</file>

<file path=ppt/slides/slide26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419AA-E29D-4F5D-9346-7AE871EC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8DC12-6432-4CAE-94BE-66790B52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route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9926C-568D-473A-B8F4-E9B477D2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FAE57-E9B2-4749-9F09-E2F43C45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3D418-D2BF-489C-B1CE-11F19997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800B7-B2B2-493A-9CFD-E19CBBBF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73B57-BE1D-4B6F-B027-C6A18980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38ECA-9CFC-4495-A55B-7C216940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status 기반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7F8C6-F91D-4254-9C27-6827C708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5C31A-67C8-4168-8402-841753F9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bounded retry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0FB87-71C3-4340-9C67-DA7D0C58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8BE9E-67D7-4D9D-8B62-A0D65043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정책 오류 제외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7D8FF-EF1B-4123-9114-7F52F1F2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67B68-34FE-49AC-AC21-45F05881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명시적 failed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B98312-BDA3-431D-8BD4-4F1B6AA9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36B8B-2626-4745-B13B-D4B72E70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def route_after_validate(state):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if state["status"] == "READY":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"human_review"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if state["status"] == "TRANSIENT_ERROR" and state["retry_count"] &lt; 2: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"retry"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return "failed"</a:t>
            </a:r>
          </a:p>
        </p:txBody>
      </p:sp>
    </p:spTree>
    <p:extLst>
      <p:ext uri="{BB962C8B-B14F-4D97-AF65-F5344CB8AC3E}">
        <p14:creationId xmlns:p14="http://schemas.microsoft.com/office/powerpoint/2010/main" val="481219694"/>
      </p:ext>
    </p:extLst>
  </p:cSld>
</p:sld>
</file>

<file path=ppt/slides/slide26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8FBA3-2888-4662-BE1A-CFDD42C3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1459C-9627-445E-B3E6-B06CF5FE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Interrupt로 검토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3E428-8EC6-46A4-ADFE-BA783AAC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E1288-BB9F-4C2F-93E1-8E9BA61D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D4FA6-0561-4125-A442-3B2FE829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F67F0-F29E-4FD4-96B5-B803AA6A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BE728-C392-4BF4-B2D5-391B0A90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9278B-3A66-4F33-8756-0648317A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검토 정보 한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72AC9-3CFB-4049-B769-BF3C6F5A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B0C6C-2D66-43D6-86A8-5938F9DE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직렬화 가능한 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FAEA3-EC73-4CF4-A801-AD57E49B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F2C02-AE22-47B8-82B1-8FCB1F26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버튼만 전달 금지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CDD14-5F6B-4F31-8CCC-0AEC3422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B2AAB-46BE-4D09-89DE-492B769D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결정은 event로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DAD7C-0500-4BCC-A05F-D6951F9A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F6FFB9-3E97-468C-ABB7-BF38558C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review = interrupt({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"draft": state["draft"],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"evidence": state["evidence"],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"target": state["publish_target"],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"options": ["approve", "edit", "reject"]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451187144"/>
      </p:ext>
    </p:extLst>
  </p:cSld>
</p:sld>
</file>

<file path=ppt/slides/slide26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F7E279-A3D4-4E65-9959-41EA0683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3B2F0-27CD-4A7D-ABB1-AAA3CD48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Command로 같은 thread 재개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C9939-3444-412A-B73D-5C1698BF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E100C-F33E-42DD-8A8C-E5297D5F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418FE-AE4A-4AF1-A9BA-8CF752D3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34906-BF1E-4EAF-9E1D-E9E4F80D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37B71-CA59-40B3-B62A-9522AC4D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EA4F4-FF5C-401C-8662-F2ADF317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thread_id 유지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C146C-4337-41EB-A173-3B707B2A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4C593-C560-4867-B7F3-95ADA5A6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checkpoint 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95AC5-9F71-4F9D-965E-F6980035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D74B4-DCEE-46E4-AE35-46239739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resume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9B0E0-C76B-40EC-8A13-0E86ECCB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0EFA0-FAD4-4782-96FD-0F3073C9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new thread와 구분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A106A-1E57-41ED-B795-1A3989AA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CEC58-6A4F-42C7-B541-09164618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config = {"configurable": {"thread_id": request_id}}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first = graph.invoke(input_state, config)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# interrupt에서 멈춤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second = graph.invoke(Command(resume={"decision": "approve"}), config)</a:t>
            </a:r>
          </a:p>
        </p:txBody>
      </p:sp>
    </p:spTree>
    <p:extLst>
      <p:ext uri="{BB962C8B-B14F-4D97-AF65-F5344CB8AC3E}">
        <p14:creationId xmlns:p14="http://schemas.microsoft.com/office/powerpoint/2010/main" val="1692722628"/>
      </p:ext>
    </p:extLst>
  </p:cSld>
</p:sld>
</file>

<file path=ppt/slides/slide26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C74A5-99D5-4CB8-826D-2B5D5FF2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45AB7-5CFD-4C20-B0E8-38B0A568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승인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88B95-84B5-4373-9857-13D8EA71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843BB-DB56-4DF3-9F1E-00D5503C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5AD39-37AB-4639-90FD-6FCC66E4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E4604-C038-4BFF-8C84-015D024F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9897A-F954-4839-B517-2976D636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6E748-7288-4214-83D2-DEDABC64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누가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EA97A-9574-4248-8CAA-43059C7F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C5993-BA45-4A49-A9F1-F70F287D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무슨 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6F2BA-0C52-4728-8F5B-3BB95974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29EB2-CAE9-4770-B259-FA471FBB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이유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F5161-B1AC-436B-A81F-0F641B45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FA81F-25E9-405C-A9DE-6A58D685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수정 payload·시각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FE544-3D81-440E-AD7F-5266220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6525B-19AA-426A-B396-96270399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approval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"decision": "edit",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"reviewer": "role-reviewer",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"reason": "담당자 근거 부족",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"edited_payload": corrected,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"at": iso_time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2330028"/>
      </p:ext>
    </p:extLst>
  </p:cSld>
</p:sld>
</file>

<file path=ppt/slides/slide26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4A9EFB-FA7D-4F94-AAE5-8F35B9B5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4A439-88CD-4005-AD21-F906B8A8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중복 publish 방지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62679-9561-4CDD-BAE2-7D52EA29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D412D-68B5-4EEA-96EA-57FC74A1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03213-8FA4-443E-9CDD-743682A0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611C4-AC63-4000-8A0F-4E63003F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06E32-BB57-4562-AFCD-078D6C0D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5124F-6A20-438F-85B1-CF97A8AF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먼저 조회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094E4-352A-482E-9363-FE48428A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ADC75-77CB-40D2-B360-F3020E64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승인 payload만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B1EA2-E684-4E55-A6B2-912F8B5D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80F24-EE57-4643-A46E-7CAE59D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외부 ID 저장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1C873-3C7E-42B6-80A8-89DB7561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80491-CA17-4A2F-8F6D-EEBFA49F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resume에도 한 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B293C-031F-4062-B982-6DEFAF98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C3331-7497-41F6-8212-140FDB84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if outbox.exists(request_id):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return outbox.result(request_id)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external_id = publish(approved_payload)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outbox.save(request_id, external_id)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return external_id</a:t>
            </a:r>
          </a:p>
        </p:txBody>
      </p:sp>
    </p:spTree>
    <p:extLst>
      <p:ext uri="{BB962C8B-B14F-4D97-AF65-F5344CB8AC3E}">
        <p14:creationId xmlns:p14="http://schemas.microsoft.com/office/powerpoint/2010/main" val="39512093"/>
      </p:ext>
    </p:extLst>
  </p:cSld>
</p:sld>
</file>

<file path=ppt/slides/slide26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1337C1-E62E-4E33-8158-C255A8DD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51BA0-0FDB-4612-A257-8557F854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1 · State 필드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44186-93F8-4521-89C3-C824D60F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E4CB4-7BAB-45FC-9B36-D21CF83E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CF08A-260C-4ED3-A302-067DBAEF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3014F-BEEB-4307-B249-E24D66ED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DAAE4-306B-44B2-B4C8-9482C8AA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CF218-7BA8-456C-BF33-FA092C3F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F3C6A-D7DF-4898-BAC3-C41E272F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4A82B-FCCB-4510-AFB5-5727E3DD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34F4A-F5DA-4DA4-ABFA-5D439615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E25DE-3AF7-4E18-AA27-43A67033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입력·중간·오류·승인 필드를 나눈다.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1ECF2-F68D-48D5-8973-A058BA4C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EDBD5-3774-4C76-975C-2DAD584F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각 node가 읽을 필드를 표시한다.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6D9CF-DDEE-422D-8283-313C07A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0006B-BEB4-4CB4-AAF8-D6ACDB8F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terminal status를 세 개 정한다.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21940F-8DA9-4297-B138-16BC6244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333D5-32DD-4EBC-A263-E4B7E906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불필요한 chat history를 제거한다.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763291-2D51-41F9-A53B-3EFCAAF4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F73BE-511D-4245-8365-A15B65D1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State schema 1개</a:t>
            </a:r>
          </a:p>
        </p:txBody>
      </p:sp>
    </p:spTree>
    <p:extLst>
      <p:ext uri="{BB962C8B-B14F-4D97-AF65-F5344CB8AC3E}">
        <p14:creationId xmlns:p14="http://schemas.microsoft.com/office/powerpoint/2010/main" val="25978583"/>
      </p:ext>
    </p:extLst>
  </p:cSld>
</p:sld>
</file>

<file path=ppt/slides/slide27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F65C99-787C-4E9F-92B2-7E73EAE3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96495-60C2-4DA7-9091-7E213F2A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2 · Node와 edge 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C30B3-2797-47AB-8503-EA96B3FD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DD31B-AE3D-4C8B-A326-457E946A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8C7ED-8405-4994-AB8E-1B024E4B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A8356-8DF8-486E-8258-47759560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DB2C0-3129-491D-98BB-ED5D8CE4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A79B7-4A7D-4060-961A-7CD369B4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38507-09ED-41C8-B739-CA0317F2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E6EE2-5205-4F84-BA99-C09F8236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B2890-C2F6-42B3-99DE-139889E0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A147E-5D06-432B-A856-072CA4E7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transcribe부터 publish까지 카드를 놓는다.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C1E6E-8BF2-4334-9525-2A7BE927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E360D-3F06-47A1-ADE1-BD986AD8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각 node 한 책임을 쓴다.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23C68-F6B1-4011-94D2-419E4E43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543BA-860C-47BA-9D01-F85D30F5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성공 edge를 연결한다.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49DCF-373C-46FB-ADCB-771D45B6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08CBC-26FD-4F7E-BF63-9148C955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오류·review edge를 다른 색으로 연결한다.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056B3-2789-449D-92B0-3C36CC3B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988D2-6525-43EC-BE28-2C1E242C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graph sketch</a:t>
            </a:r>
          </a:p>
        </p:txBody>
      </p:sp>
    </p:spTree>
    <p:extLst>
      <p:ext uri="{BB962C8B-B14F-4D97-AF65-F5344CB8AC3E}">
        <p14:creationId xmlns:p14="http://schemas.microsoft.com/office/powerpoint/2010/main" val="1797594065"/>
      </p:ext>
    </p:extLst>
  </p:cSld>
</p:sld>
</file>

<file path=ppt/slides/slide27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4B14F-F52D-405A-97DB-DA744198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E0F92-36C6-490C-A40A-36AF6511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3 · Retry 정책표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8C2F9-9D0B-42AE-9E9C-084CF700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F34C8-380A-4228-8B0C-FFD71F1A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4D42A-C02A-4EEA-9C65-74134FC9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C24FE-D7EF-4611-8774-7A0E60C6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0CC32-8DB3-4C27-8782-3507F2E1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A10A5-E215-4B16-B697-FE861B67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BFD67-A490-48B5-9D41-8D1016AD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76D04-EACE-45F8-9794-3BB5BF06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8838F-C37E-4DB9-BD36-FBF9AB27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77FCC-9446-4DE0-BAD0-12FDB76B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네 종류를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63194-EEC2-488F-8B0E-DF3CA1F2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9F66A-EC3C-448D-B84E-C6AB7A30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각 오류의 retry 여부를 정한다.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BD7D7-4FC3-4827-9F4C-07756D5D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B0F97-7872-4DA5-91B9-46555546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max attempts와 backoff를 적는다.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4EF89-CECC-4B95-B570-B70D2352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9EBE1-9358-4F44-928F-9DACBF3E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exhausted 후 상태를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416AB-FFA8-4F79-83FB-73E63794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D5C64-BD41-4C2A-A8FD-A61B50CD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retry matrix</a:t>
            </a:r>
          </a:p>
        </p:txBody>
      </p:sp>
    </p:spTree>
    <p:extLst>
      <p:ext uri="{BB962C8B-B14F-4D97-AF65-F5344CB8AC3E}">
        <p14:creationId xmlns:p14="http://schemas.microsoft.com/office/powerpoint/2010/main" val="1792981248"/>
      </p:ext>
    </p:extLst>
  </p:cSld>
</p:sld>
</file>

<file path=ppt/slides/slide27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5DCD9-8A8D-44E2-A296-F1FE034C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C3E42-E38F-4D91-B72B-75A95899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4 · Reviewer 역할극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23B56-4DCF-4D51-B950-C71DA8DF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7171F-1AC3-4E74-94E8-EECFEB0A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0B7FC-B16D-4A27-8BB6-A7AEC652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A88C4-4FE3-4811-B61E-5790FA99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F5C42-0B70-47B5-B598-3F7E5D34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E2A12-4916-445A-8D7E-14859F12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75AF4-1F00-473C-82E2-A3CAFCE0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26295-30D5-487A-B6A9-132349BD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FBE5D-165D-4A84-A9AA-EE907ACA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3520E-F197-47EB-9E7A-6D2B436F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A는 Agent, B는 Reviewer가 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802B5-45D1-473A-B771-471ECCB1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B6A68-E19F-4742-9F82-D70E1049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초안과 evidence를 비교한다.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B6C7A-3AC2-421B-89C4-B7EF2552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94D5D-D036-44F2-AF38-69926575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approve/edit/reject와 이유를 남긴다.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B9489-D98A-44CA-960E-7E28C4AA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36410-1B82-4C3E-BF88-488EB143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역할을 바꾸고 낮은 confidence 사례를 반복한다.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06C8C1-65C5-43FF-85F1-5FF5FE14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00CE7D-2050-4683-AFF5-F38575F4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review event 2건</a:t>
            </a:r>
          </a:p>
        </p:txBody>
      </p:sp>
    </p:spTree>
    <p:extLst>
      <p:ext uri="{BB962C8B-B14F-4D97-AF65-F5344CB8AC3E}">
        <p14:creationId xmlns:p14="http://schemas.microsoft.com/office/powerpoint/2010/main" val="487442027"/>
      </p:ext>
    </p:extLst>
  </p:cSld>
</p:sld>
</file>

<file path=ppt/slides/slide27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8A478-D96B-4E50-8201-039111CE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BDC43-35F5-4DF4-9F86-38169B93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5 · Idempotency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7675C-4B67-448E-A703-C8263F48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2DAB7-2582-46B5-AF8E-F6B50E67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FE330-FFC3-4B12-AA4C-CB0EF58A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EDD01-8D31-437F-9710-40266096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AC3ED-B516-483F-A6E8-99EE7CEA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CCC70-2120-4AFB-BF21-30BCC462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215ED-FC1B-44F2-A738-42A38C82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6EEF6-3E47-44FC-AC86-292EAFEF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A0E6E-8C8C-4CEE-9C3F-A0868E9C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DB278-89A7-4845-8C06-3A505D1A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interrupt 이전 side effect를 찾는다.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21A23-D6E0-46D1-83CE-1481E6F6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91A56-A600-47E6-BF78-FA281EB7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재실행 시 중복되는 행동을 찾는다.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06374-7A25-4C28-9E6A-BD790498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DF7E6-2FC7-459E-90DF-CEED0D6D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request_id 저장 위치를 정한다.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7763C7-BCDD-4C27-A9F0-FB6C6DFD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1C18C-47AA-44DB-8498-F1AC745B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side effect를 interrupt 뒤로 옮길지 결정한다.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91976-B2FD-4999-A0E3-C3DA5A38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662BF-014C-4443-9F72-3E7435E1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중복 방지 설계 1개</a:t>
            </a:r>
          </a:p>
        </p:txBody>
      </p:sp>
    </p:spTree>
    <p:extLst>
      <p:ext uri="{BB962C8B-B14F-4D97-AF65-F5344CB8AC3E}">
        <p14:creationId xmlns:p14="http://schemas.microsoft.com/office/powerpoint/2010/main" val="1593312805"/>
      </p:ext>
    </p:extLst>
  </p:cSld>
</p:sld>
</file>

<file path=ppt/slides/slide27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B81717-6491-40BD-A91D-5DF9D7BA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F259E-3233-4A0D-A714-613DED93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1 · State에 모든 것을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2476E-C742-40E9-9473-9BED0058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933BA-FC86-4C57-88C8-F7969315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2E7AA-09EE-4385-A986-B57B754E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93122-1946-440F-88E1-3CD99BBF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6C85D-DD35-49F2-80E0-0F718C1A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B01E9-3BFB-4D58-82D8-6A5554A6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FFE2C-D835-4051-8974-039C601D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3E9CF-305F-4878-8BAB-C51BC2C6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5AAC1-09E6-4DCF-83F2-8B75DA74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거대한 message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AE79B-7013-4A88-A93F-1618025C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AED56-97B5-4CC7-A78D-0CA6FA68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binary audio 포함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A1558-A7D5-4AB8-A2C0-BF3F8FCC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E6E55-E046-4D13-BFE9-B8F40095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개인정보 장기 보존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D5A9E-543B-4BC2-B77B-5AAF0A32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6ADBE-0E94-4ECA-9131-FF09744E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node coupling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057B8-B09A-4D39-92BE-F6C3D960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63353-409F-4AE3-9D8F-E26D18D1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최소 structured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6D96F-A116-4AE8-829E-568AA0A8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6B9F3-BB21-4FD3-B3FF-670498C8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원본은 보호 저장소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319F0-CC58-4501-94F2-3CC920E5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04BA85-9C6E-4124-8810-C986FC74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reference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FD461D-24B6-45B1-B9A2-7FE6C2AD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3BB86-76CA-474B-9A7E-716447FD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node별 계약</a:t>
            </a:r>
          </a:p>
        </p:txBody>
      </p:sp>
    </p:spTree>
    <p:extLst>
      <p:ext uri="{BB962C8B-B14F-4D97-AF65-F5344CB8AC3E}">
        <p14:creationId xmlns:p14="http://schemas.microsoft.com/office/powerpoint/2010/main" val="897486572"/>
      </p:ext>
    </p:extLst>
  </p:cSld>
</p:sld>
</file>

<file path=ppt/slides/slide27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BC496-18CF-423E-9D98-B1270632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1D169-5AEF-4843-8ED3-3861D9EE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2 · interrupt를 try/except로 감쌈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68772-5D64-4D02-8E0C-D692AD83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11A08-5F85-41E7-9B77-EB33040F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0D797-002B-4509-B7C4-001DD248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906F7-8701-47B1-8FA4-3F7391E4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CCF47-9DE6-4429-A881-538612D8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D6D02-A058-4868-9230-F2789707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3FCD0-219E-4C0F-9E1A-B3DB74A9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51BDF-4677-4AD9-A7F1-035ED2BE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ED6AB-0232-4809-A827-D9EDA17A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중단 신호를 오류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2D490-AB11-47ED-ABA5-D79CF264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19C22-7A6F-4A66-A98E-4658EBC6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재개 불가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B78D9-C512-4908-8EDF-D59B8E1F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5B4C8-E1DC-48D4-B006-BE23A4F6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state 혼란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E1C48-275C-4809-A0CF-101DEE06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4FEEB-93D1-470F-BF77-81C3F2C5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반복 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0D42D-B591-484E-8617-132B9CC6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88909-9C54-4557-B555-2778DC4E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공식 interrupt 규칙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42CED-F962-475E-8239-DEB628BB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1CD41-CB42-42F5-BF3A-A3A87AE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직렬화 payload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5714C-933F-438A-8F20-6FDE2E4D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57FD72-3D35-40D6-A225-8AF88771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같은 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4F75FC-12C1-45A6-8B91-B368A393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5CAD4B-675B-4712-B649-BC3211B2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명시적 resume</a:t>
            </a:r>
          </a:p>
        </p:txBody>
      </p:sp>
    </p:spTree>
    <p:extLst>
      <p:ext uri="{BB962C8B-B14F-4D97-AF65-F5344CB8AC3E}">
        <p14:creationId xmlns:p14="http://schemas.microsoft.com/office/powerpoint/2010/main" val="372999419"/>
      </p:ext>
    </p:extLst>
  </p:cSld>
</p:sld>
</file>

<file path=ppt/slides/slide27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AADA07-0A15-4378-AA28-E41B848D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409BF-C9B8-45F8-B1AC-0F011A36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3 · 승인 전에 외부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D711E-20A1-4ABA-8426-D9DF71A7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5929E-2D38-41C6-9AF6-E565E55F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20570-E6CD-46D0-97C3-D56E3705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8D5A5-D46B-429B-977E-B3A35A32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70FA8-3CA1-43C8-B7E0-CBEEC40F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16C53-17A3-402A-9DAC-7CE3F33E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D2660-1747-48AE-B167-28AEA808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30789-8E6E-404B-B501-F2710FC6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80784-59DD-423E-A95D-322238DA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재실행 중복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C6C20-CDD9-48D6-A63D-891607B9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E92C4-E405-4164-94AD-2739FD30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확산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ED5E3-5062-4B56-A7D2-FF7E2582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498E5-A3AC-45B9-8993-4825B9C9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사람이 취소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90A42-ED2A-4A55-A676-B9183971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06702-CBA9-4D55-A8F4-8D1AFED8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감사 추적 부재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BC921-9219-409B-B9C7-9AC98856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D798D-5EA5-4FE7-A05E-62BA3E65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draft·preview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6ED1C-32C0-43A5-81BA-C7A8B3B5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0C574E-ACEA-4CEF-A950-57CB25D6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interrupt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92BDF-44CF-4F21-9C87-ECC7D99C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18A5A-5F6B-4422-B131-F9957D7D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approved payload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E3AFB-BF97-4AAE-829F-7FAB7876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8B9B4-EFE9-452D-8E1C-B3587811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idempotent publish</a:t>
            </a:r>
          </a:p>
        </p:txBody>
      </p:sp>
    </p:spTree>
    <p:extLst>
      <p:ext uri="{BB962C8B-B14F-4D97-AF65-F5344CB8AC3E}">
        <p14:creationId xmlns:p14="http://schemas.microsoft.com/office/powerpoint/2010/main" val="1134653889"/>
      </p:ext>
    </p:extLst>
  </p:cSld>
</p:sld>
</file>

<file path=ppt/slides/slide27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EE6CC-4AAD-4C4E-828B-64583444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BF693-68EB-4804-A80B-174CC385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4 · thread_id를 매번 새로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FD925-EDAF-431D-88CF-812BAB9B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F22D4-ECBC-44C2-862A-DC406DF8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2D7AB-AC35-4BA5-8F15-9BB439B1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4A917-207B-4E63-80F8-5BC31603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9A06D-B422-47AE-83F4-24F7D41D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BADF3-855D-47AA-AD58-09DC53A2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66B67-7C13-4019-9E18-87958385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992FD-B01A-4EA0-9C0C-A49F0FE2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C9181-8FC0-44D4-8B83-175F9481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checkpoint 못 찾음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C2866-DFD0-463B-92EA-8523F906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7A680-6554-4A5C-83EC-901BF081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처음부터 재실행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37B0E-D827-431E-ACCC-E718833C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986D5-4C7B-41FA-ADFC-C74F2157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승인 유실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91275-82FA-4261-A10D-896009D2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B308E-3C1E-40BD-83C1-0801F9C2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중복 side effect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957FA-8D97-402D-B2A2-6AEC07D5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C1989-7D0E-4A0D-9678-6418DD2C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stable request_id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B7488-7596-4DA6-90A5-449A69C6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9F8D1-4EAF-4C9F-BB0C-BE7D2E6A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same config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BDA72-B3AC-49C5-BBF9-A45C168F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6ACC4A-87C1-456F-987A-D50DD1CD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state history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8A9705-F254-4DAD-B6DA-86E41E62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0057B9-72DB-4BC7-8ABD-5FB2D1FE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새 요청만 new thread</a:t>
            </a:r>
          </a:p>
        </p:txBody>
      </p:sp>
    </p:spTree>
    <p:extLst>
      <p:ext uri="{BB962C8B-B14F-4D97-AF65-F5344CB8AC3E}">
        <p14:creationId xmlns:p14="http://schemas.microsoft.com/office/powerpoint/2010/main" val="438762399"/>
      </p:ext>
    </p:extLst>
  </p:cSld>
</p:sld>
</file>

<file path=ppt/slides/slide27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DF0648-A442-4621-8D55-4E581C58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30164-73A3-4D8F-8ED4-8FDD8F33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재직자 · Human Approval 운영표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918A9-8DE1-4BD1-96C5-776902AC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0D192-0ECB-4910-A7A3-29D4582F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AB62D-D3CD-468C-9AE7-8994B03F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EB630-1949-42DE-B356-CE74CB13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36000-4AE6-4F9A-BB8B-8DBB9862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승인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F92B6-E96E-4BF0-9A17-46B0B7BC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운영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57F48-D45D-4D4B-A10A-96369146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E4C97-6CCE-4975-9FBD-6E3BDA31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271F6-C498-48C1-BC34-76A29100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개인정보 flag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CF93F-BF11-4874-AE11-C5EDE51B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C079A-CA5A-447B-A799-D1C7154A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낮은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719D5-00E5-49FD-9DB8-69AE21AF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3D281-C311-4A6C-BBD0-76CA6AD0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외부 발행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C2DF3-C840-47A2-AA06-143805DD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0B8E36-E947-45F4-A68C-6C62B13F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금액·계약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9CCE6-8C81-4E80-AB2A-03ABD08A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095C2-EBD9-40FA-BFB1-98B0426E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reviewer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41E8D-0583-4C7F-A158-CE1A3FAC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240AA-238F-4782-9FA0-C7342C6F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467BE-9160-4D46-8805-7CFC7DBF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3C730-F2D3-437E-A5D8-4AC233AA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decision reason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0F69C5-3D35-4E67-A37F-262C6F88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7324BF-604F-4F08-858C-6AAE1B82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audit log</a:t>
            </a:r>
          </a:p>
        </p:txBody>
      </p:sp>
    </p:spTree>
    <p:extLst>
      <p:ext uri="{BB962C8B-B14F-4D97-AF65-F5344CB8AC3E}">
        <p14:creationId xmlns:p14="http://schemas.microsoft.com/office/powerpoint/2010/main" val="1421734169"/>
      </p:ext>
    </p:extLst>
  </p:cSld>
</p:sld>
</file>

<file path=ppt/slides/slide27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090633-7D38-4AB9-9415-7BAD0C2E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CAEA4-B5C3-45B5-91A6-64A289A8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구직자 · Graph 설명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F1CCF-2CD5-46F8-B711-5AFF9F0B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5155C-57BA-4B50-9CEA-50C71F65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5A80D-351C-431A-A955-FC226E3D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8165F-8F11-4852-86CF-918BDA8E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4CE32-15E0-4CC5-983A-5B9C2D19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보여줄 그림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EAB42-0B93-4428-96E4-2EE4A01F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말할 trade-off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A590D-75E8-4512-8065-4D047DCD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47914-20D8-47F9-8FA3-7B34B24B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846F2-F5F4-4D41-B32A-38603887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state 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161B2-3F3E-4725-AB6A-C45D8BB2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604B8-9EAF-46C4-95A3-C885C4C7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nodes·edges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82316-5CAA-4FD9-A5B4-9AF00822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7B438-5025-4A41-AEB6-F972F9A5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interrupt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307CD-755A-4BEF-B043-B8AC0248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9EC11-56AA-4FF3-994D-10F405BA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retry branch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4DC3EC-8AFC-4537-A3AF-F6DAAEBB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75539-93BA-40C1-85AD-0E0F72F2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왜 framework?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1C9DA-7175-4372-AF57-30265B15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03DC4-A18C-4AB0-8AB9-7ABE50AD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어디서 중단?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58721-961A-4C60-86DB-C14434AD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BAC57B-4295-4B87-A267-701647CB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어떻게 재개?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B29387-B249-4C13-8B01-CD158149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848302-3B13-4546-9393-D4175298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중복은 어떻게?</a:t>
            </a:r>
          </a:p>
        </p:txBody>
      </p:sp>
    </p:spTree>
    <p:extLst>
      <p:ext uri="{BB962C8B-B14F-4D97-AF65-F5344CB8AC3E}">
        <p14:creationId xmlns:p14="http://schemas.microsoft.com/office/powerpoint/2010/main" val="2074195817"/>
      </p:ext>
    </p:extLst>
  </p:cSld>
</p:sld>
</file>

<file path=ppt/slides/slide28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94ABC-B82E-4C74-B8B3-2C8959C3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EEA17-8910-470F-A508-76DBD708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16시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C758B-EED3-487A-9951-03C2A026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48C2A-43EF-453B-93E6-56C69B56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10D49-834A-4D54-B641-CDB8739A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5E0B7-481A-409C-A923-8FF0E868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1DA1B-26C3-42D3-934B-4A0C3D2A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F4790-AF1C-4FFA-8B6F-598C44A0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D5F19-3196-4D27-B980-73465528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052C2-ABA4-45BE-8073-C1D8A3C5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State와 chat history의 차이를 설명할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0A04F-4E8C-4640-B6E1-397CD314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C7AD8-50DC-47B3-9A27-C7A7D271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E01B5-BAE2-4AD3-A514-86559833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Retry 전에 idempotency를 왜 확인해야 하는가?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4AD89-8944-415A-A00D-E6F1B6FA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6FBBC-03C5-40FE-9BCA-6B678470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05B79-F4C9-42C4-A70B-86A59B71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승인 event에 남길 필드를 네 가지 말할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718549515"/>
      </p:ext>
    </p:extLst>
  </p:cSld>
</p:sld>
</file>

<file path=ppt/slides/slide281.xml><?xml version="1.0" encoding="utf-8"?>
<p:sld xmlns:p="http://schemas.openxmlformats.org/presentationml/2006/main">
  <p:cSld>
    <p:bg>
      <p:bgPr>
        <a:solidFill xmlns:a="http://schemas.openxmlformats.org/drawingml/2006/main">
          <a:srgbClr val="0A1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5BDAF-C42A-42B9-AED1-BAD21F0C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474EB-5B04-4470-84FA-AF44A568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CA01C-06F7-48D5-BA27-ADC1D11A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STT부터 LangSmith까지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90B5F-D984-4B07-9BB9-9BD3B71E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952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Managed 회의 기능과 local STT 원리를 구분하고, trace·dataset·evaluation으로 40시간의 평가 루프를 닫습니다.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AFC72-68B9-4F15-92BD-F9B4FFC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산출물 · 전체 architecture · 관측 필드 · 다음 32시간 실행 지도</a:t>
            </a:r>
          </a:p>
        </p:txBody>
      </p:sp>
    </p:spTree>
    <p:extLst>
      <p:ext uri="{BB962C8B-B14F-4D97-AF65-F5344CB8AC3E}">
        <p14:creationId xmlns:p14="http://schemas.microsoft.com/office/powerpoint/2010/main" val="126199469"/>
      </p:ext>
    </p:extLst>
  </p:cSld>
</p:sld>
</file>

<file path=ppt/slides/slide28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64B900-5B7B-4805-BEC0-CFCFD372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HOUR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9219C-EFD4-481F-8815-5B7B9F39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17:00–18:00 · 이 시간의 40장 사용법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2C158-ADD0-42CA-81FF-BCA9D55D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ADEBC-552C-4E43-80D7-A29E19B5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415A6-E290-4790-A9FF-51A0F55D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338CE-2DE9-4B2C-96C5-B1917E33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0BF96-5A86-4407-88A7-F34934CB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STT→LLM→Validation→Human Approval→Publish 흐름에서 무엇을 관측하고 어떤 기준으로 배포를 보류할지 설명합니다.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F8C03-F422-41C4-9797-A8AB451B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03F9B-0C37-48B0-9FFA-F2001579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34B61-AF19-482B-B56E-1A0CE4E9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 장 한 주장으로 업무 의미를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CE6B1-DEE7-4333-A552-63E4F122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B9D23-C3D8-4715-9C90-1B45F67C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827BE-5A4F-429D-ADE4-BCA5ED60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공식 문서와 실제 실행 위치를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E395A-03B1-4641-A7DC-CFD00CAC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B0538-9A5C-4E09-B41E-C9D9A68E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따라하기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14E29-A5E6-47B3-91A0-D118060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강사의 작은 단위를 같은 순서로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3789EF-EC60-4121-991E-3C30B7F3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BD7E9-56F9-45AE-9A1A-9913BBD1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실패·복구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0DC45-5ECB-4569-AB11-BF823396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오류 코드를 분류하고 대체 경로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17F61C-687F-45F8-9744-E71744BA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7CE881-2BC1-48F6-B412-C404FDC3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0D5E53-92E9-4709-8B1E-C1D7C5BF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파일·테스트·commit·설명으로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1638653337"/>
      </p:ext>
    </p:extLst>
  </p:cSld>
</p:sld>
</file>

<file path=ppt/slides/slide28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4B00A-2187-4BDE-AF8E-B79F9BE3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8E014-CE4C-4004-84F8-15F46A5D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Managed 회의 기능은 현업의 현재 출발점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CDF08-1F62-436C-864F-2892F2A9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6A967-7D9E-4E31-9D3E-CF7F962D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513DF-D544-4AA3-B521-0D35B194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5FF35-7982-4958-849E-84226C84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BA81A-312A-41B8-B172-9B42FA0D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2BDDD-A0B0-4953-AEE3-9E47BAE5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Google Meet 등은 전사·노트 기능을 제공하지만 계정·edition·관리자 설정에 의존한다.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15FE8-98ED-44AB-B3E0-10C9C004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빠른 활용 / 정책·보존 / 지원 언어·edition 확인</a:t>
            </a:r>
          </a:p>
        </p:txBody>
      </p:sp>
    </p:spTree>
    <p:extLst>
      <p:ext uri="{BB962C8B-B14F-4D97-AF65-F5344CB8AC3E}">
        <p14:creationId xmlns:p14="http://schemas.microsoft.com/office/powerpoint/2010/main" val="1010125235"/>
      </p:ext>
    </p:extLst>
  </p:cSld>
</p:sld>
</file>

<file path=ppt/slides/slide28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1EA7F-431E-4B35-9B41-FE215FFD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7E06B-0C74-4EB3-A5FA-18008A4A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수업의 local STT는 원리를 이해하는 최소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FA53A-3D43-4B32-AB5D-F340E91F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BA599-D3AB-4FDD-8F92-3AB3DDF2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717E0-36E3-484D-8271-D1141C15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1170F-583F-4931-89B3-68B431DE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E3D14-A44F-45B6-8E29-1683631D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faster-whisper 또는 whisper.cpp로 audio→segment contract를 직접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8F919-19EB-4C52-A6A9-42069265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7143E-3E7E-4601-9D6C-8DDD72B9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offline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DD3A4-CE3C-4273-ABD7-C6FBF5B7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44988-AF05-45B4-A413-D2147D0C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timestamp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9EED8-219C-4504-B7E4-8E6ED960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9BFDF-A3C1-4C75-8B4A-FC2798CD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model·device 선택</a:t>
            </a:r>
          </a:p>
        </p:txBody>
      </p:sp>
    </p:spTree>
    <p:extLst>
      <p:ext uri="{BB962C8B-B14F-4D97-AF65-F5344CB8AC3E}">
        <p14:creationId xmlns:p14="http://schemas.microsoft.com/office/powerpoint/2010/main" val="245610150"/>
      </p:ext>
    </p:extLst>
  </p:cSld>
</p:sld>
</file>

<file path=ppt/slides/slide28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5D2EE-43A4-4AB1-AAAE-6A8EAEB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89E79-DD88-4413-851D-A99083B9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STT 품질은 WER 하나로 끝나지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EAEEB-16C0-4933-B30C-6287FC3D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10647-B8B2-4082-B61C-1A5B4FBE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94974-752C-493A-9D58-C2042A84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8ABDB-428A-43D3-934E-523B87C7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931A9-6201-496B-9554-66C415FA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B75A6-B79D-44DC-A639-D5900854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업무에서는 이름·숫자·날짜·Action Item 근거 오류를 별도로 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6558C-6FA2-4843-9D74-6BC09B81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empty·repetition / entity error / timestamp / human correction</a:t>
            </a:r>
          </a:p>
        </p:txBody>
      </p:sp>
    </p:spTree>
    <p:extLst>
      <p:ext uri="{BB962C8B-B14F-4D97-AF65-F5344CB8AC3E}">
        <p14:creationId xmlns:p14="http://schemas.microsoft.com/office/powerpoint/2010/main" val="1157868526"/>
      </p:ext>
    </p:extLst>
  </p:cSld>
</p:sld>
</file>

<file path=ppt/slides/slide28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79B76-5F16-4E62-8EC5-64F7CECE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5F8AA-159A-432E-94E7-76DD0AD5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LangSmith trace는 실행의 계보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AC568-FE07-4B97-890B-8C927159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A0737-1290-4342-9EA4-58116EB5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9BFE7-F9F0-4096-B4FD-BA375347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74356-D44B-4491-AA65-C78E91BA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7DA08-5589-4BCA-B88B-3D523EE6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graph run 아래 node·LLM·tool의 input/output·latency·error를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C3DD4-DF47-460E-8F13-61008EEA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0A127-AED7-4B7B-BFB2-3A4E1322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parent-child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7A81D-BC5E-4AA7-B742-C7A8A3A4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9F2E7-1438-4D79-B09E-00A06DBB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42D57-2BDA-4CA2-8313-C5A248D5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C9C18-DD79-4F6F-B044-0B8803C7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tags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C44C3-F501-4BCC-AC51-5EE06808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08D00-5567-452B-8024-440B4426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1341902344"/>
      </p:ext>
    </p:extLst>
  </p:cSld>
</p:sld>
</file>

<file path=ppt/slides/slide28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D8BCD-9A9A-4D53-8055-EA61169E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736D2-D83E-48AD-BE51-36F27E4A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민감 데이터는 trace 전에 줄인다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8AEA5-1F57-4257-9174-57759E60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2A233-B6BA-4219-A0C4-44B7C3DE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4D8F6-6F61-4A5B-A54C-AE4165E8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1864C-3231-4DBB-B036-FB901A35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3D3CC-F21C-4EE0-98B6-BEE91173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CB1F7-170F-43AA-9C5E-53740D8E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교육 계정에는 공개·합성 샘플만 전송하고 원문·secret을 masking한다.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501DC-BAEC-4415-A571-EC8CCA11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anonymize / sampling / local JSONL / retention 확인</a:t>
            </a:r>
          </a:p>
        </p:txBody>
      </p:sp>
    </p:spTree>
    <p:extLst>
      <p:ext uri="{BB962C8B-B14F-4D97-AF65-F5344CB8AC3E}">
        <p14:creationId xmlns:p14="http://schemas.microsoft.com/office/powerpoint/2010/main" val="1050771560"/>
      </p:ext>
    </p:extLst>
  </p:cSld>
</p:sld>
</file>

<file path=ppt/slides/slide28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6A670-CBC8-4D6F-885F-C5BF3D90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57F25-A5C1-4C01-99D6-1ACEBF30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Dataset이 평가 입력을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7B02B-7C3F-4433-AE04-3BDD217E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6F172-4613-4BD3-9DEC-80273BF5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74BE5-BEDC-40BC-AF83-99836C05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691B8-4FA5-4074-BB7D-8ABB046A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2ACA9-33B3-47C8-A89C-65088E55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golden example과 실패 사례를 dataset으로 만들고 experiment를 반복한다.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B18B1-C9DA-4F13-9D36-FA2094EE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057B2-F7E9-4B92-A73B-D15883CD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AB1C2-B9CE-480F-AE15-90882D9A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AE2E6-FFBB-4C4E-AE47-86E4C96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reference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B80C4-C412-475C-8BBC-FFDFE7EA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B76BF-89AF-4C03-AF4C-F64C691D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37B88-575F-43EF-AA35-9AF1420C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FE406-0A99-4701-9237-991F9B94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version</a:t>
            </a:r>
          </a:p>
        </p:txBody>
      </p:sp>
    </p:spTree>
    <p:extLst>
      <p:ext uri="{BB962C8B-B14F-4D97-AF65-F5344CB8AC3E}">
        <p14:creationId xmlns:p14="http://schemas.microsoft.com/office/powerpoint/2010/main" val="1951563785"/>
      </p:ext>
    </p:extLst>
  </p:cSld>
</p:sld>
</file>

<file path=ppt/slides/slide28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7823B-FBE0-466C-B7B1-73A1E1EB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465BE-B3E3-4CC8-AFDC-F66BFF1E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Evaluation은 schema와 의미를 나눈다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4B72D-4E45-44A6-9037-05A4BC4E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C600D-A5DE-4556-B96C-6BF06F07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226AC-7E9B-495D-9F5A-9DB2BABA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60E42-7A3D-4E24-B60B-26EDBE98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9EB3A-05AE-4D7B-ABE0-285753DD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C05A2-77FB-426F-923C-15149CC1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결정론적 검사와 사람·LLM 기반 rubric을 구분한다.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26CF3-C38E-4EBA-AE82-C652D105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schema pass / evidence rate / task correctness / reviewer feedback</a:t>
            </a:r>
          </a:p>
        </p:txBody>
      </p:sp>
    </p:spTree>
    <p:extLst>
      <p:ext uri="{BB962C8B-B14F-4D97-AF65-F5344CB8AC3E}">
        <p14:creationId xmlns:p14="http://schemas.microsoft.com/office/powerpoint/2010/main" val="435331749"/>
      </p:ext>
    </p:extLst>
  </p:cSld>
</p:sld>
</file>

<file path=ppt/slides/slide29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59089-F47A-4B15-96D9-EDBF219D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F1776-8338-4303-8FD8-925B66C0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Human feedback은 품질 개선 데이터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56660-1EEE-4086-96F1-2E974919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CD0FA-1A34-430E-B1AB-AA6BF088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88581-3ED3-48FA-B420-008ADF45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9ED20-B310-48BB-ABD5-9DA880D8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0B809-F390-4095-946E-1F55C37C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approve·edit·reject와 수정량·이유를 trace에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FF7D8-0002-4225-B5A7-663700F2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52F09-59EA-49B7-98BE-121C0AC2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85162-BA36-465F-8285-6B383ADB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BFE6D-2618-4AAC-ACE9-93D407C1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edit distance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EA72D-4BC0-4243-9EF8-01A62E83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451AE-65D3-432A-9E44-BE4417EB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3D2A6-576F-4568-82E5-48BECD6D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4E27F-D38B-4B63-9830-AAF54700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failure category</a:t>
            </a:r>
          </a:p>
        </p:txBody>
      </p:sp>
    </p:spTree>
    <p:extLst>
      <p:ext uri="{BB962C8B-B14F-4D97-AF65-F5344CB8AC3E}">
        <p14:creationId xmlns:p14="http://schemas.microsoft.com/office/powerpoint/2010/main" val="36442079"/>
      </p:ext>
    </p:extLst>
  </p:cSld>
</p:sld>
</file>

<file path=ppt/slides/slide29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1230D-9003-4838-BF60-BC604235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E1B66-0FAC-4691-A4C8-A6472A65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Release gate가 모니터링을 행동으로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DE3C4-5702-4464-BE80-A433867A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FC839-D4B7-4FB4-86B7-158199EC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22AB4-C7C1-4FCF-A81E-184104FF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3C3AB-29FA-4676-B34A-2CC33BAB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6C0D5-1E9D-419C-8ABD-5F25858D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2CBE5-A90D-401B-886E-D32AC5F0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baseline이 떨어지거나 오발행 위험이 있으면 prompt·model 배포를 보류한다.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BA52A-48FE-4E14-9955-0799D754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dataset score / failure rate / cost·latency / false publish=0</a:t>
            </a:r>
          </a:p>
        </p:txBody>
      </p:sp>
    </p:spTree>
    <p:extLst>
      <p:ext uri="{BB962C8B-B14F-4D97-AF65-F5344CB8AC3E}">
        <p14:creationId xmlns:p14="http://schemas.microsoft.com/office/powerpoint/2010/main" val="2012002519"/>
      </p:ext>
    </p:extLst>
  </p:cSld>
</p:sld>
</file>

<file path=ppt/slides/slide29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725EB1-67A8-44D7-BEAB-7B22A6AE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3353C-B7E0-403A-95CC-DB25F2B6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전체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64DDF-D233-4F9B-8926-16D36C31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1558A-5D04-4686-8656-9B38A74F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AEC4D-F8FE-4438-90F2-248C409A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B5145-446F-4578-8579-D19C023D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0FD6A-C9B8-4AE3-881C-AD8B6775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66E86-F4A2-458A-B7E8-7B88A7F8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694B5-0EB0-4AC3-A516-740F1252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2E984-0F9C-4F73-8B8D-C2215588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D79AA-236B-4ADC-9B9C-98A020B1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AD190-F9D2-4180-95BE-5301CB0A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AUDIO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8CBA4-4C09-4CFB-8909-C879833E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metadata·STT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22F4B-8949-4D01-9432-D890A613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5A8A5-D81F-4E49-98B9-21304E23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E49EA-116F-4078-BA90-53C78E28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DRAFT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4BE49-E46F-4077-B7CB-9095B99B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LLM·schema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D9425-A177-4D8C-A685-26E3B8FC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B284D-19A8-4B24-B902-B41AAC82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7DAEC-2244-47F5-B6BA-62C55D02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8CBA6-30D8-4AEB-9AC1-0BECB75C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evidence·interrupt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2E9D44-76D5-45DD-8E2B-FEB6B210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7E8833-B2AF-455C-A217-7A124DD7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232888-C08B-446A-ABDB-6C5F0F96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PUBLISH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DED7A7-9FE3-4447-9774-30693284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승인·idempotency</a:t>
            </a:r>
          </a:p>
        </p:txBody>
      </p:sp>
    </p:spTree>
    <p:extLst>
      <p:ext uri="{BB962C8B-B14F-4D97-AF65-F5344CB8AC3E}">
        <p14:creationId xmlns:p14="http://schemas.microsoft.com/office/powerpoint/2010/main" val="686860218"/>
      </p:ext>
    </p:extLst>
  </p:cSld>
</p:sld>
</file>

<file path=ppt/slides/slide29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07C7C8-B50B-44BB-8818-1EE116E5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0F6B9-2122-4E84-993D-442B1716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STT 실행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FEB5C-E0B2-4CA4-BD49-4D7CAA60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997FE-D6D1-456A-8C3B-F05DB0D3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1B4AD-4876-431D-9F63-4EB97B19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7AD8F-8BF2-4856-AE33-BF203F61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FCD66-1CDB-4E71-8738-4EF33119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8166C-29E5-40CA-B774-13340EE0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0CE82-B3AC-4584-AC09-353F4B94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64A92-0070-41C1-938C-D563657D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51747-3713-47DD-8DB0-BDC2815C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D3393-562B-437E-BAB2-8CD1AF9D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F6960-19D2-443C-BB35-8AEAB24C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format·duration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FEE05-F789-4241-B571-EFE9AE6B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167CD-FE7D-45D8-8AF6-098449B4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711F2-D7C0-483C-AA6A-B804FBBF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TRANSCRIBE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12E4A-90E7-484D-A28E-459C15DB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segment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13BA5-034A-46E7-83A8-724FDE51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A4C23F-F4D7-4E92-8ED3-96503701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FF1D1-759E-4F92-BD65-07DAE6D8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QUALITY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606EC-217C-4309-847C-08ACA151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empty·repeat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36873-D811-4DA4-AFC3-3E599FB8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FC3CD9-3D97-476C-B352-3B2B1006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1062F6-B901-429F-9D74-5C23440D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4BF0F-1A9C-43E9-8357-CFC50E3D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정답 transcript</a:t>
            </a:r>
          </a:p>
        </p:txBody>
      </p:sp>
    </p:spTree>
    <p:extLst>
      <p:ext uri="{BB962C8B-B14F-4D97-AF65-F5344CB8AC3E}">
        <p14:creationId xmlns:p14="http://schemas.microsoft.com/office/powerpoint/2010/main" val="347017111"/>
      </p:ext>
    </p:extLst>
  </p:cSld>
</p:sld>
</file>

<file path=ppt/slides/slide29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FA1AFD-F196-437A-AD2B-7D277241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8924D-DA1D-499A-ADE0-FEB6A060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Trace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CE928-1679-4174-86D3-DFC94746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13D42-8E4D-4CE1-9815-B0A9EAF2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100CA-ACD8-41C5-AEBD-87678A56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82369-640E-4A43-9CD9-3E862436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85BE3-F601-490D-8549-B4686436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FE0BE-8709-4D2A-85FB-3AB27D35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8074D-EB22-4327-AF06-44303ECC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D9EFE-8B68-405B-8D53-7559BA45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DCBA0-F54B-45FF-9D76-29501439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6801A-99C5-4EB6-8651-E22A3975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QUESTION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DB4CA-5143-4511-88C0-8A0DDB4B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무엇을 알고 싶나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E9ECB-D88A-4A55-A373-A1ABC525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1D245-D177-4281-BEE5-D3E1405B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6B135-3573-47EE-B506-44ED9DB1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FIELDS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23859-F931-43AB-8536-22B60F43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어떤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C9EA2-A148-47F9-87FA-859732CB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4F9A6-05CB-445F-AF74-6B5D09B6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0173F-A273-45F0-8980-80E90AF6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C2C188-D57C-41AB-B437-AB76C3C3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무엇을 숨기나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811588-8B03-4F83-8926-3C7B6DCB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425C92-069D-4902-8096-466A774F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AB006-846A-4396-BC06-4379B054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D9C162-82A2-453D-B3B6-A191CDA0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run tree·filter</a:t>
            </a:r>
          </a:p>
        </p:txBody>
      </p:sp>
    </p:spTree>
    <p:extLst>
      <p:ext uri="{BB962C8B-B14F-4D97-AF65-F5344CB8AC3E}">
        <p14:creationId xmlns:p14="http://schemas.microsoft.com/office/powerpoint/2010/main" val="553386809"/>
      </p:ext>
    </p:extLst>
  </p:cSld>
</p:sld>
</file>

<file path=ppt/slides/slide29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227DB1-98EA-419C-8430-5D59AF3B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85DB5-FF82-45C1-B7B7-9B964ADE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Dataset 구축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B9DC3-F4F6-401E-863D-0BC29364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4D298-F0F3-4783-83BE-BF339D3F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005E2-0B73-4B3A-8B6F-89F4CE7E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BA642-3849-492A-B022-A8AA50DA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5C988-FFED-47C7-9579-3B3AB0A9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31E9F-67AA-4CEC-90AC-2C088FA6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5D58C-3229-48F3-9F70-27CE7E07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5B906-93B7-463F-8A3F-8DE44C0B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488E6-9168-4702-8640-3C2D7B31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0A4A6-3148-4521-9300-74AC08F0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451A5-C5ED-4854-A72D-AECE1ECA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golden 3–5건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8E606-D442-4E5E-A89F-C0C1C13C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CDD3E-DD60-4CD5-9E7A-7C35DFC6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A81DB-BF78-4B76-95B3-F7ADB2B9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64DF4-A573-48E8-BDBC-0C8F89FD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예외 추가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585EF-61F0-4C9E-A6BB-C187723D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A6862-43A8-4A92-810A-2D771369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6344A5-6E21-4DC1-A7D4-70A57CE8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VERSION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FAA00-BDF7-45BC-BC5F-A5E25483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변경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61D36B-45B4-4C44-9EE3-9A188844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1C4B7A-EF5F-4891-B84E-0D09E7FB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E9A2A-E555-465D-B5E9-1B25E96C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EXPERIMENT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18BF19-84EA-4AE4-A01C-CCC2675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같은 입력 비교</a:t>
            </a:r>
          </a:p>
        </p:txBody>
      </p:sp>
    </p:spTree>
    <p:extLst>
      <p:ext uri="{BB962C8B-B14F-4D97-AF65-F5344CB8AC3E}">
        <p14:creationId xmlns:p14="http://schemas.microsoft.com/office/powerpoint/2010/main" val="358375233"/>
      </p:ext>
    </p:extLst>
  </p:cSld>
</p:sld>
</file>

<file path=ppt/slides/slide29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7CC2E4-473A-4FC9-8D7E-E1F05A6F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6712E-D852-471B-90A4-3270FC66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평가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DC850-38B3-4277-B40B-28F239F6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7C2DA-D9D8-4FD2-98D5-5064E6A6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2034C-8AB3-4900-A0AB-B3699AE2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BDCB0-50C1-414A-A5F4-6921B113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C98B6-0285-46B6-9E19-6B864DE5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BCEED-53D0-4C33-9480-F351BBA4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BEAA3-E04C-48CF-8A07-F7F77AAD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1DAA6-C37E-423B-9177-B6FB0CD3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C529C-5675-46BF-89F3-8491B94A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3DA6E-74F0-4A4C-A6CB-BE3C7752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3D30E-0AF0-47AA-A546-46E4FFAB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dataset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314C5-A1C1-45AB-83B4-3A03C821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F9D06-5B86-431B-BB2F-5F300796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618A2-2E36-4B66-9B55-F2B44A12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C93EA-6DC0-4199-865A-85874E4A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deterministic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C3757-3DD2-47AE-A0D4-0C6046D7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073416-4EC6-4A0A-A2E8-DC2A13A8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7D2EE-C64F-4D5B-B797-6617DC7E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BB152-165B-4737-867F-899F2500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human rubric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231420-836C-47DC-ACCA-C848308F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7DD2BC-C686-40F4-B76D-AFAF4C7A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87EB24-1C49-4433-9EC4-A560B287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DECIDE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20724C-E951-49E7-ABB8-F2F2F2E8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release gate</a:t>
            </a:r>
          </a:p>
        </p:txBody>
      </p:sp>
    </p:spTree>
    <p:extLst>
      <p:ext uri="{BB962C8B-B14F-4D97-AF65-F5344CB8AC3E}">
        <p14:creationId xmlns:p14="http://schemas.microsoft.com/office/powerpoint/2010/main" val="717060669"/>
      </p:ext>
    </p:extLst>
  </p:cSld>
</p:sld>
</file>

<file path=ppt/slides/slide29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37937-7299-42D0-BC6E-62097B32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7AE2A-001A-407F-B4E7-0F5E17E7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40시간 누적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2E2E6-FE11-4AA3-B9CE-67A695BB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31F70-08B4-418C-B675-6D94699D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0EEDB-FA11-4D18-927D-0D0FA3E3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DE1F4-2F67-442A-A007-EC76B80D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8C5FA-B4F9-418D-94D0-CC9404EF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8A886-4804-4E5F-AD29-FB6C8AFA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3898A-01A2-4392-9D2A-45C356BA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D3955-C92E-4A89-B554-C4B449A1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7F02A-B64B-4309-9874-2540DA34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2712C-A39C-49ED-B7DC-4C1E2EE2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DAY2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3744A-485E-4400-8354-9601DBB7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STT·회의록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99939-505C-4EB9-ACD1-7EE07CD4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0C94F-5363-4A47-8747-E8D1B1BE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BF513-B921-409C-B98F-3C94D680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DAY3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CDE18-749F-4520-8AAB-A94E5DFA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코드 리뷰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E0674-AAC0-4E76-A216-93AF8947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1500F-2167-4CE3-87C5-495D13FA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F05F5-826E-4CE8-B703-1B79F4DF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DAY4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63B0C-FFBC-40CB-8278-2D3DECE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GitHub·HITL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918CD-A6AC-4189-912A-187BF6AD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B6EF26-B832-425D-92E1-98BB3969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D7073-9863-4127-8A13-580A11F2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81300"/>
            <a:ext cx="22431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DAY5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C4EAA9-1804-498D-8289-3231FCD7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390900"/>
            <a:ext cx="224313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통합·평가·발표</a:t>
            </a:r>
          </a:p>
        </p:txBody>
      </p:sp>
    </p:spTree>
    <p:extLst>
      <p:ext uri="{BB962C8B-B14F-4D97-AF65-F5344CB8AC3E}">
        <p14:creationId xmlns:p14="http://schemas.microsoft.com/office/powerpoint/2010/main" val="857276697"/>
      </p:ext>
    </p:extLst>
  </p:cSld>
</p:sld>
</file>

<file path=ppt/slides/slide29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FE7EA1-C72C-4045-9028-F563A248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E6E8C-BA00-47D5-91E6-F927603C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faster-whisper · Python 기반 local STT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213C2-CF6E-46C7-A715-BAB631B8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D0148-FC73-4BC7-84F5-F45E82E9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71FA7-52A7-44C7-86A9-DB3CD1D1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48005-1C59-46F1-BB6C-15E0BB85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A4428-92FD-4D8F-A040-DA792C69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E9E5C-51F5-4386-BC50-873FC862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Whisper 재구현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6391E-6CD9-4B3B-9294-013D4B1A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5CBB6-1F7F-4E87-8257-165B09C9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model·device·compute_type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1EC5F-F56A-41C6-AA4A-A6753B2C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DDD03-16B4-4FCB-A644-84ED3FAE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segments generator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004E1-2CED-4DA4-B535-5C1BE717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E0C66-4EBF-4497-9247-A0B5F139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수업 전 model 준비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736FA-84F0-452F-A547-46F4BBE5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49f9e579247b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DB050-607E-4658-B44A-FA4F5BC5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faster-whisper 공식 GitHub</a:t>
            </a:r>
          </a:p>
        </p:txBody>
      </p:sp>
    </p:spTree>
    <p:extLst>
      <p:ext uri="{BB962C8B-B14F-4D97-AF65-F5344CB8AC3E}">
        <p14:creationId xmlns:p14="http://schemas.microsoft.com/office/powerpoint/2010/main" val="1437486743"/>
      </p:ext>
    </p:extLst>
  </p:cSld>
</p:sld>
</file>

<file path=ppt/slides/slide29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E1BB7-BE59-4357-9F63-20C8B0C5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97986-D16D-4925-B339-C5819D6C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whisper.cpp · 경량 local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42FFB-9155-4017-8849-C8F2672A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09518-FEAB-4969-A0D7-BA98B7F3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E6EE8-D051-43B8-8C66-24A19653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EF1FC-27EB-441A-8FB0-8046FDFB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299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03F21-4A5E-44EF-B834-771CAB6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223EE-D612-4960-A6D8-499E12A5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C/C++ 기반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1349F-1FA0-49F3-8374-A236AE3D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617D4-A2FA-4A08-84EC-087D9C15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다양한 환경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43E1E-577C-4753-BA73-40FA2B43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77C54-84A4-45FD-8C5D-B5BDB146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CLI 실습 대안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45153-952F-46A5-89D6-156575CD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F5721-C502-4164-BE65-F584B892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모델 파일 사전 준비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12323-BC8C-4A23-A6F7-124F3135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922b4959d454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31519-E8A7-4DF5-A2D7-538FCF91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whisper.cpp 공식 GitHub</a:t>
            </a:r>
          </a:p>
        </p:txBody>
      </p:sp>
    </p:spTree>
    <p:extLst>
      <p:ext uri="{BB962C8B-B14F-4D97-AF65-F5344CB8AC3E}">
        <p14:creationId xmlns:p14="http://schemas.microsoft.com/office/powerpoint/2010/main" val="1911702573"/>
      </p:ext>
    </p:extLst>
  </p:cSld>
</p:sld>
</file>

<file path=ppt/slides/slide30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FCE130-39F9-467E-A6B0-8F7B3D5D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ACF64-412B-4A8D-A7D6-A1675AC3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Google Meet 자동 노트 · 만들기보다 통합하기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93F46-0979-4ACA-9E67-061538D8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D3A57-16BF-4606-B31C-BDAF4583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CF744-E5AB-454F-8407-B866ABEE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C0C5D-0AD5-429B-BB34-6F1C40C6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7CD7D-5E5E-407C-8AB6-97D0CB68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450FE-990A-4422-B2C0-0417229B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구독·관리자 설정 의존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3FD3A-7CA6-4FC7-8F15-134609B2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196FD-DECD-42AF-BC21-EB6A374B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기존 전사·요약 활용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3A24F-E843-4FB2-A3E9-6468603C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00259-DEB8-4CB3-83B6-EAEFBCD1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local은 예외·통제 학습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607C9-6A03-45B3-8F59-CA15CC35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BDA8F-30A9-4FC7-9D06-36BCC1E7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지원 범위 강의 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62AEB-752C-41C8-803A-BFF0ED69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0d6cf1cb34ae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52ECF-E77D-4AA0-87AC-B46A58D4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Google Meet Take notes for me 도움말</a:t>
            </a:r>
          </a:p>
        </p:txBody>
      </p:sp>
    </p:spTree>
    <p:extLst>
      <p:ext uri="{BB962C8B-B14F-4D97-AF65-F5344CB8AC3E}">
        <p14:creationId xmlns:p14="http://schemas.microsoft.com/office/powerpoint/2010/main" val="2035675321"/>
      </p:ext>
    </p:extLst>
  </p:cSld>
</p:sld>
</file>

<file path=ppt/slides/slide30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3C4B5-0C8C-416D-A974-765C5E91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86B3F-412D-41C2-8A61-7B719774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LangSmith observability · trace tree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4D378-37C6-4469-B9BD-7C777D17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F84DE-87FC-49E1-BD77-AD4A04DE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53571-ABA7-4310-9DB1-21AAE0BC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9E5B9-73D5-461E-A5E3-B3B56E56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848EA-631C-4964-B11F-0C23CF34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AE9C3-67BB-4065-A2CD-79C767BB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node별 input/output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E8B4A-964D-480F-97CA-B0FDB2C9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4FA1D-EB46-4222-A2C7-DC52ACD2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latency·token·error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B8F39-5FA0-405C-B337-DA6CB762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8A8F9-1629-4E42-8FEE-1C87C156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metadata·tag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3E3C9-D106-4CFF-8BF4-D60E98BA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0688C-7E64-487B-8890-D19FBAE7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공개 샘플만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DCF4C-E24A-4652-93DD-351FBE3B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908a261eb4723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6968D-8994-4086-880A-3E0C73AB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LangSmith Observability 공식 화면</a:t>
            </a:r>
          </a:p>
        </p:txBody>
      </p:sp>
    </p:spTree>
    <p:extLst>
      <p:ext uri="{BB962C8B-B14F-4D97-AF65-F5344CB8AC3E}">
        <p14:creationId xmlns:p14="http://schemas.microsoft.com/office/powerpoint/2010/main" val="582592595"/>
      </p:ext>
    </p:extLst>
  </p:cSld>
</p:sld>
</file>

<file path=ppt/slides/slide30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0D9DD9-7F71-4E44-91BE-8DF0D039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CAA59-947F-4B74-ACBF-A3C644B4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LangSmith evaluation · dataset과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68727-43E8-40E4-9F95-20494AC3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94ADD-6D51-4CA5-AFF6-D6A8BAB6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3FD8E-DFCB-48CD-A57C-4486446B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E08CF-FC4F-4BDA-8E67-63E2EB7B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2D4CD-A8E9-4D8E-8996-6B52A317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09542-2E3B-432E-B0D7-A62708BB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offline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11D8E-F946-48F7-B43B-1C8B003F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3EE7D-A4AB-4D58-85D5-1CB53C12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online monitoring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BBC97-419D-44A9-A911-D64448EF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2C4D5-93A6-46CF-8BE3-B9FA06B7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human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922F1-DD3E-4B87-A3E2-7E33CBA1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B4C69-C005-4DB6-BADF-AA1F5DBD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baseline 비교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2A79A-8286-4885-9F85-B8087728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71718e0cf4a5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EAF4D-6F70-4253-B900-9F82F436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LangSmith Evaluation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410555526"/>
      </p:ext>
    </p:extLst>
  </p:cSld>
</p:sld>
</file>

<file path=ppt/slides/slide30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9C338-A930-4BEB-BE59-BA4F1AA9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6AF6B-3FC1-46AE-9AFD-689F1DF5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faster-whisper 최소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25D23-4DDA-4F5E-8DCA-2507589B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46C7B-43A7-4228-A10F-DE1F51A8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B51AF-13DD-4C5B-8663-FD45A440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1216E-77C8-4902-A94B-CE19403B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43928-D873-4AF2-8633-5B67F5AB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C3545-A2AD-4DA1-AB61-170A4C57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CPU int8 경로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C76E0-EF0F-4966-B014-56E50EC5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39551-BD25-467E-9811-8AC800B2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language 명시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17DFA-E94E-4DFD-B0A3-8F24AD20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59D65-E3E1-464F-B34A-96D2EEA4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segment timestamp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C60F9-59D5-4185-ABC5-4F8702FB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9A8DE-E444-4454-9774-9B98E8A0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generator 소비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B3854-5507-4883-A504-7E264C2D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F35F6-162A-484B-A0C8-C81C57F8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from faster_whisper import WhisperModel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model = WhisperModel("small", device="cpu", compute_type="int8")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segments, info = model.transcribe(audio_path, language="ko")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rows = [{"start": s.start, "end": s.end, "text": s.text}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for s in segments]</a:t>
            </a:r>
          </a:p>
        </p:txBody>
      </p:sp>
    </p:spTree>
    <p:extLst>
      <p:ext uri="{BB962C8B-B14F-4D97-AF65-F5344CB8AC3E}">
        <p14:creationId xmlns:p14="http://schemas.microsoft.com/office/powerpoint/2010/main" val="373466968"/>
      </p:ext>
    </p:extLst>
  </p:cSld>
</p:sld>
</file>

<file path=ppt/slides/slide30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1C099-904C-45B2-BEA1-53FA80A6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D591E-DEAE-4088-9C83-235D0B79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STT 품질 flag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52205-669D-4DDD-AB08-8BEDFB71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17C8C-F283-493D-B83B-9CDC228E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974A0-C130-4B66-BC59-FD8F2932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2B754-D9F6-4026-BF70-31F3110F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2A68D-9260-4558-BA19-8F1A098D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75C44-BE48-4E76-9EA5-60C746BB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무음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870C1-6E52-45B1-AE2E-BB945728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EE6A5-5193-4B26-83D8-4D107E09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반복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C031E-E31E-46E4-AEFB-D562C09F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CA475-0CF8-439E-A971-4167429F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지나치게 희소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602BC-5F1E-46A8-AFE1-B862333F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175A5-A7E9-4139-B047-24C5F660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사람 검토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41054-6714-4134-90CF-D6A06ACF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B0522-4569-4310-A7C6-06FF255D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flags =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if not text.strip(): flags.append("EMPTY")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if repeated_ratio(text) &gt; 0.35: flags.append("REPETITION")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if duration &gt; 0 and len(text) / duration &lt; 0.5: flags.append("TOO_SPARSE")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if flags: status = "NEEDS_REVIEW"</a:t>
            </a:r>
          </a:p>
        </p:txBody>
      </p:sp>
    </p:spTree>
    <p:extLst>
      <p:ext uri="{BB962C8B-B14F-4D97-AF65-F5344CB8AC3E}">
        <p14:creationId xmlns:p14="http://schemas.microsoft.com/office/powerpoint/2010/main" val="1912583934"/>
      </p:ext>
    </p:extLst>
  </p:cSld>
</p:sld>
</file>

<file path=ppt/slides/slide30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4609C-A61D-4CF2-A20E-5015380E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D9BDF-B536-4539-AA0C-727A0068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LangSmith 환경 변수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A968D-0EF2-4B39-A89D-AE80D12C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D32A2-C486-4BC4-8E63-62B6D25B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A8401-654E-4F2D-8F1B-25480CF8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4AEC0-DB41-44DA-92E4-946C3D20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C289D-A6FC-4E03-BC45-C6B8CEDD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7CE67-D011-4098-AE80-24A8B6CC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프로젝트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EB211-F674-4EA6-9BCD-75ACEDE7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5AE81-F88B-4513-A48D-1E6F59CE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key 환경 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52F55-9885-4EE4-8D9E-8B10B75C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BDCDA-C7D8-4D4B-9395-D2F0A8B8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교육 샘플만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3B8E6-C62B-4E3B-AC02-C4B95678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E77E0-2323-4D19-A3E3-8CCB872D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tracing off 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249EC-FDD2-4A3B-A627-36B2DCE2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C5C9B-E4ED-428F-B140-394B0582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LANGSMITH_TRACING=true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LANGSMITH_PROJECT=ipa-k-work-copilot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# LANGSMITH_API_KEY is set outside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# never print or commit the key</a:t>
            </a:r>
          </a:p>
        </p:txBody>
      </p:sp>
    </p:spTree>
    <p:extLst>
      <p:ext uri="{BB962C8B-B14F-4D97-AF65-F5344CB8AC3E}">
        <p14:creationId xmlns:p14="http://schemas.microsoft.com/office/powerpoint/2010/main" val="1559734645"/>
      </p:ext>
    </p:extLst>
  </p:cSld>
</p:sld>
</file>

<file path=ppt/slides/slide30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516FD-2619-45E0-9C02-1A18154C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DC661-6E57-404C-9812-F229468E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Trace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BF813-D8BB-4155-B7B7-EFD7224D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4EEC9-C476-4E86-BCFB-0C644D95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86DBD-5614-41A5-B89D-F7CDBA9D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A3C58-B093-42F3-97AA-83A9E1F1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803AC-EF63-49A2-BAE4-FE7FADA5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156B6-8ABA-423A-BFC5-34F58667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dataset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BFA4E-EBC8-4CA3-AE01-EB92E9D3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3F194-CE03-420B-9AC5-61594DEE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provider·model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C05C6-EFC3-45DC-9C2E-BC5A42CB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87394-9402-46E2-B787-295B2F45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thread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09544-B403-4BB5-8207-A3D892F4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6F9B1-E7F6-4801-AF96-0FE23D21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민감성·fallback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799E0-E1CC-419E-80F1-0D5E36CE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A0BB6-08D4-461D-9751-5598DB5F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metadata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"dataset_version": "day2-v1",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"provider": "ollama",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"thread_id": request_id,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"contains_pii":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"fallback_used":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18629270"/>
      </p:ext>
    </p:extLst>
  </p:cSld>
</p:sld>
</file>

<file path=ppt/slides/slide30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D740B-2809-4D69-9AB4-B7A3D40B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74DBF-D7E6-457B-BD2D-7A450AFA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결정론적 evaluator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5F73A-C773-414C-94C5-344FC455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DCD6B-A3E9-48CA-8F96-C3AE479C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3FB0D-C0B0-40FF-B5A2-4A2A7403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9A7FC-66F7-4C10-8703-42921CC9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A6979-6FD9-4143-B3FB-13D7B0E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8CCBF-AC0E-42A9-A34B-A98941A1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근거 연결률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6BEDB-FA54-4DC5-B17A-BCA800DB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AC3D8-6191-4E7E-879D-4BD77926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schema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BC9B3-7141-4158-A624-8155A60A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F2842-8D1D-41BD-A571-2B7829AF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계산 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016A4-8F00-4029-94C2-D306CB74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979FE-9C10-444E-9E16-32940768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release threshold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584F7-C4BE-46AF-A280-B5A67596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E5BA4-F298-4270-9A11-247908FD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def evidence_rate(output):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claims = output["decisions"] + output["action_items"]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linked = [c for c in claims if c.get("evidence_ids")]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return len(linked) / max(1, len(claims))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def schema_pass(output):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return MeetingResult.model_validate(output) is not None</a:t>
            </a:r>
          </a:p>
        </p:txBody>
      </p:sp>
    </p:spTree>
    <p:extLst>
      <p:ext uri="{BB962C8B-B14F-4D97-AF65-F5344CB8AC3E}">
        <p14:creationId xmlns:p14="http://schemas.microsoft.com/office/powerpoint/2010/main" val="1454636759"/>
      </p:ext>
    </p:extLst>
  </p:cSld>
</p:sld>
</file>

<file path=ppt/slides/slide30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D4317-AD69-49D1-97FA-0141234C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0D44A-27E2-4631-B76C-5718F3BE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Release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BEB7C-42F2-4415-A4FB-EEAB5CB8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1B9C1-D8CF-43B1-840F-11289367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32027-16E3-4436-A8B4-392EF801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21198-B028-43A7-A7C1-30B51A75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E4684-5A7A-47FE-A55B-00A52393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64453-5E05-4CA7-9ED8-65E5737F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품질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CBF57-796B-4215-9F53-6925A930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E63CC-75F9-4DB0-B9F0-FA193B68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60A07-D135-41DD-98AB-60F7ECA6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88A0F-BFDE-46EC-9868-D6CD750B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지연시간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672B5-D41C-40FC-9E6E-AD29C4C9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3A067-3C4B-4CF4-B28B-A95ABEC1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보류 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EFD35-7BA9-43D1-8514-8F0E2FB2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57982-9005-4453-8755-A55F17C3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gate = 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schema_pass_rate &gt;= 0.98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and evidence_rate &gt;= 0.90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and false_publish == 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and p95_latency_ms &lt;= target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status = "READY" if gate else "HOLD"</a:t>
            </a:r>
          </a:p>
        </p:txBody>
      </p:sp>
    </p:spTree>
    <p:extLst>
      <p:ext uri="{BB962C8B-B14F-4D97-AF65-F5344CB8AC3E}">
        <p14:creationId xmlns:p14="http://schemas.microsoft.com/office/powerpoint/2010/main" val="1823745976"/>
      </p:ext>
    </p:extLst>
  </p:cSld>
</p:sld>
</file>

<file path=ppt/slides/slide30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1E4C0-9753-4296-9EA8-AA94CF0D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C70D7-C7DA-4612-9D27-E3D777EA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1 · Managed vs Local 선택표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9539A-EB43-4016-A7C7-879CCF13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96A25-4DAF-46A0-A92F-8FEAD2E3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A023A-69D8-49B3-BF46-93189781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24BDE-D339-434D-BD75-75EDC88F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CB795-3CED-4F46-8415-BF6C74F4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B5F9B-F05F-40AF-B3B6-D823317D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07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4B23F-545C-4F54-8003-B98E79EE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F1BFA-8EC8-4591-B804-B449C801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25988-5985-4ADF-9C9D-71BB8582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F3E75-921E-4935-A980-9F8CEC8D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현재 조직의 회의 도구를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4B84E-29F0-4D05-8803-9B4F30BC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93BCF-122D-4428-9364-E6D52DB0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전사·요약 제공 여부를 적는다.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C61ED-B237-461E-9D0B-FD1581C2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CFB8F-3C71-43A1-AE9C-8872F4EF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계정·보존·권한 제약을 적는다.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F3181-88F2-483B-B5E3-8C350219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CB3BA-C733-49EF-943B-DCADC56F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local 최소 실습이 필요한 이유를 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85E7A-B773-4EB5-B6EF-61832B12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B188B6-88EA-4D61-A11E-7A473DDB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Managed/Local 비교표</a:t>
            </a:r>
          </a:p>
        </p:txBody>
      </p:sp>
    </p:spTree>
    <p:extLst>
      <p:ext uri="{BB962C8B-B14F-4D97-AF65-F5344CB8AC3E}">
        <p14:creationId xmlns:p14="http://schemas.microsoft.com/office/powerpoint/2010/main" val="77124989"/>
      </p:ext>
    </p:extLst>
  </p:cSld>
</p:sld>
</file>

<file path=ppt/slides/slide3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F4F8F-C585-4FDD-AC00-D010C706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ED271-AAB0-4722-9272-996A8B9A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2 · STT quality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523AA-7E9B-42DE-99E0-523769FF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0DE1E-A3D1-491E-A7D8-39947CAF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4C192-52B9-4DD0-B0F2-73A92DC2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3A307-9DD5-486F-9BB1-FD205241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E708D-991C-4E07-B61E-B45937C5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429EF-FAE8-4454-A5C5-B9449451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E01EB-CDEE-44AD-B8E1-7BB323BC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03A85-35B2-408C-91E1-B7B8F4D0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2D538-6282-492E-AD90-73BD89EA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3CC7E-46A9-4A45-B7DD-B69658F5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무음 기준을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8C358-7072-42ED-A091-AAE877C8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16083-1852-4D7C-B554-4B2491F5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반복 기준을 정한다.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6FCB4C-CAB1-48F8-B3EE-ED439509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E2DC7-A9BD-4F13-822B-22D03039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이름·날짜 오류를 정한다.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BA7C3-8440-47C3-82B0-57D48AEC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832F2-A4B2-44E3-95C7-5274AEBB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사람 검토로 보내는 조건을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296CF-895C-4435-863F-55582E22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A7BB9-B20B-40CE-95BB-A1FEC129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STT review rule</a:t>
            </a:r>
          </a:p>
        </p:txBody>
      </p:sp>
    </p:spTree>
    <p:extLst>
      <p:ext uri="{BB962C8B-B14F-4D97-AF65-F5344CB8AC3E}">
        <p14:creationId xmlns:p14="http://schemas.microsoft.com/office/powerpoint/2010/main" val="1199934302"/>
      </p:ext>
    </p:extLst>
  </p:cSld>
</p:sld>
</file>

<file path=ppt/slides/slide3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957CE9-964D-4AB8-8730-8F6B158A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1FF74-C74A-405A-A2ED-19130E84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3 · Trace에서 답할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33E4A-0505-4EFD-99B3-1A3A5BA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5DF79-4C61-484F-8C70-E9603933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37B6F-275E-4A48-B74E-5310DAD6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05E56-1DB7-4387-AD16-C993CE04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50286-A37C-4E73-8AE7-557E8B07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75A78-9AB6-47D2-9F8D-9DB61CD3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BB2F1-E0FD-4366-B909-C07A1F7E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14B1B-6C2C-437E-BB67-A5175351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3B8F4-EABE-4AEF-BDE4-4E715CC3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DF685-4077-4A39-B94B-924F6630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가장 느린 node를 묻는다.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305C6-B865-4A82-9EB5-5318494C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95F27-4255-4016-983E-55DD17A4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가장 자주 실패한 오류를 묻는다.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51B5E-7460-4739-8980-95EE4211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5BF7A-212D-4930-8878-E8F3C7A4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사람이 많이 수정한 필드를 묻는다.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6FC8E3-25E2-4AD5-B46A-36018644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7ACD5-A178-4124-8DCB-3464F4A9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각 질문에 필요한 metadata를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CB6FB-934F-4741-B324-5BE619E7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C0102-738A-400D-96E8-AC2145FA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질문 3개 + 필드</a:t>
            </a:r>
          </a:p>
        </p:txBody>
      </p:sp>
    </p:spTree>
    <p:extLst>
      <p:ext uri="{BB962C8B-B14F-4D97-AF65-F5344CB8AC3E}">
        <p14:creationId xmlns:p14="http://schemas.microsoft.com/office/powerpoint/2010/main" val="1248460050"/>
      </p:ext>
    </p:extLst>
  </p:cSld>
</p:sld>
</file>

<file path=ppt/slides/slide3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65E0F8-2564-408A-8A9B-6273D212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AE309-DD21-4F1F-955E-89E8E217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4 · Evaluation dataset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CDAFA-EED5-40EF-B8A3-B131AF86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01A9E-CE21-4B04-A214-964599B5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1805C-9293-47D7-B0C6-7D57240C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A1945-9AD5-4F09-84CA-DA5F4771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99958-6C43-47E2-BE94-5AE938F1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36A49-EF0A-4BD3-A04C-AF9A2911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3C959-0C68-4F11-AD86-979651FA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0DF6B-DBB6-494B-8BBE-A7EC8F20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0F043-9118-4361-8E8E-A20DF00A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8898A-6989-4E0D-918B-85D7682D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정상 회의 2건을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39B61-582B-4AE1-85BA-A6870E6E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A367B-9B6E-4A5A-8129-8140139E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무음·모호한 날짜·근거 누락 사례를 추가한다.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9F7CB-9DB2-454C-9212-C20CF9D3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C9226-82E6-4FF7-B5B1-F457E78A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reference JSON을 정한다.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40F0F-2365-41B5-A6DF-5C300906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E9C196-D982-4D9C-A1DF-D749E33F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schema·evidence evaluator를 연결한다.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FD408-EF97-4656-A109-517E7942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DC2CC7-AB70-4A7D-8A5E-B0B72084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dataset 5건 설계</a:t>
            </a:r>
          </a:p>
        </p:txBody>
      </p:sp>
    </p:spTree>
    <p:extLst>
      <p:ext uri="{BB962C8B-B14F-4D97-AF65-F5344CB8AC3E}">
        <p14:creationId xmlns:p14="http://schemas.microsoft.com/office/powerpoint/2010/main" val="980814446"/>
      </p:ext>
    </p:extLst>
  </p:cSld>
</p:sld>
</file>

<file path=ppt/slides/slide3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02068-89E4-46E1-A1C7-61E4F2A3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643F2-8B8C-40A2-A5D5-F5F3722D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실습 5 · 40시간 architecture 설명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19E8E-3E19-46E7-97CC-ADA31425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53DEC-4EA4-4EF5-879B-9F232A63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2482A-E193-4EDD-A318-E83D9C93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58F4F-7F06-4470-BAF6-BDB3B9E5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16C4C-08D6-4C32-8F81-9B152A96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19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591DF-6579-46CB-88A6-F8DB2B79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3CED8-2CB5-4A1F-ACA7-31B94D4D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강사 화면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동일 단계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8CF70-8759-45C6-A2C4-BBF8BA17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막히면 오류 코드와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0F2FE"/>
                </a:solidFill>
                <a:latin typeface="Arial Unicode MS"/>
                <a:ea typeface="Arial Unicode MS"/>
                <a:cs typeface="Arial Unicode MS"/>
              </a:rPr>
              <a:t>현재 화면을 먼저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54EF3-CB93-4620-91AD-B56B40A8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4B250-CB8E-47EF-BDFE-A11E1364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STT부터 publish까지 그린다.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29637-482E-4BB6-B3ED-CAB9B860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1AF46-5E40-4209-B33D-DE735A7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LangChain·LangGraph·LangSmith 위치를 표시한다.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9F8C3-DA8E-41DF-BB77-0B4FB91C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C4191-AD94-4B50-802B-03E26CE6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Human Approval과 fallback을 표시한다.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E3AACB-DC74-4949-93B3-5D8FB9D3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6F5C6-9E5A-4739-BE68-3F340853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짝에게 90초로 설명한다.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08DC2-56B8-4EBC-B38E-45965FC3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30FDB7-4169-4BB6-9616-A981CB57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전체 architecture 1장</a:t>
            </a:r>
          </a:p>
        </p:txBody>
      </p:sp>
    </p:spTree>
    <p:extLst>
      <p:ext uri="{BB962C8B-B14F-4D97-AF65-F5344CB8AC3E}">
        <p14:creationId xmlns:p14="http://schemas.microsoft.com/office/powerpoint/2010/main" val="1220397424"/>
      </p:ext>
    </p:extLst>
  </p:cSld>
</p:sld>
</file>

<file path=ppt/slides/slide3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AB9B1A-A1C1-4C3F-9F83-0C9AEF68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EB2F7-4AB2-4A89-9567-F52D9583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1 · STT 결과를 정답으로 간주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007E1-0E36-4A27-ABD0-CD11116B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28256-D751-42D8-A4C6-EACE6AF8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832D1-EA4E-4D43-A5FD-DDC70703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5041C-E06F-483D-9F96-343765FB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3DBAA-1ECF-46E5-A2CA-5FAE5BFF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14B91-AD12-4060-821D-3B8119F1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6CC8D-83E8-4270-B09C-71CDE40B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BBCDC-0FD3-4C78-AEE5-3DE2A350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920AE-3833-4C9A-8382-1236F37D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이름·숫자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0B5AA-F81E-4E00-9A82-F0FD24E4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064EB-2339-4AEC-800C-B4774293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무음 반복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CE4E8-F538-4166-B916-88B74489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E58D0-BF31-403C-AED6-437EFAE7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화자 혼동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AE4A9-5CD6-4172-A96B-A0412DA4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1AB0E-EA01-40FA-B9E9-9231220B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timestamp 유실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944EC-0FE5-4D02-9041-EDE97DF8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CF488-75E0-45A6-A676-B0159C7F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quality flags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CDF98-4C67-4BA6-963E-F39EEFA3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32D28-36EC-4014-8561-1BCA88E5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원문 audio 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55E1B7-49D2-45DB-83C4-CFC1F419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93183-C6CC-4F9A-8FED-D9F7EA64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사람 correction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D9247-957D-4769-BA51-7453741B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38945A-BACD-436E-8AFD-D7347716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segment evidence</a:t>
            </a:r>
          </a:p>
        </p:txBody>
      </p:sp>
    </p:spTree>
    <p:extLst>
      <p:ext uri="{BB962C8B-B14F-4D97-AF65-F5344CB8AC3E}">
        <p14:creationId xmlns:p14="http://schemas.microsoft.com/office/powerpoint/2010/main" val="12469732"/>
      </p:ext>
    </p:extLst>
  </p:cSld>
</p:sld>
</file>

<file path=ppt/slides/slide3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57610D-4AC7-4628-93AF-3DD4C24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7D89F-217B-40D9-A351-56552701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2 · 모든 trace에 원문 전송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CC058-FB75-4F79-8CCD-421D4022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64445-84C0-4210-88B8-C27DAF9D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4844E-6151-4378-8C1A-C65C0B18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13902-8801-4B6B-9F58-484B60C5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0EF35-6979-44E7-AB43-4B7B072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E5DCD-32E5-4DC6-B5CC-44C5C7DB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F0EA0-E762-4524-9D57-B74A7457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D79A4-E6F5-442A-A956-DEA6E527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90021-F66B-4E27-9D3F-B529E77B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개인정보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27CD4-5BA9-45A9-BFB7-67D33825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22C95-0022-45BE-94D6-3C498857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회사 기밀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BF369-3352-4C40-AE9E-02523A41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2F798-8358-495F-BA4A-56C13685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보존 정책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BB89A-B016-415D-A779-FF5C5B94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A2D69-3A7A-43A0-B9E9-770BD6A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교육 계정 혼용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77D49-4466-4F48-A37D-E661171A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4AA65-76C0-450B-A9D8-F457AFC7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공개·합성 샘플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9AEDA-2DA5-4736-B09E-AC83BC25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0EFFD-515F-4AD6-B121-AEDBDC6E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masking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8BDC5D-10B1-464B-A713-68ED1285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A57F8-893F-40C3-B06A-646FF832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metadata 최소화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EB58D4-3F9B-4EFC-BD88-51B8E3B7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F7D169-5A11-43B5-B36E-A5F9B8A2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local JSONL fallback</a:t>
            </a:r>
          </a:p>
        </p:txBody>
      </p:sp>
    </p:spTree>
    <p:extLst>
      <p:ext uri="{BB962C8B-B14F-4D97-AF65-F5344CB8AC3E}">
        <p14:creationId xmlns:p14="http://schemas.microsoft.com/office/powerpoint/2010/main" val="380067005"/>
      </p:ext>
    </p:extLst>
  </p:cSld>
</p:sld>
</file>

<file path=ppt/slides/slide3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E73628-2941-4ED5-82B5-8E8BDEE9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003AB-DCC0-485A-8B5B-2B908974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3 · trace만 보고 평가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F2E55-F30B-42FE-9919-A67A7D3B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8D344-AABB-4F21-AD4C-791405D3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A7713-4173-4E29-A448-86F34F9B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C49B1-403C-4420-90B2-454720AA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097B3-9227-46C8-A364-002D42A4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ED473-5AA9-4546-978D-09E5D164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610C3-8192-4404-B738-AA441A52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120F1-02D7-4CE5-94D1-FDADA226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44CE0-2CC4-43CD-BCD2-622D5148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관찰은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D5D97-8C37-4F68-A6F0-4A1FFEAC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6998B-E178-4FAF-93B2-75E55BDC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정답 기준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65E5B-EC50-4149-A7D7-B6F162A0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7FB99-6279-4E5B-BB6A-01E5ED16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회귀 판단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0D27D-9B8A-46E2-A464-2CC6C06D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433F4-AE59-43FD-ADDB-13B4AA17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release 결정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54CF1-3E60-447F-B550-CC9852A8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D8C40-C6FB-4821-B443-105670F8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dataset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DCFB1A-F94B-4FFE-8DE4-706A74A6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2C50F6-1E0D-4438-89A4-7F181488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evaluator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F459E-37AD-4993-906E-28AC97B1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94F36-D075-479F-973E-B04FBFE1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AEC2A3-11B6-424E-973E-2E8BEB34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F32D3F-5EA4-4CAC-B771-7408712E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gate·HOLD</a:t>
            </a:r>
          </a:p>
        </p:txBody>
      </p:sp>
    </p:spTree>
    <p:extLst>
      <p:ext uri="{BB962C8B-B14F-4D97-AF65-F5344CB8AC3E}">
        <p14:creationId xmlns:p14="http://schemas.microsoft.com/office/powerpoint/2010/main" val="938206787"/>
      </p:ext>
    </p:extLst>
  </p:cSld>
</p:sld>
</file>

<file path=ppt/slides/slide31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FC5B06-92D6-4C6C-838E-14B48166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16572-5B1A-42C6-BB72-5F3EC6C0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 4 · 무료 포함량을 무제한으로 오해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9B03A-FC07-4143-AC5B-2A56BE07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085DA-5406-428C-B5FB-82DB8C0F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234AD-B7CF-4C77-B720-F520268F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06579-7FA6-4120-BB91-B1234722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9EA7A-5453-4DC3-A5F4-5FDA8806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CB78F-A086-4562-A669-A9F41A02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94647-C848-47C6-946B-EB94797A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A5F40-9C33-4B39-AD04-3BFA7B9B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123A5-02D1-48BE-A81E-991AD05E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대량 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2FEAE-25B6-4E69-91B0-CE855779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4036D-FAB8-49C0-BBAE-D0EEE3A0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장기 retention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49E3A-A54E-46C3-A848-2E3E03A2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4706F-BBA9-4ED3-97A2-76A28621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팀 공유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4BC15-0811-4864-A37C-C52A1809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D0DF7-7179-4BDB-A9BC-931CF072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예상치 못한 비용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DEB3D2-049A-4629-BCEE-79D3D73D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9FB59-2922-4793-BB05-3815B552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현재 계정 한도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7287D-1FAF-4F39-8853-C68625DC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0C7EAE-BF96-43D4-8550-E70E5B9C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수업 project 분리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B9800-6741-4CAF-B744-7831A8E8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43116F-2345-4968-93A3-CE080543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소량 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D83E30-409D-4825-A122-2AA5BBFD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5953AA-CE6E-4A77-B438-6029331F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tracing off 대체</a:t>
            </a:r>
          </a:p>
        </p:txBody>
      </p:sp>
    </p:spTree>
    <p:extLst>
      <p:ext uri="{BB962C8B-B14F-4D97-AF65-F5344CB8AC3E}">
        <p14:creationId xmlns:p14="http://schemas.microsoft.com/office/powerpoint/2010/main" val="1387529191"/>
      </p:ext>
    </p:extLst>
  </p:cSld>
</p:sld>
</file>

<file path=ppt/slides/slide31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64ADF6-78CB-4233-8744-948ABB3F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B9634-98A8-4741-9A04-E56CBDA5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재직자 · 운영 dashboard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6336C-B0F7-4360-BDA9-1597690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83F37-D174-42B1-81A1-946F5B85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E1AA1-ED81-49AD-9DBF-0B32743B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2B6F1-F9AA-4523-8B97-017B2C1D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82024-97FD-454C-8031-7AA3ABC4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매일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66C9F-170B-4DD1-BE85-D9694B3D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배포 전 볼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6542A-4675-4E5D-9BD2-A1AD5AC0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107AF-07BF-4D90-9149-78C103D6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0F183-F7DD-458B-8914-05021EC5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failure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B50BB-481F-4A72-B93F-5BE8B737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20BDC-3442-4DE1-A7CF-E301F1B4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review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346C9-8928-4586-9AD9-0E11D870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60DA7-4854-4974-AED2-77DD8969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4B65E-992A-4B68-914D-2DF20820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FEA9A-F639-466D-87CC-9EE8E193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cost·fallback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65EC9-AFC8-4F69-8E6F-959FC184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DC733-F742-4858-B1D3-7B9B4C65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dataset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96EEBB-1D80-4093-9FAC-12503C44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01D1C1-263C-4780-87E7-2EE22B0F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schema·evidence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2BB6A-D716-4669-9E60-BEBE71AD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2DCAC6-32DA-4CDE-8ABF-A17A8278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false publish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CB6959-675B-4090-9C52-BBE54A18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3455EE-7245-4846-BFFB-9120F0CE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rollback 기준</a:t>
            </a:r>
          </a:p>
        </p:txBody>
      </p:sp>
    </p:spTree>
    <p:extLst>
      <p:ext uri="{BB962C8B-B14F-4D97-AF65-F5344CB8AC3E}">
        <p14:creationId xmlns:p14="http://schemas.microsoft.com/office/powerpoint/2010/main" val="1845873941"/>
      </p:ext>
    </p:extLst>
  </p:cSld>
</p:sld>
</file>

<file path=ppt/slides/slide31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F1A62A-0C0F-4F6F-9FF5-B9C2FE08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3AF44-1E9B-42DC-937C-CA198AC9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구직자 · 최종 발표 5분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93362-C541-4FB5-BE72-B36E3C2C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F42B6-F297-402B-894B-CA39FD30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7AD84-DF79-4E82-99AE-883450E0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76B91-1ACD-488C-AC12-5DD9813B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74342-9EAD-4386-94E2-269307DD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구성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83F8E-A495-4DA6-8376-6798B652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83FB3-91D4-42BC-908C-2C846056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DD70C-2CAF-4727-9E2E-A116DF05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DB30D-900A-4A6A-BD23-6F7D0584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문제 30초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9F2E2-625A-4A70-8B2E-906A1348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414E7-715F-44FB-AEE6-AE6956A7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demo 2분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D165F-790D-4C76-9EDB-EAC182AB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80D1F-D027-4EB4-A06F-446F00DE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실패·trace 1분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33202-5E75-46A7-8F9F-4D8A686F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02ACC-AA54-4390-A375-E192714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한계·다음 30초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ACC09-EB7C-4D5A-8517-AF7BC1E1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1F7C1B-2C53-4F8F-A1EF-6C4D753A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audio/text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C0601-2C44-43E5-B37A-0CFA10C7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ECAC1D-8809-4A8E-8024-94AEBE75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approved 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9548F3-D73C-4CA0-ABE8-464AB5C8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6EEDBD-55E1-4987-A070-82E3E0D5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failure recovery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AAC54B-1CEB-4D5A-BBAD-57C18579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7249E4-2775-4E05-89E9-441D112E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repo·tests·eval</a:t>
            </a:r>
          </a:p>
        </p:txBody>
      </p:sp>
    </p:spTree>
    <p:extLst>
      <p:ext uri="{BB962C8B-B14F-4D97-AF65-F5344CB8AC3E}">
        <p14:creationId xmlns:p14="http://schemas.microsoft.com/office/powerpoint/2010/main" val="751785504"/>
      </p:ext>
    </p:extLst>
  </p:cSld>
</p:sld>
</file>

<file path=ppt/slides/slide32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0DC47-06D6-4375-A0CF-4579DF8C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65599-75C4-493F-B2B9-878AA0FD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Exit Ticket · 다음 32시간으로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F07A4-4B80-40C9-B65F-9DE66B8D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CD866-82B5-4F42-896A-9A4F93D4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LLM Agent &amp; 업무자동화 · 2026.08.23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DC348-8860-40D1-9904-9972365E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CE95F-6189-4B62-8C59-52F41F0C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320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311C1-F949-4822-BAC9-39B6B1E9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F6C7B"/>
                </a:solidFill>
                <a:latin typeface="Arial Unicode MS"/>
                <a:ea typeface="Arial Unicode MS"/>
                <a:cs typeface="Arial Unicode MS"/>
              </a:rPr>
              <a:t>개인 작성 3분 → 짝 설명 3분 → 전체 공유 4분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D2EDF-F124-4B75-A774-27EC2674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1C6B3-3FA6-4F7A-9824-A44F26BC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B50C2-1B09-4972-ACD4-D47A4C31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STT·LLM·LangChain·LangGraph·LangSmith의 역할을 한 줄씩 말할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E4311-B754-4063-B409-DDD37D03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B5DBF-82DE-4E67-B8D9-511FEE43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FF4D7-D993-4495-B1C1-D86B9EC9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외부 쓰기 전에 Human Approval과 idempotency가 필요한 이유는?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4F96F-A7F1-4A18-AA16-EAD80E5E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46695-0839-40B7-8EEB-A6ADFECD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9EFD8-8CEF-46E6-9312-A703D1C7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내 프로젝트가 HOLD되는 release gate를 한 가지 정의했는가?</a:t>
            </a:r>
          </a:p>
        </p:txBody>
      </p:sp>
    </p:spTree>
    <p:extLst>
      <p:ext uri="{BB962C8B-B14F-4D97-AF65-F5344CB8AC3E}">
        <p14:creationId xmlns:p14="http://schemas.microsoft.com/office/powerpoint/2010/main" val="1169504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2026-08-22T05:57:42.4600000Z</dcterms:created>
  <dcterms:modified xsi:type="dcterms:W3CDTF">2026-08-22T05:57:42.4600000Z</dcterms:modified>
</coreProperties>
</file>