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0b7145055d4ec4" /><Relationship Type="http://schemas.openxmlformats.org/officeDocument/2006/relationships/extended-properties" Target="/docProps/app.xml" Id="R30179cd671cb4cdf" /><Relationship Type="http://schemas.openxmlformats.org/officeDocument/2006/relationships/officeDocument" Target="/ppt/presentation.xml" Id="R893dc2cdff5e47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2531529a1147d4"/>
  </p:sldMasterIdLst>
  <p:notesMasterIdLst>
    <p:notesMasterId xmlns:r="http://schemas.openxmlformats.org/officeDocument/2006/relationships" r:id="Rd4555400e8a24e8d"/>
  </p:notesMasterIdLst>
  <p:sldIdLst>
    <p:sldId xmlns:r="http://schemas.openxmlformats.org/officeDocument/2006/relationships" id="256" r:id="Rdde114c37e094ca7"/>
    <p:sldId xmlns:r="http://schemas.openxmlformats.org/officeDocument/2006/relationships" id="257" r:id="Ra9e807394bd44b51"/>
    <p:sldId xmlns:r="http://schemas.openxmlformats.org/officeDocument/2006/relationships" id="258" r:id="Rbb226e9e8ce74f75"/>
    <p:sldId xmlns:r="http://schemas.openxmlformats.org/officeDocument/2006/relationships" id="259" r:id="R2bf619fb5d9e44de"/>
    <p:sldId xmlns:r="http://schemas.openxmlformats.org/officeDocument/2006/relationships" id="260" r:id="Rf7063b3ccaa740e9"/>
    <p:sldId xmlns:r="http://schemas.openxmlformats.org/officeDocument/2006/relationships" id="261" r:id="R58651ddde57e4a63"/>
    <p:sldId xmlns:r="http://schemas.openxmlformats.org/officeDocument/2006/relationships" id="262" r:id="Ra5f082b693024694"/>
    <p:sldId xmlns:r="http://schemas.openxmlformats.org/officeDocument/2006/relationships" id="263" r:id="R27f9d1df809a4744"/>
    <p:sldId xmlns:r="http://schemas.openxmlformats.org/officeDocument/2006/relationships" id="264" r:id="R943bcda7b0654e25"/>
    <p:sldId xmlns:r="http://schemas.openxmlformats.org/officeDocument/2006/relationships" id="265" r:id="Rca742746aff34be1"/>
    <p:sldId xmlns:r="http://schemas.openxmlformats.org/officeDocument/2006/relationships" id="266" r:id="R54770c209a594a13"/>
    <p:sldId xmlns:r="http://schemas.openxmlformats.org/officeDocument/2006/relationships" id="267" r:id="Rd35baa576e8444e2"/>
    <p:sldId xmlns:r="http://schemas.openxmlformats.org/officeDocument/2006/relationships" id="268" r:id="R54614ff0bfe543c9"/>
    <p:sldId xmlns:r="http://schemas.openxmlformats.org/officeDocument/2006/relationships" id="269" r:id="Rb4c09fdecc9446c8"/>
    <p:sldId xmlns:r="http://schemas.openxmlformats.org/officeDocument/2006/relationships" id="270" r:id="R222a4aabb4bf4141"/>
    <p:sldId xmlns:r="http://schemas.openxmlformats.org/officeDocument/2006/relationships" id="271" r:id="Rf4f86b30def04c9d"/>
    <p:sldId xmlns:r="http://schemas.openxmlformats.org/officeDocument/2006/relationships" id="272" r:id="R8b26295c1fad435d"/>
    <p:sldId xmlns:r="http://schemas.openxmlformats.org/officeDocument/2006/relationships" id="273" r:id="Rd8a47b3223b543b8"/>
    <p:sldId xmlns:r="http://schemas.openxmlformats.org/officeDocument/2006/relationships" id="274" r:id="Rdb1615e87f1446c4"/>
    <p:sldId xmlns:r="http://schemas.openxmlformats.org/officeDocument/2006/relationships" id="275" r:id="Rd63e014cc6e54326"/>
    <p:sldId xmlns:r="http://schemas.openxmlformats.org/officeDocument/2006/relationships" id="276" r:id="R05ac37d76e754365"/>
    <p:sldId xmlns:r="http://schemas.openxmlformats.org/officeDocument/2006/relationships" id="277" r:id="R38545ce7edf14a88"/>
    <p:sldId xmlns:r="http://schemas.openxmlformats.org/officeDocument/2006/relationships" id="278" r:id="Rc36eda15b784462b"/>
    <p:sldId xmlns:r="http://schemas.openxmlformats.org/officeDocument/2006/relationships" id="279" r:id="R6653f683b9ff4001"/>
    <p:sldId xmlns:r="http://schemas.openxmlformats.org/officeDocument/2006/relationships" id="280" r:id="R0064f42979d541f9"/>
    <p:sldId xmlns:r="http://schemas.openxmlformats.org/officeDocument/2006/relationships" id="281" r:id="R310283b7a89648b7"/>
    <p:sldId xmlns:r="http://schemas.openxmlformats.org/officeDocument/2006/relationships" id="282" r:id="R167bd204625742cc"/>
    <p:sldId xmlns:r="http://schemas.openxmlformats.org/officeDocument/2006/relationships" id="283" r:id="R34291f02789d4f38"/>
    <p:sldId xmlns:r="http://schemas.openxmlformats.org/officeDocument/2006/relationships" id="284" r:id="R8b05ec88cd494b10"/>
    <p:sldId xmlns:r="http://schemas.openxmlformats.org/officeDocument/2006/relationships" id="285" r:id="Rc33da358a9894afa"/>
    <p:sldId xmlns:r="http://schemas.openxmlformats.org/officeDocument/2006/relationships" id="286" r:id="R3c9f0052121341d9"/>
    <p:sldId xmlns:r="http://schemas.openxmlformats.org/officeDocument/2006/relationships" id="287" r:id="R10af8791e8a54c3a"/>
    <p:sldId xmlns:r="http://schemas.openxmlformats.org/officeDocument/2006/relationships" id="288" r:id="R6de74a3e264144eb"/>
    <p:sldId xmlns:r="http://schemas.openxmlformats.org/officeDocument/2006/relationships" id="289" r:id="Reba5ac3b90d74876"/>
    <p:sldId xmlns:r="http://schemas.openxmlformats.org/officeDocument/2006/relationships" id="290" r:id="Rf8461adf82044973"/>
    <p:sldId xmlns:r="http://schemas.openxmlformats.org/officeDocument/2006/relationships" id="291" r:id="R39126bddae304b9a"/>
    <p:sldId xmlns:r="http://schemas.openxmlformats.org/officeDocument/2006/relationships" id="292" r:id="Rbc891dec7d6441b1"/>
    <p:sldId xmlns:r="http://schemas.openxmlformats.org/officeDocument/2006/relationships" id="293" r:id="Rd9e99f514f3d40fe"/>
    <p:sldId xmlns:r="http://schemas.openxmlformats.org/officeDocument/2006/relationships" id="294" r:id="Rfa58366af2644732"/>
    <p:sldId xmlns:r="http://schemas.openxmlformats.org/officeDocument/2006/relationships" id="295" r:id="R39ee13cb80694e22"/>
    <p:sldId xmlns:r="http://schemas.openxmlformats.org/officeDocument/2006/relationships" id="296" r:id="R5bee970ddf734afe"/>
    <p:sldId xmlns:r="http://schemas.openxmlformats.org/officeDocument/2006/relationships" id="297" r:id="Rcbea802eccce4f77"/>
    <p:sldId xmlns:r="http://schemas.openxmlformats.org/officeDocument/2006/relationships" id="298" r:id="R6904430b635a4e55"/>
    <p:sldId xmlns:r="http://schemas.openxmlformats.org/officeDocument/2006/relationships" id="299" r:id="Rdb8ba00d1246413f"/>
    <p:sldId xmlns:r="http://schemas.openxmlformats.org/officeDocument/2006/relationships" id="300" r:id="Ra5c4018d61bc48d5"/>
    <p:sldId xmlns:r="http://schemas.openxmlformats.org/officeDocument/2006/relationships" id="301" r:id="R598c94c0e8ad420a"/>
    <p:sldId xmlns:r="http://schemas.openxmlformats.org/officeDocument/2006/relationships" id="302" r:id="R7b15f55b70904b17"/>
    <p:sldId xmlns:r="http://schemas.openxmlformats.org/officeDocument/2006/relationships" id="303" r:id="Re195f58188cc4204"/>
    <p:sldId xmlns:r="http://schemas.openxmlformats.org/officeDocument/2006/relationships" id="304" r:id="R5e495ccd2cc1478c"/>
    <p:sldId xmlns:r="http://schemas.openxmlformats.org/officeDocument/2006/relationships" id="305" r:id="R8b274401d87b4270"/>
    <p:sldId xmlns:r="http://schemas.openxmlformats.org/officeDocument/2006/relationships" id="306" r:id="Rccbafd10736043ed"/>
    <p:sldId xmlns:r="http://schemas.openxmlformats.org/officeDocument/2006/relationships" id="307" r:id="R37a2686bc8794931"/>
    <p:sldId xmlns:r="http://schemas.openxmlformats.org/officeDocument/2006/relationships" id="308" r:id="R06694b8443a34464"/>
    <p:sldId xmlns:r="http://schemas.openxmlformats.org/officeDocument/2006/relationships" id="309" r:id="R12a61a139eee4c95"/>
    <p:sldId xmlns:r="http://schemas.openxmlformats.org/officeDocument/2006/relationships" id="310" r:id="Ra593d720ed3f4938"/>
    <p:sldId xmlns:r="http://schemas.openxmlformats.org/officeDocument/2006/relationships" id="311" r:id="Rf99d0278d45c4f60"/>
    <p:sldId xmlns:r="http://schemas.openxmlformats.org/officeDocument/2006/relationships" id="312" r:id="R2b32f2bd5a7c420d"/>
    <p:sldId xmlns:r="http://schemas.openxmlformats.org/officeDocument/2006/relationships" id="313" r:id="Rb156daa6c73b46a9"/>
    <p:sldId xmlns:r="http://schemas.openxmlformats.org/officeDocument/2006/relationships" id="314" r:id="R0dcda62d0e55408b"/>
    <p:sldId xmlns:r="http://schemas.openxmlformats.org/officeDocument/2006/relationships" id="315" r:id="R5645e766d5714679"/>
    <p:sldId xmlns:r="http://schemas.openxmlformats.org/officeDocument/2006/relationships" id="316" r:id="R82228ae54fe044eb"/>
    <p:sldId xmlns:r="http://schemas.openxmlformats.org/officeDocument/2006/relationships" id="317" r:id="R61ca752d0d7149b6"/>
    <p:sldId xmlns:r="http://schemas.openxmlformats.org/officeDocument/2006/relationships" id="318" r:id="R8bdd676e971b4401"/>
    <p:sldId xmlns:r="http://schemas.openxmlformats.org/officeDocument/2006/relationships" id="319" r:id="R4228709c8c5f4bcc"/>
    <p:sldId xmlns:r="http://schemas.openxmlformats.org/officeDocument/2006/relationships" id="320" r:id="Rcc7f26e2dded4cca"/>
    <p:sldId xmlns:r="http://schemas.openxmlformats.org/officeDocument/2006/relationships" id="321" r:id="R261198ef3fc542a0"/>
    <p:sldId xmlns:r="http://schemas.openxmlformats.org/officeDocument/2006/relationships" id="322" r:id="R990d5b5cfada410e"/>
    <p:sldId xmlns:r="http://schemas.openxmlformats.org/officeDocument/2006/relationships" id="323" r:id="R7a595ffc66c54b34"/>
    <p:sldId xmlns:r="http://schemas.openxmlformats.org/officeDocument/2006/relationships" id="324" r:id="Rb131eca73f50493c"/>
    <p:sldId xmlns:r="http://schemas.openxmlformats.org/officeDocument/2006/relationships" id="325" r:id="R20e2421df80f4072"/>
    <p:sldId xmlns:r="http://schemas.openxmlformats.org/officeDocument/2006/relationships" id="326" r:id="R9e37e7d7d90941d8"/>
    <p:sldId xmlns:r="http://schemas.openxmlformats.org/officeDocument/2006/relationships" id="327" r:id="Rd92a960b364c47e6"/>
    <p:sldId xmlns:r="http://schemas.openxmlformats.org/officeDocument/2006/relationships" id="328" r:id="R0250c039f1d44a04"/>
    <p:sldId xmlns:r="http://schemas.openxmlformats.org/officeDocument/2006/relationships" id="329" r:id="R6172c5ae93ab4a35"/>
    <p:sldId xmlns:r="http://schemas.openxmlformats.org/officeDocument/2006/relationships" id="330" r:id="R92c759af1e6f4442"/>
    <p:sldId xmlns:r="http://schemas.openxmlformats.org/officeDocument/2006/relationships" id="331" r:id="Rc0a84d1a1e954535"/>
    <p:sldId xmlns:r="http://schemas.openxmlformats.org/officeDocument/2006/relationships" id="332" r:id="Rbdbbbaa2976f423d"/>
    <p:sldId xmlns:r="http://schemas.openxmlformats.org/officeDocument/2006/relationships" id="333" r:id="R45f70802735447ad"/>
    <p:sldId xmlns:r="http://schemas.openxmlformats.org/officeDocument/2006/relationships" id="334" r:id="R96cf441852e64de3"/>
    <p:sldId xmlns:r="http://schemas.openxmlformats.org/officeDocument/2006/relationships" id="335" r:id="R9cca8551e44a474e"/>
    <p:sldId xmlns:r="http://schemas.openxmlformats.org/officeDocument/2006/relationships" id="336" r:id="R4bb94e881def4d66"/>
    <p:sldId xmlns:r="http://schemas.openxmlformats.org/officeDocument/2006/relationships" id="337" r:id="Raa3cdc7ee40e466a"/>
    <p:sldId xmlns:r="http://schemas.openxmlformats.org/officeDocument/2006/relationships" id="338" r:id="R675419b0a87340aa"/>
    <p:sldId xmlns:r="http://schemas.openxmlformats.org/officeDocument/2006/relationships" id="339" r:id="Rdec45595e563407f"/>
    <p:sldId xmlns:r="http://schemas.openxmlformats.org/officeDocument/2006/relationships" id="340" r:id="Rfa830803a2fb4da9"/>
    <p:sldId xmlns:r="http://schemas.openxmlformats.org/officeDocument/2006/relationships" id="341" r:id="Rda53646e88f14dfd"/>
    <p:sldId xmlns:r="http://schemas.openxmlformats.org/officeDocument/2006/relationships" id="342" r:id="Rf482c58643dc4cfe"/>
    <p:sldId xmlns:r="http://schemas.openxmlformats.org/officeDocument/2006/relationships" id="343" r:id="R272c21d736d043c7"/>
    <p:sldId xmlns:r="http://schemas.openxmlformats.org/officeDocument/2006/relationships" id="344" r:id="Rc9c4a480361e4aa4"/>
    <p:sldId xmlns:r="http://schemas.openxmlformats.org/officeDocument/2006/relationships" id="345" r:id="R5b465d71e4ad49ee"/>
    <p:sldId xmlns:r="http://schemas.openxmlformats.org/officeDocument/2006/relationships" id="346" r:id="Rb57a9d90e5d140ea"/>
    <p:sldId xmlns:r="http://schemas.openxmlformats.org/officeDocument/2006/relationships" id="347" r:id="R9fd506684826411c"/>
    <p:sldId xmlns:r="http://schemas.openxmlformats.org/officeDocument/2006/relationships" id="348" r:id="R193eadec61694e86"/>
    <p:sldId xmlns:r="http://schemas.openxmlformats.org/officeDocument/2006/relationships" id="349" r:id="Rae7c82bff94e4ddf"/>
    <p:sldId xmlns:r="http://schemas.openxmlformats.org/officeDocument/2006/relationships" id="350" r:id="R64b3f659b50d4384"/>
    <p:sldId xmlns:r="http://schemas.openxmlformats.org/officeDocument/2006/relationships" id="351" r:id="Rf83d788506404a14"/>
    <p:sldId xmlns:r="http://schemas.openxmlformats.org/officeDocument/2006/relationships" id="352" r:id="R6558692e94494f1c"/>
    <p:sldId xmlns:r="http://schemas.openxmlformats.org/officeDocument/2006/relationships" id="353" r:id="R60afdb28f0ee4f01"/>
    <p:sldId xmlns:r="http://schemas.openxmlformats.org/officeDocument/2006/relationships" id="354" r:id="R2d6760e370544ead"/>
    <p:sldId xmlns:r="http://schemas.openxmlformats.org/officeDocument/2006/relationships" id="355" r:id="Rce4dbef0dc7c47fb"/>
    <p:sldId xmlns:r="http://schemas.openxmlformats.org/officeDocument/2006/relationships" id="356" r:id="R0f0378c515014e81"/>
    <p:sldId xmlns:r="http://schemas.openxmlformats.org/officeDocument/2006/relationships" id="357" r:id="R8fc6bf7ef72b4ad7"/>
    <p:sldId xmlns:r="http://schemas.openxmlformats.org/officeDocument/2006/relationships" id="358" r:id="R93e8486d9455444b"/>
    <p:sldId xmlns:r="http://schemas.openxmlformats.org/officeDocument/2006/relationships" id="359" r:id="R5ccc0817d3734d49"/>
    <p:sldId xmlns:r="http://schemas.openxmlformats.org/officeDocument/2006/relationships" id="360" r:id="R625d2dcd83414d4b"/>
    <p:sldId xmlns:r="http://schemas.openxmlformats.org/officeDocument/2006/relationships" id="361" r:id="Rf7b736cfcf67419a"/>
    <p:sldId xmlns:r="http://schemas.openxmlformats.org/officeDocument/2006/relationships" id="362" r:id="R3b291a11440a4af5"/>
    <p:sldId xmlns:r="http://schemas.openxmlformats.org/officeDocument/2006/relationships" id="363" r:id="R3101d5ba361146d5"/>
    <p:sldId xmlns:r="http://schemas.openxmlformats.org/officeDocument/2006/relationships" id="364" r:id="R376dd8f94da34289"/>
    <p:sldId xmlns:r="http://schemas.openxmlformats.org/officeDocument/2006/relationships" id="365" r:id="Rcb90c3f9b8c643ec"/>
    <p:sldId xmlns:r="http://schemas.openxmlformats.org/officeDocument/2006/relationships" id="366" r:id="Rbafc287abec74c00"/>
    <p:sldId xmlns:r="http://schemas.openxmlformats.org/officeDocument/2006/relationships" id="367" r:id="R1172b24acbb842bd"/>
    <p:sldId xmlns:r="http://schemas.openxmlformats.org/officeDocument/2006/relationships" id="368" r:id="R064c696f53084d8b"/>
    <p:sldId xmlns:r="http://schemas.openxmlformats.org/officeDocument/2006/relationships" id="369" r:id="Rbdfb21be08b54a0d"/>
    <p:sldId xmlns:r="http://schemas.openxmlformats.org/officeDocument/2006/relationships" id="370" r:id="R633d7415a05d407b"/>
    <p:sldId xmlns:r="http://schemas.openxmlformats.org/officeDocument/2006/relationships" id="371" r:id="R448431a0ade8491c"/>
    <p:sldId xmlns:r="http://schemas.openxmlformats.org/officeDocument/2006/relationships" id="372" r:id="Rf073ff5fb08e4aee"/>
    <p:sldId xmlns:r="http://schemas.openxmlformats.org/officeDocument/2006/relationships" id="373" r:id="R4b7b9291d80d4ab8"/>
    <p:sldId xmlns:r="http://schemas.openxmlformats.org/officeDocument/2006/relationships" id="374" r:id="R53a31a73cb2b42d6"/>
    <p:sldId xmlns:r="http://schemas.openxmlformats.org/officeDocument/2006/relationships" id="375" r:id="R193b66fcda504fb5"/>
    <p:sldId xmlns:r="http://schemas.openxmlformats.org/officeDocument/2006/relationships" id="376" r:id="R35ac5edc7f08470d"/>
    <p:sldId xmlns:r="http://schemas.openxmlformats.org/officeDocument/2006/relationships" id="377" r:id="R15445647badf4754"/>
    <p:sldId xmlns:r="http://schemas.openxmlformats.org/officeDocument/2006/relationships" id="378" r:id="Ra665356c99524903"/>
    <p:sldId xmlns:r="http://schemas.openxmlformats.org/officeDocument/2006/relationships" id="379" r:id="R19a66a62029e47d7"/>
    <p:sldId xmlns:r="http://schemas.openxmlformats.org/officeDocument/2006/relationships" id="380" r:id="Radeb2630e03a477e"/>
    <p:sldId xmlns:r="http://schemas.openxmlformats.org/officeDocument/2006/relationships" id="381" r:id="R73739e0ec7b14281"/>
    <p:sldId xmlns:r="http://schemas.openxmlformats.org/officeDocument/2006/relationships" id="382" r:id="R85ef69454e434235"/>
    <p:sldId xmlns:r="http://schemas.openxmlformats.org/officeDocument/2006/relationships" id="383" r:id="R681b5edce5aa4ce8"/>
    <p:sldId xmlns:r="http://schemas.openxmlformats.org/officeDocument/2006/relationships" id="384" r:id="Rc2f127aaf2484068"/>
    <p:sldId xmlns:r="http://schemas.openxmlformats.org/officeDocument/2006/relationships" id="385" r:id="R6b9e34d14456456a"/>
    <p:sldId xmlns:r="http://schemas.openxmlformats.org/officeDocument/2006/relationships" id="386" r:id="Rfeb7ef2e88934082"/>
    <p:sldId xmlns:r="http://schemas.openxmlformats.org/officeDocument/2006/relationships" id="387" r:id="R7860829dd0d64d9d"/>
    <p:sldId xmlns:r="http://schemas.openxmlformats.org/officeDocument/2006/relationships" id="388" r:id="R13fd56ba2bb5456e"/>
    <p:sldId xmlns:r="http://schemas.openxmlformats.org/officeDocument/2006/relationships" id="389" r:id="R4a3a597c57b14bbb"/>
    <p:sldId xmlns:r="http://schemas.openxmlformats.org/officeDocument/2006/relationships" id="390" r:id="R3bd0c4d5b72e4e3b"/>
    <p:sldId xmlns:r="http://schemas.openxmlformats.org/officeDocument/2006/relationships" id="391" r:id="R489edaecfffc4c84"/>
    <p:sldId xmlns:r="http://schemas.openxmlformats.org/officeDocument/2006/relationships" id="392" r:id="R6c8d5c36432247ae"/>
    <p:sldId xmlns:r="http://schemas.openxmlformats.org/officeDocument/2006/relationships" id="393" r:id="Rb163cb85f8e7499d"/>
    <p:sldId xmlns:r="http://schemas.openxmlformats.org/officeDocument/2006/relationships" id="394" r:id="Ref41c8bdec814362"/>
    <p:sldId xmlns:r="http://schemas.openxmlformats.org/officeDocument/2006/relationships" id="395" r:id="R13a97513848447e7"/>
    <p:sldId xmlns:r="http://schemas.openxmlformats.org/officeDocument/2006/relationships" id="396" r:id="Refb9190e19344c69"/>
    <p:sldId xmlns:r="http://schemas.openxmlformats.org/officeDocument/2006/relationships" id="397" r:id="R74108fc70b274906"/>
    <p:sldId xmlns:r="http://schemas.openxmlformats.org/officeDocument/2006/relationships" id="398" r:id="R47b192040971418c"/>
    <p:sldId xmlns:r="http://schemas.openxmlformats.org/officeDocument/2006/relationships" id="399" r:id="R2dab19a336114f01"/>
    <p:sldId xmlns:r="http://schemas.openxmlformats.org/officeDocument/2006/relationships" id="400" r:id="R4c71f0360c184159"/>
    <p:sldId xmlns:r="http://schemas.openxmlformats.org/officeDocument/2006/relationships" id="401" r:id="R67f7de2fc62b47cf"/>
    <p:sldId xmlns:r="http://schemas.openxmlformats.org/officeDocument/2006/relationships" id="402" r:id="Rf436b8ccafc94003"/>
    <p:sldId xmlns:r="http://schemas.openxmlformats.org/officeDocument/2006/relationships" id="403" r:id="R32eb1cc0e8b24537"/>
    <p:sldId xmlns:r="http://schemas.openxmlformats.org/officeDocument/2006/relationships" id="404" r:id="R1a73ee8074a0403e"/>
    <p:sldId xmlns:r="http://schemas.openxmlformats.org/officeDocument/2006/relationships" id="405" r:id="Ra7bbe77e439c4ddc"/>
    <p:sldId xmlns:r="http://schemas.openxmlformats.org/officeDocument/2006/relationships" id="406" r:id="R1cb1ab51bbfa44e5"/>
    <p:sldId xmlns:r="http://schemas.openxmlformats.org/officeDocument/2006/relationships" id="407" r:id="R49dfbc6442ea4b63"/>
    <p:sldId xmlns:r="http://schemas.openxmlformats.org/officeDocument/2006/relationships" id="408" r:id="Rec4b1054734c4aaa"/>
    <p:sldId xmlns:r="http://schemas.openxmlformats.org/officeDocument/2006/relationships" id="409" r:id="R3937447e4f3b48a7"/>
    <p:sldId xmlns:r="http://schemas.openxmlformats.org/officeDocument/2006/relationships" id="410" r:id="R625e886ae5d54a79"/>
    <p:sldId xmlns:r="http://schemas.openxmlformats.org/officeDocument/2006/relationships" id="411" r:id="Rf14bd3cf0e774a34"/>
    <p:sldId xmlns:r="http://schemas.openxmlformats.org/officeDocument/2006/relationships" id="412" r:id="R899c0fcf53974cf9"/>
    <p:sldId xmlns:r="http://schemas.openxmlformats.org/officeDocument/2006/relationships" id="413" r:id="R662898a002e1492f"/>
    <p:sldId xmlns:r="http://schemas.openxmlformats.org/officeDocument/2006/relationships" id="414" r:id="R2d90c9a1ed074330"/>
    <p:sldId xmlns:r="http://schemas.openxmlformats.org/officeDocument/2006/relationships" id="415" r:id="R6efbf16ca097467f"/>
    <p:sldId xmlns:r="http://schemas.openxmlformats.org/officeDocument/2006/relationships" id="416" r:id="R56d07a171c774eb8"/>
    <p:sldId xmlns:r="http://schemas.openxmlformats.org/officeDocument/2006/relationships" id="417" r:id="R02e2cad48b2f41c9"/>
    <p:sldId xmlns:r="http://schemas.openxmlformats.org/officeDocument/2006/relationships" id="418" r:id="R67f876170ed54a5c"/>
    <p:sldId xmlns:r="http://schemas.openxmlformats.org/officeDocument/2006/relationships" id="419" r:id="R6b3fd3ccb8e744c0"/>
    <p:sldId xmlns:r="http://schemas.openxmlformats.org/officeDocument/2006/relationships" id="420" r:id="R550000bf68a94164"/>
    <p:sldId xmlns:r="http://schemas.openxmlformats.org/officeDocument/2006/relationships" id="421" r:id="R3fbc0c34f15946ac"/>
    <p:sldId xmlns:r="http://schemas.openxmlformats.org/officeDocument/2006/relationships" id="422" r:id="R55d5bb044a844c17"/>
    <p:sldId xmlns:r="http://schemas.openxmlformats.org/officeDocument/2006/relationships" id="423" r:id="R0d30a7caac0b4f40"/>
    <p:sldId xmlns:r="http://schemas.openxmlformats.org/officeDocument/2006/relationships" id="424" r:id="Rcd34a4b833e44555"/>
    <p:sldId xmlns:r="http://schemas.openxmlformats.org/officeDocument/2006/relationships" id="425" r:id="R203e0b38725e471e"/>
    <p:sldId xmlns:r="http://schemas.openxmlformats.org/officeDocument/2006/relationships" id="426" r:id="R9202062a40d4460f"/>
    <p:sldId xmlns:r="http://schemas.openxmlformats.org/officeDocument/2006/relationships" id="427" r:id="Rec8b3e8742f44de4"/>
    <p:sldId xmlns:r="http://schemas.openxmlformats.org/officeDocument/2006/relationships" id="428" r:id="R20ac424b11224aa2"/>
    <p:sldId xmlns:r="http://schemas.openxmlformats.org/officeDocument/2006/relationships" id="429" r:id="R8b5bb48bf71c4e82"/>
    <p:sldId xmlns:r="http://schemas.openxmlformats.org/officeDocument/2006/relationships" id="430" r:id="Rf06d5ddb95fd492b"/>
    <p:sldId xmlns:r="http://schemas.openxmlformats.org/officeDocument/2006/relationships" id="431" r:id="R7d6b72db6cd94b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bb34bbcc8642d3" /><Relationship Type="http://schemas.openxmlformats.org/officeDocument/2006/relationships/slideMaster" Target="/ppt/slideMasters/slideMaster1.xml" Id="Rbb2531529a1147d4" /><Relationship Type="http://schemas.openxmlformats.org/officeDocument/2006/relationships/notesMaster" Target="/ppt/notesMasters/notesMaster1.xml" Id="Rd4555400e8a24e8d" /><Relationship Type="http://schemas.openxmlformats.org/officeDocument/2006/relationships/presProps" Target="/ppt/presProps.xml" Id="R765541a6501841c4" /><Relationship Type="http://schemas.openxmlformats.org/officeDocument/2006/relationships/tableStyles" Target="/ppt/tableStyles.xml" Id="R03b634d43baf4a7f" /><Relationship Type="http://schemas.openxmlformats.org/officeDocument/2006/relationships/slide" Target="/ppt/slides/slide1.xml" Id="Rdde114c37e094ca7" /><Relationship Type="http://schemas.openxmlformats.org/officeDocument/2006/relationships/slide" Target="/ppt/slides/slide2.xml" Id="Ra9e807394bd44b51" /><Relationship Type="http://schemas.openxmlformats.org/officeDocument/2006/relationships/slide" Target="/ppt/slides/slide3.xml" Id="Rbb226e9e8ce74f75" /><Relationship Type="http://schemas.openxmlformats.org/officeDocument/2006/relationships/slide" Target="/ppt/slides/slide4.xml" Id="R2bf619fb5d9e44de" /><Relationship Type="http://schemas.openxmlformats.org/officeDocument/2006/relationships/slide" Target="/ppt/slides/slide5.xml" Id="Rf7063b3ccaa740e9" /><Relationship Type="http://schemas.openxmlformats.org/officeDocument/2006/relationships/slide" Target="/ppt/slides/slide6.xml" Id="R58651ddde57e4a63" /><Relationship Type="http://schemas.openxmlformats.org/officeDocument/2006/relationships/slide" Target="/ppt/slides/slide7.xml" Id="Ra5f082b693024694" /><Relationship Type="http://schemas.openxmlformats.org/officeDocument/2006/relationships/slide" Target="/ppt/slides/slide8.xml" Id="R27f9d1df809a4744" /><Relationship Type="http://schemas.openxmlformats.org/officeDocument/2006/relationships/slide" Target="/ppt/slides/slide9.xml" Id="R943bcda7b0654e25" /><Relationship Type="http://schemas.openxmlformats.org/officeDocument/2006/relationships/slide" Target="/ppt/slides/slide10.xml" Id="Rca742746aff34be1" /><Relationship Type="http://schemas.openxmlformats.org/officeDocument/2006/relationships/slide" Target="/ppt/slides/slide11.xml" Id="R54770c209a594a13" /><Relationship Type="http://schemas.openxmlformats.org/officeDocument/2006/relationships/slide" Target="/ppt/slides/slide12.xml" Id="Rd35baa576e8444e2" /><Relationship Type="http://schemas.openxmlformats.org/officeDocument/2006/relationships/slide" Target="/ppt/slides/slide13.xml" Id="R54614ff0bfe543c9" /><Relationship Type="http://schemas.openxmlformats.org/officeDocument/2006/relationships/slide" Target="/ppt/slides/slide14.xml" Id="Rb4c09fdecc9446c8" /><Relationship Type="http://schemas.openxmlformats.org/officeDocument/2006/relationships/slide" Target="/ppt/slides/slide15.xml" Id="R222a4aabb4bf4141" /><Relationship Type="http://schemas.openxmlformats.org/officeDocument/2006/relationships/slide" Target="/ppt/slides/slide16.xml" Id="Rf4f86b30def04c9d" /><Relationship Type="http://schemas.openxmlformats.org/officeDocument/2006/relationships/slide" Target="/ppt/slides/slide17.xml" Id="R8b26295c1fad435d" /><Relationship Type="http://schemas.openxmlformats.org/officeDocument/2006/relationships/slide" Target="/ppt/slides/slide18.xml" Id="Rd8a47b3223b543b8" /><Relationship Type="http://schemas.openxmlformats.org/officeDocument/2006/relationships/slide" Target="/ppt/slides/slide19.xml" Id="Rdb1615e87f1446c4" /><Relationship Type="http://schemas.openxmlformats.org/officeDocument/2006/relationships/slide" Target="/ppt/slides/slide20.xml" Id="Rd63e014cc6e54326" /><Relationship Type="http://schemas.openxmlformats.org/officeDocument/2006/relationships/slide" Target="/ppt/slides/slide21.xml" Id="R05ac37d76e754365" /><Relationship Type="http://schemas.openxmlformats.org/officeDocument/2006/relationships/slide" Target="/ppt/slides/slide22.xml" Id="R38545ce7edf14a88" /><Relationship Type="http://schemas.openxmlformats.org/officeDocument/2006/relationships/slide" Target="/ppt/slides/slide23.xml" Id="Rc36eda15b784462b" /><Relationship Type="http://schemas.openxmlformats.org/officeDocument/2006/relationships/slide" Target="/ppt/slides/slide24.xml" Id="R6653f683b9ff4001" /><Relationship Type="http://schemas.openxmlformats.org/officeDocument/2006/relationships/slide" Target="/ppt/slides/slide25.xml" Id="R0064f42979d541f9" /><Relationship Type="http://schemas.openxmlformats.org/officeDocument/2006/relationships/slide" Target="/ppt/slides/slide26.xml" Id="R310283b7a89648b7" /><Relationship Type="http://schemas.openxmlformats.org/officeDocument/2006/relationships/slide" Target="/ppt/slides/slide27.xml" Id="R167bd204625742cc" /><Relationship Type="http://schemas.openxmlformats.org/officeDocument/2006/relationships/slide" Target="/ppt/slides/slide28.xml" Id="R34291f02789d4f38" /><Relationship Type="http://schemas.openxmlformats.org/officeDocument/2006/relationships/slide" Target="/ppt/slides/slide29.xml" Id="R8b05ec88cd494b10" /><Relationship Type="http://schemas.openxmlformats.org/officeDocument/2006/relationships/slide" Target="/ppt/slides/slide30.xml" Id="Rc33da358a9894afa" /><Relationship Type="http://schemas.openxmlformats.org/officeDocument/2006/relationships/slide" Target="/ppt/slides/slide31.xml" Id="R3c9f0052121341d9" /><Relationship Type="http://schemas.openxmlformats.org/officeDocument/2006/relationships/slide" Target="/ppt/slides/slide32.xml" Id="R10af8791e8a54c3a" /><Relationship Type="http://schemas.openxmlformats.org/officeDocument/2006/relationships/slide" Target="/ppt/slides/slide33.xml" Id="R6de74a3e264144eb" /><Relationship Type="http://schemas.openxmlformats.org/officeDocument/2006/relationships/slide" Target="/ppt/slides/slide34.xml" Id="Reba5ac3b90d74876" /><Relationship Type="http://schemas.openxmlformats.org/officeDocument/2006/relationships/slide" Target="/ppt/slides/slide35.xml" Id="Rf8461adf82044973" /><Relationship Type="http://schemas.openxmlformats.org/officeDocument/2006/relationships/slide" Target="/ppt/slides/slide36.xml" Id="R39126bddae304b9a" /><Relationship Type="http://schemas.openxmlformats.org/officeDocument/2006/relationships/slide" Target="/ppt/slides/slide37.xml" Id="Rbc891dec7d6441b1" /><Relationship Type="http://schemas.openxmlformats.org/officeDocument/2006/relationships/slide" Target="/ppt/slides/slide38.xml" Id="Rd9e99f514f3d40fe" /><Relationship Type="http://schemas.openxmlformats.org/officeDocument/2006/relationships/slide" Target="/ppt/slides/slide39.xml" Id="Rfa58366af2644732" /><Relationship Type="http://schemas.openxmlformats.org/officeDocument/2006/relationships/slide" Target="/ppt/slides/slide40.xml" Id="R39ee13cb80694e22" /><Relationship Type="http://schemas.openxmlformats.org/officeDocument/2006/relationships/slide" Target="/ppt/slides/slide41.xml" Id="R5bee970ddf734afe" /><Relationship Type="http://schemas.openxmlformats.org/officeDocument/2006/relationships/slide" Target="/ppt/slides/slide42.xml" Id="Rcbea802eccce4f77" /><Relationship Type="http://schemas.openxmlformats.org/officeDocument/2006/relationships/slide" Target="/ppt/slides/slide43.xml" Id="R6904430b635a4e55" /><Relationship Type="http://schemas.openxmlformats.org/officeDocument/2006/relationships/slide" Target="/ppt/slides/slide44.xml" Id="Rdb8ba00d1246413f" /><Relationship Type="http://schemas.openxmlformats.org/officeDocument/2006/relationships/slide" Target="/ppt/slides/slide45.xml" Id="Ra5c4018d61bc48d5" /><Relationship Type="http://schemas.openxmlformats.org/officeDocument/2006/relationships/slide" Target="/ppt/slides/slide46.xml" Id="R598c94c0e8ad420a" /><Relationship Type="http://schemas.openxmlformats.org/officeDocument/2006/relationships/slide" Target="/ppt/slides/slide47.xml" Id="R7b15f55b70904b17" /><Relationship Type="http://schemas.openxmlformats.org/officeDocument/2006/relationships/slide" Target="/ppt/slides/slide48.xml" Id="Re195f58188cc4204" /><Relationship Type="http://schemas.openxmlformats.org/officeDocument/2006/relationships/slide" Target="/ppt/slides/slide49.xml" Id="R5e495ccd2cc1478c" /><Relationship Type="http://schemas.openxmlformats.org/officeDocument/2006/relationships/slide" Target="/ppt/slides/slide50.xml" Id="R8b274401d87b4270" /><Relationship Type="http://schemas.openxmlformats.org/officeDocument/2006/relationships/slide" Target="/ppt/slides/slide51.xml" Id="Rccbafd10736043ed" /><Relationship Type="http://schemas.openxmlformats.org/officeDocument/2006/relationships/slide" Target="/ppt/slides/slide52.xml" Id="R37a2686bc8794931" /><Relationship Type="http://schemas.openxmlformats.org/officeDocument/2006/relationships/slide" Target="/ppt/slides/slide53.xml" Id="R06694b8443a34464" /><Relationship Type="http://schemas.openxmlformats.org/officeDocument/2006/relationships/slide" Target="/ppt/slides/slide54.xml" Id="R12a61a139eee4c95" /><Relationship Type="http://schemas.openxmlformats.org/officeDocument/2006/relationships/slide" Target="/ppt/slides/slide55.xml" Id="Ra593d720ed3f4938" /><Relationship Type="http://schemas.openxmlformats.org/officeDocument/2006/relationships/slide" Target="/ppt/slides/slide56.xml" Id="Rf99d0278d45c4f60" /><Relationship Type="http://schemas.openxmlformats.org/officeDocument/2006/relationships/slide" Target="/ppt/slides/slide57.xml" Id="R2b32f2bd5a7c420d" /><Relationship Type="http://schemas.openxmlformats.org/officeDocument/2006/relationships/slide" Target="/ppt/slides/slide58.xml" Id="Rb156daa6c73b46a9" /><Relationship Type="http://schemas.openxmlformats.org/officeDocument/2006/relationships/slide" Target="/ppt/slides/slide59.xml" Id="R0dcda62d0e55408b" /><Relationship Type="http://schemas.openxmlformats.org/officeDocument/2006/relationships/slide" Target="/ppt/slides/slide60.xml" Id="R5645e766d5714679" /><Relationship Type="http://schemas.openxmlformats.org/officeDocument/2006/relationships/slide" Target="/ppt/slides/slide61.xml" Id="R82228ae54fe044eb" /><Relationship Type="http://schemas.openxmlformats.org/officeDocument/2006/relationships/slide" Target="/ppt/slides/slide62.xml" Id="R61ca752d0d7149b6" /><Relationship Type="http://schemas.openxmlformats.org/officeDocument/2006/relationships/slide" Target="/ppt/slides/slide63.xml" Id="R8bdd676e971b4401" /><Relationship Type="http://schemas.openxmlformats.org/officeDocument/2006/relationships/slide" Target="/ppt/slides/slide64.xml" Id="R4228709c8c5f4bcc" /><Relationship Type="http://schemas.openxmlformats.org/officeDocument/2006/relationships/slide" Target="/ppt/slides/slide65.xml" Id="Rcc7f26e2dded4cca" /><Relationship Type="http://schemas.openxmlformats.org/officeDocument/2006/relationships/slide" Target="/ppt/slides/slide66.xml" Id="R261198ef3fc542a0" /><Relationship Type="http://schemas.openxmlformats.org/officeDocument/2006/relationships/slide" Target="/ppt/slides/slide67.xml" Id="R990d5b5cfada410e" /><Relationship Type="http://schemas.openxmlformats.org/officeDocument/2006/relationships/slide" Target="/ppt/slides/slide68.xml" Id="R7a595ffc66c54b34" /><Relationship Type="http://schemas.openxmlformats.org/officeDocument/2006/relationships/slide" Target="/ppt/slides/slide69.xml" Id="Rb131eca73f50493c" /><Relationship Type="http://schemas.openxmlformats.org/officeDocument/2006/relationships/slide" Target="/ppt/slides/slide70.xml" Id="R20e2421df80f4072" /><Relationship Type="http://schemas.openxmlformats.org/officeDocument/2006/relationships/slide" Target="/ppt/slides/slide71.xml" Id="R9e37e7d7d90941d8" /><Relationship Type="http://schemas.openxmlformats.org/officeDocument/2006/relationships/slide" Target="/ppt/slides/slide72.xml" Id="Rd92a960b364c47e6" /><Relationship Type="http://schemas.openxmlformats.org/officeDocument/2006/relationships/slide" Target="/ppt/slides/slide73.xml" Id="R0250c039f1d44a04" /><Relationship Type="http://schemas.openxmlformats.org/officeDocument/2006/relationships/slide" Target="/ppt/slides/slide74.xml" Id="R6172c5ae93ab4a35" /><Relationship Type="http://schemas.openxmlformats.org/officeDocument/2006/relationships/slide" Target="/ppt/slides/slide75.xml" Id="R92c759af1e6f4442" /><Relationship Type="http://schemas.openxmlformats.org/officeDocument/2006/relationships/slide" Target="/ppt/slides/slide76.xml" Id="Rc0a84d1a1e954535" /><Relationship Type="http://schemas.openxmlformats.org/officeDocument/2006/relationships/slide" Target="/ppt/slides/slide77.xml" Id="Rbdbbbaa2976f423d" /><Relationship Type="http://schemas.openxmlformats.org/officeDocument/2006/relationships/slide" Target="/ppt/slides/slide78.xml" Id="R45f70802735447ad" /><Relationship Type="http://schemas.openxmlformats.org/officeDocument/2006/relationships/slide" Target="/ppt/slides/slide79.xml" Id="R96cf441852e64de3" /><Relationship Type="http://schemas.openxmlformats.org/officeDocument/2006/relationships/slide" Target="/ppt/slides/slide80.xml" Id="R9cca8551e44a474e" /><Relationship Type="http://schemas.openxmlformats.org/officeDocument/2006/relationships/slide" Target="/ppt/slides/slide81.xml" Id="R4bb94e881def4d66" /><Relationship Type="http://schemas.openxmlformats.org/officeDocument/2006/relationships/slide" Target="/ppt/slides/slide82.xml" Id="Raa3cdc7ee40e466a" /><Relationship Type="http://schemas.openxmlformats.org/officeDocument/2006/relationships/slide" Target="/ppt/slides/slide83.xml" Id="R675419b0a87340aa" /><Relationship Type="http://schemas.openxmlformats.org/officeDocument/2006/relationships/slide" Target="/ppt/slides/slide84.xml" Id="Rdec45595e563407f" /><Relationship Type="http://schemas.openxmlformats.org/officeDocument/2006/relationships/slide" Target="/ppt/slides/slide85.xml" Id="Rfa830803a2fb4da9" /><Relationship Type="http://schemas.openxmlformats.org/officeDocument/2006/relationships/slide" Target="/ppt/slides/slide86.xml" Id="Rda53646e88f14dfd" /><Relationship Type="http://schemas.openxmlformats.org/officeDocument/2006/relationships/slide" Target="/ppt/slides/slide87.xml" Id="Rf482c58643dc4cfe" /><Relationship Type="http://schemas.openxmlformats.org/officeDocument/2006/relationships/slide" Target="/ppt/slides/slide88.xml" Id="R272c21d736d043c7" /><Relationship Type="http://schemas.openxmlformats.org/officeDocument/2006/relationships/slide" Target="/ppt/slides/slide89.xml" Id="Rc9c4a480361e4aa4" /><Relationship Type="http://schemas.openxmlformats.org/officeDocument/2006/relationships/slide" Target="/ppt/slides/slide90.xml" Id="R5b465d71e4ad49ee" /><Relationship Type="http://schemas.openxmlformats.org/officeDocument/2006/relationships/slide" Target="/ppt/slides/slide91.xml" Id="Rb57a9d90e5d140ea" /><Relationship Type="http://schemas.openxmlformats.org/officeDocument/2006/relationships/slide" Target="/ppt/slides/slide92.xml" Id="R9fd506684826411c" /><Relationship Type="http://schemas.openxmlformats.org/officeDocument/2006/relationships/slide" Target="/ppt/slides/slide93.xml" Id="R193eadec61694e86" /><Relationship Type="http://schemas.openxmlformats.org/officeDocument/2006/relationships/slide" Target="/ppt/slides/slide94.xml" Id="Rae7c82bff94e4ddf" /><Relationship Type="http://schemas.openxmlformats.org/officeDocument/2006/relationships/slide" Target="/ppt/slides/slide95.xml" Id="R64b3f659b50d4384" /><Relationship Type="http://schemas.openxmlformats.org/officeDocument/2006/relationships/slide" Target="/ppt/slides/slide96.xml" Id="Rf83d788506404a14" /><Relationship Type="http://schemas.openxmlformats.org/officeDocument/2006/relationships/slide" Target="/ppt/slides/slide97.xml" Id="R6558692e94494f1c" /><Relationship Type="http://schemas.openxmlformats.org/officeDocument/2006/relationships/slide" Target="/ppt/slides/slide98.xml" Id="R60afdb28f0ee4f01" /><Relationship Type="http://schemas.openxmlformats.org/officeDocument/2006/relationships/slide" Target="/ppt/slides/slide99.xml" Id="R2d6760e370544ead" /><Relationship Type="http://schemas.openxmlformats.org/officeDocument/2006/relationships/slide" Target="/ppt/slides/slide100.xml" Id="Rce4dbef0dc7c47fb" /><Relationship Type="http://schemas.openxmlformats.org/officeDocument/2006/relationships/slide" Target="/ppt/slides/slide101.xml" Id="R0f0378c515014e81" /><Relationship Type="http://schemas.openxmlformats.org/officeDocument/2006/relationships/slide" Target="/ppt/slides/slide102.xml" Id="R8fc6bf7ef72b4ad7" /><Relationship Type="http://schemas.openxmlformats.org/officeDocument/2006/relationships/slide" Target="/ppt/slides/slide103.xml" Id="R93e8486d9455444b" /><Relationship Type="http://schemas.openxmlformats.org/officeDocument/2006/relationships/slide" Target="/ppt/slides/slide104.xml" Id="R5ccc0817d3734d49" /><Relationship Type="http://schemas.openxmlformats.org/officeDocument/2006/relationships/slide" Target="/ppt/slides/slide105.xml" Id="R625d2dcd83414d4b" /><Relationship Type="http://schemas.openxmlformats.org/officeDocument/2006/relationships/slide" Target="/ppt/slides/slide106.xml" Id="Rf7b736cfcf67419a" /><Relationship Type="http://schemas.openxmlformats.org/officeDocument/2006/relationships/slide" Target="/ppt/slides/slide107.xml" Id="R3b291a11440a4af5" /><Relationship Type="http://schemas.openxmlformats.org/officeDocument/2006/relationships/slide" Target="/ppt/slides/slide108.xml" Id="R3101d5ba361146d5" /><Relationship Type="http://schemas.openxmlformats.org/officeDocument/2006/relationships/slide" Target="/ppt/slides/slide109.xml" Id="R376dd8f94da34289" /><Relationship Type="http://schemas.openxmlformats.org/officeDocument/2006/relationships/slide" Target="/ppt/slides/slide110.xml" Id="Rcb90c3f9b8c643ec" /><Relationship Type="http://schemas.openxmlformats.org/officeDocument/2006/relationships/slide" Target="/ppt/slides/slide111.xml" Id="Rbafc287abec74c00" /><Relationship Type="http://schemas.openxmlformats.org/officeDocument/2006/relationships/slide" Target="/ppt/slides/slide112.xml" Id="R1172b24acbb842bd" /><Relationship Type="http://schemas.openxmlformats.org/officeDocument/2006/relationships/slide" Target="/ppt/slides/slide113.xml" Id="R064c696f53084d8b" /><Relationship Type="http://schemas.openxmlformats.org/officeDocument/2006/relationships/slide" Target="/ppt/slides/slide114.xml" Id="Rbdfb21be08b54a0d" /><Relationship Type="http://schemas.openxmlformats.org/officeDocument/2006/relationships/slide" Target="/ppt/slides/slide115.xml" Id="R633d7415a05d407b" /><Relationship Type="http://schemas.openxmlformats.org/officeDocument/2006/relationships/slide" Target="/ppt/slides/slide116.xml" Id="R448431a0ade8491c" /><Relationship Type="http://schemas.openxmlformats.org/officeDocument/2006/relationships/slide" Target="/ppt/slides/slide117.xml" Id="Rf073ff5fb08e4aee" /><Relationship Type="http://schemas.openxmlformats.org/officeDocument/2006/relationships/slide" Target="/ppt/slides/slide118.xml" Id="R4b7b9291d80d4ab8" /><Relationship Type="http://schemas.openxmlformats.org/officeDocument/2006/relationships/slide" Target="/ppt/slides/slide119.xml" Id="R53a31a73cb2b42d6" /><Relationship Type="http://schemas.openxmlformats.org/officeDocument/2006/relationships/slide" Target="/ppt/slides/slide120.xml" Id="R193b66fcda504fb5" /><Relationship Type="http://schemas.openxmlformats.org/officeDocument/2006/relationships/slide" Target="/ppt/slides/slide121.xml" Id="R35ac5edc7f08470d" /><Relationship Type="http://schemas.openxmlformats.org/officeDocument/2006/relationships/slide" Target="/ppt/slides/slide122.xml" Id="R15445647badf4754" /><Relationship Type="http://schemas.openxmlformats.org/officeDocument/2006/relationships/slide" Target="/ppt/slides/slide123.xml" Id="Ra665356c99524903" /><Relationship Type="http://schemas.openxmlformats.org/officeDocument/2006/relationships/slide" Target="/ppt/slides/slide124.xml" Id="R19a66a62029e47d7" /><Relationship Type="http://schemas.openxmlformats.org/officeDocument/2006/relationships/slide" Target="/ppt/slides/slide125.xml" Id="Radeb2630e03a477e" /><Relationship Type="http://schemas.openxmlformats.org/officeDocument/2006/relationships/slide" Target="/ppt/slides/slide126.xml" Id="R73739e0ec7b14281" /><Relationship Type="http://schemas.openxmlformats.org/officeDocument/2006/relationships/slide" Target="/ppt/slides/slide127.xml" Id="R85ef69454e434235" /><Relationship Type="http://schemas.openxmlformats.org/officeDocument/2006/relationships/slide" Target="/ppt/slides/slide128.xml" Id="R681b5edce5aa4ce8" /><Relationship Type="http://schemas.openxmlformats.org/officeDocument/2006/relationships/slide" Target="/ppt/slides/slide129.xml" Id="Rc2f127aaf2484068" /><Relationship Type="http://schemas.openxmlformats.org/officeDocument/2006/relationships/slide" Target="/ppt/slides/slide130.xml" Id="R6b9e34d14456456a" /><Relationship Type="http://schemas.openxmlformats.org/officeDocument/2006/relationships/slide" Target="/ppt/slides/slide131.xml" Id="Rfeb7ef2e88934082" /><Relationship Type="http://schemas.openxmlformats.org/officeDocument/2006/relationships/slide" Target="/ppt/slides/slide132.xml" Id="R7860829dd0d64d9d" /><Relationship Type="http://schemas.openxmlformats.org/officeDocument/2006/relationships/slide" Target="/ppt/slides/slide133.xml" Id="R13fd56ba2bb5456e" /><Relationship Type="http://schemas.openxmlformats.org/officeDocument/2006/relationships/slide" Target="/ppt/slides/slide134.xml" Id="R4a3a597c57b14bbb" /><Relationship Type="http://schemas.openxmlformats.org/officeDocument/2006/relationships/slide" Target="/ppt/slides/slide135.xml" Id="R3bd0c4d5b72e4e3b" /><Relationship Type="http://schemas.openxmlformats.org/officeDocument/2006/relationships/slide" Target="/ppt/slides/slide136.xml" Id="R489edaecfffc4c84" /><Relationship Type="http://schemas.openxmlformats.org/officeDocument/2006/relationships/slide" Target="/ppt/slides/slide137.xml" Id="R6c8d5c36432247ae" /><Relationship Type="http://schemas.openxmlformats.org/officeDocument/2006/relationships/slide" Target="/ppt/slides/slide138.xml" Id="Rb163cb85f8e7499d" /><Relationship Type="http://schemas.openxmlformats.org/officeDocument/2006/relationships/slide" Target="/ppt/slides/slide139.xml" Id="Ref41c8bdec814362" /><Relationship Type="http://schemas.openxmlformats.org/officeDocument/2006/relationships/slide" Target="/ppt/slides/slide140.xml" Id="R13a97513848447e7" /><Relationship Type="http://schemas.openxmlformats.org/officeDocument/2006/relationships/slide" Target="/ppt/slides/slide141.xml" Id="Refb9190e19344c69" /><Relationship Type="http://schemas.openxmlformats.org/officeDocument/2006/relationships/slide" Target="/ppt/slides/slide142.xml" Id="R74108fc70b274906" /><Relationship Type="http://schemas.openxmlformats.org/officeDocument/2006/relationships/slide" Target="/ppt/slides/slide143.xml" Id="R47b192040971418c" /><Relationship Type="http://schemas.openxmlformats.org/officeDocument/2006/relationships/slide" Target="/ppt/slides/slide144.xml" Id="R2dab19a336114f01" /><Relationship Type="http://schemas.openxmlformats.org/officeDocument/2006/relationships/slide" Target="/ppt/slides/slide145.xml" Id="R4c71f0360c184159" /><Relationship Type="http://schemas.openxmlformats.org/officeDocument/2006/relationships/slide" Target="/ppt/slides/slide146.xml" Id="R67f7de2fc62b47cf" /><Relationship Type="http://schemas.openxmlformats.org/officeDocument/2006/relationships/slide" Target="/ppt/slides/slide147.xml" Id="Rf436b8ccafc94003" /><Relationship Type="http://schemas.openxmlformats.org/officeDocument/2006/relationships/slide" Target="/ppt/slides/slide148.xml" Id="R32eb1cc0e8b24537" /><Relationship Type="http://schemas.openxmlformats.org/officeDocument/2006/relationships/slide" Target="/ppt/slides/slide149.xml" Id="R1a73ee8074a0403e" /><Relationship Type="http://schemas.openxmlformats.org/officeDocument/2006/relationships/slide" Target="/ppt/slides/slide150.xml" Id="Ra7bbe77e439c4ddc" /><Relationship Type="http://schemas.openxmlformats.org/officeDocument/2006/relationships/slide" Target="/ppt/slides/slide151.xml" Id="R1cb1ab51bbfa44e5" /><Relationship Type="http://schemas.openxmlformats.org/officeDocument/2006/relationships/slide" Target="/ppt/slides/slide152.xml" Id="R49dfbc6442ea4b63" /><Relationship Type="http://schemas.openxmlformats.org/officeDocument/2006/relationships/slide" Target="/ppt/slides/slide153.xml" Id="Rec4b1054734c4aaa" /><Relationship Type="http://schemas.openxmlformats.org/officeDocument/2006/relationships/slide" Target="/ppt/slides/slide154.xml" Id="R3937447e4f3b48a7" /><Relationship Type="http://schemas.openxmlformats.org/officeDocument/2006/relationships/slide" Target="/ppt/slides/slide155.xml" Id="R625e886ae5d54a79" /><Relationship Type="http://schemas.openxmlformats.org/officeDocument/2006/relationships/slide" Target="/ppt/slides/slide156.xml" Id="Rf14bd3cf0e774a34" /><Relationship Type="http://schemas.openxmlformats.org/officeDocument/2006/relationships/slide" Target="/ppt/slides/slide157.xml" Id="R899c0fcf53974cf9" /><Relationship Type="http://schemas.openxmlformats.org/officeDocument/2006/relationships/slide" Target="/ppt/slides/slide158.xml" Id="R662898a002e1492f" /><Relationship Type="http://schemas.openxmlformats.org/officeDocument/2006/relationships/slide" Target="/ppt/slides/slide159.xml" Id="R2d90c9a1ed074330" /><Relationship Type="http://schemas.openxmlformats.org/officeDocument/2006/relationships/slide" Target="/ppt/slides/slide160.xml" Id="R6efbf16ca097467f" /><Relationship Type="http://schemas.openxmlformats.org/officeDocument/2006/relationships/slide" Target="/ppt/slides/slide161.xml" Id="R56d07a171c774eb8" /><Relationship Type="http://schemas.openxmlformats.org/officeDocument/2006/relationships/slide" Target="/ppt/slides/slide162.xml" Id="R02e2cad48b2f41c9" /><Relationship Type="http://schemas.openxmlformats.org/officeDocument/2006/relationships/slide" Target="/ppt/slides/slide163.xml" Id="R67f876170ed54a5c" /><Relationship Type="http://schemas.openxmlformats.org/officeDocument/2006/relationships/slide" Target="/ppt/slides/slide164.xml" Id="R6b3fd3ccb8e744c0" /><Relationship Type="http://schemas.openxmlformats.org/officeDocument/2006/relationships/slide" Target="/ppt/slides/slide165.xml" Id="R550000bf68a94164" /><Relationship Type="http://schemas.openxmlformats.org/officeDocument/2006/relationships/slide" Target="/ppt/slides/slide166.xml" Id="R3fbc0c34f15946ac" /><Relationship Type="http://schemas.openxmlformats.org/officeDocument/2006/relationships/slide" Target="/ppt/slides/slide167.xml" Id="R55d5bb044a844c17" /><Relationship Type="http://schemas.openxmlformats.org/officeDocument/2006/relationships/slide" Target="/ppt/slides/slide168.xml" Id="R0d30a7caac0b4f40" /><Relationship Type="http://schemas.openxmlformats.org/officeDocument/2006/relationships/slide" Target="/ppt/slides/slide169.xml" Id="Rcd34a4b833e44555" /><Relationship Type="http://schemas.openxmlformats.org/officeDocument/2006/relationships/slide" Target="/ppt/slides/slide170.xml" Id="R203e0b38725e471e" /><Relationship Type="http://schemas.openxmlformats.org/officeDocument/2006/relationships/slide" Target="/ppt/slides/slide171.xml" Id="R9202062a40d4460f" /><Relationship Type="http://schemas.openxmlformats.org/officeDocument/2006/relationships/slide" Target="/ppt/slides/slide172.xml" Id="Rec8b3e8742f44de4" /><Relationship Type="http://schemas.openxmlformats.org/officeDocument/2006/relationships/slide" Target="/ppt/slides/slide173.xml" Id="R20ac424b11224aa2" /><Relationship Type="http://schemas.openxmlformats.org/officeDocument/2006/relationships/slide" Target="/ppt/slides/slide174.xml" Id="R8b5bb48bf71c4e82" /><Relationship Type="http://schemas.openxmlformats.org/officeDocument/2006/relationships/slide" Target="/ppt/slides/slide175.xml" Id="Rf06d5ddb95fd492b" /><Relationship Type="http://schemas.openxmlformats.org/officeDocument/2006/relationships/slide" Target="/ppt/slides/slide176.xml" Id="R7d6b72db6cd94b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039d01c3ca40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408a519ed14724" /><Relationship Type="http://schemas.openxmlformats.org/officeDocument/2006/relationships/notesMaster" Target="/ppt/notesMasters/notesMaster1.xml" Id="R8964d2db47624b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918f2e2b394e1f" /><Relationship Type="http://schemas.openxmlformats.org/officeDocument/2006/relationships/notesMaster" Target="/ppt/notesMasters/notesMaster1.xml" Id="Rc504bb3783de49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3a17bed42e4bf8" /><Relationship Type="http://schemas.openxmlformats.org/officeDocument/2006/relationships/notesMaster" Target="/ppt/notesMasters/notesMaster1.xml" Id="R61f47f89259e48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9d2dc303be4941" /><Relationship Type="http://schemas.openxmlformats.org/officeDocument/2006/relationships/notesMaster" Target="/ppt/notesMasters/notesMaster1.xml" Id="Rdb56efa378b546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905864540e4dba" /><Relationship Type="http://schemas.openxmlformats.org/officeDocument/2006/relationships/notesMaster" Target="/ppt/notesMasters/notesMaster1.xml" Id="Rbebcbf5d29dc49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5f50da00c94604" /><Relationship Type="http://schemas.openxmlformats.org/officeDocument/2006/relationships/notesMaster" Target="/ppt/notesMasters/notesMaster1.xml" Id="R30b3649389634a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eec468fa124569" /><Relationship Type="http://schemas.openxmlformats.org/officeDocument/2006/relationships/notesMaster" Target="/ppt/notesMasters/notesMaster1.xml" Id="Rb3eabb03f62642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fa82cbac7648c8" /><Relationship Type="http://schemas.openxmlformats.org/officeDocument/2006/relationships/notesMaster" Target="/ppt/notesMasters/notesMaster1.xml" Id="Rc5c5b0972e0b4d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adb21a65e944d1" /><Relationship Type="http://schemas.openxmlformats.org/officeDocument/2006/relationships/notesMaster" Target="/ppt/notesMasters/notesMaster1.xml" Id="R93ba9db73e2942a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3a5108d49846c5" /><Relationship Type="http://schemas.openxmlformats.org/officeDocument/2006/relationships/notesMaster" Target="/ppt/notesMasters/notesMaster1.xml" Id="Re4043c99003647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997010c1ba4425" /><Relationship Type="http://schemas.openxmlformats.org/officeDocument/2006/relationships/notesMaster" Target="/ppt/notesMasters/notesMaster1.xml" Id="R7164121934bc4e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7f83d70d1e4051" /><Relationship Type="http://schemas.openxmlformats.org/officeDocument/2006/relationships/notesMaster" Target="/ppt/notesMasters/notesMaster1.xml" Id="R5bef217d7ccb40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36fc9c2a2ae4d77" /><Relationship Type="http://schemas.openxmlformats.org/officeDocument/2006/relationships/notesMaster" Target="/ppt/notesMasters/notesMaster1.xml" Id="Rba9b9493b45949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147355c0f0463d" /><Relationship Type="http://schemas.openxmlformats.org/officeDocument/2006/relationships/notesMaster" Target="/ppt/notesMasters/notesMaster1.xml" Id="Rbf9af30c4edf41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475994ace114e75" /><Relationship Type="http://schemas.openxmlformats.org/officeDocument/2006/relationships/notesMaster" Target="/ppt/notesMasters/notesMaster1.xml" Id="Rbcd66decbcc24af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c386e0c6d24e92" /><Relationship Type="http://schemas.openxmlformats.org/officeDocument/2006/relationships/notesMaster" Target="/ppt/notesMasters/notesMaster1.xml" Id="Re6f07c51225e429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a96b1f4cfd84126" /><Relationship Type="http://schemas.openxmlformats.org/officeDocument/2006/relationships/notesMaster" Target="/ppt/notesMasters/notesMaster1.xml" Id="Rb316b6bd18d04fb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0bf915d12154b8f" /><Relationship Type="http://schemas.openxmlformats.org/officeDocument/2006/relationships/notesMaster" Target="/ppt/notesMasters/notesMaster1.xml" Id="R74d07bb702d843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50aca0dce484647" /><Relationship Type="http://schemas.openxmlformats.org/officeDocument/2006/relationships/notesMaster" Target="/ppt/notesMasters/notesMaster1.xml" Id="R75b643256f3345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ac88b68b4e44a8c" /><Relationship Type="http://schemas.openxmlformats.org/officeDocument/2006/relationships/notesMaster" Target="/ppt/notesMasters/notesMaster1.xml" Id="R9e067e2b9c97479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c40403f304a4a6c" /><Relationship Type="http://schemas.openxmlformats.org/officeDocument/2006/relationships/notesMaster" Target="/ppt/notesMasters/notesMaster1.xml" Id="Ra5b269fc43444e0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5948dcd5b314254" /><Relationship Type="http://schemas.openxmlformats.org/officeDocument/2006/relationships/notesMaster" Target="/ppt/notesMasters/notesMaster1.xml" Id="Rdf206541bd9a4c7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83631bdc869468c" /><Relationship Type="http://schemas.openxmlformats.org/officeDocument/2006/relationships/notesMaster" Target="/ppt/notesMasters/notesMaster1.xml" Id="R24dc500b6ea745e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d491117fc88415f" /><Relationship Type="http://schemas.openxmlformats.org/officeDocument/2006/relationships/notesMaster" Target="/ppt/notesMasters/notesMaster1.xml" Id="R5ab51997540142a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501b322d1fb440b" /><Relationship Type="http://schemas.openxmlformats.org/officeDocument/2006/relationships/notesMaster" Target="/ppt/notesMasters/notesMaster1.xml" Id="R06081ad4c6ce4de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def0edbe2274754" /><Relationship Type="http://schemas.openxmlformats.org/officeDocument/2006/relationships/notesMaster" Target="/ppt/notesMasters/notesMaster1.xml" Id="R08f2f7e1d00e409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5a64b22c1664377" /><Relationship Type="http://schemas.openxmlformats.org/officeDocument/2006/relationships/notesMaster" Target="/ppt/notesMasters/notesMaster1.xml" Id="R6f1a3431aa21431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20c304718314aa3" /><Relationship Type="http://schemas.openxmlformats.org/officeDocument/2006/relationships/notesMaster" Target="/ppt/notesMasters/notesMaster1.xml" Id="R2b6e6fbfd75c400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b68a3621b4e425a" /><Relationship Type="http://schemas.openxmlformats.org/officeDocument/2006/relationships/notesMaster" Target="/ppt/notesMasters/notesMaster1.xml" Id="Rfb2ee5ebe84b41b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f23751ecafd4a1b" /><Relationship Type="http://schemas.openxmlformats.org/officeDocument/2006/relationships/notesMaster" Target="/ppt/notesMasters/notesMaster1.xml" Id="R1c212637536449f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39321ceceb14ee8" /><Relationship Type="http://schemas.openxmlformats.org/officeDocument/2006/relationships/notesMaster" Target="/ppt/notesMasters/notesMaster1.xml" Id="Raada58804b264d0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0c4878a01f54c70" /><Relationship Type="http://schemas.openxmlformats.org/officeDocument/2006/relationships/notesMaster" Target="/ppt/notesMasters/notesMaster1.xml" Id="Re7fcec1e2e4d447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c54f487f4fb4bf6" /><Relationship Type="http://schemas.openxmlformats.org/officeDocument/2006/relationships/notesMaster" Target="/ppt/notesMasters/notesMaster1.xml" Id="R273fffba394141c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18b5c353fd94990" /><Relationship Type="http://schemas.openxmlformats.org/officeDocument/2006/relationships/notesMaster" Target="/ppt/notesMasters/notesMaster1.xml" Id="Raa3d7314627444c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505c8da14b7452b" /><Relationship Type="http://schemas.openxmlformats.org/officeDocument/2006/relationships/notesMaster" Target="/ppt/notesMasters/notesMaster1.xml" Id="R7361fe523a164b7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241351d449d4858" /><Relationship Type="http://schemas.openxmlformats.org/officeDocument/2006/relationships/notesMaster" Target="/ppt/notesMasters/notesMaster1.xml" Id="R7a170c712c4549a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df986d78c474d3f" /><Relationship Type="http://schemas.openxmlformats.org/officeDocument/2006/relationships/notesMaster" Target="/ppt/notesMasters/notesMaster1.xml" Id="Rc795a81553e7470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b23b38b89cd48ae" /><Relationship Type="http://schemas.openxmlformats.org/officeDocument/2006/relationships/notesMaster" Target="/ppt/notesMasters/notesMaster1.xml" Id="R57a7541da66c490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a118a15972f481b" /><Relationship Type="http://schemas.openxmlformats.org/officeDocument/2006/relationships/notesMaster" Target="/ppt/notesMasters/notesMaster1.xml" Id="Rfbb1ad3bc0e14c4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28b08e51b944c13" /><Relationship Type="http://schemas.openxmlformats.org/officeDocument/2006/relationships/notesMaster" Target="/ppt/notesMasters/notesMaster1.xml" Id="R4b391a0a770e408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904352fb19d43d4" /><Relationship Type="http://schemas.openxmlformats.org/officeDocument/2006/relationships/notesMaster" Target="/ppt/notesMasters/notesMaster1.xml" Id="Re874c1ac80a945c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ce0b31b448f41de" /><Relationship Type="http://schemas.openxmlformats.org/officeDocument/2006/relationships/notesMaster" Target="/ppt/notesMasters/notesMaster1.xml" Id="R071dc4fd499f4c1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a3e27f2c0dd46a7" /><Relationship Type="http://schemas.openxmlformats.org/officeDocument/2006/relationships/notesMaster" Target="/ppt/notesMasters/notesMaster1.xml" Id="R13287badc32e463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b74048bc0ae410b" /><Relationship Type="http://schemas.openxmlformats.org/officeDocument/2006/relationships/notesMaster" Target="/ppt/notesMasters/notesMaster1.xml" Id="Rde894f85515e43f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cd8b4d60aba24784" /><Relationship Type="http://schemas.openxmlformats.org/officeDocument/2006/relationships/notesMaster" Target="/ppt/notesMasters/notesMaster1.xml" Id="R7bfc57ce076a4bc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22a618d9b6f47fe" /><Relationship Type="http://schemas.openxmlformats.org/officeDocument/2006/relationships/notesMaster" Target="/ppt/notesMasters/notesMaster1.xml" Id="R7ad1e818a3374bf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f841a839f924cc3" /><Relationship Type="http://schemas.openxmlformats.org/officeDocument/2006/relationships/notesMaster" Target="/ppt/notesMasters/notesMaster1.xml" Id="Re3f17095e5ee488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0ca08261f124145" /><Relationship Type="http://schemas.openxmlformats.org/officeDocument/2006/relationships/notesMaster" Target="/ppt/notesMasters/notesMaster1.xml" Id="R9f960492bd91475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0c23b5da9a34ba3" /><Relationship Type="http://schemas.openxmlformats.org/officeDocument/2006/relationships/notesMaster" Target="/ppt/notesMasters/notesMaster1.xml" Id="Rfc29ae596cd549e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ce399ce23714d63" /><Relationship Type="http://schemas.openxmlformats.org/officeDocument/2006/relationships/notesMaster" Target="/ppt/notesMasters/notesMaster1.xml" Id="Re1e6cdd79fb843f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638575fffe541d4" /><Relationship Type="http://schemas.openxmlformats.org/officeDocument/2006/relationships/notesMaster" Target="/ppt/notesMasters/notesMaster1.xml" Id="R548a346c895e4d9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eff5902d57d84387" /><Relationship Type="http://schemas.openxmlformats.org/officeDocument/2006/relationships/notesMaster" Target="/ppt/notesMasters/notesMaster1.xml" Id="R8bece7e2dd4b47c2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00ef0f1e6924c3d" /><Relationship Type="http://schemas.openxmlformats.org/officeDocument/2006/relationships/notesMaster" Target="/ppt/notesMasters/notesMaster1.xml" Id="Rc3d27e8d20554c7d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a64c93a64d546cd" /><Relationship Type="http://schemas.openxmlformats.org/officeDocument/2006/relationships/notesMaster" Target="/ppt/notesMasters/notesMaster1.xml" Id="R3bddf5d1fe1d49e8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5164b1ace52e4963" /><Relationship Type="http://schemas.openxmlformats.org/officeDocument/2006/relationships/notesMaster" Target="/ppt/notesMasters/notesMaster1.xml" Id="Rdd4d0e8c271e4dc9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ccb600c393214c7f" /><Relationship Type="http://schemas.openxmlformats.org/officeDocument/2006/relationships/notesMaster" Target="/ppt/notesMasters/notesMaster1.xml" Id="R80594ac1f462419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384869ace3ba47f7" /><Relationship Type="http://schemas.openxmlformats.org/officeDocument/2006/relationships/notesMaster" Target="/ppt/notesMasters/notesMaster1.xml" Id="R334601e708bf45f3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96ef37cec1c4dfe" /><Relationship Type="http://schemas.openxmlformats.org/officeDocument/2006/relationships/notesMaster" Target="/ppt/notesMasters/notesMaster1.xml" Id="R7516d7c82d3f4c41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f33be16f89b4983" /><Relationship Type="http://schemas.openxmlformats.org/officeDocument/2006/relationships/notesMaster" Target="/ppt/notesMasters/notesMaster1.xml" Id="R08e4bad272394788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928f9a9fb5524fb9" /><Relationship Type="http://schemas.openxmlformats.org/officeDocument/2006/relationships/notesMaster" Target="/ppt/notesMasters/notesMaster1.xml" Id="R57db972776714a87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8a2e94ef39e4ba3" /><Relationship Type="http://schemas.openxmlformats.org/officeDocument/2006/relationships/notesMaster" Target="/ppt/notesMasters/notesMaster1.xml" Id="Rd299abdfae6144e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32b75cd659ba412c" /><Relationship Type="http://schemas.openxmlformats.org/officeDocument/2006/relationships/notesMaster" Target="/ppt/notesMasters/notesMaster1.xml" Id="R8465bf73c03b4b2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395ec2473c784b76" /><Relationship Type="http://schemas.openxmlformats.org/officeDocument/2006/relationships/notesMaster" Target="/ppt/notesMasters/notesMaster1.xml" Id="R0baf89ddcbdb4f7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0223fc8b50d4baf" /><Relationship Type="http://schemas.openxmlformats.org/officeDocument/2006/relationships/notesMaster" Target="/ppt/notesMasters/notesMaster1.xml" Id="R7178efbc3cea4979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6b3d0640b78f4af7" /><Relationship Type="http://schemas.openxmlformats.org/officeDocument/2006/relationships/notesMaster" Target="/ppt/notesMasters/notesMaster1.xml" Id="Rd20a6d8216104620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ca59c192be4b48a4" /><Relationship Type="http://schemas.openxmlformats.org/officeDocument/2006/relationships/notesMaster" Target="/ppt/notesMasters/notesMaster1.xml" Id="R39750a6139dd42f4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a3907c17ce2348ad" /><Relationship Type="http://schemas.openxmlformats.org/officeDocument/2006/relationships/notesMaster" Target="/ppt/notesMasters/notesMaster1.xml" Id="R859f4e4c58a94fbb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7fa5ab7c499a4e12" /><Relationship Type="http://schemas.openxmlformats.org/officeDocument/2006/relationships/notesMaster" Target="/ppt/notesMasters/notesMaster1.xml" Id="Re13678af2d82428b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3842e44ef7854286" /><Relationship Type="http://schemas.openxmlformats.org/officeDocument/2006/relationships/notesMaster" Target="/ppt/notesMasters/notesMaster1.xml" Id="Rd84976a7543a4cd9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394d58c8330c42a9" /><Relationship Type="http://schemas.openxmlformats.org/officeDocument/2006/relationships/notesMaster" Target="/ppt/notesMasters/notesMaster1.xml" Id="Ra42ae0037c3a4a4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22fd7850443d448f" /><Relationship Type="http://schemas.openxmlformats.org/officeDocument/2006/relationships/notesMaster" Target="/ppt/notesMasters/notesMaster1.xml" Id="Rb10e038cec4a47e9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f15b8e9451c8478d" /><Relationship Type="http://schemas.openxmlformats.org/officeDocument/2006/relationships/notesMaster" Target="/ppt/notesMasters/notesMaster1.xml" Id="R2b8a0fd49b3a4dee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9ef57960b205467b" /><Relationship Type="http://schemas.openxmlformats.org/officeDocument/2006/relationships/notesMaster" Target="/ppt/notesMasters/notesMaster1.xml" Id="Rb4dfe2a2ba05497a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ef2acb553a1b4255" /><Relationship Type="http://schemas.openxmlformats.org/officeDocument/2006/relationships/notesMaster" Target="/ppt/notesMasters/notesMaster1.xml" Id="R5be14670cee649dc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f355dd1c3cd34ffa" /><Relationship Type="http://schemas.openxmlformats.org/officeDocument/2006/relationships/notesMaster" Target="/ppt/notesMasters/notesMaster1.xml" Id="R963f3e127a794d35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9f4218798af04468" /><Relationship Type="http://schemas.openxmlformats.org/officeDocument/2006/relationships/notesMaster" Target="/ppt/notesMasters/notesMaster1.xml" Id="Ra5a858d58f4b4bc8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e77270f27b8540ed" /><Relationship Type="http://schemas.openxmlformats.org/officeDocument/2006/relationships/notesMaster" Target="/ppt/notesMasters/notesMaster1.xml" Id="R68ee1d9a1eed49e2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11f069a705884b87" /><Relationship Type="http://schemas.openxmlformats.org/officeDocument/2006/relationships/notesMaster" Target="/ppt/notesMasters/notesMaster1.xml" Id="Rda8fecb6f7a1404d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7ddb2704189a4c62" /><Relationship Type="http://schemas.openxmlformats.org/officeDocument/2006/relationships/notesMaster" Target="/ppt/notesMasters/notesMaster1.xml" Id="R5c7c3e064e3647c5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e2a1029df1244481" /><Relationship Type="http://schemas.openxmlformats.org/officeDocument/2006/relationships/notesMaster" Target="/ppt/notesMasters/notesMaster1.xml" Id="R8a85f6e0be094d8a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9b1bcee658b44eb8" /><Relationship Type="http://schemas.openxmlformats.org/officeDocument/2006/relationships/notesMaster" Target="/ppt/notesMasters/notesMaster1.xml" Id="R55d01094484c4ae9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1a11a1a78ace43a6" /><Relationship Type="http://schemas.openxmlformats.org/officeDocument/2006/relationships/notesMaster" Target="/ppt/notesMasters/notesMaster1.xml" Id="R38fe2feaf5544ef4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326145326cc14f6e" /><Relationship Type="http://schemas.openxmlformats.org/officeDocument/2006/relationships/notesMaster" Target="/ppt/notesMasters/notesMaster1.xml" Id="R0b8f1b33e69749db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308e407b96fd4739" /><Relationship Type="http://schemas.openxmlformats.org/officeDocument/2006/relationships/notesMaster" Target="/ppt/notesMasters/notesMaster1.xml" Id="R6f382f566efe476c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1320df74205d4076" /><Relationship Type="http://schemas.openxmlformats.org/officeDocument/2006/relationships/notesMaster" Target="/ppt/notesMasters/notesMaster1.xml" Id="R4666aebf2ee240b2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cae99a233f71439a" /><Relationship Type="http://schemas.openxmlformats.org/officeDocument/2006/relationships/notesMaster" Target="/ppt/notesMasters/notesMaster1.xml" Id="R4b1a0838ed0a4958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e48c972c37ce4408" /><Relationship Type="http://schemas.openxmlformats.org/officeDocument/2006/relationships/notesMaster" Target="/ppt/notesMasters/notesMaster1.xml" Id="R5120f8e3796747e5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9edfd15ad11449ec" /><Relationship Type="http://schemas.openxmlformats.org/officeDocument/2006/relationships/notesMaster" Target="/ppt/notesMasters/notesMaster1.xml" Id="R3043db75fcc343a3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70f5e109f13f4916" /><Relationship Type="http://schemas.openxmlformats.org/officeDocument/2006/relationships/notesMaster" Target="/ppt/notesMasters/notesMaster1.xml" Id="R4aa7e1a31033452a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c227bbaf9e184ae9" /><Relationship Type="http://schemas.openxmlformats.org/officeDocument/2006/relationships/notesMaster" Target="/ppt/notesMasters/notesMaster1.xml" Id="R9adb81112df847bd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e7c01e6469b04532" /><Relationship Type="http://schemas.openxmlformats.org/officeDocument/2006/relationships/notesMaster" Target="/ppt/notesMasters/notesMaster1.xml" Id="Rb32d2049de274cc7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11c8ef835cd04a56" /><Relationship Type="http://schemas.openxmlformats.org/officeDocument/2006/relationships/notesMaster" Target="/ppt/notesMasters/notesMaster1.xml" Id="Rb7115c0a46d5481d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b3904270e2d049a6" /><Relationship Type="http://schemas.openxmlformats.org/officeDocument/2006/relationships/notesMaster" Target="/ppt/notesMasters/notesMaster1.xml" Id="Rcf8e6b49e72e4582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a1874b3461324c30" /><Relationship Type="http://schemas.openxmlformats.org/officeDocument/2006/relationships/notesMaster" Target="/ppt/notesMasters/notesMaster1.xml" Id="Ref6b56bdc2ef49f8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11f02b82babf42f4" /><Relationship Type="http://schemas.openxmlformats.org/officeDocument/2006/relationships/notesMaster" Target="/ppt/notesMasters/notesMaster1.xml" Id="R69afc26412c54bb7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1fdb25368dd34418" /><Relationship Type="http://schemas.openxmlformats.org/officeDocument/2006/relationships/notesMaster" Target="/ppt/notesMasters/notesMaster1.xml" Id="Rd8404a68b4c14c43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f53c2d82b534491f" /><Relationship Type="http://schemas.openxmlformats.org/officeDocument/2006/relationships/notesMaster" Target="/ppt/notesMasters/notesMaster1.xml" Id="Re197adf30de24e85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00c81c49f6b54d36" /><Relationship Type="http://schemas.openxmlformats.org/officeDocument/2006/relationships/notesMaster" Target="/ppt/notesMasters/notesMaster1.xml" Id="Radc0ea6621ab43e8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d6e43081bb0d494a" /><Relationship Type="http://schemas.openxmlformats.org/officeDocument/2006/relationships/notesMaster" Target="/ppt/notesMasters/notesMaster1.xml" Id="Re7115cf7509e4549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fc02f9292d1745f8" /><Relationship Type="http://schemas.openxmlformats.org/officeDocument/2006/relationships/notesMaster" Target="/ppt/notesMasters/notesMaster1.xml" Id="Re2de8acdef9d4219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0d865ebb9542446f" /><Relationship Type="http://schemas.openxmlformats.org/officeDocument/2006/relationships/notesMaster" Target="/ppt/notesMasters/notesMaster1.xml" Id="R7c6dc12677d04483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d48f5c013dcc4c64" /><Relationship Type="http://schemas.openxmlformats.org/officeDocument/2006/relationships/notesMaster" Target="/ppt/notesMasters/notesMaster1.xml" Id="R939195b6a86040cb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4ec477379bf44e01" /><Relationship Type="http://schemas.openxmlformats.org/officeDocument/2006/relationships/notesMaster" Target="/ppt/notesMasters/notesMaster1.xml" Id="R1e4c0665fe734e1b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3995db62576643c9" /><Relationship Type="http://schemas.openxmlformats.org/officeDocument/2006/relationships/notesMaster" Target="/ppt/notesMasters/notesMaster1.xml" Id="R409dd263f04a4760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e597c2a0e4e448d9" /><Relationship Type="http://schemas.openxmlformats.org/officeDocument/2006/relationships/notesMaster" Target="/ppt/notesMasters/notesMaster1.xml" Id="R9cdc6fb64b3a463b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e07afc318f6a4bc2" /><Relationship Type="http://schemas.openxmlformats.org/officeDocument/2006/relationships/notesMaster" Target="/ppt/notesMasters/notesMaster1.xml" Id="R2d16dfbd647f4be3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b4c47376c10141bc" /><Relationship Type="http://schemas.openxmlformats.org/officeDocument/2006/relationships/notesMaster" Target="/ppt/notesMasters/notesMaster1.xml" Id="Rce688151a8ed419b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77085d6185ea4ffa" /><Relationship Type="http://schemas.openxmlformats.org/officeDocument/2006/relationships/notesMaster" Target="/ppt/notesMasters/notesMaster1.xml" Id="R4507b4e9db234fcc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7855dc2c648042f3" /><Relationship Type="http://schemas.openxmlformats.org/officeDocument/2006/relationships/notesMaster" Target="/ppt/notesMasters/notesMaster1.xml" Id="Rc8fe740178764c9c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0ca66b308ca24acf" /><Relationship Type="http://schemas.openxmlformats.org/officeDocument/2006/relationships/notesMaster" Target="/ppt/notesMasters/notesMaster1.xml" Id="R7af6e0b1571a4912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115634545ea24a0e" /><Relationship Type="http://schemas.openxmlformats.org/officeDocument/2006/relationships/notesMaster" Target="/ppt/notesMasters/notesMaster1.xml" Id="R95f5b819fb28470f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e2c74f7d796349a3" /><Relationship Type="http://schemas.openxmlformats.org/officeDocument/2006/relationships/notesMaster" Target="/ppt/notesMasters/notesMaster1.xml" Id="Rfd8551a0c5664467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741c755109634e3f" /><Relationship Type="http://schemas.openxmlformats.org/officeDocument/2006/relationships/notesMaster" Target="/ppt/notesMasters/notesMaster1.xml" Id="Re846f25e1fb84a98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7c31bd1c5e5a484d" /><Relationship Type="http://schemas.openxmlformats.org/officeDocument/2006/relationships/notesMaster" Target="/ppt/notesMasters/notesMaster1.xml" Id="Rc52a7d223b744f29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9c189856f7ae4225" /><Relationship Type="http://schemas.openxmlformats.org/officeDocument/2006/relationships/notesMaster" Target="/ppt/notesMasters/notesMaster1.xml" Id="Rc3368ad179a648de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f1730bf6b2f748ad" /><Relationship Type="http://schemas.openxmlformats.org/officeDocument/2006/relationships/notesMaster" Target="/ppt/notesMasters/notesMaster1.xml" Id="R4b86c35e737c4b0b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6ac7d4e0102b430c" /><Relationship Type="http://schemas.openxmlformats.org/officeDocument/2006/relationships/notesMaster" Target="/ppt/notesMasters/notesMaster1.xml" Id="Rff90c6b39e834f82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d510f53525894539" /><Relationship Type="http://schemas.openxmlformats.org/officeDocument/2006/relationships/notesMaster" Target="/ppt/notesMasters/notesMaster1.xml" Id="R49fd3ec368b64462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f078c552a65c4b5a" /><Relationship Type="http://schemas.openxmlformats.org/officeDocument/2006/relationships/notesMaster" Target="/ppt/notesMasters/notesMaster1.xml" Id="R584e9fe4609a4ad0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5c371114b55141f1" /><Relationship Type="http://schemas.openxmlformats.org/officeDocument/2006/relationships/notesMaster" Target="/ppt/notesMasters/notesMaster1.xml" Id="R16d53121f0fc4e7a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e08bc3b31dce4694" /><Relationship Type="http://schemas.openxmlformats.org/officeDocument/2006/relationships/notesMaster" Target="/ppt/notesMasters/notesMaster1.xml" Id="R001e481eb4c14ef3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380b4fc8d6604ff1" /><Relationship Type="http://schemas.openxmlformats.org/officeDocument/2006/relationships/notesMaster" Target="/ppt/notesMasters/notesMaster1.xml" Id="Rd3a1fd39040a4746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24d9702ee8c648a0" /><Relationship Type="http://schemas.openxmlformats.org/officeDocument/2006/relationships/notesMaster" Target="/ppt/notesMasters/notesMaster1.xml" Id="Rde061cea866e4fe6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23a57730989446fa" /><Relationship Type="http://schemas.openxmlformats.org/officeDocument/2006/relationships/notesMaster" Target="/ppt/notesMasters/notesMaster1.xml" Id="R513ca0ebb24d4f1a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4539a0048c204cfa" /><Relationship Type="http://schemas.openxmlformats.org/officeDocument/2006/relationships/notesMaster" Target="/ppt/notesMasters/notesMaster1.xml" Id="R4701ab7236d34634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e4a08d1d121e4ec7" /><Relationship Type="http://schemas.openxmlformats.org/officeDocument/2006/relationships/notesMaster" Target="/ppt/notesMasters/notesMaster1.xml" Id="Rb65f6afdd6b54882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916211b3b04049e6" /><Relationship Type="http://schemas.openxmlformats.org/officeDocument/2006/relationships/notesMaster" Target="/ppt/notesMasters/notesMaster1.xml" Id="R4993b3f5dd0e4c38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1eba3930bd9e48ce" /><Relationship Type="http://schemas.openxmlformats.org/officeDocument/2006/relationships/notesMaster" Target="/ppt/notesMasters/notesMaster1.xml" Id="R36685bb0a9e64056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b01fedce7b1e4b69" /><Relationship Type="http://schemas.openxmlformats.org/officeDocument/2006/relationships/notesMaster" Target="/ppt/notesMasters/notesMaster1.xml" Id="Rce9d200fb54a4e24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291a8c5578aa437b" /><Relationship Type="http://schemas.openxmlformats.org/officeDocument/2006/relationships/notesMaster" Target="/ppt/notesMasters/notesMaster1.xml" Id="R8853f780ddf448e7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57854a15e23e4fa0" /><Relationship Type="http://schemas.openxmlformats.org/officeDocument/2006/relationships/notesMaster" Target="/ppt/notesMasters/notesMaster1.xml" Id="R4dbbc34b5c534936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9a7ef76ff3f54642" /><Relationship Type="http://schemas.openxmlformats.org/officeDocument/2006/relationships/notesMaster" Target="/ppt/notesMasters/notesMaster1.xml" Id="Rb28c90049f0a4677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2d0c4efc11414f4a" /><Relationship Type="http://schemas.openxmlformats.org/officeDocument/2006/relationships/notesMaster" Target="/ppt/notesMasters/notesMaster1.xml" Id="R4d25b73e4b6a4c5d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8ac1858a7f2d4210" /><Relationship Type="http://schemas.openxmlformats.org/officeDocument/2006/relationships/notesMaster" Target="/ppt/notesMasters/notesMaster1.xml" Id="R1cbd493e4fce484b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86c76ac714e442e7" /><Relationship Type="http://schemas.openxmlformats.org/officeDocument/2006/relationships/notesMaster" Target="/ppt/notesMasters/notesMaster1.xml" Id="R00a13f6894474a6a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f481f5b57ba64000" /><Relationship Type="http://schemas.openxmlformats.org/officeDocument/2006/relationships/notesMaster" Target="/ppt/notesMasters/notesMaster1.xml" Id="R802103daaa5541b3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5a0371f29c964bd6" /><Relationship Type="http://schemas.openxmlformats.org/officeDocument/2006/relationships/notesMaster" Target="/ppt/notesMasters/notesMaster1.xml" Id="R37b2c469545946e6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441c4b942f49436e" /><Relationship Type="http://schemas.openxmlformats.org/officeDocument/2006/relationships/notesMaster" Target="/ppt/notesMasters/notesMaster1.xml" Id="Re61590fcda724842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9e469e46f7024be3" /><Relationship Type="http://schemas.openxmlformats.org/officeDocument/2006/relationships/notesMaster" Target="/ppt/notesMasters/notesMaster1.xml" Id="R2c0229d7994c4f88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eef9ba55743a4fb4" /><Relationship Type="http://schemas.openxmlformats.org/officeDocument/2006/relationships/notesMaster" Target="/ppt/notesMasters/notesMaster1.xml" Id="R11d85b5a02094e70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d083013f8a524f7f" /><Relationship Type="http://schemas.openxmlformats.org/officeDocument/2006/relationships/notesMaster" Target="/ppt/notesMasters/notesMaster1.xml" Id="Rc1e2bc12ae02403a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4b207e2bfb69411e" /><Relationship Type="http://schemas.openxmlformats.org/officeDocument/2006/relationships/notesMaster" Target="/ppt/notesMasters/notesMaster1.xml" Id="R82c67ae0ddc04a78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e340b34cae1f46b4" /><Relationship Type="http://schemas.openxmlformats.org/officeDocument/2006/relationships/notesMaster" Target="/ppt/notesMasters/notesMaster1.xml" Id="R004b121efbea4584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250e677f15b1420b" /><Relationship Type="http://schemas.openxmlformats.org/officeDocument/2006/relationships/notesMaster" Target="/ppt/notesMasters/notesMaster1.xml" Id="Rd7cacf4040ef4743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98886ec2c4474c55" /><Relationship Type="http://schemas.openxmlformats.org/officeDocument/2006/relationships/notesMaster" Target="/ppt/notesMasters/notesMaster1.xml" Id="Re922c74ef722441a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b21ae6575fb549f8" /><Relationship Type="http://schemas.openxmlformats.org/officeDocument/2006/relationships/notesMaster" Target="/ppt/notesMasters/notesMaster1.xml" Id="R082cdfce869247ad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110c9de194854b4d" /><Relationship Type="http://schemas.openxmlformats.org/officeDocument/2006/relationships/notesMaster" Target="/ppt/notesMasters/notesMaster1.xml" Id="R0649ffa223a94ffe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22afa27352714354" /><Relationship Type="http://schemas.openxmlformats.org/officeDocument/2006/relationships/notesMaster" Target="/ppt/notesMasters/notesMaster1.xml" Id="Re7d182c979bf460b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783d461ac07f4d95" /><Relationship Type="http://schemas.openxmlformats.org/officeDocument/2006/relationships/notesMaster" Target="/ppt/notesMasters/notesMaster1.xml" Id="R2e34595c93394ab9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cf8a5eb504344781" /><Relationship Type="http://schemas.openxmlformats.org/officeDocument/2006/relationships/notesMaster" Target="/ppt/notesMasters/notesMaster1.xml" Id="R00eee97645cc4817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9654f5f9a1b74224" /><Relationship Type="http://schemas.openxmlformats.org/officeDocument/2006/relationships/notesMaster" Target="/ppt/notesMasters/notesMaster1.xml" Id="Rccefc0fb3a0746a9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5fa9bcf2594840b4" /><Relationship Type="http://schemas.openxmlformats.org/officeDocument/2006/relationships/notesMaster" Target="/ppt/notesMasters/notesMaster1.xml" Id="Rde4f0f66d0244d67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669e4bb0ee234ee4" /><Relationship Type="http://schemas.openxmlformats.org/officeDocument/2006/relationships/notesMaster" Target="/ppt/notesMasters/notesMaster1.xml" Id="Re04aac94132748b4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07148924008e496b" /><Relationship Type="http://schemas.openxmlformats.org/officeDocument/2006/relationships/notesMaster" Target="/ppt/notesMasters/notesMaster1.xml" Id="Rb0e785ad52924929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4613af0bc90b4db6" /><Relationship Type="http://schemas.openxmlformats.org/officeDocument/2006/relationships/notesMaster" Target="/ppt/notesMasters/notesMaster1.xml" Id="R460e2b35ac11465b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6c615d24810643f4" /><Relationship Type="http://schemas.openxmlformats.org/officeDocument/2006/relationships/notesMaster" Target="/ppt/notesMasters/notesMaster1.xml" Id="Ree841d3a880e4be5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87e27fc5248e4319" /><Relationship Type="http://schemas.openxmlformats.org/officeDocument/2006/relationships/notesMaster" Target="/ppt/notesMasters/notesMaster1.xml" Id="Re4620e7346f04219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0f52ddf3401a4487" /><Relationship Type="http://schemas.openxmlformats.org/officeDocument/2006/relationships/notesMaster" Target="/ppt/notesMasters/notesMaster1.xml" Id="R9a1730f77d4e41c5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4fa028ad16814bc2" /><Relationship Type="http://schemas.openxmlformats.org/officeDocument/2006/relationships/notesMaster" Target="/ppt/notesMasters/notesMaster1.xml" Id="R0819b0db03ca4487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80777189420b4839" /><Relationship Type="http://schemas.openxmlformats.org/officeDocument/2006/relationships/notesMaster" Target="/ppt/notesMasters/notesMaster1.xml" Id="R055b584993554bb3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640d138fa62c410e" /><Relationship Type="http://schemas.openxmlformats.org/officeDocument/2006/relationships/notesMaster" Target="/ppt/notesMasters/notesMaster1.xml" Id="Rd9e79f953dd04acf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6033686563414334" /><Relationship Type="http://schemas.openxmlformats.org/officeDocument/2006/relationships/notesMaster" Target="/ppt/notesMasters/notesMaster1.xml" Id="Re6b8e9ab93594983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e9ca455e7c954d3f" /><Relationship Type="http://schemas.openxmlformats.org/officeDocument/2006/relationships/notesMaster" Target="/ppt/notesMasters/notesMaster1.xml" Id="R09a7f5b192c54530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03659e5d119d4a34" /><Relationship Type="http://schemas.openxmlformats.org/officeDocument/2006/relationships/notesMaster" Target="/ppt/notesMasters/notesMaster1.xml" Id="Rbe9d3d0c383e451e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5f8ad5f7b72a4728" /><Relationship Type="http://schemas.openxmlformats.org/officeDocument/2006/relationships/notesMaster" Target="/ppt/notesMasters/notesMaster1.xml" Id="R8a8f2493c32c4eef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5098117207fd41ea" /><Relationship Type="http://schemas.openxmlformats.org/officeDocument/2006/relationships/notesMaster" Target="/ppt/notesMasters/notesMaster1.xml" Id="Rfd114c506e2049b4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7ca5d1e528a14188" /><Relationship Type="http://schemas.openxmlformats.org/officeDocument/2006/relationships/notesMaster" Target="/ppt/notesMasters/notesMaster1.xml" Id="R0a5110615ad54780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d272d7f7e43247bc" /><Relationship Type="http://schemas.openxmlformats.org/officeDocument/2006/relationships/notesMaster" Target="/ppt/notesMasters/notesMaster1.xml" Id="R12fa5844e8dd4778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3d46c2c8f30c4c50" /><Relationship Type="http://schemas.openxmlformats.org/officeDocument/2006/relationships/notesMaster" Target="/ppt/notesMasters/notesMaster1.xml" Id="Rbadbb9327a834802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c7c9e936d1364bed" /><Relationship Type="http://schemas.openxmlformats.org/officeDocument/2006/relationships/notesMaster" Target="/ppt/notesMasters/notesMaster1.xml" Id="R9ada3857b25a4210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c4485dd43da54129" /><Relationship Type="http://schemas.openxmlformats.org/officeDocument/2006/relationships/notesMaster" Target="/ppt/notesMasters/notesMaster1.xml" Id="Ra3ce186c52374386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a2f950847d804ca2" /><Relationship Type="http://schemas.openxmlformats.org/officeDocument/2006/relationships/notesMaster" Target="/ppt/notesMasters/notesMaster1.xml" Id="R99d6a2a298664fef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8a352c5f6d534491" /><Relationship Type="http://schemas.openxmlformats.org/officeDocument/2006/relationships/notesMaster" Target="/ppt/notesMasters/notesMaster1.xml" Id="R925ee2ff8d2d4d44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2f0908ccf66d4f0f" /><Relationship Type="http://schemas.openxmlformats.org/officeDocument/2006/relationships/notesMaster" Target="/ppt/notesMasters/notesMaster1.xml" Id="R1ee49c4bb75347c4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1c10eb13d05a4eae" /><Relationship Type="http://schemas.openxmlformats.org/officeDocument/2006/relationships/notesMaster" Target="/ppt/notesMasters/notesMaster1.xml" Id="R5f03fa7656e141a0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4b4b1aa308534a63" /><Relationship Type="http://schemas.openxmlformats.org/officeDocument/2006/relationships/notesMaster" Target="/ppt/notesMasters/notesMaster1.xml" Id="R1b4f03baa1b14a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오늘은 회의 요약을 듣는 날이 아니라, 세 입력이 하나의 검토 가능한 서비스로 이어지는 구조를 직접 만듭니다.</a:t>
            </a:r>
          </a:p>
          <a:p xmlns:a="http://schemas.openxmlformats.org/drawingml/2006/main">
            <a:r>
              <a:t>- 수강생 활동: 오늘 최종 결과물 4종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먼저 완성 화면을 봅니다. 오늘의 모든 이론과 코드는 이 입력·출력 사이의 빈칸을 채우기 위한 것입니다.</a:t>
            </a:r>
          </a:p>
          <a:p xmlns:a="http://schemas.openxmlformats.org/drawingml/2006/main">
            <a:r>
              <a:t>- 수강생 활동: 자신이 가진 회의 자료가 세 입력 중 어디에 해당하는지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local:assets/demo-videos/day2_service_teaser.gif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Agent라는 이름보다 중요한 것은 입력, 고정 처리, 모델 판단, 사람 확인의 위치입니다.</a:t>
            </a:r>
          </a:p>
          <a:p xmlns:a="http://schemas.openxmlformats.org/drawingml/2006/main">
            <a:r>
              <a:t>- 수강생 활동: 네 영역 중 사람이 반드시 남아야 할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local:assets/screenshots/day2-agent-architecture.png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각 차시는 하나의 결과 파일을 만들고, 다음 차시는 그 결과를 입력으로 사용합니다.</a:t>
            </a:r>
          </a:p>
          <a:p xmlns:a="http://schemas.openxmlformats.org/drawingml/2006/main">
            <a:r>
              <a:t>- 수강생 활동: 현재 시간대와 자신의 최종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각 차시는 하나의 결과 파일을 만들고, 다음 차시는 그 결과를 입력으로 사용합니다.</a:t>
            </a:r>
          </a:p>
          <a:p xmlns:a="http://schemas.openxmlformats.org/drawingml/2006/main">
            <a:r>
              <a:t>- 수강생 활동: 현재 시간대와 자신의 최종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필수 Lane은 외부 API 없이 1~8차시를 모두 완주하는 경로입니다.</a:t>
            </a:r>
          </a:p>
          <a:p xmlns:a="http://schemas.openxmlformats.org/drawingml/2006/main">
            <a:r>
              <a:t>- 수강생 활동: 자신의 설치 상태를 필수·선택으로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Ollama, Codex, Claude, OpenAI API는 확장 실습입니다. 준비되지 않아도 Fixture Lane은 계속됩니다.</a:t>
            </a:r>
          </a:p>
          <a:p xmlns:a="http://schemas.openxmlformats.org/drawingml/2006/main">
            <a:r>
              <a:t>- 수강생 활동: 자신의 설치 상태를 필수·선택으로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수업 전 확인(본 수업 시간 미산정)</a:t>
            </a:r>
          </a:p>
          <a:p xmlns:a="http://schemas.openxmlformats.org/drawingml/2006/main">
            <a:r>
              <a:t>- 핵심 발화: 이번 차시는 한 번의 생성, 고정 절차, 상황별 판단을 구분하는 제품 구조을 다룹니다. 마지막에는 01_architecture.json을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핵심은 한 번의 생성, 고정 절차, 상황별 판단을 구분하는 제품 구조입니다. 이 기준이 없으면 모든 단계를 상위 모델에게 맡겨 같은 입력에도 비용과 결과가 달라진다.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입력에서 01_architecture.json까지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local:materials/day2/day2_service_lab.ipynb · 1차시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local:python -m pytest -q tests/test_day2_meeting_workflow.py -k rule_router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같은 회의 요청이라도 한 번의 생성, 고정 절차, 도구 선택, 외부 반영은 서로 다른 실행 방식입니다.</a:t>
            </a:r>
          </a:p>
          <a:p xmlns:a="http://schemas.openxmlformats.org/drawingml/2006/main">
            <a:r>
              <a:t>- 수강생 활동: 세 요청의 선택 방식과 승인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01_architecture.json에서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local:output/course-labs/day2-v2/student-run/01_architecture.json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1차시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1차시 Cell 실행 → fixed_meeting_record·context_retrieval·one_off 비교 → 01_architecture.json 저장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local:materials/day2/day2_service_lab.ipynb · 1차시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local:python -m pytest -q tests/test_day2_meeting_workflow.py -k rule_router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자동 이메일 요청을 Blocked case로 추가 → external_write=false 확인 → Focused Test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local:materials/day2/day2_service_lab.ipynb · 1차시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local:python -m pytest -q tests/test_day2_meeting_workflow.py -k rule_router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1차시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이미 존재하는 전사는 그대로 사용하고, 녹음 파일에만 STT를 적용하는 입력 구조을 다룹니다. 마지막에는 02_inputs.json을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이미 존재하는 전사는 그대로 사용하고, 녹음 파일에만 STT를 적용하는 입력 구조입니다. 이 기준이 없으면 검토 fixture를 실제 faster-whisper 전사로 표시하거나 live 실패를 다른 전사로 대체한다.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02_inputs.json까지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local:data/day2_public_audio/sources.json</a:t>
            </a:r>
          </a:p>
          <a:p xmlns:a="http://schemas.openxmlformats.org/drawingml/2006/main">
            <a:r>
              <a:t>- local:meeting_ko_ccby_excerpt_10m.mp3 · Sample TXT</a:t>
            </a:r>
          </a:p>
          <a:p xmlns:a="http://schemas.openxmlformats.org/drawingml/2006/main">
            <a:r>
              <a:t>- local:scripts/day2_public_audio.py · Notebook 2차시</a:t>
            </a:r>
          </a:p>
          <a:p xmlns:a="http://schemas.openxmlformats.org/drawingml/2006/main">
            <a:r>
              <a:t>- local:python -m pytest -q tests/test_day2_meeting_workflow.py -k source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강사 PC에서 공개 음성 75초를 실제 faster-whisper small로 처리한 결과입니다. 실행 성공과 전사 정확도는 별개이므로 첫 Segment도 함께 검토합니다.</a:t>
            </a:r>
          </a:p>
          <a:p xmlns:a="http://schemas.openxmlformats.org/drawingml/2006/main">
            <a:r>
              <a:t>- 수강생 활동: Fixture와 Live STT의 목적·성공 기준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local:output/course-labs/day2-v2/02_local_stt_75s_reference.json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02_inputs.json에서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local:output/course-labs/day2-v2/student-run/02_inputs.json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2차시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기본 Run All의 Reviewed Fixture Label 확인 → 공개 10분 MP3 경로·SHA-256·출처 확인 → 강사 Demo: 75초 Live STT Segment·Timestamp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local:data/day2_public_audio/sources.json</a:t>
            </a:r>
          </a:p>
          <a:p xmlns:a="http://schemas.openxmlformats.org/drawingml/2006/main">
            <a:r>
              <a:t>- local:meeting_ko_ccby_excerpt_10m.mp3 · Sample TXT</a:t>
            </a:r>
          </a:p>
          <a:p xmlns:a="http://schemas.openxmlformats.org/drawingml/2006/main">
            <a:r>
              <a:t>- local:scripts/day2_public_audio.py · Notebook 2차시</a:t>
            </a:r>
          </a:p>
          <a:p xmlns:a="http://schemas.openxmlformats.org/drawingml/2006/main">
            <a:r>
              <a:t>- local:python -m pytest -q tests/test_day2_meeting_workflow.py -k source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2차시 Cell 실행 → 세 입력의 source_mode 비교 → 입력 혼합 차단 Error Code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local:data/day2_public_audio/sources.json</a:t>
            </a:r>
          </a:p>
          <a:p xmlns:a="http://schemas.openxmlformats.org/drawingml/2006/main">
            <a:r>
              <a:t>- local:meeting_ko_ccby_excerpt_10m.mp3 · Sample TXT</a:t>
            </a:r>
          </a:p>
          <a:p xmlns:a="http://schemas.openxmlformats.org/drawingml/2006/main">
            <a:r>
              <a:t>- local:scripts/day2_public_audio.py · Notebook 2차시</a:t>
            </a:r>
          </a:p>
          <a:p xmlns:a="http://schemas.openxmlformats.org/drawingml/2006/main">
            <a:r>
              <a:t>- local:python -m pytest -q tests/test_day2_meeting_workflow.py -k source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2차시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산업 용어와 이전 결정을 제공하되, 외부 도구는 필요한 범위만 읽는 정책을 다룹니다. 마지막에는 03_domain_context.json을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산업 용어와 이전 결정을 제공하되, 외부 도구는 필요한 범위만 읽는 정책입니다. 이 기준이 없으면 회의명이 비슷하다는 이유로 전체 workspace와 장기 대화를 무제한으로 읽는다.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03_domain_context.json까지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local:materials/day2/day2_service_lab.ipynb · 3차시</a:t>
            </a:r>
          </a:p>
          <a:p xmlns:a="http://schemas.openxmlformats.org/drawingml/2006/main">
            <a:r>
              <a:t>- local:build_mcp_retrieval_plan()</a:t>
            </a:r>
          </a:p>
          <a:p xmlns:a="http://schemas.openxmlformats.org/drawingml/2006/main">
            <a:r>
              <a:t>- local:output/course-labs/day2-v2/03_domain_context.json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MCP 실습은 사이트 구경이 아니라 Connector, 기간, Scope, 최대 개수를 가진 읽기 계획을 코드로 만드는 과정입니다.</a:t>
            </a:r>
          </a:p>
          <a:p xmlns:a="http://schemas.openxmlformats.org/drawingml/2006/main">
            <a:r>
              <a:t>- 수강생 활동: 세 Connector가 실행되지 않고 계획으로만 남는지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03_domain_context.json에서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local:output/course-labs/day2-v2/student-run/03_domain_context.json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3차시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자신의 산업·업무 목적 한 문단 작성 → 용어 3개와 이전 결정 2개 입력 → 발화 근거와 사전 맥락의 표시 차이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local:materials/day2/day2_service_lab.ipynb · 3차시</a:t>
            </a:r>
          </a:p>
          <a:p xmlns:a="http://schemas.openxmlformats.org/drawingml/2006/main">
            <a:r>
              <a:t>- local:build_mcp_retrieval_plan()</a:t>
            </a:r>
          </a:p>
          <a:p xmlns:a="http://schemas.openxmlformats.org/drawingml/2006/main">
            <a:r>
              <a:t>- local:output/course-labs/day2-v2/03_domain_context.json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허용 Connector와 14일 범위 설정 → 허용 Project·Channel 지정 → Read Plan만 생성되고 실행되지 않음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local:materials/day2/day2_service_lab.ipynb · 3차시</a:t>
            </a:r>
          </a:p>
          <a:p xmlns:a="http://schemas.openxmlformats.org/drawingml/2006/main">
            <a:r>
              <a:t>- local:build_mcp_retrieval_plan()</a:t>
            </a:r>
          </a:p>
          <a:p xmlns:a="http://schemas.openxmlformats.org/drawingml/2006/main">
            <a:r>
              <a:t>- local:output/course-labs/day2-v2/03_domain_context.json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3차시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요약·관점·할 일·인사이트를 원문 구간과 연결하는 재사용 가능한 결과 형식을 다룹니다. 마지막에는 04_meeting_record_contract.json을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요약·관점·할 일·인사이트를 원문 구간과 연결하는 재사용 가능한 결과 형식입니다. 이 기준이 없으면 원문에 없는 owner·due date·개인의 생각을 그럴듯하게 보완한다.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04_meeting_record_contract.json까지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local:MeetingRecord · TodoItem · HorizonInsights</a:t>
            </a:r>
          </a:p>
          <a:p xmlns:a="http://schemas.openxmlformats.org/drawingml/2006/main">
            <a:r>
              <a:t>- local:materials/day2/day2_service_lab.ipynb · 4차시</a:t>
            </a:r>
          </a:p>
          <a:p xmlns:a="http://schemas.openxmlformats.org/drawingml/2006/main">
            <a:r>
              <a:t>- local:validate_record_evidence()</a:t>
            </a:r>
          </a:p>
          <a:p xmlns:a="http://schemas.openxmlformats.org/drawingml/2006/main">
            <a:r>
              <a:t>- local:04_meeting_record_contract.json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통과하는 MeetingRecord, 오른쪽은 존재하지 않는 근거 ID를 넣었을 때의 실제 Error Code입니다.</a:t>
            </a:r>
          </a:p>
          <a:p xmlns:a="http://schemas.openxmlformats.org/drawingml/2006/main">
            <a:r>
              <a:t>- 수강생 활동: s003·s006과 오류용 s999의 차이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04_meeting_record_contract.json에서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local:output/course-labs/day2-v2/student-run/04_meeting_record_contract.json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4차시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4차시 Cell 실행 → 필수 Field와 nullable Field 구분 → 실제 MeetingRecord Sample 저장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local:MeetingRecord · TodoItem · HorizonInsights</a:t>
            </a:r>
          </a:p>
          <a:p xmlns:a="http://schemas.openxmlformats.org/drawingml/2006/main">
            <a:r>
              <a:t>- local:materials/day2/day2_service_lab.ipynb · 4차시</a:t>
            </a:r>
          </a:p>
          <a:p xmlns:a="http://schemas.openxmlformats.org/drawingml/2006/main">
            <a:r>
              <a:t>- local:validate_record_evidence()</a:t>
            </a:r>
          </a:p>
          <a:p xmlns:a="http://schemas.openxmlformats.org/drawingml/2006/main">
            <a:r>
              <a:t>- local:04_meeting_record_contract.json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존재하지 않는 evidence id 입력 → UNKNOWN_EVIDENCE Error 확인 → 담당자·기한 null 정책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local:MeetingRecord · TodoItem · HorizonInsights</a:t>
            </a:r>
          </a:p>
          <a:p xmlns:a="http://schemas.openxmlformats.org/drawingml/2006/main">
            <a:r>
              <a:t>- local:materials/day2/day2_service_lab.ipynb · 4차시</a:t>
            </a:r>
          </a:p>
          <a:p xmlns:a="http://schemas.openxmlformats.org/drawingml/2006/main">
            <a:r>
              <a:t>- local:validate_record_evidence()</a:t>
            </a:r>
          </a:p>
          <a:p xmlns:a="http://schemas.openxmlformats.org/drawingml/2006/main">
            <a:r>
              <a:t>- local:04_meeting_record_contract.json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4차시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상위 모델에게 목표·허용 파일·Test·금지 행동을 함께 전달하는 개발 Workflow을 다룹니다. 마지막에는 05_codex_run.json을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상위 모델에게 목표·허용 파일·Test·금지 행동을 함께 전달하는 개발 Workflow입니다. 이 기준이 없으면 '알아서 Agent를 만들어줘'라고만 요청해 권한·비용·실패 경계가 사라진다.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05_codex_run.json까지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local:labs/day2/codex-task/TASK.md</a:t>
            </a:r>
          </a:p>
          <a:p xmlns:a="http://schemas.openxmlformats.org/drawingml/2006/main">
            <a:r>
              <a:t>- local:labs/day2/codex-task/starter/review_policy.py</a:t>
            </a:r>
          </a:p>
          <a:p xmlns:a="http://schemas.openxmlformats.org/drawingml/2006/main">
            <a:r>
              <a:t>- local:labs/day2/codex-task/task_check.py</a:t>
            </a:r>
          </a:p>
          <a:p xmlns:a="http://schemas.openxmlformats.org/drawingml/2006/main">
            <a:r>
              <a:t>- local:git diff -- labs/day2/codex-task/starter/review_policy.py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사람이 준 Goal과 Expected Error, 오른쪽은 Codex가 확인한 Diff, Test, Error Code이며 마지막 판단은 사람에게 남습니다.</a:t>
            </a:r>
          </a:p>
          <a:p xmlns:a="http://schemas.openxmlformats.org/drawingml/2006/main">
            <a:r>
              <a:t>- 수강생 활동: Goal·Test·Expected Error·Human Merge Decision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local:assets/screenshots/codex-conversation-day2-local.png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05_codex_task_reference.json에서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local:output/course-labs/day2-v2/05_codex_task_reference.json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5차시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task_check.py 실행 후 실패 Case 확인 → TASK.md의 Goal·Allowed·Test·Do not 확인 → Codex에 계획과 영향 파일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local:labs/day2/codex-task/TASK.md</a:t>
            </a:r>
          </a:p>
          <a:p xmlns:a="http://schemas.openxmlformats.org/drawingml/2006/main">
            <a:r>
              <a:t>- local:labs/day2/codex-task/starter/review_policy.py</a:t>
            </a:r>
          </a:p>
          <a:p xmlns:a="http://schemas.openxmlformats.org/drawingml/2006/main">
            <a:r>
              <a:t>- local:labs/day2/codex-task/task_check.py</a:t>
            </a:r>
          </a:p>
          <a:p xmlns:a="http://schemas.openxmlformats.org/drawingml/2006/main">
            <a:r>
              <a:t>- local:git diff -- labs/day2/codex-task/starter/review_policy.py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Starter 1개 파일 Patch 후 task_check 재실행 → 05_codex_run.json의 4개 PASS 확인 → git diff와 독립 Review 후 사람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local:labs/day2/codex-task/TASK.md</a:t>
            </a:r>
          </a:p>
          <a:p xmlns:a="http://schemas.openxmlformats.org/drawingml/2006/main">
            <a:r>
              <a:t>- local:labs/day2/codex-task/starter/review_policy.py</a:t>
            </a:r>
          </a:p>
          <a:p xmlns:a="http://schemas.openxmlformats.org/drawingml/2006/main">
            <a:r>
              <a:t>- local:labs/day2/codex-task/task_check.py</a:t>
            </a:r>
          </a:p>
          <a:p xmlns:a="http://schemas.openxmlformats.org/drawingml/2006/main">
            <a:r>
              <a:t>- local:git diff -- labs/day2/codex-task/starter/review_policy.py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5차시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같은 결과 형식 뒤에서 로컬 모델·구독형 CLI·종량제 API를 안전하게 교체하는 구조을 다룹니다. 마지막에는 06_provider_diagnostics.json을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같은 결과 형식 뒤에서 로컬 모델·구독형 CLI·종량제 API를 안전하게 교체하는 구조입니다. 이 기준이 없으면 API key를 Notebook에 적거나 모델 미지원 오류를 fixture 성공으로 숨긴다.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06_provider_diagnostics.json까지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 · *_LIVE_OPT_IN</a:t>
            </a:r>
          </a:p>
          <a:p xmlns:a="http://schemas.openxmlformats.org/drawingml/2006/main">
            <a:r>
              <a:t>- local:run_optional_cli_prompt() · run_optional_openai_record()</a:t>
            </a:r>
          </a:p>
          <a:p xmlns:a="http://schemas.openxmlformats.org/drawingml/2006/main">
            <a:r>
              <a:t>- local:validate_model_record_output() · Ollama qwen3:4b</a:t>
            </a:r>
          </a:p>
          <a:p xmlns:a="http://schemas.openxmlformats.org/drawingml/2006/main">
            <a:r>
              <a:t>- local:06_provider_diagnostics.json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기본 Run All은 Fixture로 재현하고, 강사 PC의 qwen3:4b Live 실행은 JSON·Thinking·줄바꿈 옵션을 고정한 뒤 Schema와 Evidence를 모두 통과했습니다.</a:t>
            </a:r>
          </a:p>
          <a:p xmlns:a="http://schemas.openxmlformats.org/drawingml/2006/main">
            <a:r>
              <a:t>- 수강생 활동: 자신의 Fixture·Local·Live 경로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local:output/course-labs/day2-v2/06_ollama_qwen3_4b_reference.json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06_provider_diagnostics.json에서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local:output/course-labs/day2-v2/student-run/06_provider_diagnostics.json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6차시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ollama list로 qwen3:4b 확인 → OLLAMA_LIVE_OPT_IN=1로 Notebook 6차시 실행 → MeetingRecord Schema·Evidence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 · *_LIVE_OPT_IN</a:t>
            </a:r>
          </a:p>
          <a:p xmlns:a="http://schemas.openxmlformats.org/drawingml/2006/main">
            <a:r>
              <a:t>- local:run_optional_cli_prompt() · run_optional_openai_record()</a:t>
            </a:r>
          </a:p>
          <a:p xmlns:a="http://schemas.openxmlformats.org/drawingml/2006/main">
            <a:r>
              <a:t>- local:validate_model_record_output() · Ollama qwen3:4b</a:t>
            </a:r>
          </a:p>
          <a:p xmlns:a="http://schemas.openxmlformats.org/drawingml/2006/main">
            <a:r>
              <a:t>- local:06_provider_diagnostics.json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기본 Opt-in false 결과 확인 → 선택적으로 Live 진단 1회 → Model 미지원·Timeout Error Code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 · *_LIVE_OPT_IN</a:t>
            </a:r>
          </a:p>
          <a:p xmlns:a="http://schemas.openxmlformats.org/drawingml/2006/main">
            <a:r>
              <a:t>- local:run_optional_cli_prompt() · run_optional_openai_record()</a:t>
            </a:r>
          </a:p>
          <a:p xmlns:a="http://schemas.openxmlformats.org/drawingml/2006/main">
            <a:r>
              <a:t>- local:validate_model_record_output() · Ollama qwen3:4b</a:t>
            </a:r>
          </a:p>
          <a:p xmlns:a="http://schemas.openxmlformats.org/drawingml/2006/main">
            <a:r>
              <a:t>- local:06_provider_diagnostics.json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6차시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검토 전 멈추고, 사람의 승인·수정·거절에 따라 다음 Node가 달라지는 실제 State Machine을 다룹니다. 마지막에는 07_human_review.json을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검토 전 멈추고, 사람의 승인·수정·거절에 따라 다음 Node가 달라지는 실제 State Machine입니다. 이 기준이 없으면 READY를 사람 승인으로 오해해 Notion·Confluence·이메일에 바로 쓴다.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07_human_review.json까지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local:build_interruptible_meeting_graph()</a:t>
            </a:r>
          </a:p>
          <a:p xmlns:a="http://schemas.openxmlformats.org/drawingml/2006/main">
            <a:r>
              <a:t>- local:WorkflowState</a:t>
            </a:r>
          </a:p>
          <a:p xmlns:a="http://schemas.openxmlformats.org/drawingml/2006/main">
            <a:r>
              <a:t>- local:day2_service_lab.ipynb · 7차시</a:t>
            </a:r>
          </a:p>
          <a:p xmlns:a="http://schemas.openxmlformats.org/drawingml/2006/main">
            <a:r>
              <a:t>- local:07_human_review.json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왼쪽의 Approve·Edit·Reject와 오른쪽의 Interrupt Payload를 한 화면에서 연결해 확인합니다.</a:t>
            </a:r>
          </a:p>
          <a:p xmlns:a="http://schemas.openxmlformats.org/drawingml/2006/main">
            <a:r>
              <a:t>- 수강생 활동: Decision Button과 evidence_ids·options Field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local:assets/screenshots/langgraph-interrupt-demo-local.png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07_human_review.json에서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local:output/course-labs/day2-v2/student-run/07_human_review.json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7차시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7차시 Interrupt Cell 실행 → Thread ID와 중단 Payload 확인 → Reviewer에게 필요한 Field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local:build_interruptible_meeting_graph()</a:t>
            </a:r>
          </a:p>
          <a:p xmlns:a="http://schemas.openxmlformats.org/drawingml/2006/main">
            <a:r>
              <a:t>- local:WorkflowState</a:t>
            </a:r>
          </a:p>
          <a:p xmlns:a="http://schemas.openxmlformats.org/drawingml/2006/main">
            <a:r>
              <a:t>- local:day2_service_lab.ipynb · 7차시</a:t>
            </a:r>
          </a:p>
          <a:p xmlns:a="http://schemas.openxmlformats.org/drawingml/2006/main">
            <a:r>
              <a:t>- local:07_human_review.json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Approve·Edit·Reject로 각각 Resume → Conditional Edge와 최종 상태 비교 → 외부 저장·발송 없음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local:build_interruptible_meeting_graph()</a:t>
            </a:r>
          </a:p>
          <a:p xmlns:a="http://schemas.openxmlformats.org/drawingml/2006/main">
            <a:r>
              <a:t>- local:WorkflowState</a:t>
            </a:r>
          </a:p>
          <a:p xmlns:a="http://schemas.openxmlformats.org/drawingml/2006/main">
            <a:r>
              <a:t>- local:day2_service_lab.ipynb · 7차시</a:t>
            </a:r>
          </a:p>
          <a:p xmlns:a="http://schemas.openxmlformats.org/drawingml/2006/main">
            <a:r>
              <a:t>- local:07_human_review.json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7차시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개발 환경을 모르는 사용자도 파일을 넣고 결과를 검토할 수 있는 로컬 GUI와 설치 패키지을 다룹니다. 마지막에는 08_export_drafts.json을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개발 환경을 모르는 사용자도 파일을 넣고 결과를 검토할 수 있는 로컬 GUI와 설치 패키지입니다. 이 기준이 없으면 강사의 로그인·캐시·경로에서만 되는 Demo를 배포 가능한 제품으로 오해한다.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08_export_drafts.json까지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- local:scripts/day2_desktop_smoke.py · app/main.py</a:t>
            </a:r>
          </a:p>
          <a:p xmlns:a="http://schemas.openxmlformats.org/drawingml/2006/main">
            <a:r>
              <a:t>- local:static/index.html · app.js</a:t>
            </a:r>
          </a:p>
          <a:p xmlns:a="http://schemas.openxmlformats.org/drawingml/2006/main">
            <a:r>
              <a:t>- local:Windows EXE · macOS PKG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Local Preview와 실행 상태를 한 화면에서 확인합니다. 앱은 검토 대기와 초안만 보여주며 실제 승인 상태 전이는 7차시 Notebook에서 실행합니다.</a:t>
            </a:r>
          </a:p>
          <a:p xmlns:a="http://schemas.openxmlformats.org/drawingml/2006/main">
            <a:r>
              <a:t>- 수강생 활동: human review 상태·받는 사람 공란·send=false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local:assets/screenshots/meeting-intelligence-desktop-local.png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08_export_drafts.json에서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local:output/course-labs/day2-v2/student-run/08_export_drafts.json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8차시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python scripts/day2_desktop_smoke.py 실행 → Health·Fixture API·Review Boundary 확인 → 08_desktop_smoke.json PASS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- local:scripts/day2_desktop_smoke.py · app/main.py</a:t>
            </a:r>
          </a:p>
          <a:p xmlns:a="http://schemas.openxmlformats.org/drawingml/2006/main">
            <a:r>
              <a:t>- local:static/index.html · app.js</a:t>
            </a:r>
          </a:p>
          <a:p xmlns:a="http://schemas.openxmlformats.org/drawingml/2006/main">
            <a:r>
              <a:t>- local:Windows EXE · macOS PKG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Source App 또는 준비된 Package 실행 → Meet Fixture와 Domain Context 입력 → MeetingRecord·MD·Email Draft Preview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- local:scripts/day2_desktop_smoke.py · app/main.py</a:t>
            </a:r>
          </a:p>
          <a:p xmlns:a="http://schemas.openxmlformats.org/drawingml/2006/main">
            <a:r>
              <a:t>- local:static/index.html · app.js</a:t>
            </a:r>
          </a:p>
          <a:p xmlns:a="http://schemas.openxmlformats.org/drawingml/2006/main">
            <a:r>
              <a:t>- local:Windows EXE · macOS PKG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8차시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오늘의 산출물은 발표 자료가 아니라 다시 실행할 수 있는 JSON, Notebook, App 결과입니다.</a:t>
            </a:r>
          </a:p>
          <a:p xmlns:a="http://schemas.openxmlformats.org/drawingml/2006/main">
            <a:r>
              <a:t>- 수강생 활동: 누락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오늘의 산출물은 발표 자료가 아니라 다시 실행할 수 있는 JSON, Notebook, App 결과입니다.</a:t>
            </a:r>
          </a:p>
          <a:p xmlns:a="http://schemas.openxmlformats.org/drawingml/2006/main">
            <a:r>
              <a:t>- 수강생 활동: 누락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PPT의 요약보다 자세한 내용이 필요할 때는 공식 문서와 LangGraph 영상으로 확장합니다.</a:t>
            </a:r>
          </a:p>
          <a:p xmlns:a="http://schemas.openxmlformats.org/drawingml/2006/main">
            <a:r>
              <a:t>- 수강생 활동: 복습 링크 한 개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- materials/day2/공개_한국어_회의음성_가이드.md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 전체를 다시 실행할 때는 여섯 단계만 기억하면 됩니다. 각 단계의 세부 정보는 차시별 Replay 장표에 있습니다.</a:t>
            </a:r>
          </a:p>
          <a:p xmlns:a="http://schemas.openxmlformats.org/drawingml/2006/main">
            <a:r>
              <a:t>- 수강생 활동: 재실행 시작 시점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22분</a:t>
            </a:r>
          </a:p>
          <a:p xmlns:a="http://schemas.openxmlformats.org/drawingml/2006/main">
            <a:r>
              <a:t>- 핵심 발화: 질문은 차시 번호, 명령, 오류 첫 줄, 기대 결과의 네 항목으로 받습니다. 공통 오류부터 화면으로 복구합니다.</a:t>
            </a:r>
          </a:p>
          <a:p xmlns:a="http://schemas.openxmlformats.org/drawingml/2006/main">
            <a:r>
              <a:t>- 수강생 활동: 질문 또는 Exit Check 제출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e731dfef604d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77254bc3ea478b" /><Relationship Type="http://schemas.openxmlformats.org/officeDocument/2006/relationships/slideLayout" Target="/ppt/slideLayouts/slideLayout1.xml" Id="R231fc91b2ed049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1fc91b2ed049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cf2aa6a1d4c78" /><Relationship Type="http://schemas.openxmlformats.org/officeDocument/2006/relationships/notesSlide" Target="/ppt/notesSlides/notesSlide1.xml" Id="R891b6796b37943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de2ce95614b66" /><Relationship Type="http://schemas.openxmlformats.org/officeDocument/2006/relationships/image" Target="/ppt/media/image.gif" Id="Rb736fa3b7c2b4cdc" /><Relationship Type="http://schemas.openxmlformats.org/officeDocument/2006/relationships/notesSlide" Target="/ppt/notesSlides/notesSlide2.xml" Id="R6ea98ac8a87442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83ffbc7b2472f" /><Relationship Type="http://schemas.openxmlformats.org/officeDocument/2006/relationships/image" Target="/ppt/media/image.png" Id="R454d94b6417a4ba6" /><Relationship Type="http://schemas.openxmlformats.org/officeDocument/2006/relationships/notesSlide" Target="/ppt/notesSlides/notesSlide3.xml" Id="Rfdf761af3f724a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a1bc0a81c143ba" /><Relationship Type="http://schemas.openxmlformats.org/officeDocument/2006/relationships/notesSlide" Target="/ppt/notesSlides/notesSlide4.xml" Id="R063e3ea4a57145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41d8b1ac94454" /><Relationship Type="http://schemas.openxmlformats.org/officeDocument/2006/relationships/notesSlide" Target="/ppt/notesSlides/notesSlide5.xml" Id="R9937e6aa31744b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82886ee05348df" /><Relationship Type="http://schemas.openxmlformats.org/officeDocument/2006/relationships/notesSlide" Target="/ppt/notesSlides/notesSlide6.xml" Id="R059b9085ddb54b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79e834aea4526" /><Relationship Type="http://schemas.openxmlformats.org/officeDocument/2006/relationships/notesSlide" Target="/ppt/notesSlides/notesSlide7.xml" Id="Re03aeee1f6ef4b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c4cae2ead42ac" /><Relationship Type="http://schemas.openxmlformats.org/officeDocument/2006/relationships/notesSlide" Target="/ppt/notesSlides/notesSlide8.xml" Id="R065c0ec3857948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7f0f5e5564323" /><Relationship Type="http://schemas.openxmlformats.org/officeDocument/2006/relationships/notesSlide" Target="/ppt/notesSlides/notesSlide9.xml" Id="Raae9853470b24a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6b50b7dd9434c" /><Relationship Type="http://schemas.openxmlformats.org/officeDocument/2006/relationships/notesSlide" Target="/ppt/notesSlides/notesSlide10.xml" Id="R0500de045b534a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75d0097dd45f8" /><Relationship Type="http://schemas.openxmlformats.org/officeDocument/2006/relationships/notesSlide" Target="/ppt/notesSlides/notesSlide11.xml" Id="R0d29a2cbc53f49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c88af16ed40a2" /><Relationship Type="http://schemas.openxmlformats.org/officeDocument/2006/relationships/notesSlide" Target="/ppt/notesSlides/notesSlide12.xml" Id="R04a07d5e1a4a41f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1664889304d0a" /><Relationship Type="http://schemas.openxmlformats.org/officeDocument/2006/relationships/notesSlide" Target="/ppt/notesSlides/notesSlide13.xml" Id="Re241e4833e004d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6b5fb6ca5d4bf3" /><Relationship Type="http://schemas.openxmlformats.org/officeDocument/2006/relationships/notesSlide" Target="/ppt/notesSlides/notesSlide14.xml" Id="R11ef24390adc4ce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ca191f42f4cf9" /><Relationship Type="http://schemas.openxmlformats.org/officeDocument/2006/relationships/notesSlide" Target="/ppt/notesSlides/notesSlide15.xml" Id="Rd1c170fa6b8b4ca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be9cfe6c4342ca" /><Relationship Type="http://schemas.openxmlformats.org/officeDocument/2006/relationships/notesSlide" Target="/ppt/notesSlides/notesSlide16.xml" Id="Rfa065b68723947b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6a3ee6d734ad6" /><Relationship Type="http://schemas.openxmlformats.org/officeDocument/2006/relationships/notesSlide" Target="/ppt/notesSlides/notesSlide17.xml" Id="Rcc375009115048e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9a510bc2e4caf" /><Relationship Type="http://schemas.openxmlformats.org/officeDocument/2006/relationships/notesSlide" Target="/ppt/notesSlides/notesSlide18.xml" Id="R8fda6787b2ab466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1d144cab54ee0" /><Relationship Type="http://schemas.openxmlformats.org/officeDocument/2006/relationships/notesSlide" Target="/ppt/notesSlides/notesSlide19.xml" Id="Rb148a6aaf0dd484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fb98f97bd4f79" /><Relationship Type="http://schemas.openxmlformats.org/officeDocument/2006/relationships/notesSlide" Target="/ppt/notesSlides/notesSlide20.xml" Id="Rfc3358d82a67468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9707ff3024cb6" /><Relationship Type="http://schemas.openxmlformats.org/officeDocument/2006/relationships/notesSlide" Target="/ppt/notesSlides/notesSlide21.xml" Id="R58570955bc874fc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8b51614544877" /><Relationship Type="http://schemas.openxmlformats.org/officeDocument/2006/relationships/notesSlide" Target="/ppt/notesSlides/notesSlide22.xml" Id="R55b49fe24657458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5cc134a73c4120" /><Relationship Type="http://schemas.openxmlformats.org/officeDocument/2006/relationships/notesSlide" Target="/ppt/notesSlides/notesSlide23.xml" Id="Rce48db14dee14c0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89b39fd3e450f" /><Relationship Type="http://schemas.openxmlformats.org/officeDocument/2006/relationships/notesSlide" Target="/ppt/notesSlides/notesSlide24.xml" Id="R57dd24ef4b95475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9fb6f4b17496e" /><Relationship Type="http://schemas.openxmlformats.org/officeDocument/2006/relationships/notesSlide" Target="/ppt/notesSlides/notesSlide25.xml" Id="R517ca1210eb449b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cad40af6b4052" /><Relationship Type="http://schemas.openxmlformats.org/officeDocument/2006/relationships/notesSlide" Target="/ppt/notesSlides/notesSlide26.xml" Id="Ra5108c9ad006488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5a7b6998045d7" /><Relationship Type="http://schemas.openxmlformats.org/officeDocument/2006/relationships/notesSlide" Target="/ppt/notesSlides/notesSlide27.xml" Id="Rda9c5f2134af49f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67d822ab44690" /><Relationship Type="http://schemas.openxmlformats.org/officeDocument/2006/relationships/notesSlide" Target="/ppt/notesSlides/notesSlide28.xml" Id="R0b898c14972241a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1ac6f6920450d" /><Relationship Type="http://schemas.openxmlformats.org/officeDocument/2006/relationships/notesSlide" Target="/ppt/notesSlides/notesSlide29.xml" Id="Re992ca329e514d6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ca1c78e0a4b47" /><Relationship Type="http://schemas.openxmlformats.org/officeDocument/2006/relationships/notesSlide" Target="/ppt/notesSlides/notesSlide30.xml" Id="Rffcf1e73778f423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19c1cfac14623" /><Relationship Type="http://schemas.openxmlformats.org/officeDocument/2006/relationships/notesSlide" Target="/ppt/notesSlides/notesSlide31.xml" Id="R3544b61e5d8d4af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f670640444ec9" /><Relationship Type="http://schemas.openxmlformats.org/officeDocument/2006/relationships/notesSlide" Target="/ppt/notesSlides/notesSlide32.xml" Id="R9fafb036f73346b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58323b31944211" /><Relationship Type="http://schemas.openxmlformats.org/officeDocument/2006/relationships/notesSlide" Target="/ppt/notesSlides/notesSlide33.xml" Id="Rdb8392a14a0a4c3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98183b2704ce5" /><Relationship Type="http://schemas.openxmlformats.org/officeDocument/2006/relationships/notesSlide" Target="/ppt/notesSlides/notesSlide34.xml" Id="Rf02f3bf391f8411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dd622e83f46ed" /><Relationship Type="http://schemas.openxmlformats.org/officeDocument/2006/relationships/notesSlide" Target="/ppt/notesSlides/notesSlide35.xml" Id="R7e85e45def72405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62dc31d044b79" /><Relationship Type="http://schemas.openxmlformats.org/officeDocument/2006/relationships/notesSlide" Target="/ppt/notesSlides/notesSlide36.xml" Id="R9110b27c401f49a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d06414e174dcc" /><Relationship Type="http://schemas.openxmlformats.org/officeDocument/2006/relationships/notesSlide" Target="/ppt/notesSlides/notesSlide37.xml" Id="Rf98d4fba89714df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9c78a2e594d52" /><Relationship Type="http://schemas.openxmlformats.org/officeDocument/2006/relationships/notesSlide" Target="/ppt/notesSlides/notesSlide38.xml" Id="R42fd59a584ad433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091075fce4350" /><Relationship Type="http://schemas.openxmlformats.org/officeDocument/2006/relationships/notesSlide" Target="/ppt/notesSlides/notesSlide39.xml" Id="Rcbc75b3d0a55408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ebc91563948bc" /><Relationship Type="http://schemas.openxmlformats.org/officeDocument/2006/relationships/notesSlide" Target="/ppt/notesSlides/notesSlide40.xml" Id="Rfcb5d715830a46a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1bd16b8ad4f6a" /><Relationship Type="http://schemas.openxmlformats.org/officeDocument/2006/relationships/notesSlide" Target="/ppt/notesSlides/notesSlide41.xml" Id="R7be4bf9467ed466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8647f9c3c4975" /><Relationship Type="http://schemas.openxmlformats.org/officeDocument/2006/relationships/notesSlide" Target="/ppt/notesSlides/notesSlide42.xml" Id="R76a81919d0b446b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ab6c54cd84961" /><Relationship Type="http://schemas.openxmlformats.org/officeDocument/2006/relationships/notesSlide" Target="/ppt/notesSlides/notesSlide43.xml" Id="Ra1f4de28cad74aa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f52f0dbcc4c12" /><Relationship Type="http://schemas.openxmlformats.org/officeDocument/2006/relationships/notesSlide" Target="/ppt/notesSlides/notesSlide44.xml" Id="R3f043e19f8264a4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3ce8715a740c7" /><Relationship Type="http://schemas.openxmlformats.org/officeDocument/2006/relationships/notesSlide" Target="/ppt/notesSlides/notesSlide45.xml" Id="Rb0b2514f4da74f7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5d857e53448b1" /><Relationship Type="http://schemas.openxmlformats.org/officeDocument/2006/relationships/notesSlide" Target="/ppt/notesSlides/notesSlide46.xml" Id="Read8f89430aa43e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51ef9ffe743e4" /><Relationship Type="http://schemas.openxmlformats.org/officeDocument/2006/relationships/notesSlide" Target="/ppt/notesSlides/notesSlide47.xml" Id="R49d20d36c86e4df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5233d3d6b4896" /><Relationship Type="http://schemas.openxmlformats.org/officeDocument/2006/relationships/notesSlide" Target="/ppt/notesSlides/notesSlide48.xml" Id="Re012250d059d4b1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eff9de9b24832" /><Relationship Type="http://schemas.openxmlformats.org/officeDocument/2006/relationships/notesSlide" Target="/ppt/notesSlides/notesSlide49.xml" Id="Rf23ae222ebfd4b25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10b54b5744136" /><Relationship Type="http://schemas.openxmlformats.org/officeDocument/2006/relationships/notesSlide" Target="/ppt/notesSlides/notesSlide50.xml" Id="Rfb78c9988c7f4a3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df4c4e8fa474e" /><Relationship Type="http://schemas.openxmlformats.org/officeDocument/2006/relationships/notesSlide" Target="/ppt/notesSlides/notesSlide51.xml" Id="R0e258128be684fa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5d2475c0a4a12" /><Relationship Type="http://schemas.openxmlformats.org/officeDocument/2006/relationships/notesSlide" Target="/ppt/notesSlides/notesSlide52.xml" Id="Rb41197a38f3b408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cb69487fc4225" /><Relationship Type="http://schemas.openxmlformats.org/officeDocument/2006/relationships/notesSlide" Target="/ppt/notesSlides/notesSlide53.xml" Id="Rbdf57a1d7d1f452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70f2fc79f48f6" /><Relationship Type="http://schemas.openxmlformats.org/officeDocument/2006/relationships/notesSlide" Target="/ppt/notesSlides/notesSlide54.xml" Id="R92b4f1947f0a4c79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c2d82023c4f3f" /><Relationship Type="http://schemas.openxmlformats.org/officeDocument/2006/relationships/notesSlide" Target="/ppt/notesSlides/notesSlide55.xml" Id="Rfea4332038584e5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b9fca7829436e" /><Relationship Type="http://schemas.openxmlformats.org/officeDocument/2006/relationships/notesSlide" Target="/ppt/notesSlides/notesSlide56.xml" Id="Rbb4054082c984788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0030486fe4156" /><Relationship Type="http://schemas.openxmlformats.org/officeDocument/2006/relationships/notesSlide" Target="/ppt/notesSlides/notesSlide57.xml" Id="R8bbb88089f884cbe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b42fe9e174a80" /><Relationship Type="http://schemas.openxmlformats.org/officeDocument/2006/relationships/notesSlide" Target="/ppt/notesSlides/notesSlide58.xml" Id="R64e46d2339184e08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de0fcaeb04a20" /><Relationship Type="http://schemas.openxmlformats.org/officeDocument/2006/relationships/notesSlide" Target="/ppt/notesSlides/notesSlide59.xml" Id="Rb4c327d24bc24ae0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9ee8d419f4936" /><Relationship Type="http://schemas.openxmlformats.org/officeDocument/2006/relationships/notesSlide" Target="/ppt/notesSlides/notesSlide60.xml" Id="Ra2e2266f66e5433f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d7afd8fe24fe7" /><Relationship Type="http://schemas.openxmlformats.org/officeDocument/2006/relationships/notesSlide" Target="/ppt/notesSlides/notesSlide61.xml" Id="R5b10a09d63ca4f26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5a2dc74004362" /><Relationship Type="http://schemas.openxmlformats.org/officeDocument/2006/relationships/notesSlide" Target="/ppt/notesSlides/notesSlide62.xml" Id="R86ea5b01bdc6450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1cd5c69784cdd" /><Relationship Type="http://schemas.openxmlformats.org/officeDocument/2006/relationships/notesSlide" Target="/ppt/notesSlides/notesSlide63.xml" Id="Ra7dfaf0d72c4410c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d1dbc8c614283" /><Relationship Type="http://schemas.openxmlformats.org/officeDocument/2006/relationships/notesSlide" Target="/ppt/notesSlides/notesSlide64.xml" Id="R61b27863aaa040bd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0d386146949fc" /><Relationship Type="http://schemas.openxmlformats.org/officeDocument/2006/relationships/notesSlide" Target="/ppt/notesSlides/notesSlide65.xml" Id="R85bc8b42b3ba4ad9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9a2f1f9934f29" /><Relationship Type="http://schemas.openxmlformats.org/officeDocument/2006/relationships/notesSlide" Target="/ppt/notesSlides/notesSlide66.xml" Id="Rb845777a769541f6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acfd6af5c43c9" /><Relationship Type="http://schemas.openxmlformats.org/officeDocument/2006/relationships/notesSlide" Target="/ppt/notesSlides/notesSlide67.xml" Id="R52184f4b5d1840f1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f46ccc25a45aa" /><Relationship Type="http://schemas.openxmlformats.org/officeDocument/2006/relationships/notesSlide" Target="/ppt/notesSlides/notesSlide68.xml" Id="R69ea39493d4b41b3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a6a7a57064d60" /><Relationship Type="http://schemas.openxmlformats.org/officeDocument/2006/relationships/notesSlide" Target="/ppt/notesSlides/notesSlide69.xml" Id="R2b2a1558955544ea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2f4ea72814ccb" /><Relationship Type="http://schemas.openxmlformats.org/officeDocument/2006/relationships/notesSlide" Target="/ppt/notesSlides/notesSlide70.xml" Id="R02a441fcaa654cb0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8cd53be9146b2" /><Relationship Type="http://schemas.openxmlformats.org/officeDocument/2006/relationships/notesSlide" Target="/ppt/notesSlides/notesSlide71.xml" Id="R4734ace4a9764c23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f7d32ff294047" /><Relationship Type="http://schemas.openxmlformats.org/officeDocument/2006/relationships/notesSlide" Target="/ppt/notesSlides/notesSlide72.xml" Id="Rf493c9055b464ec6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83aa99da942fe" /><Relationship Type="http://schemas.openxmlformats.org/officeDocument/2006/relationships/notesSlide" Target="/ppt/notesSlides/notesSlide73.xml" Id="Rc56f3712bea94d26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b022abf01411f" /><Relationship Type="http://schemas.openxmlformats.org/officeDocument/2006/relationships/notesSlide" Target="/ppt/notesSlides/notesSlide74.xml" Id="Rc789c5e8c9bd4d73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7022dc10b430c" /><Relationship Type="http://schemas.openxmlformats.org/officeDocument/2006/relationships/notesSlide" Target="/ppt/notesSlides/notesSlide75.xml" Id="Rafb1af5bef4745ab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55a0c2f5c470d" /><Relationship Type="http://schemas.openxmlformats.org/officeDocument/2006/relationships/notesSlide" Target="/ppt/notesSlides/notesSlide76.xml" Id="R075479c1ea264993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64596b0d24c39" /><Relationship Type="http://schemas.openxmlformats.org/officeDocument/2006/relationships/notesSlide" Target="/ppt/notesSlides/notesSlide77.xml" Id="R3ccef3054e184869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71c9cc43e42cc" /><Relationship Type="http://schemas.openxmlformats.org/officeDocument/2006/relationships/notesSlide" Target="/ppt/notesSlides/notesSlide78.xml" Id="Rcc014f27e8b04aa1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af6155ad14b7e" /><Relationship Type="http://schemas.openxmlformats.org/officeDocument/2006/relationships/notesSlide" Target="/ppt/notesSlides/notesSlide79.xml" Id="R3e7d96d359944f46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0acf2fa83448a" /><Relationship Type="http://schemas.openxmlformats.org/officeDocument/2006/relationships/notesSlide" Target="/ppt/notesSlides/notesSlide80.xml" Id="Rb2b8dd2adb274592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8c2033f2a4d1a" /><Relationship Type="http://schemas.openxmlformats.org/officeDocument/2006/relationships/notesSlide" Target="/ppt/notesSlides/notesSlide81.xml" Id="R3e23bfeeaea34add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90b3ae8dc4f5e" /><Relationship Type="http://schemas.openxmlformats.org/officeDocument/2006/relationships/notesSlide" Target="/ppt/notesSlides/notesSlide82.xml" Id="R7ce6b8e527d747e4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14ea9b74a4fd1" /><Relationship Type="http://schemas.openxmlformats.org/officeDocument/2006/relationships/notesSlide" Target="/ppt/notesSlides/notesSlide83.xml" Id="R11f75d3569ff4ee2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f3b7ba8e9f4c5d" /><Relationship Type="http://schemas.openxmlformats.org/officeDocument/2006/relationships/notesSlide" Target="/ppt/notesSlides/notesSlide84.xml" Id="R795a694600b8430a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0afbc669a40dd" /><Relationship Type="http://schemas.openxmlformats.org/officeDocument/2006/relationships/notesSlide" Target="/ppt/notesSlides/notesSlide85.xml" Id="Re42d133137324f84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e752b404b4e21" /><Relationship Type="http://schemas.openxmlformats.org/officeDocument/2006/relationships/notesSlide" Target="/ppt/notesSlides/notesSlide86.xml" Id="R8128a1e8f2624ad4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3e884c0ab4330" /><Relationship Type="http://schemas.openxmlformats.org/officeDocument/2006/relationships/notesSlide" Target="/ppt/notesSlides/notesSlide87.xml" Id="Rd0243909bdb84fa5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da226f5304103" /><Relationship Type="http://schemas.openxmlformats.org/officeDocument/2006/relationships/notesSlide" Target="/ppt/notesSlides/notesSlide88.xml" Id="R215e5f84a6d64a55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de1a2e77a4e2b" /><Relationship Type="http://schemas.openxmlformats.org/officeDocument/2006/relationships/notesSlide" Target="/ppt/notesSlides/notesSlide89.xml" Id="R21727cfbf1fc4ef9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1ff03840a4600" /><Relationship Type="http://schemas.openxmlformats.org/officeDocument/2006/relationships/notesSlide" Target="/ppt/notesSlides/notesSlide90.xml" Id="Rdfab164ffb9c4951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95211e48e4b6c" /><Relationship Type="http://schemas.openxmlformats.org/officeDocument/2006/relationships/notesSlide" Target="/ppt/notesSlides/notesSlide91.xml" Id="R4ca0d7a966614d41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9e15faa6a410e" /><Relationship Type="http://schemas.openxmlformats.org/officeDocument/2006/relationships/notesSlide" Target="/ppt/notesSlides/notesSlide92.xml" Id="Rf2a557e0d677436a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67dcc613f4030" /><Relationship Type="http://schemas.openxmlformats.org/officeDocument/2006/relationships/notesSlide" Target="/ppt/notesSlides/notesSlide93.xml" Id="Re2a43cd523c0438e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a6b20f6b744cc" /><Relationship Type="http://schemas.openxmlformats.org/officeDocument/2006/relationships/notesSlide" Target="/ppt/notesSlides/notesSlide94.xml" Id="R2122c84030d04268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2bb9228104fed" /><Relationship Type="http://schemas.openxmlformats.org/officeDocument/2006/relationships/notesSlide" Target="/ppt/notesSlides/notesSlide95.xml" Id="Ra0db1aaba7034235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e0baed3e34429" /><Relationship Type="http://schemas.openxmlformats.org/officeDocument/2006/relationships/notesSlide" Target="/ppt/notesSlides/notesSlide96.xml" Id="Rc3adf595e3cf4ec9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76d9f03ef4fb4" /><Relationship Type="http://schemas.openxmlformats.org/officeDocument/2006/relationships/notesSlide" Target="/ppt/notesSlides/notesSlide97.xml" Id="R858ecff1778845b4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88dce7858471b" /><Relationship Type="http://schemas.openxmlformats.org/officeDocument/2006/relationships/image" Target="/ppt/media/image2.png" Id="R8032770244a146ea" /><Relationship Type="http://schemas.openxmlformats.org/officeDocument/2006/relationships/notesSlide" Target="/ppt/notesSlides/notesSlide98.xml" Id="R48b82977731d440b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6096f1c204624" /><Relationship Type="http://schemas.openxmlformats.org/officeDocument/2006/relationships/notesSlide" Target="/ppt/notesSlides/notesSlide99.xml" Id="R0b7061781a6946cf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0f3b1b97840cc" /><Relationship Type="http://schemas.openxmlformats.org/officeDocument/2006/relationships/notesSlide" Target="/ppt/notesSlides/notesSlide100.xml" Id="R1a296ace9cdd4408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62a460ce04ec7" /><Relationship Type="http://schemas.openxmlformats.org/officeDocument/2006/relationships/notesSlide" Target="/ppt/notesSlides/notesSlide101.xml" Id="R1189ec1e48f94a07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aaf46c304418e" /><Relationship Type="http://schemas.openxmlformats.org/officeDocument/2006/relationships/notesSlide" Target="/ppt/notesSlides/notesSlide102.xml" Id="R1117173c6f8e4c90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361a5a9704131" /><Relationship Type="http://schemas.openxmlformats.org/officeDocument/2006/relationships/notesSlide" Target="/ppt/notesSlides/notesSlide103.xml" Id="Rd72ecd984b5346db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b7d9976b74dbb" /><Relationship Type="http://schemas.openxmlformats.org/officeDocument/2006/relationships/notesSlide" Target="/ppt/notesSlides/notesSlide104.xml" Id="R35232fd2c5674d89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d6c2646e44055" /><Relationship Type="http://schemas.openxmlformats.org/officeDocument/2006/relationships/notesSlide" Target="/ppt/notesSlides/notesSlide105.xml" Id="Rb9719776283b44f0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9082c96e04310" /><Relationship Type="http://schemas.openxmlformats.org/officeDocument/2006/relationships/notesSlide" Target="/ppt/notesSlides/notesSlide106.xml" Id="R6b8369fc8f9a49f0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0f736593546a0" /><Relationship Type="http://schemas.openxmlformats.org/officeDocument/2006/relationships/notesSlide" Target="/ppt/notesSlides/notesSlide107.xml" Id="R36484861bd2c40dc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d4ea7e0c549fe" /><Relationship Type="http://schemas.openxmlformats.org/officeDocument/2006/relationships/notesSlide" Target="/ppt/notesSlides/notesSlide108.xml" Id="R31377b3e59a74a9e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d516ecebc47a8" /><Relationship Type="http://schemas.openxmlformats.org/officeDocument/2006/relationships/notesSlide" Target="/ppt/notesSlides/notesSlide109.xml" Id="Rfff0fd6b6bb14da1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273d021ba4713" /><Relationship Type="http://schemas.openxmlformats.org/officeDocument/2006/relationships/notesSlide" Target="/ppt/notesSlides/notesSlide110.xml" Id="R482134f2fc714041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9edd22c5d465d" /><Relationship Type="http://schemas.openxmlformats.org/officeDocument/2006/relationships/notesSlide" Target="/ppt/notesSlides/notesSlide111.xml" Id="R1bf016f3fec347f3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e2975ff12452c" /><Relationship Type="http://schemas.openxmlformats.org/officeDocument/2006/relationships/notesSlide" Target="/ppt/notesSlides/notesSlide112.xml" Id="R24b1ea1c912049e9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c9b24640148db" /><Relationship Type="http://schemas.openxmlformats.org/officeDocument/2006/relationships/notesSlide" Target="/ppt/notesSlides/notesSlide113.xml" Id="R488f67204f494837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d0ce2d6a4457c" /><Relationship Type="http://schemas.openxmlformats.org/officeDocument/2006/relationships/notesSlide" Target="/ppt/notesSlides/notesSlide114.xml" Id="Rca5c554a7d594cb9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dd5057f3940d7" /><Relationship Type="http://schemas.openxmlformats.org/officeDocument/2006/relationships/notesSlide" Target="/ppt/notesSlides/notesSlide115.xml" Id="Ra9e773afdf4d4282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5a39d1883410b" /><Relationship Type="http://schemas.openxmlformats.org/officeDocument/2006/relationships/notesSlide" Target="/ppt/notesSlides/notesSlide116.xml" Id="R4278117b9c5140ec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5bfcab77d4599" /><Relationship Type="http://schemas.openxmlformats.org/officeDocument/2006/relationships/notesSlide" Target="/ppt/notesSlides/notesSlide117.xml" Id="R9da30095a18b46f7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afde7fc8f4d0c" /><Relationship Type="http://schemas.openxmlformats.org/officeDocument/2006/relationships/notesSlide" Target="/ppt/notesSlides/notesSlide118.xml" Id="Rd034a51548d24704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8d8b4dd614def" /><Relationship Type="http://schemas.openxmlformats.org/officeDocument/2006/relationships/notesSlide" Target="/ppt/notesSlides/notesSlide119.xml" Id="R3fdc1b5bd5ce4d4d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2777874a943a8" /><Relationship Type="http://schemas.openxmlformats.org/officeDocument/2006/relationships/notesSlide" Target="/ppt/notesSlides/notesSlide120.xml" Id="Rcb53b94cd8594231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517095c3b4057" /><Relationship Type="http://schemas.openxmlformats.org/officeDocument/2006/relationships/notesSlide" Target="/ppt/notesSlides/notesSlide121.xml" Id="R0dcaf15df19c422a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999daea7e4986" /><Relationship Type="http://schemas.openxmlformats.org/officeDocument/2006/relationships/notesSlide" Target="/ppt/notesSlides/notesSlide122.xml" Id="Rea493f8663f24b09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e0e94205640f2" /><Relationship Type="http://schemas.openxmlformats.org/officeDocument/2006/relationships/notesSlide" Target="/ppt/notesSlides/notesSlide123.xml" Id="Rd943750dfaa546f0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cbad961f645b1" /><Relationship Type="http://schemas.openxmlformats.org/officeDocument/2006/relationships/notesSlide" Target="/ppt/notesSlides/notesSlide124.xml" Id="Rc8897ecda9414c21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3367c5e5b411b" /><Relationship Type="http://schemas.openxmlformats.org/officeDocument/2006/relationships/notesSlide" Target="/ppt/notesSlides/notesSlide125.xml" Id="Ra015061a68564162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58d9663844bdb" /><Relationship Type="http://schemas.openxmlformats.org/officeDocument/2006/relationships/notesSlide" Target="/ppt/notesSlides/notesSlide126.xml" Id="Rd1183c868a104963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be6cdd37f4c6a" /><Relationship Type="http://schemas.openxmlformats.org/officeDocument/2006/relationships/notesSlide" Target="/ppt/notesSlides/notesSlide127.xml" Id="R81826e04a2734cf7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9dd2ff19a4d81" /><Relationship Type="http://schemas.openxmlformats.org/officeDocument/2006/relationships/notesSlide" Target="/ppt/notesSlides/notesSlide128.xml" Id="R29e92057b9e04559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c9d588e3b4c2f" /><Relationship Type="http://schemas.openxmlformats.org/officeDocument/2006/relationships/notesSlide" Target="/ppt/notesSlides/notesSlide129.xml" Id="R992ae86edec14a11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fc4bd8cfc4ae3" /><Relationship Type="http://schemas.openxmlformats.org/officeDocument/2006/relationships/notesSlide" Target="/ppt/notesSlides/notesSlide130.xml" Id="R3acbe60a7f084f5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ffcd3f308419b" /><Relationship Type="http://schemas.openxmlformats.org/officeDocument/2006/relationships/notesSlide" Target="/ppt/notesSlides/notesSlide131.xml" Id="Re2d62d4994224b66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9a2a5f8ab463a" /><Relationship Type="http://schemas.openxmlformats.org/officeDocument/2006/relationships/notesSlide" Target="/ppt/notesSlides/notesSlide132.xml" Id="R6a7b8d70a8ec462d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65bb894ae4342" /><Relationship Type="http://schemas.openxmlformats.org/officeDocument/2006/relationships/notesSlide" Target="/ppt/notesSlides/notesSlide133.xml" Id="R7812d855ebfe4a45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25a567adc4f98" /><Relationship Type="http://schemas.openxmlformats.org/officeDocument/2006/relationships/notesSlide" Target="/ppt/notesSlides/notesSlide134.xml" Id="Ra1a121857fba4d06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06074a4854fac" /><Relationship Type="http://schemas.openxmlformats.org/officeDocument/2006/relationships/notesSlide" Target="/ppt/notesSlides/notesSlide135.xml" Id="Rfc83cc61e150429a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4f7a90354428f" /><Relationship Type="http://schemas.openxmlformats.org/officeDocument/2006/relationships/notesSlide" Target="/ppt/notesSlides/notesSlide136.xml" Id="Rdc44e36f771c4c2c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4ac27894d48e9" /><Relationship Type="http://schemas.openxmlformats.org/officeDocument/2006/relationships/notesSlide" Target="/ppt/notesSlides/notesSlide137.xml" Id="Rea265964ded543ce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664f884f948fc" /><Relationship Type="http://schemas.openxmlformats.org/officeDocument/2006/relationships/image" Target="/ppt/media/image3.png" Id="Re550df26cee645d4" /><Relationship Type="http://schemas.openxmlformats.org/officeDocument/2006/relationships/notesSlide" Target="/ppt/notesSlides/notesSlide138.xml" Id="R8df69701c9b44e1f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b9d70c2114dfa" /><Relationship Type="http://schemas.openxmlformats.org/officeDocument/2006/relationships/notesSlide" Target="/ppt/notesSlides/notesSlide139.xml" Id="R696c8cabc0d44b73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ba2c5a0db4ddc" /><Relationship Type="http://schemas.openxmlformats.org/officeDocument/2006/relationships/notesSlide" Target="/ppt/notesSlides/notesSlide140.xml" Id="R5a683426364a42c6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c0f4cfea76478d" /><Relationship Type="http://schemas.openxmlformats.org/officeDocument/2006/relationships/notesSlide" Target="/ppt/notesSlides/notesSlide141.xml" Id="R7e518ffea534480b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4897cfeba430f" /><Relationship Type="http://schemas.openxmlformats.org/officeDocument/2006/relationships/notesSlide" Target="/ppt/notesSlides/notesSlide142.xml" Id="R2b1338ea31f44ed3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e25b2175f40bb" /><Relationship Type="http://schemas.openxmlformats.org/officeDocument/2006/relationships/notesSlide" Target="/ppt/notesSlides/notesSlide143.xml" Id="R95f29df2e3ed4eed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462377bea42c3" /><Relationship Type="http://schemas.openxmlformats.org/officeDocument/2006/relationships/notesSlide" Target="/ppt/notesSlides/notesSlide144.xml" Id="R04aa61e62c474bc2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ad0c635b74fbc" /><Relationship Type="http://schemas.openxmlformats.org/officeDocument/2006/relationships/notesSlide" Target="/ppt/notesSlides/notesSlide145.xml" Id="Rc3e8b0cc4be84bce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ffdb9725804280" /><Relationship Type="http://schemas.openxmlformats.org/officeDocument/2006/relationships/notesSlide" Target="/ppt/notesSlides/notesSlide146.xml" Id="R79bae94f1e2b4aee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75de5e4e04990" /><Relationship Type="http://schemas.openxmlformats.org/officeDocument/2006/relationships/notesSlide" Target="/ppt/notesSlides/notesSlide147.xml" Id="Rd773ebf5558d4662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b4b8307d34ce4" /><Relationship Type="http://schemas.openxmlformats.org/officeDocument/2006/relationships/notesSlide" Target="/ppt/notesSlides/notesSlide148.xml" Id="Rae9a32b3eb9441ad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a0707028c45a7" /><Relationship Type="http://schemas.openxmlformats.org/officeDocument/2006/relationships/notesSlide" Target="/ppt/notesSlides/notesSlide149.xml" Id="Rd0de27deb7fd4259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dc00d164d94283" /><Relationship Type="http://schemas.openxmlformats.org/officeDocument/2006/relationships/notesSlide" Target="/ppt/notesSlides/notesSlide150.xml" Id="Rd8eb7c607d7f4a14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b2ee48e614da8" /><Relationship Type="http://schemas.openxmlformats.org/officeDocument/2006/relationships/notesSlide" Target="/ppt/notesSlides/notesSlide151.xml" Id="Raa044d92a4604478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e2a60471c4f20" /><Relationship Type="http://schemas.openxmlformats.org/officeDocument/2006/relationships/notesSlide" Target="/ppt/notesSlides/notesSlide152.xml" Id="Redaf60f568e74544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f810d250f488a" /><Relationship Type="http://schemas.openxmlformats.org/officeDocument/2006/relationships/notesSlide" Target="/ppt/notesSlides/notesSlide153.xml" Id="Rf071f1eb200b4700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fcfeca47e492c" /><Relationship Type="http://schemas.openxmlformats.org/officeDocument/2006/relationships/notesSlide" Target="/ppt/notesSlides/notesSlide154.xml" Id="Re46dc77ba55942c9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50821896743b6" /><Relationship Type="http://schemas.openxmlformats.org/officeDocument/2006/relationships/notesSlide" Target="/ppt/notesSlides/notesSlide155.xml" Id="R881e803f86754fce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3000f1d0a4e1c" /><Relationship Type="http://schemas.openxmlformats.org/officeDocument/2006/relationships/notesSlide" Target="/ppt/notesSlides/notesSlide156.xml" Id="Rffd4f9aa5b05428f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d01fa6ec9e4bde" /><Relationship Type="http://schemas.openxmlformats.org/officeDocument/2006/relationships/notesSlide" Target="/ppt/notesSlides/notesSlide157.xml" Id="Rd6ce41e0e53e4cc2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3abdd9ea84341" /><Relationship Type="http://schemas.openxmlformats.org/officeDocument/2006/relationships/image" Target="/ppt/media/image4.png" Id="Reb442557ec1a4880" /><Relationship Type="http://schemas.openxmlformats.org/officeDocument/2006/relationships/notesSlide" Target="/ppt/notesSlides/notesSlide158.xml" Id="R9ffa9ecec310420f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31d5e1fe64a27" /><Relationship Type="http://schemas.openxmlformats.org/officeDocument/2006/relationships/notesSlide" Target="/ppt/notesSlides/notesSlide159.xml" Id="R6f1683faf8494cd6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82e9492e44931" /><Relationship Type="http://schemas.openxmlformats.org/officeDocument/2006/relationships/notesSlide" Target="/ppt/notesSlides/notesSlide160.xml" Id="R67b441d7e2c84b21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4be8c5bb44bf7" /><Relationship Type="http://schemas.openxmlformats.org/officeDocument/2006/relationships/notesSlide" Target="/ppt/notesSlides/notesSlide161.xml" Id="R6f15a68a771644ea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8100b09f74d99" /><Relationship Type="http://schemas.openxmlformats.org/officeDocument/2006/relationships/notesSlide" Target="/ppt/notesSlides/notesSlide162.xml" Id="R4273118235594cc8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e3fa840f9494f" /><Relationship Type="http://schemas.openxmlformats.org/officeDocument/2006/relationships/notesSlide" Target="/ppt/notesSlides/notesSlide163.xml" Id="R23c4b272ae064cae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bebafcb034c9f" /><Relationship Type="http://schemas.openxmlformats.org/officeDocument/2006/relationships/notesSlide" Target="/ppt/notesSlides/notesSlide164.xml" Id="R64ae4125f6dc4fe2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3398213a4445c" /><Relationship Type="http://schemas.openxmlformats.org/officeDocument/2006/relationships/notesSlide" Target="/ppt/notesSlides/notesSlide165.xml" Id="R31624554e6f542db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6e02987b24516" /><Relationship Type="http://schemas.openxmlformats.org/officeDocument/2006/relationships/notesSlide" Target="/ppt/notesSlides/notesSlide166.xml" Id="Rfe8c22c75a374a4b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cb3eba27a40fa" /><Relationship Type="http://schemas.openxmlformats.org/officeDocument/2006/relationships/notesSlide" Target="/ppt/notesSlides/notesSlide167.xml" Id="R3c90bfb9b2714f5d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6041779e844c6" /><Relationship Type="http://schemas.openxmlformats.org/officeDocument/2006/relationships/notesSlide" Target="/ppt/notesSlides/notesSlide168.xml" Id="R2df60e0c0440403c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04bc0c3124b19" /><Relationship Type="http://schemas.openxmlformats.org/officeDocument/2006/relationships/notesSlide" Target="/ppt/notesSlides/notesSlide169.xml" Id="R4823e053567d42b0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84248781a4ab7" /><Relationship Type="http://schemas.openxmlformats.org/officeDocument/2006/relationships/notesSlide" Target="/ppt/notesSlides/notesSlide170.xml" Id="R16e493c39a624ce6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25fd0480943c6" /><Relationship Type="http://schemas.openxmlformats.org/officeDocument/2006/relationships/notesSlide" Target="/ppt/notesSlides/notesSlide171.xml" Id="R2ad690207d88483e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0aca715c34577" /><Relationship Type="http://schemas.openxmlformats.org/officeDocument/2006/relationships/notesSlide" Target="/ppt/notesSlides/notesSlide172.xml" Id="Ra20329bb87ec4044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b648f28594013" /><Relationship Type="http://schemas.openxmlformats.org/officeDocument/2006/relationships/notesSlide" Target="/ppt/notesSlides/notesSlide173.xml" Id="Rd3588c0fe4b548ba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2429ecb844598" /><Relationship Type="http://schemas.openxmlformats.org/officeDocument/2006/relationships/notesSlide" Target="/ppt/notesSlides/notesSlide174.xml" Id="R596c3aa119ed4346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94f185fe54d5f" /><Relationship Type="http://schemas.openxmlformats.org/officeDocument/2006/relationships/notesSlide" Target="/ppt/notesSlides/notesSlide175.xml" Id="R4234d40e6b194166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2c50e4efc4537" /><Relationship Type="http://schemas.openxmlformats.org/officeDocument/2006/relationships/notesSlide" Target="/ppt/notesSlides/notesSlide176.xml" Id="Ra33507a9559e4a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971854-A802-4668-9035-BB72064C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6DED9D-9EEF-4DC0-8182-2C77CB88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IPA · LLM AGENT &amp; 업무자동화 40H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2ADE0-5C21-46D2-98C5-E57DB11A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8E4AA-CAA7-4221-A8CE-E080CCBC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회의 기록 Agent 제작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328FE-D952-49AB-8146-3CA51CDB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세 입력 · 원문 근거 · Human Review · Local 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C9D01-1B3E-42EC-81A7-060FC8F3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2C562-A230-4EA8-897C-6C6E6A84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결과물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90ED1-D9AB-4529-85EC-B171EA9E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006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Notebook · MeetingRecord · Desktop App · MD·Email Draft</a:t>
            </a:r>
          </a:p>
        </p:txBody>
      </p:sp>
    </p:spTree>
    <p:extLst>
      <p:ext uri="{BB962C8B-B14F-4D97-AF65-F5344CB8AC3E}">
        <p14:creationId xmlns:p14="http://schemas.microsoft.com/office/powerpoint/2010/main" val="18848223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DD9F6-A5D0-484C-9514-FF0B5F3C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977F8B-0B4C-4008-BA2E-A49101C8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완성 서비스 Preview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EABD13-F27B-4D9F-B91E-E254051C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03AAB-9CDC-4698-A6A3-CEDFBC60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FBB456-4E38-441D-BFA3-20FB0E47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002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6fa3b7c2b4cdc"/>
          <a:stretch xmlns:a="http://schemas.openxmlformats.org/drawingml/2006/main"/>
        </p:blipFill>
        <p:spPr>
          <a:xfrm xmlns:a="http://schemas.openxmlformats.org/drawingml/2006/main">
            <a:off x="1695450" y="1239441"/>
            <a:ext cx="8801100" cy="49506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511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E9E86-F38F-4E4E-AC57-561E3787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8D604-8ED6-4692-90CA-C30C8246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 Agent 제품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9172F-40E0-45B7-A70F-27E766FB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175F9-1698-4CA1-BDDC-1E8A0C0B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EACA69-20A5-4952-A4C7-98093B7F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003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d94b6417a4ba6"/>
          <a:srcRect xmlns:a="http://schemas.openxmlformats.org/drawingml/2006/main" l="0" t="11481" r="0" b="11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1000" y="1314450"/>
            <a:ext cx="11430000" cy="4953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8428F-68D6-4003-A3BC-965E4857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391150"/>
            <a:ext cx="11430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581525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6119133-59D0-4D5D-BBAB-03596590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2D2FCD-BBD2-4709-930B-6CB13D20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오전 운영표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2D97B-11A6-4C1C-9FC0-FAB584C6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24F7A-1B7A-4AA1-9419-929DDEC4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7862CB-355E-4478-A36E-EFCF0776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F58047-8A0A-42FD-988F-796822C6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E649B-EA8A-4F9F-B8B1-C17EF4B2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0BA2A-829B-490E-BDF3-3D3996AB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859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E9623A-F151-4814-BBEC-0849B422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02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684F4-FBAB-4272-A3FE-F981F873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4859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AEEC0A-D0AC-4F3B-95BF-18034697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002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주제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DA8D49-DD76-42BB-B318-85001E49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485900"/>
            <a:ext cx="3543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AD08D8-206C-4FD4-A3AB-32DB5FD6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00200"/>
            <a:ext cx="327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2741D-9FA1-4798-8A8B-89B0AA1C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7F9CB-873C-41E0-AEA2-BE385B06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34A36-554A-4EA7-8734-772820B8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14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1DCD4F-0983-4F5C-87C8-31235DDB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145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0A3E90-2983-4C4A-BCF7-3CA6151C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00250"/>
            <a:ext cx="4095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3E4B85-B080-4413-906E-6602FB0F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145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 Agent Architecture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27ECA-C299-42F9-975A-11B8306B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00250"/>
            <a:ext cx="3543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941509-ED7C-4FA7-9C66-A1ECC664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73438E-8AE9-49BB-9BF0-6015F7E8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645404-10B4-47F1-B437-A6C7D50C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3085B7-2093-4937-9108-CEDA94FC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90850"/>
            <a:ext cx="114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218ABB-71DF-4A08-BCA9-E4ADAFE8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840D09-E8E1-4CC3-9476-387B65FE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9085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9CC480-F16E-43EC-B194-078A5E73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051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Route · STT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BF2F6-37A9-4345-944D-CC9790A2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543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7B8A63-5208-4FE1-9A79-89E8EA5B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63D20B-E8A3-4C46-B471-0EE5C21C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7EF45-595E-49A4-B440-9125C030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2FBD56-6D08-406F-8238-C1B97309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81450"/>
            <a:ext cx="114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230DD6-229A-40E9-A33F-9322CB93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957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37544A-AE5E-4923-9C6A-5BFB26F0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81450"/>
            <a:ext cx="4095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3D6AD0-7557-4217-97F6-E977EAE6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· MCP Policy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FFB16A-73E0-485B-B379-9895C7B9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81450"/>
            <a:ext cx="3543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84E578-7E19-4707-9C4F-B4E86E1C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957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context.json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724BA1-25A3-4F7A-9FF5-10A6F90B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9FC334-FAA0-472E-850A-CA97D01C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11:30-13:00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A4DE3C-B54B-44A6-AAAC-5351F253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72050"/>
            <a:ext cx="114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47F488-BDFA-40D6-BB81-9FF21FEB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0863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Break · Lunch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76403C-EC23-4861-BA22-63C45643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97205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CC21C5-DEA2-43E7-85AA-604F9D1C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863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오전 결과 저장 · 점심시간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A28719-0462-493C-BB5A-6018F025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72050"/>
            <a:ext cx="3543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E9E8C02-2FAA-4B7C-93A0-E0A375C9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863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12:55 복귀</a:t>
            </a:r>
          </a:p>
        </p:txBody>
      </p:sp>
    </p:spTree>
    <p:extLst>
      <p:ext uri="{BB962C8B-B14F-4D97-AF65-F5344CB8AC3E}">
        <p14:creationId xmlns:p14="http://schemas.microsoft.com/office/powerpoint/2010/main" val="17097168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AE32163-5D66-473E-84F3-40B8BC9D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A71BB-42D4-4488-A083-9B415607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오후 운영표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EEC5E-7CA1-4123-A6C0-748DEB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F93D1-74A9-4842-BE23-8D08E591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B1100-8741-4704-8016-E005C707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D6CD2-DD30-49FB-A68D-B5726FBE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48569F-B0EC-4D12-8697-6BDA48A7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BFEFE4-002D-4209-9425-A876B2A2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859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CB4F65-D086-4E9E-8237-16704EC8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02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A3058-393C-4554-9350-A5367811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4859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AA548-3246-4F07-BB52-65845970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002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주제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1BCF2-6B5C-4E03-863D-7DB7F8AB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485900"/>
            <a:ext cx="3543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71162-A76F-4152-81E2-C5BD9C3F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00200"/>
            <a:ext cx="327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57D33-128C-480F-9B02-2C422430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3D7082-8171-468A-9C56-A7A43545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FA8766-5F04-40CC-BFB5-941FE1B7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38CCB9-2E4E-4490-B79D-0701F4BB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145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DF9E4-95C8-4DC7-AF94-9974BB1E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002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FA3E3B-CDCF-4479-8BF5-85AA1E67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145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1466B5-B430-435B-9B1A-7AAC51DE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002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8B54D9-1505-4055-9301-BF9A3F05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889C97-D174-4252-ACFC-C25CA92C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367B81-A593-4E66-A6D5-BDF43724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661DF-A934-4229-BB6F-8FEF95E7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90800"/>
            <a:ext cx="114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251ED3-AF0C-4E4E-B929-AEF60BCE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0510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EFC10A-68A7-476E-8EBB-7B137A79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5908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DC553C-7094-47D3-988B-24E63DA8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70510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Patch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BDACEF-725E-4A89-9FBE-1784B44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DDE366-6D4C-4A03-A67B-79D134BC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0510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05_codex_run.json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FBDB12-B377-47BB-A935-6B34F254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C340C2-6415-4BB4-8C64-6678F368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B9EBC9-42FE-4A20-B419-92D181CE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813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1F1555-00F9-4E26-96EF-2896654F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Break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2A20CA-2DBC-4BAE-BF68-085C7148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813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CCC280-8BAB-4F36-8AE0-0D5819E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2956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· 결과 파일 저장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7E21A5-B2DB-42B6-8C4A-393DAD65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813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87DC16-6B2D-47B9-A958-71E8B2F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956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 재개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1F2BF4-6D31-4215-8A80-71C34824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EC59F8-09C2-41D3-9079-4F6AAD8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1CABD6-30D3-4118-9FE9-30827DF8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71900"/>
            <a:ext cx="114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F326FC-639E-407D-9825-254FBC5C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157348-EF6A-49D2-B104-072AE51E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7719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C567C1-D265-43CB-BBD1-53AA31E5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8620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Provider · Cost Guardrail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FA7CC2-FC91-4AA6-80C3-95E3B208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E1C050-D6CA-40D9-8326-EF1BD1AB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8620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diagnostics.json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36427B-3D07-4C66-9BD8-226F3C97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CEBE70-0851-464B-9E43-CDBF7FDA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35C8A71-89F5-4587-8037-D3B819E9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3624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65AE89-37B1-4206-BE60-EC024BEE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4767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CB1ACFE-B88C-462D-B043-085D110A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624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3CD168-32AC-424A-9296-12911B54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4767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· Human Review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58EC0C-1A66-4122-AA01-98EF529F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624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2771E9-E3D6-404A-A97A-079B2F75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767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review.json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08C08D-1827-4254-A35C-AB8A4AE0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C03038-BFC7-4828-8F96-07B78CF6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F0D46D-910B-4D25-988A-2A8C8D74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53000"/>
            <a:ext cx="114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8DC6E7-2ADE-4B6D-A5FA-29F9306B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06730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FA62759-4F69-4EAF-8D6E-6E700CB5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9530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75AEE4-8FE6-4EB3-8987-EEE11DB1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6730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Package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E53638F-F839-44C0-96BB-5DEA114A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530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823DC65-FA79-4904-A8D7-2B59F5D2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6730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drafts.json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6283A07-EC6C-4DAB-95BF-60CDF5E1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87BCE8F-05CF-4348-BE48-36DA5632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99DE5F9-07B4-46FA-98C9-27E4910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435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7D2DBDF-EF12-454A-B1B9-5B2766B3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6578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Q&amp;A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D2BF594-ABE0-4EB5-B87E-61020B6B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5435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ACDD749-3C82-4CAE-893B-6DC915BD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578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실습 복구 · 질문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6C6E6E4-1A20-4415-9921-3F3EEB99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435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29D9D20-D4DF-48CF-BF11-2BE7C504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578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 첫 줄 · 기대 결과</a:t>
            </a:r>
          </a:p>
        </p:txBody>
      </p:sp>
    </p:spTree>
    <p:extLst>
      <p:ext uri="{BB962C8B-B14F-4D97-AF65-F5344CB8AC3E}">
        <p14:creationId xmlns:p14="http://schemas.microsoft.com/office/powerpoint/2010/main" val="18346328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772E27-C027-47AE-A3E0-43E7EBEA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D8F31F-FCF9-4A07-85E7-B729B3FE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BFBB2-FFA0-4A10-B99F-0F7233D7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61835-D9D2-40C1-85F8-13761E61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6714A-D0FD-4137-8F5B-9CC42FA6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44A00-8A8D-46B3-90FC-8B9EB67E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E2A42B-9BAF-4C3B-9307-72E0D3BD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716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201936-5A54-48CF-AC9C-6C5CA612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257300"/>
            <a:ext cx="657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0F8AB-66E5-414B-AC60-28E9D80E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371600"/>
            <a:ext cx="630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Program ·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49F69C-C638-4139-AE15-CA9EFCD9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2573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479F7-3B00-4012-8332-5228173E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716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821A88-F217-4A89-A3BA-93DC1D5C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D9AD41-7113-498A-97E4-5F040CEC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1352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4B1A0F-01F1-4E3F-8AD9-8FAC4FF4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71650"/>
            <a:ext cx="6572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276A23-DDA1-4A46-BC26-F8CD4E27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clone &lt;repository URL&gt;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cd llm-agent-and-workflow-automation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B4196F-1882-4ACE-9AEA-D8A04D9E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71650"/>
            <a:ext cx="2781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17B696-A91E-424E-92A4-A157B282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8595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최초 1회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3185E9-1830-48FB-8A3A-593342E5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619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4C003E-611B-4C69-B199-A3BAE51C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1352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macOS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1FAF40-3A10-4C7C-AC85-1F7524FB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64795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56DA03-AD72-4B47-B023-61F4CA1C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python3.12 -m venv .venv312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.venv312/bin/activate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A41D51-9877-4A26-978D-8080F96D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4795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44256D-B85D-4D08-92BC-6E36296D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6225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환경 생성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29DDA-E7D5-4AD0-AC72-7A34A985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9E8179-D9F3-4A40-952C-F729D672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1352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Windows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C8AF63-8023-49B9-8E9C-2AB543AE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524250"/>
            <a:ext cx="6572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AE2888-DE24-412C-A25B-762D08E6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63855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 -3.12 -m venv .venv312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.venv312\Scripts\Activate.ps1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75F01E-465E-4ADF-9460-BB1BC29B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524250"/>
            <a:ext cx="2781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DF54BA-435D-482D-9FD6-15F7C185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3855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환경 생성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A941D7-B0DF-494E-8E4B-7125E0B9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619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262EB2-9C0C-499A-874B-07F1BAD4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1352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Install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A368B0-250B-44E4-B7E9-B49F8AF2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40055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9D9D8A-EB5C-47D2-8BA4-AE796BC3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51485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pip install -r requirements-day2.txt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ipykernel install --user --name ipa-day2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0C3333-FD29-4A65-A971-9F808D1C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0055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135E32-8BA7-4299-B443-E9FD45C1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51485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Notebook·App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9FA9A3-4B1E-432B-92E0-7E9AAE85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65BA1A-592A-45AB-B812-6A4AAE20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1352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Preflight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4EE4C-51FA-4400-8F2B-2C530707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276850"/>
            <a:ext cx="6572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2A21D9-6B7A-4F20-BF12-D6065D72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39115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scripts/run_day2_preflight.py --full-suite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544BDC-380C-4F9A-AEA1-F7B0406D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276850"/>
            <a:ext cx="2781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AF21A1-4519-4437-A6DF-491E154E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39115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수업 전 PASS</a:t>
            </a:r>
          </a:p>
        </p:txBody>
      </p:sp>
    </p:spTree>
    <p:extLst>
      <p:ext uri="{BB962C8B-B14F-4D97-AF65-F5344CB8AC3E}">
        <p14:creationId xmlns:p14="http://schemas.microsoft.com/office/powerpoint/2010/main" val="19907284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7E391B-07F9-4AA9-97B1-2FE0BA52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1BC02-F374-44AF-9299-2C5AC767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설치와 Login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830F1-E6D7-409E-8BEB-95E49C73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E66231-7518-4785-9484-ABA21FBA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3B565-D173-43CA-8078-26CAA89D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3FC1C-4185-44DF-9B56-064DB178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AD136-39F7-42D5-AB0F-1FEF4516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F79F5-F2F2-488B-B970-3A3BDA90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390650"/>
            <a:ext cx="657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40960A-0DCD-4230-91FB-5C600010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04950"/>
            <a:ext cx="630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Program ·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C9518-21A4-479B-8ACA-93FAA0D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3906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9CF814-CB14-4D87-8C6D-A2D87B2E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049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C78806-1FD6-44C8-A3F8-465751A4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DB093-44E7-4E4F-9973-1BE794B8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352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6066E3-589E-4659-9977-3132DC7D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05000"/>
            <a:ext cx="6572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B87753-B633-4AC3-92E8-D9F959D1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19300"/>
            <a:ext cx="6305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ffmpeg · ffprobe · faster-whisper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C473C3-247F-4BCA-A2FC-5F143548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05000"/>
            <a:ext cx="27813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D95DBE-D62D-4409-BF39-6E6F77F3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193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Live STT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A2210F-3CF3-4EAB-9BC7-9E73F12F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619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6CD396-4593-4EFF-B976-DA2947F6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67050"/>
            <a:ext cx="1352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73D958-349C-49AA-95BF-C948EB01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5275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2230F7-ED07-4F0C-A1DF-D46E6962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067050"/>
            <a:ext cx="6305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pull qwen3:4b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584ABA-6958-4C45-A05D-17FAD3E3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52750"/>
            <a:ext cx="2781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2870F2-D1A7-4FE1-96E6-2D1DB087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무료 Local LLM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ED1D9B-B08F-4D95-A9D1-CA852164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7311E1-6F46-469A-A73E-F3A2F10A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1352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660EB7-3491-4520-ACB0-2DCC19F3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000500"/>
            <a:ext cx="6572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21B187-0190-45E8-9EFA-2D88E1E7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14800"/>
            <a:ext cx="6305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ChatGPT Login · Claude Code /login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AB399-CC23-46B2-9F2F-3C2A4FED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000500"/>
            <a:ext cx="27813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3A37CF-87D1-457B-936B-BD0E1147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1480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Patch·Review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BE40F1-7193-44B9-88D7-F72095B9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619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5FCA3A-2089-4A50-9FB4-FAB35407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62550"/>
            <a:ext cx="1352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AD6D75-F1C1-460B-B848-925772A6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CC9418-05F0-4D56-81E9-AD9EE320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162550"/>
            <a:ext cx="6305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Desktop · OpenAI API + 명시적 Opt-in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033785-0374-43F7-AD00-719A8F82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48250"/>
            <a:ext cx="2781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A89DC8-BCC2-448D-8FA4-1134AF19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162550"/>
            <a:ext cx="2514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8차시·선택 Live</a:t>
            </a:r>
          </a:p>
        </p:txBody>
      </p:sp>
    </p:spTree>
    <p:extLst>
      <p:ext uri="{BB962C8B-B14F-4D97-AF65-F5344CB8AC3E}">
        <p14:creationId xmlns:p14="http://schemas.microsoft.com/office/powerpoint/2010/main" val="11558578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65382B-9FD6-4FBD-B0A3-5274ABC5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8B8CF-0FF7-42CD-918E-B6530ECC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1~2차시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9846A-0E2F-437D-B805-113163BA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2FAE1-F552-4169-9BB2-E21DB3A8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EFF52-1158-4E4B-99FB-D21D2E0D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1A39D-E901-4306-BFDD-D52256B0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7B4F1-3524-4578-8076-60257093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FC681F-6D08-4EF7-B4F0-1E23B747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A477A-367B-4A04-99E8-E9838CF6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BCF2E-5BB0-423A-A3DC-FA3AAFD3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1151F-0362-4A68-99B7-26FD6A06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EA318-D4D6-48FA-935E-35F3E043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74C7A-0EBE-409B-97C3-A11E2C82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659AC-CE26-44E2-9CAD-294C339F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83840E-FE5E-42A5-B059-82FDCB47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 구조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A30636-4DA3-4036-A8DE-B8542312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603A36-BBBB-4EE0-B100-168C31B0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day2_meeting_workflow.py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7C5178-5FE1-4FBF-A901-B459F03E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1370F4-451F-43B0-86B5-A018848D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규칙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발송 차단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최소 실행 구조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B69FA3-5BB4-4C22-A4F0-F23741AB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55A70E-3D82-498E-8763-BEA8EE81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6개 Layer · 7단계 Graph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발송 요청 승인 대기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736810-3A0B-4BD4-AD1E-91462EE9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E5B05D-FD4D-4626-91D7-509D161E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446262-E388-4FE0-A9CB-1811A996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779FA9-689B-4659-97F1-E33C121F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회의 MP3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day2_public_audio.py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2차시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9A7735-4E83-49F9-AC47-F8D99AF4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1D64D3-75E6-4191-A0F7-FE19D9CA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음성·Sample 선택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TranscriptEnvelope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Input Adapter Test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5746B8-606E-4727-A9D8-26693F5B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815201-9DF4-4ABE-BBF4-F844E52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Input Adapter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혼합 오류 차단</a:t>
            </a:r>
          </a:p>
        </p:txBody>
      </p:sp>
    </p:spTree>
    <p:extLst>
      <p:ext uri="{BB962C8B-B14F-4D97-AF65-F5344CB8AC3E}">
        <p14:creationId xmlns:p14="http://schemas.microsoft.com/office/powerpoint/2010/main" val="11381713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59317D-F622-4569-B5A8-462956D7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EA79F-A867-4E9F-8D8C-CAE69E9B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3~4차시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A4F86-B1E7-4922-B9CC-32907B9D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E72A6-F1F4-4D1B-9BBA-05F5CB2A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2DE57-0A0D-4290-AB95-23A45382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B8059-210C-4252-A0CB-5885E67D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44973-B9CF-438E-99A9-747BE297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5EF68-CEC6-4E95-A543-D3E932F7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52AE1F-5A5E-4AEF-AEFC-C6F1C6FE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ED800-BBEB-4653-903D-3BFB2B9F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F3F3DE-DC0D-42EF-A98B-7EE5D0D5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D5D3F-1398-419D-8104-D3B5D8B7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1C0D20-733C-470B-B680-C8DBC2A0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96ECA0-9B67-4BBF-8E87-91076240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DD1FE-9E6A-4F13-9005-2FDC9838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B8771E-7FBD-46BB-87C8-3A2E1FE4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0D75B-8476-4431-B9D2-18352992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5E2CC0-68BB-4737-B55D-7A643F0F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0FAB8E-9093-402C-A277-C2D98163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작성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Plan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MCP Policy 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2B8145-2AD1-4820-B972-43664695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35A79-1E70-4526-852B-EF1A2A4F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 Plan 1건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Connector 미실행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DAB013-C7F0-4390-983F-C40699A5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1954AB-128C-4530-B8E7-D2485A78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3995BD-22B6-4BC5-A4C4-7C9F797C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CF1E8D-0F8E-453A-A046-19843DC0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validate_record_evidence()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E0883F-373B-4062-87D2-5C9FFAE2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3AF8AF-B4CB-412E-A406-AAA31A5F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근거 Validation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Schema와 Validator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804C41-B094-40A5-AB9C-32B3D461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F65B90-B62D-4482-872A-3823A1CD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근거 ID 차단</a:t>
            </a:r>
          </a:p>
        </p:txBody>
      </p:sp>
    </p:spTree>
    <p:extLst>
      <p:ext uri="{BB962C8B-B14F-4D97-AF65-F5344CB8AC3E}">
        <p14:creationId xmlns:p14="http://schemas.microsoft.com/office/powerpoint/2010/main" val="16962341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291FB1-DFF9-4B76-A367-83412716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99AB7-56AE-462C-96FC-2713529C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5~6차시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7771D-7D90-4E2C-8444-3E049384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8C693-5F6B-423E-9B0A-00162A7F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C1916-30A1-4D3F-84EC-6642F72A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709DFD-AFD9-4695-9757-FAAC0064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11694-BF51-4A3B-B2A1-58C47C8C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444C52-AA0C-4E2E-8D42-C4D36F29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67F1C0-705A-4F15-85A5-5A34E03E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3307BD-49A7-4AFD-88CF-601E23CE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8D2F9-0A07-4241-841A-56E95A6D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35E7A-4E43-48F1-8F3A-FF7C0B36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C34CC0-4209-4BD4-97AB-ACAF4E2D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771C1-929A-49CC-B868-859CEA1A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05198A-A9FA-4776-95A1-0F9CF4EF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081495-DF5E-405B-84D6-7F9DCF17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10169D-2AB1-4129-95C1-21B53DFF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review_policy.py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task_check.py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75F17A-8E33-457A-99FE-DF13119A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9BB3A1-2BBB-4024-ACC0-5B66E6B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Starter 실패 재현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Patch·Test·Diff Review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Human Review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C7EC38-F90C-4A4C-A2AA-220DFE71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2776C9-AB10-4BBD-A4E8-A81DBE21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05_codex_run.json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Starter 실패 → Patch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4개 Case PASS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6BFF64-2003-4588-A94F-B5010042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5F75C4-DE39-4D34-BDE1-0EAFC280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310D0D-9567-4BE9-A4C9-8FE0490D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30FAA8-4CAD-4E5E-B197-777601DB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run_optional_cli_prompt()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run_optional_openai_record()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validate_model_record_output()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08D352-75FC-4E63-98BF-185E7B94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D87D03-0E8C-4849-877C-4A1C7B56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Opt-in 진단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Provider Adapter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4E378-7887-4B42-BE5C-77680573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740D57-0AED-4B34-A764-333681D6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diagnostics.json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Ollama·OpenAI 진단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 이유 확인</a:t>
            </a:r>
          </a:p>
        </p:txBody>
      </p:sp>
    </p:spTree>
    <p:extLst>
      <p:ext uri="{BB962C8B-B14F-4D97-AF65-F5344CB8AC3E}">
        <p14:creationId xmlns:p14="http://schemas.microsoft.com/office/powerpoint/2010/main" val="19942911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9D3AF0-1AB5-422C-B771-7EC7869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74447-B1FD-4DBF-9ADC-1319AB32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7~8차시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EBD191-4C8C-44D4-A001-35A90DB6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06FF1-FE84-43F5-A583-4257E2D0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16162-DCDE-4C50-9118-A8AB9419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79A31-A268-44F6-BB6F-69A1C656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D1D5F-399D-4F40-A1AE-EBCC3FD0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2230D-D020-4D90-B317-B833E57A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8B27B-84B1-47FB-8D3E-0D8BFFA2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FBB862-DE19-4EE6-8F5C-C6384F8E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9B4EF-E82D-4579-87F4-7FF20365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D46AB-9800-4ED6-BD8D-2D42F191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FC9D48-08DF-4373-B10B-F7647559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50ED07-066D-4AA6-B128-0D4C7874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E3059E-2F32-41AA-8D18-EE11015F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B72A1-49AF-48F2-9EB7-8955E24D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343126-F155-4178-ABBF-474A631E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03EB6-9789-4A32-AB1D-FE2AFFB5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58451C-6746-477D-82BF-6A7897C3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Interrupt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Resume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Review State Machine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96DA4A-2589-4CE9-8CC5-58470FE5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27DCF9-4665-4DD3-8B68-4A38B2B7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상태 3종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EC59CC-B666-4737-AD49-B03E3127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B23FC8-9F3C-4EFE-96C8-77A813A6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8D8E57-9D8B-4660-AD73-DDED1024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0B5786-909E-4CEF-ABCB-7367208C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day2_desktop_smoke.py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main.py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app.js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D17D99-8591-44DA-92E1-2D823E26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74054B-C5DC-40BC-A232-23F3E88D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App Smoke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입력과 Local Draft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App 통합 Test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F593E0-8DBE-415F-9B2B-42FFED12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E065D2-BB9A-4294-85E5-9B08C064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drafts.json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App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MD·Email Draft</a:t>
            </a:r>
          </a:p>
        </p:txBody>
      </p:sp>
    </p:spTree>
    <p:extLst>
      <p:ext uri="{BB962C8B-B14F-4D97-AF65-F5344CB8AC3E}">
        <p14:creationId xmlns:p14="http://schemas.microsoft.com/office/powerpoint/2010/main" val="6755016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F51082-19FE-41B9-97B1-981ACCAA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369F2-6254-4028-A2E2-E5C5FBE4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1차시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07F4F-BBB3-4C2F-A6DD-48C56721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09:00-09:50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460BA-8CD3-49CF-B82D-0A15C044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 Agent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1D53D-7816-412B-AEE7-ABD2F35E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LLM · Workflow · Agent · Human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F7DBA-CF52-4C27-93D5-593F9ABC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B56DA-1EF7-4D47-87CF-C98238F3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0-13분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B8581-8AC3-4835-900C-3FF9E40A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DDFEC4-1CF1-43DB-A6CE-EF3E4F58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13-21분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BAB6DB-7028-4F5A-A949-77A365A3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889DC-C128-4C67-BD7B-41BBFD71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21-43분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27E5A1-7497-4743-9674-D670CC3C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A3145C-AC70-4C63-97CB-BA137280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43-50분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A9EFD-6CD0-4100-B852-B2AC41B7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D04D6-E644-4B40-AFB0-E714EE94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2336813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F15C62-2DED-4DC8-9CD1-6814B85D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B0FE5-29CE-488F-BAE6-D7FF6968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LLM·Workflow·Agent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AC9F0-A90E-44E9-B86A-2A3A3D4C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78007F-013A-481E-A084-4AE5FB47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56C54-96D2-41F3-BEC9-82C72A85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3ED00-F5DE-4084-AD49-2A64C01F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번의 생성, 고정 절차, 상황별 판단을 구분하는 제품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5B5FE-871D-4B9A-9558-2D8EA7C3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2E8840-EA68-4AB2-98C5-B16EEA3E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1CA263-9534-433C-A568-6345507A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 한 번을 Agent라 부르면 비용·오류·승인 위치를 설명할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18156952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F593C-F290-416D-9368-92B3F319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4AF8E-D316-4A8D-9242-3808583C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판단량과 실행 방식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AC3E2-68AB-42E8-A251-2F1EDBF9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A834C-93AF-4746-A4D4-718F22AC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BBEB7-1D5D-457D-B333-692AD43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4B981-34CE-41BE-946D-E042564D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198265-C54C-48D4-BCBC-40BB987E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490298-110B-4BF5-8933-7FDF1F4C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BC54C0-DA67-44BA-A451-CEB03F2B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CEF3B-FD30-4E06-B9A1-22709211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42D5E-DE29-4380-B53C-036A8EF8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320D3D-30AF-49E8-8CC7-3ECAFACD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5B8A06-236F-4C9D-9FDE-13A1A12D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94B243-9250-460D-8837-313CAD7D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B36DBC-08FE-4290-8FD8-8899E2FD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주어진 맥락으로 한 번의 결과를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F1F42-9D49-4CFC-8546-FA120AE3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A627A-20BE-4163-A91B-E1EC5C14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route_execution_strategy()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89FE0C-1739-448B-A548-C3408005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68076B-C902-42AD-945A-6EAB45BC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246FF8-797B-4EFA-9819-118DA9AD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E730BE-485E-46FA-92C4-84F3F2AA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순서·검증·오류 처리를 코드로 고정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CC4F0-127B-438F-830D-C89DFBA9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1C8E16-FC15-4AC1-A5C4-4CCBFD68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run_meeting_workflow()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88DF4-6AEB-48DE-AD2E-CF6FC306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E8BE08-A1FC-49CF-AB18-228EB76C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DC4D51-5AA1-4EBD-8CF7-CBA246FB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DD83DC-E30E-4E53-B8C0-4D243002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상황에 따라 Route·Tool·다음 행동 선택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B28139-6E30-4D80-A9DD-7076778F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B2CF5F-7728-4F48-A488-2362C414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compare_execution_strategies()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7D30A2-9692-4A8F-8AE1-F8C81986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7846EC-47FB-4698-ADF2-BB101C56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F4CEEC-06B7-4B1E-8B46-DF51293C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18743A-5A2F-4408-91B5-55B7BF04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 전 Approve·Edit·Reject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893A11-32C5-4093-B600-00F8AEB0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7C9B5C-47E3-46B9-B6F0-352866D6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start_*() · resume_*()</a:t>
            </a:r>
          </a:p>
        </p:txBody>
      </p:sp>
    </p:spTree>
    <p:extLst>
      <p:ext uri="{BB962C8B-B14F-4D97-AF65-F5344CB8AC3E}">
        <p14:creationId xmlns:p14="http://schemas.microsoft.com/office/powerpoint/2010/main" val="10672833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04E83-6ABA-47F4-8B19-B2140868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E6056-513D-40CB-AE20-AAD598AB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AF3FA-4B8A-4B11-B792-4A9041F4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D209E-037D-4546-BE3B-AED430A5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4146B-B8A2-4388-A394-80A8DAE8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0C7F82-41E1-49E7-9079-A139EDDE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B4F99-C362-47D6-8BB8-DA24629B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BDB06F-6080-447F-863C-0E7D0984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D1337-3B85-4150-A4B2-13B03FD6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5607D-D945-4DBC-9765-82C33023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81E44A-1866-402E-8A21-E39D3DF1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DD575-4864-4132-A65B-3FED641F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요청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D3415-E6D9-4F47-8769-07451923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67CB38-F645-4E59-A1D9-1C13016C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326D5-6E0B-4524-8471-02EF0C27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유형 판단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9EDEA3-30EB-4571-AD0D-DCAE4DFC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8FD966-AF3C-406E-B2EA-90CF5274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48ACF4-AE2F-4C64-98E5-17DBD881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고정 처리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25F210-AFAC-4171-98DF-83760418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FC811-73FD-42B1-BD09-10B16ED0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56E486-0B5E-4DDA-BF04-8865129C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필요한 사고만 LLM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3701D-D863-450E-937E-9BE93BD4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0D451F-85C4-46F4-ABC1-59FC2B77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63E547-8C88-4890-ABDE-19A86BF2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확정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ADDF5E-D31F-46DC-B54B-38CC1AB2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73886131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ED5130-A8A9-484F-B95D-B32E8756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1BD21-CD74-4A22-AEC4-7DA56589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유형별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958CD-327C-4760-B6BC-5657DD8E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C9D9A-B682-48BA-9336-C5C05EB1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5374C-E54A-462A-9F53-3B3757A1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D9571-FADC-4CAF-866E-3425665F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8034F5-879E-42CF-A01E-07ECF57B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066A3-B9D3-494A-85E3-50A1C316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9BE91-7337-4F59-A3E5-3BF23A7B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07A22E-E962-442F-948B-E281F09A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48856E-B586-4D9A-85D6-AC084A49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33C1A-8162-4B62-8051-A73852C8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12C4D-5067-4657-AF3B-10EFB0CB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번의 요약·변환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5C081-3FE0-4F55-A9EB-82BCD49B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AF3FCB-848C-47B5-AF97-3A1E7D70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F3F3F-1BCF-4107-B34D-46948E30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1E35C-2FAE-444D-9B53-A0787E8E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도구 선택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7C826B-3E6D-4419-864B-132370F7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8A214F-F27D-4499-A699-7028D6CE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항상 같은 처리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B7318F-8713-44D2-AD55-35B1AA07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A5DA6F-95FC-49B5-A2A5-E53AF0D8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7AB969-7330-4131-94D9-10ABB131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8AB24E-BD6A-4107-8F05-1F1908F9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단계·오류 규칙 고정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29E0F9-E3F5-470B-BA61-2A0C67A2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9BF81E-FE77-411C-8840-C0507B38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자료·도구·다음 행동 선택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936428-ADC7-4AEE-9705-B2D1AF35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4B01B4-9E20-4498-A041-3BE7A9A2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11C22B-4E38-4981-BD5C-FB1C819D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62E264-5A78-4435-8CFD-20124616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정책·비용 상한 필요</a:t>
            </a:r>
          </a:p>
        </p:txBody>
      </p:sp>
    </p:spTree>
    <p:extLst>
      <p:ext uri="{BB962C8B-B14F-4D97-AF65-F5344CB8AC3E}">
        <p14:creationId xmlns:p14="http://schemas.microsoft.com/office/powerpoint/2010/main" val="1293464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29B381-8661-42BB-B841-0A55DF1C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BE763-CF7B-42D2-B908-2432DA7D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759FE-94F8-4562-A420-142051E8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845E6-656D-4C3F-AD56-C1899E74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B83A7-5600-48C0-89F8-DCE2DCBD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D22F6-2E25-4499-8B2B-F85C43AA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5857EB-3C4F-49F0-BDBC-C51CC2C7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8117D-AC06-429E-BC5E-99EC5285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1DAB1-44ED-4203-BDA0-4CD17D12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0A2E8E-6040-49C5-86DA-C3620431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ACBA4-4340-40DB-A30E-EE156FF2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8FC28-7C58-40A0-B4F3-00FA1861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7BC42-8ED9-46FF-8CC5-4BAE6888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materials/day2/일반인을_위한_회의기록_Agent_설계.md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E26E2-DD20-4FA3-9819-B195B775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CD48B-3480-4C5B-9F30-C6432BB5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9FEEE-8344-4F2C-9A4E-CA77E215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8FCED2-8D93-4191-95F1-A5152E0A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1차시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C87D7B-46D8-4A18-8DDF-5AB6CDF2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CA237B-2F55-41C3-8384-43341A73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84FC21-8608-4EE5-BD69-2CD58CB5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D9445-9796-4D67-B9EF-5ABAAB27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src/course_services/day2_meeting_workflow.py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76653B-A36D-493A-9B7A-88FF269F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6C0EFC-30A6-4942-90C6-48E360EB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35145D-261C-43B0-A09F-949E63F7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032643-E967-4055-98B9-85722FDE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-k rule_router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00D8A0-A09A-45EB-81EE-1D5A1D57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0956DA-31E9-42C6-A0CC-0B575D91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3.12 · VS Code · Jupyter Kernel   ·   Repository clone · workspace root 확인   ·   materials/day2/day2_service_lab.ipynb 실행 준비</a:t>
            </a:r>
          </a:p>
        </p:txBody>
      </p:sp>
    </p:spTree>
    <p:extLst>
      <p:ext uri="{BB962C8B-B14F-4D97-AF65-F5344CB8AC3E}">
        <p14:creationId xmlns:p14="http://schemas.microsoft.com/office/powerpoint/2010/main" val="1390942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CF6FF3-0389-4D81-B9E5-F3BFA9D1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9C282-DD81-4229-B582-94CE9A14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분류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976A00-D06F-4C57-8756-47D59452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7E166-6BF1-4338-8C7B-A14C3AEB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0962CE-1EFB-49CA-99F8-188836F7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697980-B950-471B-AA07-C38949C3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63AD2-BE36-4F53-ABB0-40A7292A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344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57BAC-70C1-4F7A-803D-56D9C578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5049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79C2EA-5569-430D-9074-0C374B46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192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 방식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477679-CF16-4F79-8C2A-CFC34183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04950"/>
            <a:ext cx="4400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6A5A0F-E019-40DA-8DCB-1969B3E5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19250"/>
            <a:ext cx="413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0E718-53CF-449C-83FB-2A81D50F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3714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67884-CE53-4403-B5AD-20660A8D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33600"/>
            <a:ext cx="3448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요약·To 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6A6F94-2E6E-45AD-9AF0-BA1E7D84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1930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F9FF77-ECB8-437D-AC33-ECEF3399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590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34C6F7-EA56-440A-9C55-E3AF76DD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19300"/>
            <a:ext cx="4400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D3DA3B-0332-4B98-9CF3-621540D9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33600"/>
            <a:ext cx="4133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 순서 고정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373F22-840F-4FB0-AB8A-3C58BD67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714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020ECF-6D25-45B7-B771-1981B081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3448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Notion·Slack 맥락 검색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42345-D546-41A5-8BC3-8B32B4F8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1945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B853F5-109B-47CD-AEAD-5FC6334E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33750"/>
            <a:ext cx="2590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 Router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9A0F6D-3272-463D-BB6D-D2195CD4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1945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A8ED02-3E56-4970-A4C7-9EA4E311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333750"/>
            <a:ext cx="4133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자료·도구 선택 필요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449A8-18BD-4796-B615-DF86973C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714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E7718A-AC44-4278-BF12-AAADCF23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448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자동 메일 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9A479E-329B-485D-8C49-4495EEC2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41960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C083C7-C4A2-4756-ADB6-72D89F24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33900"/>
            <a:ext cx="2590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509D01-A910-4BA6-97BC-71997F43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4400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829258-2468-4637-BEEC-DC86AF6A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4133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전 실행 차단</a:t>
            </a:r>
          </a:p>
        </p:txBody>
      </p:sp>
    </p:spTree>
    <p:extLst>
      <p:ext uri="{BB962C8B-B14F-4D97-AF65-F5344CB8AC3E}">
        <p14:creationId xmlns:p14="http://schemas.microsoft.com/office/powerpoint/2010/main" val="56889660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432DC1-9EF5-4CF4-AA88-A84D0F96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E5636F-97A6-44E1-BEF6-4A34E851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7B5F3-A847-477E-B7C7-953F450B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797F4-9E20-45EE-9E70-4107EE04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EF2253-C71D-4171-AD32-0E18923F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F6065-4C80-46BF-8C0E-56EF968B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D5EC2-DA0E-432C-815F-D2BA2D65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5D011C-C53B-4331-8F00-6BFEC34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1차시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B20BA5-5827-4B14-B7C0-63EC3EAE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A1BA7-2B88-4745-B793-D18CDD00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03E80-DB3D-47C9-972A-A5604D69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FA3EE-E0FA-40A6-B020-2FD7E52F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942D7-CC9A-447C-8E63-ABC4DDE1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5517F-6AA6-489D-8826-98E1AE00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유형·선택 방식·선택 이유가 함께 반환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28215-6B3F-4252-A8DA-BA5423E5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130923-4B42-4FC7-B1F7-40B8D64D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09B8D-5B27-4300-9449-82E8A734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외부 행동은 EXTERNAL_ACTION_HUMAN_APPROVAL_REQUIRED</a:t>
            </a:r>
          </a:p>
        </p:txBody>
      </p:sp>
    </p:spTree>
    <p:extLst>
      <p:ext uri="{BB962C8B-B14F-4D97-AF65-F5344CB8AC3E}">
        <p14:creationId xmlns:p14="http://schemas.microsoft.com/office/powerpoint/2010/main" val="11744073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C1001-7838-4E6B-97C4-F4210594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6627B3-62B2-4591-B30E-78E25904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1CF12-6BE5-4A9E-ADD5-0C7089C4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A3427-A8E5-4B1F-8CB4-2C590312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04D7D-B517-4E44-BE51-96D7E29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BF865-1513-4AA2-8348-E3C55080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5D0F44-0EA7-4996-A474-2A7586D1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68D08-7E90-488D-A4F9-D5F996C6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rule_router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48424-2CC7-422D-833B-4F4B1351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5633D-92ED-4666-85D7-7FE5D605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F8CAB-BD79-43E8-AF13-E16EF045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400428-BE7A-4B3E-8B79-10B09E9A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19B515-F4C3-4199-8247-8A14CAE3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C5A9C7-A8D8-473F-9305-BC96BBB7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9C97AF-DE74-45B3-8B21-53C2993F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77ABF-CE74-4CB2-B849-9517E873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294778-28F5-4972-8129-B82CC291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33F05F-D31D-40C2-82BA-AB438368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317BC8-07DC-4012-A683-5B2774C9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0844B2-360C-4788-A5CB-E3F4C06F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109862074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801E8A-DF6A-468A-90CC-0251E489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0660B-74A0-43B9-9238-17E1B60F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CD61C-2BB2-4E3F-AED0-E5A43766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9704A-1616-4FDA-B1A9-3B430C4E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05B60-AE3D-4724-B061-CFB6C36F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D8BA7-5838-49A2-87BC-020ECC19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884D9-6824-4FE7-A89A-542A6AE9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"layer_count": 6,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"fixed_graph": 7,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"route_case_count":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"blocked_action": "EXTERNAL_ACTION_HUMAN_APPROVAL_REQ...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63329-2029-4B52-BACA-C7CBC818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A44CE-CE74-496B-B7BA-72511748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AC25D9-0956-462F-B05E-7370360D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4628AC-61D1-4A05-8442-45A0976E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layer_count · fixed_graph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2ABA92-461E-41FF-9F8A-C0317930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BCF55-FB44-4CB3-B245-9E0ADF48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8D21CC-B860-4455-B991-AB660DE1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agent_views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59BFE-AE52-4AF9-91BC-6A8C8914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FEE4F7-828A-4628-B461-84B89A4D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E53B55-4521-4CDD-B054-B9720404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human_review_required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969D3A-A6BC-47DA-802B-47861582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C6F21-9C95-4C25-8F66-4D476A26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DE083-A3CA-4495-A847-2DFB9C1A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97736675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D74A95-C567-4374-8CC0-2828B48B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E34CC-5F92-4D99-9567-D7FBE6F7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403D5-2503-425F-AE6C-E0990175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4F4D6-722D-43AF-9480-CC10CFB5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21EF9-ADCD-4729-8F56-410E51C5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83776-DFC4-49CA-BA4F-5BF047D5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B8234D-EA62-4438-A45B-1ACBCB72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E511D-20EA-4802-8BD4-91FEFCED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route_cases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"single_llm": route_execution_strategy(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requested_actions=["rewrite_as_podcast_script"]),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"workflow": route_execution_strategy(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requested_actions=["normalize", "summarize", "todos"]),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"agent": route_execution_strategy(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requested_actions=["summarize", "todos"],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external_context_sources=["notion", "slack"]),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gate = external_action_approval_gate(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"send_meeting_email", human_approved=False)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architecture["three_route_cases"] = route_cases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architecture["external_action_approval_gate"] = gate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gate["error_code"] ==        "EXTERNAL_ACTION_HUMAN_APPROVAL_REQUIRED"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C029D-44B7-4D53-AE6C-8916356D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save_json("01_architecture.json", architecture)</a:t>
            </a:r>
          </a:p>
        </p:txBody>
      </p:sp>
    </p:spTree>
    <p:extLst>
      <p:ext uri="{BB962C8B-B14F-4D97-AF65-F5344CB8AC3E}">
        <p14:creationId xmlns:p14="http://schemas.microsoft.com/office/powerpoint/2010/main" val="17633709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733092-FDEC-4ACA-B62D-DFE8327E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53386C-CB33-492F-B763-DF13C50F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최소 실행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D01C2-8656-4486-B37E-11362AE8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9E550-8215-4ACD-9DA3-FAFBBAB1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53ED4D-7A2E-427C-B587-F20A2E02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859B1-7686-47CF-8831-5653F8E7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64BB07-BF7A-47DD-94E7-D0E0AEA6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AB232D-C9FB-4314-99BE-93C44519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95F4D7-B241-433C-AAF7-CFA4CF5C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85CF4-C6B3-4140-9494-0FE11688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CA525-A4B5-4513-8360-13494DC6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7D431-BAB6-4176-8CCA-A0FB635B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DF4D8C-5EE9-4EB4-928B-660571FE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요청 유형 Router의 최소 구조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E4DF88-8E84-40D2-A637-06820F01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95EB4B-E126-4414-A094-C0A1643C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39666-3DF6-4A11-BCA9-FAF5F508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F5967D-460F-4EF4-B53B-A3AAC3DE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day2_meeting_workflow.py와 해당 Test만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06D18D-3DE8-4550-802C-764B677A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39519-960A-43D0-A2C8-531BC644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A5D45E-8C63-486C-9255-3C0A5657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59B4AE-507D-4284-9FEB-F8ABE7B1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필수: Happy Path와 승인 없는 발송 차단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26110-433A-4BF1-B7FA-B02B429C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A5E7BC-6537-402F-BD5B-9B3D6DF7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DB262-57EE-475A-A1BB-4C1752AA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DB8B68-7E20-4D6A-AAD0-ADCF8C53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.env·외부 API·자동 게시 변경</a:t>
            </a:r>
          </a:p>
        </p:txBody>
      </p:sp>
    </p:spTree>
    <p:extLst>
      <p:ext uri="{BB962C8B-B14F-4D97-AF65-F5344CB8AC3E}">
        <p14:creationId xmlns:p14="http://schemas.microsoft.com/office/powerpoint/2010/main" val="14096431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3011F2-2973-4AB3-BDBE-0895BC1E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70010-5BC0-4060-BF46-E5367843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553A1-3A0E-4EDA-B1D0-E973FAE1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836AA-8B5F-40BE-88EE-DF3E3CBE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B82AC-5433-46AB-B9BB-4D19C427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FB21A-3152-4363-AD9A-35299780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31DD7F-FC3A-4987-9A3B-C6B862E4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EFF54-D40E-43B2-B350-C275C49A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src/course_services/day2_meeting_workflow.py의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068B4-5834-4058-8DF0-DCE46E03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7D7226-086B-4BE7-8700-0E6E046E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D220F-8972-4C83-9034-23D9D767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요청 유형 Router의 최소 구조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84563-904F-436D-A0BD-9429E6A3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9F3381-3EFF-4AFA-B309-E230F6FE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350802-9E6F-4BA2-A753-1B4FA511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rule_router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B70C8-AFAB-4B4A-B127-65F296D4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B25324-2E6D-459C-8A56-BD285C62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D7DD49-55B4-4D64-82B8-A76046D3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05112781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DA1FC-A54F-4D05-A8C7-B27FEA1E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D76B7-5059-4AB5-8E31-5B01B12F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규칙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62187-18EC-43E1-B583-C9422185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404AE-658C-43D8-B6A2-F3A52B44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293E5-1B12-4815-8DD5-29E94854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E31B1-97F1-446E-BF04-30F8E26B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24904-ABF2-4EB9-AA25-1DC31653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15D254-2879-44D3-9E61-466021C7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1차시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8FC7B-B88F-4758-A55D-6398BA35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224DDB-6AA4-4E14-A612-4DA83760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AE0D63-D2B6-4FB2-BCA7-EAE4E500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fixed_meeting_record·context_retrieval·one_off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09BDD-3C55-491C-95F7-7D081642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934835-0819-491C-92C2-57951C72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AFFDF-9E94-48F4-BA0D-03DA1441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 저장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BB67E9-CA97-427B-9C23-1BA8B043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5D5DD7-7669-4F84-9C81-38BEF536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51182896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CA58A7-FDC0-4ED3-8F57-D565AAC1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248A76-D244-41F6-8A01-29D7CC45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발송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1E154-057E-417B-A0F1-35D2FA7F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E940B-D945-4614-B22F-00D8BB47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35B96-DD6E-4F7C-9FE5-38D3455A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163B1-8F21-413D-A50B-6225E324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A8ECB2-3CDE-481A-8BCE-44FADCB9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D8C16E-C143-4183-9C88-BCCF1E0B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자동 이메일 요청을 Blocked case로 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93D36-A913-463D-917E-E56FEF80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EDBFF-3444-4ACA-9E2C-2B7788D4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32EC3-85CB-4015-B9A6-6E3407BC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BF2F7-160F-4B72-925F-0BF08319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0511E-CBDA-41F8-916C-1703A00E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E38FF5-BD2E-47C3-A0B0-90059C37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 재실행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5BDCE-634F-461B-A265-221D8A76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DB179-8572-4B88-B32D-B95EEA44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124305787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48D3F3-8033-4C6A-A241-75EDCA6C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7C7E4-4171-42ED-87B4-3032A594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E0583-3853-4501-BC55-E96D9495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B8F510-D3EA-4E1E-9028-A579A4E8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DF458E-B966-407C-8380-A3886D43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C8ED7-6AE1-4CF2-BD14-76954DCD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C0076-BCC6-4C7E-B337-DE69F115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7444D-A975-4CB8-8881-6A0497A2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B9F4C-B639-4A6D-8110-ED8C21E9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3828F-10CE-4C21-9758-3EAAE01F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9B9D2-4F57-4F2E-B511-3BD882F0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3FC2F-0947-47E6-BEDD-AB1A547E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5D111F-9F26-41E1-9679-6785A9DB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C942A0-82E7-4EC6-A3B6-E8154E67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5FFB03-1DBB-4A4B-878D-F81CF3D0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유형·선택 방식·선택 이유가 함께 반환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AF3D8B-EEE8-4AF3-BFE4-2500D946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7D7CCE-F805-4A70-93C6-61E25DEA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488024-D5F9-4BDD-A833-68C0F6D0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E8AF61-55F7-45A0-AE0E-11FD781A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D13EDF-BCB5-4158-8E57-003A0FD1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CA379-3A53-406D-B515-C3FCBBF3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외부 행동은 EXTERNAL_ACTION_HUMAN_APPROVAL_REQUIRED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D7CF20-B25B-4413-8D18-C4EC5F8E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EC6EB6-3C9B-4DDB-A7E4-39AA5CDD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AAE192-57AA-4F57-A5BE-544C2780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999D08-2CD9-4F57-A406-5F6B354C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EEF15E-ACF6-488D-AA43-345EF59A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8C75E9-39BD-4706-B67A-2EE50F34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저장·발송 요청은 Human Review 대기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22EF52-E712-423C-8904-281E63DC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954E58-474F-495F-8CB0-F16854BC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대기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CACFDC-AA83-4860-B04C-EA5874AB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CDCCF7-A67B-4627-84EC-BAE91EE5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8A2882-F919-43F9-AA01-91BABF87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F1FB9E-9436-4D6D-877A-495659F4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01_architecture.json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E8F4C0-BC95-4511-93FE-313817C5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BDEC51-3244-4679-A600-246AC9EF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01863188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91F058-6A16-42CA-A780-CE7499F3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6CC8A-EF8B-4253-BC29-050099AE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145B7-DC36-4BE3-92C9-47E82804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B5A18-7762-4C25-8BD5-D2FC3BA2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6AA4A-6317-4116-A401-0D7DB872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16AE5-6A43-4564-8320-17EAC913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B80B0-EA7E-4E98-A967-CF36CB5C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3E0FA-1DE3-40E4-A7B2-1B360FA4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문장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765DA-B928-4BC3-BC95-A2F8B265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F0A78-7ED9-4BE5-B9E8-C3D9805B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05142C-6C70-48BF-A9B5-8DAC0094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규칙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1DAB45-DE60-4027-B8AE-1D2FD804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047EF8-8C87-43D9-9C6E-E01235CE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EDDEB-AC03-465E-A8FB-FD281BEA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이름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1B391-797A-4C82-9B40-FC301ECA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16D30A-3779-42D4-B2C2-D5241189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5587F4-E761-4064-A2FB-D30D9839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검토</a:t>
            </a:r>
          </a:p>
        </p:txBody>
      </p:sp>
    </p:spTree>
    <p:extLst>
      <p:ext uri="{BB962C8B-B14F-4D97-AF65-F5344CB8AC3E}">
        <p14:creationId xmlns:p14="http://schemas.microsoft.com/office/powerpoint/2010/main" val="27961236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1B42F6-C894-46C5-BC49-C8FC6AC4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91A1D-AD2E-41B4-9A65-E6C3259F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5091E-D368-431F-9BCC-27F228E9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59A1B-6834-4A56-B229-A8F1AE4D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00720-56BD-45C1-867C-3CE0A269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B69AFB-5485-4457-ADA1-31404EEA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493A6-169A-4F03-9542-6EB61200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CE6B15-5EB4-447D-B460-4CCD3DE8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9AFBB-F536-416F-B8C8-1982DBCF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FF3A1D-BC46-45A3-A86D-7EF89C04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E12B7-F4F5-4616-A243-91DA338B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AE337-CFC3-4E53-8C33-A97722B5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F9EAE-9BF1-4401-8BDB-5031CAD4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26B28-DD38-4691-9460-EA95C041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CFCBA-51E6-46F8-8933-0BB02353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 업무의 LLM·Workflow·Agent 분류표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117B1-FB62-4AE1-8E3C-CA688082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7F4DF5-005F-4CD2-AA09-63CD1D80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8EC929-3706-4F78-9285-7521C63A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883874-8FA8-41D1-94B1-A4C2AFEF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757B03-7EE3-4015-B781-905B235C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927645-A156-4047-8C4E-F37C9928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이유와 Guardrail이 있는 Architecture README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20B8FD-490C-4D9C-942C-CBEBFFF8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72202A-A9CF-4611-9E48-B888EA23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57693718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8757EA-FB4E-4BBA-B924-70C54D69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4CADB-2804-446D-BD93-4C5563D7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C4A79A-4AF0-4716-9E61-27650FC5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01955-5493-43C9-A1F4-852434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962E9-7CDD-4181-B1A4-C85DC1F7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6CDEC-78F1-4093-8DBC-230E0353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C7D08-B74E-4E4A-A754-204B6094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1BA09-0084-4E03-BFDB-C8E700ED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1차시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D5DF3-1AC4-427D-B2C6-45C2C246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B5256-2F90-40F8-A60C-11F71275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2E48C7-EA4E-41DE-9274-DB88A6C2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rule_router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0DB44-ED84-4278-BCC8-67174D08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97FC5B-3A10-4F8C-BC86-EB73418F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CA5629-1A7E-4356-840D-A3474648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 · 요청 유형·선택 방식·선택 이유가 함께 반환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56330F-4D0B-40E2-B3A8-2C655A18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4BA5BA-72CC-4A65-AA6E-E68692EC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3E3A82-A114-481C-A594-E640B26E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요청 유형 Router의 최소 구조</a:t>
            </a:r>
          </a:p>
        </p:txBody>
      </p:sp>
    </p:spTree>
    <p:extLst>
      <p:ext uri="{BB962C8B-B14F-4D97-AF65-F5344CB8AC3E}">
        <p14:creationId xmlns:p14="http://schemas.microsoft.com/office/powerpoint/2010/main" val="10377999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AC45C1-69AE-4154-847E-3F288464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A0202E-F60D-45CB-AC3F-ECE17861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B1750-3F80-44D6-99BF-BF3ADD7D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58982-BC55-4A9E-BBCE-8FF72857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43B22-F388-435C-B895-D89C3105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705F9-0736-411B-845B-6AD92377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FBFBA-968A-44A6-8533-EAD8776B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7B6CA-472D-4B55-9657-5D92A0E2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실행 방식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CB35D-0A95-4245-A312-D99775B6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2BD9B-9A7E-4E30-A893-4F807876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FE59D-5F25-41B3-987E-630FD0F8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Test 통과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5BC765-5005-4D16-AF6B-DEB67E51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AB927-49DB-4AF4-9718-D8546282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5E417-22AF-48A5-B323-B01B6A1D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04A87-CCD9-4638-84A4-50CC6203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8A9E18-4250-415A-93EE-26632B55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Input Route · STT</a:t>
            </a:r>
          </a:p>
        </p:txBody>
      </p:sp>
    </p:spTree>
    <p:extLst>
      <p:ext uri="{BB962C8B-B14F-4D97-AF65-F5344CB8AC3E}">
        <p14:creationId xmlns:p14="http://schemas.microsoft.com/office/powerpoint/2010/main" val="18859510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436EEB-C37F-4A86-8AA7-E25086A4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C0947-42F4-43CD-ABBE-E1F62230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2차시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A6783-93A0-4FFB-AEBA-86D8005F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09:50-10:40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545FC-80CD-4A2B-BCFA-0862FF43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Input Route · STT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775D6-06B6-4019-B52A-E6849CCE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Google Meet TXT · ClovaNote TXT · Audio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848B13-C1D0-45F5-A0DE-34A90BBD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91EA7-F76C-4B66-B347-D8C94FE9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491C9-9E68-432D-BA7C-45768888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BCD58-A3A9-4AB2-B5BB-2A5EBD13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8F597-4D34-4EE2-9DB7-06722A8E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190E3-3378-4E0A-9F07-54BC6108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20-45분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68619-C56F-44A5-BDF9-04208233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363B9F-D298-43B5-A709-40342974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45-50분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6CC984-0268-4F16-9D2A-088DEE1C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A5E408-2C85-4D60-9144-1B50822D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179022663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B7E4BB-0F45-4681-8F34-54A92CFA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8E228-4CE5-4EA5-AA6B-C1BF210C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입력과 공통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C7A17-0995-4968-B392-493A7729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B0A97-FADB-45C0-9FB0-B0C1061A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3BD21-3D54-4741-9601-9BBFF6A0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CFBDE-5DB3-4133-8D44-14F31D3B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이미 존재하는 전사는 그대로 사용하고, 녹음 파일에만 STT를 적용하는 입력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6D682-0014-47AD-8F81-2003EFA8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FCFDB0-6D25-44DF-A5D4-71C97FA8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49BF5-DECC-4E51-A045-46AC6F61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이미 있는 텍스트를 다시 STT하면 느리고 화자 정보도 잃는다.</a:t>
            </a:r>
          </a:p>
        </p:txBody>
      </p:sp>
    </p:spTree>
    <p:extLst>
      <p:ext uri="{BB962C8B-B14F-4D97-AF65-F5344CB8AC3E}">
        <p14:creationId xmlns:p14="http://schemas.microsoft.com/office/powerpoint/2010/main" val="11036999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8756B9-209B-44D9-A012-468CAEA4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DD6717-00A4-4D6F-BE0F-EC917E0E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텍스트 우선, 음성만 STT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F58E9-AB02-485B-8C7C-1590B90D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14FFB-45C5-4B3E-A97A-59EBBA70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F5ACA-4635-4BCD-83A7-5EDBE99B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4B335-8CA5-448E-BF7A-A8B96930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B6468-13EF-4BE5-9C5C-C4784816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982EF-E527-4722-B672-A99DEF7D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17F0F-7BBC-4713-9D58-9D76E04B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DEAF2-6407-4818-836F-6FC1825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303391-5032-4087-B6D3-6F222835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277346-07A1-4734-8C3B-B3F9FF77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2DADF-EB7A-422A-803C-E3CCED2B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AF78C-CC66-47A0-9D28-3783DD4F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78E62-8256-4A27-9754-51066633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 TXT·ClovaNote TXT·음성을 같은 입력 규격으로 변환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FC28E0-E8AD-4418-B597-015F45CB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85EC5C-76D1-4E39-843E-7312BDB7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normalize_source()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2862C-391C-4A13-B2E7-FCAE16D3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636626-1B6F-4176-B6EC-0A7F889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TranscriptEnvelope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5FD0A7-B3CE-474F-A521-9292BD9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BC12D9-D153-484C-8BA6-9E6455EC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출처·발화 ID·시간·화자·STT 정보를 묶은 공통 그릇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23E924-A908-4164-BF33-4F53FDE9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60C59-23B9-4034-AF97-1E8C4A01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adapt_audio_stt()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C219DD-DC1C-4034-BB6C-AC560A21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9D3899-CD40-4561-B821-F961DB6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Reviewed Fixture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BD39AE-DF5B-4BCD-BAA0-372C0A77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44AD02-0BF9-4ED7-8980-037A01F6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강사가 음성과 전사를 미리 맞춰 본 기본 재현 경로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BD76C6-B874-4572-8B97-D19D032D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7271E5-4362-4C92-A2CB-73153AB3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SourceInput.source_mode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D03706-5769-4CFA-9960-299AA0AB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F7F3F0-5D7E-45CD-9612-9B8F9384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STT Opt-in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8F4FAB-CC92-4065-B2E1-ACECCAA2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A03FA0-2FCF-4EE7-8284-78CD2EBF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사용자가 켰을 때만 실제 faster-whisper를 실행하는 선택 경로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F132B7-9D6D-4552-8031-4E6D8B0F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BF7C5B-F705-48A9-8483-D829DF65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TranscriptEnvelope</a:t>
            </a:r>
          </a:p>
        </p:txBody>
      </p:sp>
    </p:spTree>
    <p:extLst>
      <p:ext uri="{BB962C8B-B14F-4D97-AF65-F5344CB8AC3E}">
        <p14:creationId xmlns:p14="http://schemas.microsoft.com/office/powerpoint/2010/main" val="103923549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16DD25-E033-4711-A179-2CEA105C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EA7DC-0406-429C-9847-9449B748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Meet·ClovaNote·Audio Input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D12E6-7CD9-4481-AEF7-11F720DD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FDE5E-994D-4AF4-AE5B-B667AA55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901C1-9AE3-48C0-8DC1-4953BE19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0DC5B-D9A9-4454-8831-B3C3DAA8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D8308-408D-47FF-9E7B-DBE43A7C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DD839-49F5-42DC-98A8-273FEB5A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D5242-EF68-4450-9AF9-F62F4094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605E9F-8C46-420A-8834-D79A1400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9E18A-A4DD-4308-8591-2C643CF4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EF202A-F98E-4F63-A6E7-1934271F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E089A6-077E-4A6E-83C3-F77B253A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FC47D6-A713-4C39-89E9-FF532CC1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FED46-2BB1-4144-AE50-C30348CC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TXT 파서 또는 검토 fixture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28D56C-A05C-42F3-82D5-15493B84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1AF59D-1D75-4128-976A-A7EA28AD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665118-0E8A-4D47-9BDA-388A5C4C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live STT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1142B-51CA-4291-B6BD-F2A03ED0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54C65E-5659-48D0-AEB2-A63829EA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2AEB87-B70B-4F72-B9D9-89F2A1FE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674F98-7B86-409C-A339-EA60013D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FB1A27-F399-40EC-AE0F-84C5851A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27FFAC-FBA6-4180-AA41-F95C5692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공통 계약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4CC9A-A90F-41D4-9B0D-BEDAF236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61379564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73A2A7-0E52-490D-B412-1068905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09AE6-FE69-4C70-B775-BB3C97C6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유형별 처리 방식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7203A-403F-4270-9E45-7ECAD4D6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4459A-4621-4691-9A59-6306C393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BC453-24E9-4AF2-94BA-75877D65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E17A4-3EE9-4CBB-8E35-BD55C0FB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5C117-420C-4805-BDB1-8D90095E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DA179-0185-4060-813E-0860E619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1287F-1148-4E8A-BEBC-0B3BBE49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2C47DB-3078-4706-9FE5-1DE42A29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C9855-34CD-45C7-A655-30EE7857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4063C-78CF-4004-B152-A6804910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C4FB61-E07F-4F89-AF04-30FFB76B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 전사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A19129-BF3B-441C-BBC8-6D0AE1DA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BADE74-FC8A-43F1-844C-A1DA43AC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TXT Parser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73B994-B00C-4D99-80A5-E6D372C0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46D8A0-7A3F-40D6-A72E-3C9C42F0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화자·시간 유지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24640D-E413-407C-B5FF-CAED0990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AB538E-4C92-451D-B588-B1E043A4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ClovaNote 내보내기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A3C749-C0B0-424B-BDF4-3F93F327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B65399-F412-4755-91AC-FB0642DD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TXT Adapter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62930F-02C5-4B22-AB02-C0A7660B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E94EC8-E4EB-4A9A-B4F2-DE537B18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참석자 번호 매핑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A1F105-B73B-4BF2-B9D0-2EA730AE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07C99B-C6EA-44EF-B4DB-7EF7B757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녹음 파일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BF457A-731F-4972-ACB8-118DF369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13EB30-6FF8-47FA-92FE-5B00BD3F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STT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3BAE5E-89C4-4046-BB44-71AA5FB2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47905B-2C6A-443C-825D-F8C99195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Timestamp Segment 생성</a:t>
            </a:r>
          </a:p>
        </p:txBody>
      </p:sp>
    </p:spTree>
    <p:extLst>
      <p:ext uri="{BB962C8B-B14F-4D97-AF65-F5344CB8AC3E}">
        <p14:creationId xmlns:p14="http://schemas.microsoft.com/office/powerpoint/2010/main" val="81557896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FC1C0B-EAEB-4B97-96A9-5EC1E8C9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F674EB-2DEB-4423-BA0D-7B8734E6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92894-62FE-4CEF-B430-2A4878B3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A6FDB-DE02-4AFC-AE75-A2E3BD37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5C3AE-6C16-4FA7-AEFA-76136827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8C3CD-1851-4E68-85FA-5C4EC521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86630-7F77-4145-A948-8F16F1FE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469AE-0B7C-4F65-AC1E-6D291A28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7CA55-AF1D-418A-A7C9-A27C89FC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56E18-027E-4EFE-9149-B4B7A4C3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D6287-D147-4BDC-8533-72BA4490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600E4-A63A-4B41-98D4-FF036408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35F6A4-41B4-4942-95FE-74F1222B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data/day2_public_audio/sources.json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D94A83-8EA5-48A8-A1BC-5D9B9A56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BEFB89-B3D9-4F50-BD2C-DEE271BB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D0B6C2-D763-45E6-9E80-5D727ECC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933A52-E1DF-4E26-BB4E-9B3BF88C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meeting_ko_ccby_excerpt_10m.mp3 · Sample TXT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6D79B-0CE4-487C-8DB6-3DD106E3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54990F-1CE1-42A1-8D12-7601509B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62D2EF-7415-4F3B-89F8-66263E70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7BDE0-083D-462F-B9F2-F49E91C8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scripts/day2_public_audio.py · Notebook 2차시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9602B8-116C-4D57-A277-60479076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6B0BB8-63EA-4C06-9970-B2E12291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7F0904-940E-45F5-85A1-0A94E985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A4839E-2C31-4356-A708-CAA0B723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-k source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732B61-45F1-42B8-918E-BBF9AB29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698B04-EA12-4746-A019-BF72B163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ffmpeg · ffprobe 설치 확인   ·   공개 10분 MP3 또는 비식별 Sample WAV   ·   텍스트 편집기 · Notebook 2차시 Cell</a:t>
            </a:r>
          </a:p>
        </p:txBody>
      </p:sp>
    </p:spTree>
    <p:extLst>
      <p:ext uri="{BB962C8B-B14F-4D97-AF65-F5344CB8AC3E}">
        <p14:creationId xmlns:p14="http://schemas.microsoft.com/office/powerpoint/2010/main" val="25413586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35119-15E6-4107-9AA9-7E4C37A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C1DF4-4C39-4174-89F2-150AA61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Adapter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B0DD68-C657-41B4-8611-ECDE2787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F8FAA-4B9E-49CA-9C39-127C88FD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2D67B-7721-42B9-9A66-C29ED930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204807-EF47-4FEC-ADC7-D4A62F9F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6769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4DB84-F9B7-485E-8394-60BD857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0"/>
            <a:ext cx="518160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FASTER_WHISPER_LIVE_OPT_IN=1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# 공개 음성 75초 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"status": "SUCCESS",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"provider": "faster-whisper",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"model": "small",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"duration_seconds": 75.0,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"segment_count": 13,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"first_segment_id": "s01",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"word_timestamps": true,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"transcript_substituted": false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FDB9DA-F35E-4104-81A3-0C8909BF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2362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0FDDB-7730-4AE5-A223-3647E505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경로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1D81D-E4AE-486A-ACFF-8DEDC6A3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676400"/>
            <a:ext cx="2400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902735-4804-41AA-A36D-0827346E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907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BB998E-0D52-47E6-A600-9D518A27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90750"/>
            <a:ext cx="23622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EA4F2-D50E-427D-BC6E-E2C70F3B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2095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Reviewed 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A079F8-7922-49DD-AFB5-F8712174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90750"/>
            <a:ext cx="2400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0950E-FE0B-4E87-83FB-12D81B93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05050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 Run All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Network 0회 · 재현 우선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D3910-7597-43B2-A4A4-441C3FA7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05200"/>
            <a:ext cx="2362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49FB3F-90F5-49A5-8047-98FEE8C0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19500"/>
            <a:ext cx="2095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faster-whisper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826D4-D1DF-476B-9E25-32DBE7F4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505200"/>
            <a:ext cx="24003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3179DB-540F-4498-B066-99171A48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명시적 Opt-in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음질·오인식 검토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44D1F4-53B0-48AB-A4C5-28FB77FE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53000"/>
            <a:ext cx="4191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첫 문장의 오인식 가능성도 성공 결과에 포함해 사람이 확인</a:t>
            </a:r>
          </a:p>
        </p:txBody>
      </p:sp>
    </p:spTree>
    <p:extLst>
      <p:ext uri="{BB962C8B-B14F-4D97-AF65-F5344CB8AC3E}">
        <p14:creationId xmlns:p14="http://schemas.microsoft.com/office/powerpoint/2010/main" val="121337675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C800B8-AC6B-40B5-B674-C11720DC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1AE8A9-240B-4BCB-AD2A-051E2803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650CD4-EF67-4CC0-893C-60D1B605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FAC1C-0369-4697-B69A-32632C27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2B17B-E6E6-40E2-828A-CFB91F19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DC89F-35FD-4BA2-8FAB-70CA79B9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BD0F49-654B-4965-926F-C48C2187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FBC0C-0219-473D-8DEC-E08EEA33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meeting_ko_ccby_excerpt_10m.mp3 · Sample TXT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AD7E1-3E96-41C2-B0C2-DAF10B25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9E50A-191B-44A8-ABE7-4DE3984E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33490-2B56-47C1-8969-C52C393A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scripts/day2_public_audio.py resolve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72431-A1E3-40E7-8A3F-0FE5322A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4AE0A8-D2AD-4953-9900-4A6D0DEF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94A5D6-FD80-4814-A39F-73B5466E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각 입력의 출처 유형과 발화 구간 ID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31C8C2-14D4-4A50-9B99-F25EFD7F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AAD87A-F8CD-44FE-B91F-9042832D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7335C-A2CD-4D3A-BCC1-46D68D89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STT 실패 시 다른 음성의 전사로 대체 없음</a:t>
            </a:r>
          </a:p>
        </p:txBody>
      </p:sp>
    </p:spTree>
    <p:extLst>
      <p:ext uri="{BB962C8B-B14F-4D97-AF65-F5344CB8AC3E}">
        <p14:creationId xmlns:p14="http://schemas.microsoft.com/office/powerpoint/2010/main" val="196935433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AA4BF8-D742-4D07-BB3E-EBF58D7F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FD35F-5FAB-44C0-B7CA-FE7309C3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240F10-8181-462F-881D-6D011FEC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C75D1-5F81-4A17-BD8D-7E01EEE2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AAF0F5-0576-452D-84C2-7540FAB0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DF60C-D1DF-45F3-9606-3CD02ADF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A89B8-6F2D-408D-B5C4-2C7763F8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3C76D-1037-4F72-B6EB-1C6EEDFE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three_source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source_mode_mixing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D1B205-6F61-44F6-AE1D-B236B6F8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9BD4E-80E7-4AD2-90D5-668717EC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D82AED-7A69-4FB0-81FC-4CD35494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36D220-2794-4A2A-BEFC-A0E0EB63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806C6-2830-449D-A15A-E8B221E8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2976C0-6B37-4F82-A41D-EA40173D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125CCB-025D-4BB2-873B-D5F81A3A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2DC9E-63D3-49DD-BE24-70728B1B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8622B-451C-4B39-A81F-DE59C784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32C67-A4E3-4CAF-B225-30A91EB3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0903B4-F687-44D2-944E-B9B5E94C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5840F-E681-45E3-9608-2BCC0C8A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</p:txBody>
      </p:sp>
    </p:spTree>
    <p:extLst>
      <p:ext uri="{BB962C8B-B14F-4D97-AF65-F5344CB8AC3E}">
        <p14:creationId xmlns:p14="http://schemas.microsoft.com/office/powerpoint/2010/main" val="47241017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E3161-E3D4-441A-ADE0-1B89D462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14DBF-0889-4725-A279-FFA9884C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74CF6-923D-409A-BBAB-FF031BDA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A1FEB-37D3-462C-9965-A2DC45A0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CEE84-C2FB-453A-BA2B-6692C399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7DAF1-5238-4E4A-996B-1CF8800C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6501C6-A9AE-401A-972D-EE4890F0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"run_all_lane": "reviewed transcript fixture",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"source_mode_count":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"live_stt_status": "SUCCESS",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"live_model": "faster-whisper small",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"live_segments_75s": 13,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"transcript_substituted":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2E10F3-56A5-41CC-99C9-D724F5D9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3CAB44-9528-42B1-A485-E72A5582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90979-7812-4DCE-B320-B7500991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7BED3F-0A90-4CAB-9E62-067AB4C4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source_mode_count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AB593-7422-43BF-AAC3-01D09E60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4E98AD-BD60-4061-B5BD-7E72084E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EB377B-B4CB-411E-9B70-7D3560D1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segment_ids_preserved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FD7C5E-175D-45AC-9946-6244773D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02CB4-10C2-4125-A1B3-4BB4EDA4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F85228-3728-4E84-A5D3-3EF86483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stt_metadata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3EC59-D0DD-4FEA-B754-9E4B3B97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B0FB9-BD54-4A3C-9AC1-ABB3C31A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152B5-14EC-4D50-B770-DB24FB63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mixed_input_error</a:t>
            </a:r>
          </a:p>
        </p:txBody>
      </p:sp>
    </p:spTree>
    <p:extLst>
      <p:ext uri="{BB962C8B-B14F-4D97-AF65-F5344CB8AC3E}">
        <p14:creationId xmlns:p14="http://schemas.microsoft.com/office/powerpoint/2010/main" val="99966096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7075B-E21A-4CCC-AC74-37703466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47157-98DF-4410-9C68-3847575B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0F1E2-BFF0-4206-B2CB-CB94070B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B04D3C-EFA8-4C83-8F02-9BB48E11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8BCCD-B37F-4E39-ACDE-C071870E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5E925-7B0C-41DA-9E10-E1FF1208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43662-8381-4D21-BAF4-8B63171A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8C769-6DDC-4449-9A37-1F207EA7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기본: 검토 완료 Fixture / 선택: 실제 Local STT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fixture_lane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"label": "Reviewed Transcript Fixture",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"live_stt": False,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"silent_substitution": False,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live_stt = run_optional_local_stt_smoke(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resolved_public_audio,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workspace_root=ROOT,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live_opt_in=os.getenv(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"FASTER_WHISPER_LIVE_OPT_IN", "0") == "1",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fixture_lane["silent_substitution"] is False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live_stt["transcript_substituted"] is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39246-DC8F-4D07-87A0-EBF1141A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save_json("02_inputs.json", input_result)</a:t>
            </a:r>
          </a:p>
        </p:txBody>
      </p:sp>
    </p:spTree>
    <p:extLst>
      <p:ext uri="{BB962C8B-B14F-4D97-AF65-F5344CB8AC3E}">
        <p14:creationId xmlns:p14="http://schemas.microsoft.com/office/powerpoint/2010/main" val="59601076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0709F3-DD2F-4375-9D6A-47BBDD15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B49FD8-732E-4621-A031-1D1B4787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Input Adapter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186EB-2E73-49E4-8C3F-B2D1EB0F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C661E-3A9C-4F02-9256-C22BA174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8D9B4-B39E-4A6F-9EF2-3D42D7BF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E3A17-423C-4487-B026-07663A6C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E3FC0-AD49-4F2D-BCDA-A3FBAEA9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C7DEE-24C9-4EFD-825E-79F2DD90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63B92-5B8A-4BE5-B3E2-F7273587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2533A-FE0D-477E-B68C-CCE1DC5D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C3ECC-AFB0-4D8F-AB88-4AF0E899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C32E6-70C8-4F89-8B59-BE3C4248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71F948-FBAC-4C4D-B564-C7C8AF51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입력 Adapter의 공통 TranscriptEnvelope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C1173E-1A8E-4083-89C2-3A4A234B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9B6873-EA9D-42D0-A4AD-29932791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0D021F-09D7-4A96-9BC9-794B51F9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91DD9D-E102-47B9-9994-EED80C01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Input Adapter·Test·비식별 Fixture만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4E7079-34A0-4E3F-A97F-B7D72C3B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DA6BD1-3236-4593-9A70-39637DC0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75B94B-8371-4927-BC33-D7D32D9C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B6076E-336A-487A-AEBC-3D7F4A55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빈 TXT·손상 음성·입력 혼합·무음 대체 금지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9A28C7-A843-41E0-8802-FDBAC6C5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769510-13E4-4B6A-B875-273EE35E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516827-EB84-482D-AA7F-F97F5B1F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C154AF-9DF5-4BA5-B6A9-3087F03D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다른 회의 전사 대체·외부 API 자동 실행</a:t>
            </a:r>
          </a:p>
        </p:txBody>
      </p:sp>
    </p:spTree>
    <p:extLst>
      <p:ext uri="{BB962C8B-B14F-4D97-AF65-F5344CB8AC3E}">
        <p14:creationId xmlns:p14="http://schemas.microsoft.com/office/powerpoint/2010/main" val="73004016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A67660-A846-4BAF-BD3C-EBB986C3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74033-820F-4798-9226-F519620D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5676C-7C0A-4932-917D-72DB6386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735A2-E658-4AD9-8455-03D29AD3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84C51-81B0-41E1-83E9-8803C32E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87895F-9871-49A6-B157-ED0F5802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71226F-1EB7-46D4-98E3-AC573F0C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90E65-72DC-4232-A6EF-B3614C08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scripts/day2_public_audio.py · Notebook 2차시의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33614-ADFE-46D7-A30B-A211D8A6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5E7875-20E5-4C98-8F3F-C9078A49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91C8D-6331-439D-A225-540E4A60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Adapter의 공통 TranscriptEnvelope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ED7C2-7E6D-4330-9969-2A8720EE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BAD7F8-48DE-4352-AE1F-DC5F8CA7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78820-38E8-4867-AFEE-BC0BE9BB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three_source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source_mode_mixing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99CB2-E3DA-4F4A-90A2-CC7A9821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93BD3-89A9-4101-8CD2-298F22F0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3C141-BD96-4EA0-A9E8-EAB58AC7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mixed_input_error</a:t>
            </a:r>
          </a:p>
        </p:txBody>
      </p:sp>
    </p:spTree>
    <p:extLst>
      <p:ext uri="{BB962C8B-B14F-4D97-AF65-F5344CB8AC3E}">
        <p14:creationId xmlns:p14="http://schemas.microsoft.com/office/powerpoint/2010/main" val="160210065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E5C26A-E1A0-4F41-B325-D80A0B68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59AB49-0B8C-452C-A118-1DC8A91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음성·Sample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F2211-D279-46C9-BFBF-8E8A6D33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12DEA-6BD6-4160-B3A9-77FE96C9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8B637-9141-40DD-928A-11D6AA49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60941-9963-4925-852A-D5DF029E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36746-7956-4458-8FF6-C9FC3CC7E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7A6A0-E820-4C17-BA3C-33173713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 Run All의 Reviewed Fixture Label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BFDA41-3667-4FA6-A8C6-4081E300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C585B-7272-4A27-B2BB-0C3080CF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AB3D36-1FF4-4E81-90E1-FF253A77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10분 MP3 경로·SHA-256·출처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7A425-4233-4473-98F5-A74270C1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E23EB2-ED0D-4969-B443-BECA0FEB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AD889-8D4B-4BC6-B033-D46A4179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Demo: 75초 Live STT Segment·Timestamp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A09DBC-B2BD-4147-8427-D8A57D0E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A4A4BE-33C5-426D-BF5C-03444316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168227715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60243-4D8A-4630-A98F-69406A7D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BB5B4-4A7B-44F2-A035-04E29AAE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TranscriptEnvelope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46386-FBF0-4A06-8FA0-4A7BDBC7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6312F-99D7-4EA9-8977-3C9D808F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20E45-15E6-4362-A2BC-A12E31F3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96945-3C02-4350-A773-97603348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5B5F6-8BC1-4CDB-A37D-4DCF4132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3A6D3-645E-495A-808E-7A2EE7CC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2차시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399DE-E29D-4778-9324-B39EC2E8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F4CE8-AA83-46D8-8D7E-476AA52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C0786-68FF-4120-B7BE-306E1A17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입력의 source_mode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8F972-6716-4D4F-BD29-87166932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4E6D6-2C3C-4B77-A832-B0E6E24E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23A678-BF32-4987-A564-2C1DBF07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혼합 차단 Error Code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E0F4D-A695-4BF3-A969-786095BF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9C0757-A956-4139-8563-5AECF9B1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111359896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3872CD-9C97-4648-B0CD-2DDAED2B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04917-92AA-4054-A731-74E7EA78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5ED83D-C5BC-4682-AEB5-E0E42D73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27C7BD-7C63-493B-AF29-E3ADF835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DD319-0BFE-408F-A515-FAE460AB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0DE3B-C776-42C4-B8EF-E70A69EF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E1FEE-3BB5-4C30-B214-5ECA0A54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F89CFE-DA9A-4DC4-84F9-01FFCC4D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98FDB-A8A8-4395-B2D2-8A660C42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38799-F11F-4CC4-A32A-0C94E84E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74618-95DB-4CD4-93F4-224FCD1D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1B931-0BAE-4E3D-9EAE-A50FD8D5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E4FC4-A8D2-4016-9FF4-A74ABCC4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1A7A7-E9D2-4A6A-9CBA-7FFCFE05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428B45-71D4-4586-B2DF-BFF4F940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각 입력의 출처 유형과 발화 구간 ID 보존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9DA90-833C-4156-A5BF-76E788DC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308807-0F85-464A-BCD1-FC3848AB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EE0EFC-5259-4437-97B7-59F14FC3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A4231-0336-44D5-8CA3-EE2FC21B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DEF5B6-D4DB-4ABE-85AF-5170E8A3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63FA8-5D3D-4570-B6AB-1010EB8F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STT 실패 시 다른 음성의 전사로 대체 없음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A2EAF9-509F-4FA6-943C-7BB83CF3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D0FAAE-95F7-4E1A-92FE-7014FD2C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FACDC0-75E7-4321-8A8D-52185B96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E71B2D-2F4B-4E2A-9C7E-C41DA8C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694CCA-5A7B-4947-883A-A288051D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44CFC0-1C34-4206-AA70-0A176D73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단계의 외부 서비스 호출 없음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F994D5-F151-43D0-ABB9-B4631B3A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CEB064-089C-4543-BFA4-9C231AD0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로컬 결과 생성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9F0E9-A313-45ED-9559-4EDA32AF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089616-2BE1-435B-ABDD-4077E6D5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62B042-E1E7-44BC-A9CE-557754DC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38BD7B-661A-465E-AEAD-B1AFF852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02_inputs.json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95568F-2FBF-42C4-81F8-2D335216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89B12E-0032-4AE0-AE3E-C413A9DB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210903903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171AA-375B-4E6A-A259-4EB312C6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61DA6-385B-4D6D-9F51-BFE23AAE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E9AF7-4EDE-4503-AA33-64E200B1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7BFBC2-8BC3-498D-AD95-A0FF6A5B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004A5-DCA9-4A0A-B423-B1852320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6711B3-2EFE-4B5A-9DCD-C181906D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31AAF-055D-4879-92A4-898EB825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02808-90BF-4597-A52C-663D157F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확장자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CA50D7-AA3B-4144-8892-2EB19C4C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43697-4824-42CE-B835-FAEC2D36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C9176-82BB-4F95-AB1F-013A5A0A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ffmpeg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17CD1F-38E3-4F5D-A653-03E46FF5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FEA84-24CA-441B-AC1C-964F249E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FBF80-56BA-48EB-8FC0-52DCE122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Mode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6C8029-53F4-4811-AA45-0F366BD0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2F45F-32B2-43CC-8B2C-262D38D2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15C4F5-1FB3-406E-B208-49B5991D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경로로 재시작</a:t>
            </a:r>
          </a:p>
        </p:txBody>
      </p:sp>
    </p:spTree>
    <p:extLst>
      <p:ext uri="{BB962C8B-B14F-4D97-AF65-F5344CB8AC3E}">
        <p14:creationId xmlns:p14="http://schemas.microsoft.com/office/powerpoint/2010/main" val="95649153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B55654-6DE8-4885-99AC-03CA8B2F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A8223-57D2-432A-9609-9FADFF7B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5D72B-B49E-4144-B8B3-833CB2D4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3039A-AF8A-4728-B1CD-257EECC2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7E1B5-6C18-4691-B45D-6AA8C3D6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5A446C-C0AB-494C-B726-2A603A7B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76B4F-B8A2-476D-97B6-1302CD46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501F7-1D4D-4952-9BD0-42F75A8A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64D1F6-90A4-4644-9218-BDFC2733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DB0FB-C57E-4B65-8C02-D7E06FCA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2DF30-B331-44D4-A197-175D2B28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400F05-4697-4F17-AFC2-5FEE7220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EF9A0-B554-46A4-B585-3B028D39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0FA401-79F0-4986-BA59-A7B9E817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DAECCD-A918-469C-AB9B-7A17A1F6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Meet·ClovaNote·녹음의 단일 업로드 화면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04F7C-6814-4789-AA01-6B38F4C6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104A44-4F2D-4ECD-A636-DD959350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91B508-FFA7-4719-9CFD-CFD1196C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53A02-82F4-4A00-AB66-D769BE90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68BEB7-A071-4381-AD6B-B466D26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556DD2-5CA5-4E9C-BCCB-F2B69C34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Adapter와 Input Validation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234507-8A42-4CEA-B894-76804DBC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244AB3-F07A-4711-BC1E-996B5B11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30534888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5FA61-32F7-40C3-9FEE-57C1C881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8B63D-7E96-4747-9E94-9701082D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94EB9-A3E5-49F1-8D3F-2629991B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9C514-8BC9-4B02-9C09-1C8489FC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07C17-0EAC-41AA-AD75-2ADC2CEF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D4C7F-4E37-4D94-BF5B-1F99C859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F0C4F-612B-446A-8169-58E6656A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56A929-93EA-48E7-8D58-E1F5357F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meeting_ko_ccby_excerpt_10m.mp3 · Sample TXT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06ABB5-F90D-4E13-947B-93220F61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3C86E-02CB-4C67-BA17-A90C0BDA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CF0CB-AF53-4915-BFF4-7ADAB944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three_source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source_mode_mixing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66023E-9C40-46E1-B405-47EC835D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B22A3A-5118-4F39-8878-012BA1AA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1A90A4-688E-48AC-A60D-62532DF5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 · 각 입력의 출처 유형과 발화 구간 ID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47B800-2F2A-4636-9926-D844F70E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D337C5-2E5A-48ED-8F83-F7A09C09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1CD00B-B148-43B5-A50D-44A0A2BE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입력 Adapter의 공통 TranscriptEnvelope</a:t>
            </a:r>
          </a:p>
        </p:txBody>
      </p:sp>
    </p:spTree>
    <p:extLst>
      <p:ext uri="{BB962C8B-B14F-4D97-AF65-F5344CB8AC3E}">
        <p14:creationId xmlns:p14="http://schemas.microsoft.com/office/powerpoint/2010/main" val="40846562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BD977D-4D38-4064-BE1B-C0B5D837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3BF6D-CD25-4E5C-8FCF-681E1370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78D7B-5460-4566-A36E-6BFF8F8A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B8F0E-9D5A-47F5-8D17-C195B99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599E6-CCF9-478E-8E43-FF31C4B4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9ED6C-EB5A-48CD-97C2-FF179003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EAC6F-D7EC-4048-B7B8-D0723AF3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C5620-CDD3-4869-8520-A961EBB9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차이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59541-30D1-4E3F-9150-FBD0F4F9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83535-5DDB-451D-9DA0-2FDA8AF1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544895-DB61-4A29-AA22-54FE4AE8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65C0DF-AEEB-4A66-8B97-2276F76E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E66265-79C5-4E8A-98C2-272E921A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BF7D50-B51D-45EF-A7D4-9B384C0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90932E-B130-4A40-9E7F-26DF3574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3A2EB6-688E-4EE9-982D-D5E681DB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Domain Context · MCP Policy</a:t>
            </a:r>
          </a:p>
        </p:txBody>
      </p:sp>
    </p:spTree>
    <p:extLst>
      <p:ext uri="{BB962C8B-B14F-4D97-AF65-F5344CB8AC3E}">
        <p14:creationId xmlns:p14="http://schemas.microsoft.com/office/powerpoint/2010/main" val="74872830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BBA66-7189-4A7F-AC6F-976DE675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239FC-38B6-4C61-8C96-49D0ED16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3차시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9A3EA-5683-4097-8FD7-4AB33A68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10:40-11:30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4DDD0-E50E-43EE-B18C-93C816A6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Domain Context · MCP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5416D-67B2-4323-885D-D7BE28BC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업무 용어 · 이전 결정 · Read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6E108-265D-4960-97B7-F033CC38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A0FF4-2082-4D6D-958B-5B778416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0-12분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6FF5E-A6EA-4222-95BA-7D1D3304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FDA3E5-B768-4899-9C81-D09AAC38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12-22분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833C2-9968-4199-B58B-D397C1E6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25DA6-C89E-469F-B2ED-89F30AE8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22-47분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9F1563-531A-42CC-96F3-5DA10B80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FD8FD-3E06-4E9F-B0A2-970DE2B0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47-50분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0044B-56BD-4923-891F-CE44989D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BF349E-D8E1-4B11-BB1C-91AAFA63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127388876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E0F9A-63BD-4AB8-B74B-029A0BAD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38850-9046-4307-A1DB-381ACFF5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업무 맥락과 검색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C460EF-6F63-413E-AD1B-FDC6DE13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27E4E-B79E-44E6-AFC6-A559E8F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D147F-F202-4EDA-BB96-942FD24A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BB1FD-3CB7-49FC-B155-E4D64A55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산업 용어와 이전 결정을 제공하되, 외부 도구는 필요한 범위만 읽는 정책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D6459-8D33-4CEF-B751-3E2B42CA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8EE41-FBE5-43DB-BC1B-01E4CB3D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05962-F914-4431-9580-6FFC27BC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Notion·Confluence·Slack을 많이 읽는 것과 필요한 근거를 잘 찾는 것은 다르다.</a:t>
            </a:r>
          </a:p>
        </p:txBody>
      </p:sp>
    </p:spTree>
    <p:extLst>
      <p:ext uri="{BB962C8B-B14F-4D97-AF65-F5344CB8AC3E}">
        <p14:creationId xmlns:p14="http://schemas.microsoft.com/office/powerpoint/2010/main" val="185142222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88977B-CE5D-47A1-B6C3-AB0CF2DB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6FFBF8-5927-4EF2-9F65-6334F940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발화와 사전 맥락의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B062F-4B03-4F54-A059-3C5BF996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36468-E7A1-462C-93C7-DA92C172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509B1-F481-4BE2-8308-3857E08F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7E388B-186F-43AE-B37D-7DE6BD29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BBB19-B675-4E36-910A-AA2AE06B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17AE0-0751-4573-A9AF-762AB5C9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EDCC0-CBC6-455D-B295-8F396CB3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F6D00-B78E-4F02-9AF6-0CCEB9DA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A87BD-FD71-4A7E-8BEF-A81232A1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A5A97C-3B42-48A9-B6F6-84F88FF3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28C39-2E56-427C-ABAB-7B57E2DE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9A76C-CE55-4B2B-B0BE-8F86EB9B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FFC3A-D68D-4B5E-A687-1C1E79C6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AI가 허용된 외부 정보원·도구를 공통 방식으로 연결하는 규약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C1CB76-609A-408C-8320-CFAC7D70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289FD4-754E-48A6-94A2-8665C06B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0EC21-3D33-4C86-AF58-648852CA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ED2A12-1B4C-4585-AE0C-FC446C76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2C4769-07D2-4A16-9039-A583E6DC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8E015-C041-4C63-A6CD-FA494FEF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조회만 허용하고 문서 작성·메시지 발송은 막은 권한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543B8A-05B8-4584-9403-E572B7A0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DCC3C8-AC4D-468A-B533-FF1A9499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F97A02-A8A8-4042-9D0A-D86167DF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4BB3D2-1A02-41F6-AAB1-C96BB753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194694-EE45-4FAC-A25E-B82DBA6E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083355-4E06-49C7-9351-296CA87C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읽을 수 있는 Project·Page·Channel의 허용 범위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ED98EC-4114-47E7-AEF8-784E61A5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E5457B-69D8-4CC4-BEA2-96931CC6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MCPRetrievalPolicy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3B0A29-FBAE-4E4B-8C21-EA984607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4C1615-A394-4F75-842F-39BB2675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5D6C22-3697-4149-9879-1CCAFF63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D006DA-23A2-4370-8958-B43ADE38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Connector를 부르지 않고 승인용 실행 계획만 만든 상태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BA69F5-838C-4BCB-918A-FEB97973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EFC106-4528-4D63-AAE2-5C0B3D83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test_mcp_retrieval_plan_*</a:t>
            </a:r>
          </a:p>
        </p:txBody>
      </p:sp>
    </p:spTree>
    <p:extLst>
      <p:ext uri="{BB962C8B-B14F-4D97-AF65-F5344CB8AC3E}">
        <p14:creationId xmlns:p14="http://schemas.microsoft.com/office/powerpoint/2010/main" val="156577432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729DFC-1CA8-4FA3-B12C-4756D720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80ACBE-5350-4A0F-AAE1-80DE081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66196-FA53-4579-B80F-CD63A7D2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1B34DE-652D-4D98-82DE-04FD8BBB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E2649-8146-42A7-A095-C6FF6C17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1107A-2097-45AA-8CF1-D4A5516E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B6CC4-4C1A-4ECA-B1C5-D181AAB7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78A93-8F8A-4744-9E3D-750D0918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15F1A-8B08-486A-A15E-96D5B609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AA524-1E3E-4A8C-81A3-65F17A95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BC658-9204-4D16-B283-E6CBEF6C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CDFC86-60D0-46FE-A10A-F6AC452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도메인 설명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D618DF-E46C-442E-95BD-BBF1D290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591382-E5F4-4703-87FA-D8B4202E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258D5-9D03-4D46-ACC7-7E625AEE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최근 범위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78BECB-2F78-4399-B6B9-D13E1434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7970E-FA09-40EF-9266-E8EF28A5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05320D-966E-4D75-B6DE-59071276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읽기 계획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ED7900-6013-4BD7-A187-EAAEED48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7E9DDC-C13D-4F26-BD5D-4C7A7946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134C1F-D826-4A4E-95DB-E25C88AD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수집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CEABF4-AD2F-44E4-A08F-733C6300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B506BC-3527-45F7-8E05-42B0F0C2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36DB9E-CF4A-4D40-821D-742ADCF2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민감정보 제외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130EC4-C399-45CA-87C5-7D1180DB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57615337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31C64-BE9E-45FE-A799-6EC1D0F1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BA0CD-0DCB-4B08-B0D3-B7259961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Connector별 허용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17218-43F3-4FD4-BF9E-FD7C0263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590D7-D324-44B2-B1E6-40CFF808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8CF63-E30E-4B7B-99FF-5588191E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F6556D-8002-48B2-81DA-0BFB1F26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3A842-CBF4-4C79-8A46-63209A1F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FF6D7-8BA2-4BC7-92C1-894FE85A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1FFDE3-4129-4B84-95E0-E617727A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78344-0B88-4A4E-9619-9EFB9F24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6091C-CE2D-4CBA-8BF3-EB0581D2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CDCF4-B5A2-4184-AA19-AD28F8F3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9C99D2-48EA-45C6-8E0B-D6BF4C0F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산업 용어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9C3976-B25F-4D0C-9ECC-0BDB26A9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68600F-DA8C-4B8F-BBA9-6C7E78C3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ECFDA-C9C4-43E5-8140-AA8E4620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B64179-0F06-4A58-87E9-9543408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뜻과 사용 기준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87A89-D838-4B7F-96D1-50BC750F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5F6D3F-E1B1-408C-8C36-1334E0D1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이전 합의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226D5-CDB8-4F38-AE36-D6241BD3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52DE59-B52A-42B8-B495-7CF22F4F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Prior Decisions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9D2048-4F15-4637-9C95-D98A7E14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219ED4-62CC-48AD-A142-AC7A8FDD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발화와 별도 표시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C598C4-69D9-4715-9C76-FE4C71D6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EDA796-095C-4FF8-A629-87432645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자료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94B46-2830-4B5F-8044-21190957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66C0BE-28B2-43D1-935D-481D5133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6DCA56-10F6-4BA9-88C7-C62569F1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6FA431-32E8-4B37-8D30-BE7D4869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기간·공간·개수 제한</a:t>
            </a:r>
          </a:p>
        </p:txBody>
      </p:sp>
    </p:spTree>
    <p:extLst>
      <p:ext uri="{BB962C8B-B14F-4D97-AF65-F5344CB8AC3E}">
        <p14:creationId xmlns:p14="http://schemas.microsoft.com/office/powerpoint/2010/main" val="138965001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C76180-7F1B-4125-A90B-7CA12C2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46E97-D192-4A96-9CF5-4197B96B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Context·Policy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D6B7BD-0A9D-4ECB-8920-4E9ABF15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19224B-1B09-4FED-BE0B-C9696918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688D6-B0A1-4298-8E63-90667087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77481D-05F8-4709-AA2B-E328B6CF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43784-2A6A-4221-852B-7247FD3A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CC5C4-F53D-4941-98C5-F87FB678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380033-045E-4B6C-AA0F-AE46D7B8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473AF-C128-4A60-9BC4-6185C0EE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499AC-65B8-412B-950D-2A07F2B8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가이드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5C0E4-FEA1-4265-BFF4-C6EECC3F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A74B77-A2C1-499F-8FB7-29ED111C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materials/day2/Codex_Claude_대화_시나리오.md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5F8BD1-5073-4F6D-8EB1-65B915AD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9D1B5-BDBC-423D-9C33-7566293D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F807FC-0CCE-437C-8987-47EE0A39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1E5485-4F9A-46DD-B295-A78ED5DA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3차시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87FBD5-DE18-4C23-B0E5-32F5FD71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78449E-B76A-404F-91ED-252F2040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D73046-A139-4AAC-B019-F203BCE9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981D38-28B2-4465-ADAA-D2B2763A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0446A4-008A-4765-951B-6C815D11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E78571-7474-4E38-857C-BAF6A942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79F35A-8CE9-4A8F-8CB6-5F7FD2B1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B29B73-F842-40AF-8A8B-61AA7631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output/course-labs/day2-v2/03_domain_context.json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5FD6D4-CEBC-4803-B7A9-D80922E1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6D5A33-06A4-4BD7-90BA-8CDC52CA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Notion·Slack 계정 불필요   ·   비식별 Context Sample   ·   Notebook 3차시 Cell</a:t>
            </a:r>
          </a:p>
        </p:txBody>
      </p:sp>
    </p:spTree>
    <p:extLst>
      <p:ext uri="{BB962C8B-B14F-4D97-AF65-F5344CB8AC3E}">
        <p14:creationId xmlns:p14="http://schemas.microsoft.com/office/powerpoint/2010/main" val="130162085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6BDDD5-C4F3-4880-B4F8-5E9AC26C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D6E7-C394-49C8-A21D-D94C85E2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Read-only MCP Plan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C41B3-CA79-4F70-8383-BECEA25E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0DC2C-8077-4A1B-91DA-E715E8A1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0BE74E-AAD8-4FC3-B813-267DA32B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37A08-470E-4C50-8655-91451EA0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9831B-25ED-4016-B973-F13E1989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Connector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1C0DC-2789-4FD9-8436-9485799B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668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68F04A-FA33-4ECB-B7B6-E47709EC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5811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허용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DE1F34-BDBF-4A61-8776-5551A231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4668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607A3B-0F9C-417F-AC47-89130812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811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A5748-358B-481C-9FE5-567995B7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CDA71-9521-4F9F-961B-1F39A991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5811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993CC-9E31-49FD-9E54-698E741A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286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0F834-299C-4BC4-93F3-F096BFA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E1512C-7237-4524-A015-9F1AB2C1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81200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559AAF-DBCC-4AE9-9E98-A94885A9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95500"/>
            <a:ext cx="3829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최근 14일 · CX PoC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D6BA55-42D9-4F91-914A-06EF2B08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2571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1D4821-A5F2-4F34-A046-BDE8BE7D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2305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C367E3-09A8-4E9E-8EFB-9EF10270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981200"/>
            <a:ext cx="2019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21196A-BFEB-4C1C-82BD-5924D6ED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95500"/>
            <a:ext cx="175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25EE9C-9BBA-410D-906C-1D658E10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5F5F1-D0C0-4DFF-9C19-2E2A006E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Confluence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D00366-717A-4215-AB91-CF5BF66D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81350"/>
            <a:ext cx="4095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1A9FE9-54D6-4193-B95F-4406CA2E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3829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CX PoC Project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E60F2B-AA33-46D9-A439-DE8855CF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813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C34781-C1C2-4CE8-A355-60105C11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95650"/>
            <a:ext cx="2305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444CF6-ADAC-4277-995F-589A0FFC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81350"/>
            <a:ext cx="2019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5114AD-0B0D-4343-B2DE-AB9BF7B5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95650"/>
            <a:ext cx="175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CC33AD-9684-45F1-972D-6DA1BB23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2286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C80A15-61B3-430E-BBA8-62A6E3CF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Slack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549CDC-5117-437C-B641-7D728A1B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381500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C0623C-D595-41CD-9A4F-A95B9378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95800"/>
            <a:ext cx="3829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#cx-poc Channel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79A694-9F90-4D4E-B255-B82A734F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81500"/>
            <a:ext cx="2571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72F02D-398C-4275-94AB-FC14FB3A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95800"/>
            <a:ext cx="2305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19C47B-E41C-43B1-97CF-E2DFD0C8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81500"/>
            <a:ext cx="2019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3B1E59-65E6-4A4F-9440-DA054EE0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495800"/>
            <a:ext cx="175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84977058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073428-59CC-4CB6-8970-827F3E2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BA529-7F7C-4C95-BD3C-440E2340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3B7D2-BBD5-41CB-B361-02E376B7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4EAF20-1CED-4092-B77C-331664C6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C4011-820D-4C72-A7F1-B4793FD3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F83AD-6E8B-4DD3-9474-80D04167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E77E0-2E42-4EF8-9C68-B31466E2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18666-1523-4FD4-B5BE-A287951D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3차시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5CC68-5FE1-4578-8671-EF2FBA40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64B94-2E6B-4044-A929-A48AA43B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76040-BFA1-4795-86B6-3F614025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5F2194-12D7-48CA-B6EB-9A2F0096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466A5-6288-4A7F-A05E-5564F537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80DA5-2472-45D4-AE32-2F9E5A33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Connector·기간·Scope·선택 이유를 가진 Read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14966-F097-4D34-8C2C-8C3F30F5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C6A1D4-729F-4771-9F12-E38B3806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0048A2-D79E-4F3F-8F05-2DFC35A9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범위를 벗어난 Channel·기간·고객 문서는 POLICY_BLOCKED</a:t>
            </a:r>
          </a:p>
        </p:txBody>
      </p:sp>
    </p:spTree>
    <p:extLst>
      <p:ext uri="{BB962C8B-B14F-4D97-AF65-F5344CB8AC3E}">
        <p14:creationId xmlns:p14="http://schemas.microsoft.com/office/powerpoint/2010/main" val="189141942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DF4E4E-0B05-434A-B986-E7F47068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0CAAC0-F490-4A18-8CF8-18BA6871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DD09C-C6E0-4AA5-B7A0-C91E44E4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468BD-2217-4BF8-B23A-7534230B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E2616-C129-4053-BB79-BC929AAA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E4563-3131-45A8-B2CD-83857900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FB54B-800D-4213-9514-632A09DC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ECA35-E474-4F99-BDAF-3308A69A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mcp_retrieval_plan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B5673D-D57C-4609-9B22-D50AC23D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CA839-4C52-4DF3-A0A4-4A18561A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92F330-240C-4B8D-86B4-8BC8F258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862281-11DF-448C-A3A3-DB43F874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D5128-D3DF-4366-B9FB-055F3342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EF93C5-74EC-4E12-9CB5-73D5AE55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A08094-C06D-4BE5-9A70-0CBDE945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47834E-78CA-4A40-B496-D62B3C79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0B5297-8029-411C-B8A4-BDD7BFE0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9CD96E-746F-48C8-B531-206E24FB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0E4F37-A39C-4CBF-B360-8DA16C9B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09AB00-4F5B-49A6-B734-160D0403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104060645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9D8AF8-D41E-4CBF-85CF-69F12309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06A96-D5F0-4A7D-B88C-7B00CDE3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69930-8885-4B78-B8C9-2AAAA1CD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FA2EA-A7BB-472C-BD63-92D9C938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3F27F0-FB1C-482A-92FC-C8DD5F49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B5757-6E7E-4192-84B1-EC550C0F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ED005-3790-4BE0-923A-4B945A73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"status": "SIMULATED_POLICY_PLAN",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"connector_count":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"lookback_days": 14,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"scope_allowlist":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"max_items": 5,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"executed": false,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84B56-25D3-4C2D-A02C-4C9CE9FB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47A12-77DB-46E9-A80F-F98AB9FE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121D0-7DEA-4A65-8453-ED74709F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F16F5B-E905-4029-B962-CFF76180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connector_count · lookback_days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3F076-9F61-4BC9-B0A4-B63C682B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602B0-85CC-46FC-A3B6-3FBB7710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930C5-4560-4DA4-9137-168C2B50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scope_allowlist · max_items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F69EE-EFB2-4E8D-94D5-16EF6E42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6DB8F1-F609-4CB1-BBAF-009D24E8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EA3CA5-45FB-4AAE-9512-D921F86A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executed=false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751DEA-3129-47AB-8BAF-09D4D30A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1F166D-95C3-4CAB-AD8B-C2E15066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3D370-ECA2-4CFF-A092-3C193334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685230932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561F3-582E-4836-942E-3F271527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4834F-E7C8-4F61-8D26-61AE10D9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8C6F4-0774-4928-AAE8-030462E0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B87ED-AF5B-4956-90A0-9247B4AC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A7A9C-4261-48EF-8178-8C13A03D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8980DA-5375-4663-888B-D107670C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0CEE3-3CCF-48DA-9BF7-B18821CA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9CEBC-00A6-4472-8766-3ECC399E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policy = MCPRetrievalPolicy(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allowed_connectors=["notion"],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explicit_user_authorization=True,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lookback_days=14,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allowed_scopes={"notion": ["CX PoC"]},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max_items_per_connector=5,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context_result = build_mcp_retrieval_plan(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envelope=envelopes["google_meet_text"],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domain=domain_context, policy=policy,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context_result["executed"] is False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context_result["external_write"] is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3BC7E-BFEF-4D2E-9622-093EF1B7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save_json("03_domain_context.json", context_result)</a:t>
            </a:r>
          </a:p>
        </p:txBody>
      </p:sp>
    </p:spTree>
    <p:extLst>
      <p:ext uri="{BB962C8B-B14F-4D97-AF65-F5344CB8AC3E}">
        <p14:creationId xmlns:p14="http://schemas.microsoft.com/office/powerpoint/2010/main" val="903349982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FBE6FA-CC77-4C85-BFB2-22178052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93188-BF53-4F9E-AFF0-A1B3DB48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MCP Policy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9B3DB-3BD1-4380-B48B-CB83647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F4226-65AE-4DEB-887B-4D92F820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8B6AC-BFAD-406A-B8EE-4BCEA893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24AC8-FDC6-42E4-A024-C690F627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1F9EA-264A-4472-B402-A1704EEE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880950-6BF0-4EF9-A25A-DC70D6D7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72C813-8CB3-49F7-8E85-CE80D90C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160EA1-C406-46DD-8426-DB07E4D7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125D3D-65A7-44DC-A46E-7D6354FB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5610A-C276-4BD1-97F0-C4C617EC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6D54D-3297-421E-B542-35905AD8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필요한 회의 맥락만 찾는 Read Plan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AA4346-D2F6-4F51-8D3F-1B473B6B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B3CE7C-E3E4-4E3B-B8D4-9FF23E74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F02EBC-1B82-41C0-8A31-1726258F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A3BF9D-83CB-4206-B170-CC6A42A4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Read Plan·Policy Test·비식별 Fixture만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9AF28-4FE3-4E70-AB9C-258769EB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709BB1-AFBC-4BD8-A4D0-E583E6CA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AC298C-24DA-4792-96A4-E0B7A94B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E30BD8-CEC0-41AA-A4E7-2091C5E6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Connector·14일·Scope·최대 5개·Write 차단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E4C588-218F-4870-B622-BABDBA75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89EA9A-0A60-435E-B12F-0539E272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DAC5FD-5798-4120-8C6C-AFDFD57F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AD7B22-599B-4C61-AB36-B2C4CB56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실제 Connector 호출·Private DM·Write Tool</a:t>
            </a:r>
          </a:p>
        </p:txBody>
      </p:sp>
    </p:spTree>
    <p:extLst>
      <p:ext uri="{BB962C8B-B14F-4D97-AF65-F5344CB8AC3E}">
        <p14:creationId xmlns:p14="http://schemas.microsoft.com/office/powerpoint/2010/main" val="294790784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996407-D9BA-4AEE-BC75-9B728568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0E0DF2-C04C-43DF-873B-678E313D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141BA3-82D7-427C-890C-8999CFDB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5F044-F9F2-4C2F-8149-6CC7A3F6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69553-9C1E-407F-AD03-09E3A6AE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FD34D1-124E-427C-937D-447698BE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BD572-01CD-4E13-B872-981891D5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9EAA01-82A7-42D6-97A4-D63CFA9A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D31247-798E-44FB-AF8C-0419BF21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EE762-AB4D-4DBD-A798-45408C90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3272E-B152-4DD0-AF64-BE9AC05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필요한 회의 맥락만 찾는 Read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811CF-2A42-418D-AC6D-613D7AAE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D015B-B848-49E8-87D5-61045972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9CE3E1-A540-4306-AD20-B454FDEC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mcp_retrieval_plan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6EB6CC-60F1-49E6-9C15-48B2B688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954E63-BA8B-42FB-BAEA-0D7BCD10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F9EDB-9CF0-45D8-A7FF-B107C528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018004663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920EBC-7B38-4389-9C8E-DBAD8009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0B04D-46B3-464F-8C36-859B1D5B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작성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35FED-E51D-4168-A365-9CD648D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B55DD-1BB0-4E35-BD71-25420450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A51B4-5CCC-4B09-A835-0DF27ADF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5F90F-57DB-4C89-BC5D-939EF908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E74FB-39B8-4064-B79B-65AD25FA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84B22D-AD40-48F2-8AEB-F793B6D7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자신의 산업·업무 목적 한 문단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009D6-B0B3-40C5-BA7C-74E171CD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AD9D4-1BBC-444D-9A78-A76AC707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48955-7FC3-4F6F-97E7-B3BFFF6B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용어 3개와 이전 결정 2개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2ED21-6758-4922-A23A-D3F6B2F3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FD844D-E475-4789-B3D3-81E880A3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D29C37-2BAB-4762-AEC7-1615C82C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발화 근거와 사전 맥락의 표시 차이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E5AF49-1997-4D7C-86FC-CDF2D468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053753-F378-4750-9C95-6BCEFB7F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78194394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796DC-7761-4A04-93B6-895836CB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31E5B-24C6-41C8-8E91-D289E719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Plan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8EF0B-0506-4CB4-AAD1-D542D67D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01FAD-E1AC-4B82-858F-C5CE1D55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CEBA3-89EB-466B-BBF8-838CE328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31853-B4AB-4678-B301-1B911F64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5D411-2FD7-45DE-9305-1762466D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FB274-9392-4AE8-AD51-BFB72EE0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Connector와 14일 범위 설정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C181E-AEF5-4138-A8B8-886C5117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D3070-D59B-4575-A635-6CF9BBA5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42224E-72EC-4B9B-8297-B5FE1D4D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Project·Channel 지정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F3FC5-137E-4505-A3E9-A3D5A54E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7B97D-DAD5-41F2-AE65-488C5596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72F3B4-5129-4247-AB17-FC864428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 Plan만 생성되고 실행되지 않음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5B7AD-DF9B-4346-93B4-A2F2B3B9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9C36DD-85C1-40C2-9944-5C541690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526938310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B8CB82-429C-4D8B-84C6-3A484EEA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9073F-DCE8-4616-9249-37BEB6B6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E3C56-130D-4263-940F-B64B51DE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85D81-2365-45AD-B61C-E52D1749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15023-4FD5-4C9B-B87B-9A30D9C8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5C6465-ECE7-4D6B-B450-5D232950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CC69D-9F39-4737-A2D1-5357D700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BC577-ADE8-49D3-95F5-4F65FCD1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70D86-94C1-424F-879C-47732C87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FDD61-A9FF-4550-BE25-2D6BE316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87641-2DB2-4F4D-8892-E444D122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8568F-9B97-4D99-A53A-BA8618A8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3DC45-A9D2-49C5-A32D-C88F475C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AE6650-CDAF-458B-BA68-63B55EC8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D502E8-C6E4-441F-B7D6-9F8925E6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Connector·기간·Scope·선택 이유를 가진 Read Plan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A3C4E-A8E6-4C42-BF11-3301022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238975-5A3B-41BD-932A-251D3045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4AE8CA-F056-4B6F-94A8-8D5F4DAD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B9B211-B535-4C7B-B8C9-07E8BEF7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494FBF-87F0-4540-876E-711E63B2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9BB0D0-2306-4136-AC8D-72C2A4DB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범위를 벗어난 Channel·기간·고객 문서는 POLICY_BLOCKED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31C7FE-DFCE-486E-87CA-BD7C2EB9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9E22AF-43A2-4B68-9796-B8730C68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A50EF-DD8F-450D-AAEC-1A83D825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C30A36-1774-4EBD-9A09-D1959373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9DCB60-1A8F-4E5C-9F66-8D7430A5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FFF950-D48D-4511-8586-88380DDF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Connector 미실행 · Read Plan만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3C9A59-49A4-401D-B0A6-8887778E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0DDD8F-B2FD-46B3-9D75-9B487470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A96DE6-BC57-4DFE-B526-B8AFA5D5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AA6CFB-5FE8-4047-BA9B-8D879C8E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FA0638-D936-4118-9889-EDC81B7B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42EEBB-CF50-4E5D-BC25-E5B91B2B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03_domain_context.json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78ECC4-79FF-4D3C-90E1-D43E7C5A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899E0A-2A5F-4E37-92C4-0DDFF457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48412608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0E1461-F4F5-4173-B3DF-E4E9A367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C707D-9479-48C5-89F2-8524E8A3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034FB-A932-4753-902D-A0BE164E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B7D69F-DE33-42DE-9AFE-02F62D1D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19EE9-A201-48BB-8F10-8D4DEB98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79165-686A-446C-8A80-60E51A62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250AE6-79BD-45DE-9C27-3460E1BE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0400F-ADA1-4CBC-A80D-4A2A47F1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승인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885099-EF9F-4205-BDC7-6C61BA65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0F298-71AE-475F-AEB8-A674CDCB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723F4A-44DA-4EBE-BF91-64D1BAF3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C4DDE-C863-4148-984E-C8BD3A22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1BA58F-6529-4FE7-A35D-B4E97B89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A2FE5B-C82E-4355-BC41-B6F5F7EF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기간 축소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DB792-79DB-4401-BABF-A6335C23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2E3505-F6D2-47A3-9F9A-0E31BA73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ABD871-3D49-424E-936C-6DBCDBC5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 재입력</a:t>
            </a:r>
          </a:p>
        </p:txBody>
      </p:sp>
    </p:spTree>
    <p:extLst>
      <p:ext uri="{BB962C8B-B14F-4D97-AF65-F5344CB8AC3E}">
        <p14:creationId xmlns:p14="http://schemas.microsoft.com/office/powerpoint/2010/main" val="293349036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C27AF4-119D-46AE-8C27-7EAAC839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F05AE-EDDB-470A-A919-8A3FAFCE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B009A-037A-417B-896C-E5110C9D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0B37C3-3B12-4DC3-935C-7FEE1501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926677-AD23-43B2-9DB7-5DFF900D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9F5F86-2C4D-4C3B-8399-7B06457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1C156A-BA28-411A-8D0A-87D7F41E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B8F7E-93A1-4051-94B4-9192AA50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1B57E-2DA7-42C7-A04E-FB0EE603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7C88F-6E73-4D29-911A-A4AE6D2E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43CEA3-B276-4100-B9BF-9A40F2F2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CF605-0FE8-4AF2-B316-43E0E828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CD1A4-09D6-43C3-919B-44523684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9E00BD-5832-48F8-90A7-78AF7630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E738B6-A829-4C3A-81EB-26FB3ECA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팀 지식 검색 범위를 통제하는 회의 Assistant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9541A1-62B4-4273-87BC-3297EEBF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5C95AC-D48C-48B0-A214-DC0D2313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528BCE-774C-49F6-82C7-6A489D2A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D9111A-6E53-4135-B23F-5B55F192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E0747F-82DC-4E62-BC47-90A70B05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4B9801-F9F1-434C-8C8A-953DC85D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Least Privilege가 반영된 MCP Policy Spec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2E280F-30B8-46B1-A975-953FFCE4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B74217-BD1C-4FAE-A0F7-9D6FBC0E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326931892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9837DE-2F08-43F9-843D-A7C5F6D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4F5E6-D3A8-499C-9B0D-91C5D871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33FD1-C6EA-4766-8FF2-77BCB635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EED0E-B351-433C-B9BF-07D16908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BE96A3-9567-4F45-AE97-68F17C00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6DF82-FE02-4D4F-A71C-B33EB73D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482876-7CDC-4D09-99F3-ABD03B33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CE2D5-7C9B-4D04-971A-7100BBBF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3차시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BE2994-E3C5-49A2-8BCA-3FFC7891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245F50-283F-49EA-989C-FE437517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7C981E-C656-4BF0-8D41-41B506E7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mcp_retrieval_plan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02202-75A2-4BCB-8303-B5359EF1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CB5FF8-3275-449F-836C-1A5F5D01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92167B-E3F0-4AC5-B0DB-BCDF4FB4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03_domain_context.json · Connector·기간·Scope·선택 이유를 가진 Read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A3538D-F254-46EC-B1E5-619096E7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6BC219-1312-47C3-A1CB-02E6544C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DB121-2D37-4EE3-8F34-3CA0EE19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필요한 회의 맥락만 찾는 Read Plan</a:t>
            </a:r>
          </a:p>
        </p:txBody>
      </p:sp>
    </p:spTree>
    <p:extLst>
      <p:ext uri="{BB962C8B-B14F-4D97-AF65-F5344CB8AC3E}">
        <p14:creationId xmlns:p14="http://schemas.microsoft.com/office/powerpoint/2010/main" val="199944752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7C90C-ACE2-4513-83FB-48E20DFA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A32B3F-B389-4229-BB62-1032E18E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F17AC5-2D74-4C39-A42F-FB7E15F9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6BEE8-14E1-4361-897D-747E98D2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DBB059-7D98-47B5-B7E8-7A0C4F37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14F2A-49DA-46EC-B5D2-E6CBA27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36A7E-E99F-443D-8185-5782ACE3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ADE29-0FAF-4728-92DF-0DEC03ED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16FDF0-9022-4FED-A17E-7493265E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7F8C9-AD51-45C3-97D3-30DA0C17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82D5AE-7C8F-40B2-A4B1-23236F35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 Plan 생성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D650C9-A7DC-43EE-B157-DB9C2481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83A6C-2993-4C78-B50E-FBC7477E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530285-2808-4605-BA93-7F1784D0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 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AE0DDA-FA05-4C7F-9A14-A8B4AAF2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38164-4651-4393-8D81-C8847F00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MeetingRecord Schema</a:t>
            </a:r>
          </a:p>
        </p:txBody>
      </p:sp>
    </p:spTree>
    <p:extLst>
      <p:ext uri="{BB962C8B-B14F-4D97-AF65-F5344CB8AC3E}">
        <p14:creationId xmlns:p14="http://schemas.microsoft.com/office/powerpoint/2010/main" val="215174096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309562-D8BB-4294-8DCE-227A9B8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08C29-85BD-4146-8079-2DED1B53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4차시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56D3D-88FF-4A40-95A6-55F63920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13:00-13:50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27785-DFAB-4D9B-B819-E2782FC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MeetingRecord Schema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FF105-5A53-4BA2-BA91-02CBD5BE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Summary · Perspectives · To Do · Insights ·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EEC171-56A7-400A-8F4D-39401060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F7746-6F8A-44D2-A061-FFDE5A4B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08468-BD2B-49E5-8851-C103ACAE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50D6D-D253-482E-95CF-D30E622D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76892-D70C-405B-B3C7-FE822D67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BDE5C-3BB9-4234-8555-01523C04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20-48분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2B0942-7E24-405A-BC08-9C71C260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E48E2-2648-4CA8-8730-ECB2D9A8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48-50분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D8240-B474-4185-A806-A8E0F8BE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40C9F4-4270-431D-B9A5-80909CDE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1796936992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7FEAD-D044-46FA-80DA-6154BF02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69A8B-99A0-4173-9046-184B6CFA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기록의 공통 결과 형식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96564-3AD8-42AC-A39D-145409C6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ECC15-3C8A-4608-8EAA-A4161360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53BFC-B8B5-47C4-882B-14C295EB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EC0E8-0049-41A2-B053-CE0A8DFA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요약·관점·할 일·인사이트를 원문 구간과 연결하는 재사용 가능한 결과 형식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2991B-0EC0-49AC-883F-F64963B6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D090E-386B-4D1A-AF86-B1403BAD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9D633-5CFA-4DC0-9846-DD103FEF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담당자·기한·감정 상태를 추측하면 회의록이 아니라 조직 리스크가 된다.</a:t>
            </a:r>
          </a:p>
        </p:txBody>
      </p:sp>
    </p:spTree>
    <p:extLst>
      <p:ext uri="{BB962C8B-B14F-4D97-AF65-F5344CB8AC3E}">
        <p14:creationId xmlns:p14="http://schemas.microsoft.com/office/powerpoint/2010/main" val="1530618745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A7E591-38C0-4DBF-965E-E0088EF3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A835ED-7475-4F43-821E-145C98FE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 문장과 Structured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D3CE3-D9E2-4F3E-BA9F-E8805ABB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0DED0-DBDC-46B4-BCCD-157FED86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991FB-7063-47F7-AD56-69C5A35C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1020D-4876-44D3-BD46-E7F75327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7751F-A0EC-410D-9B98-A88FAB04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6F3242-98EB-4F9B-B314-5957E6DD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2C3EB2-1BEC-4B0C-9767-9E3E9E5D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12512-BE4E-4281-9162-C80E910E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994D25-C993-4C25-93E6-162602E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394E65-FC72-4D7A-AF36-5374640A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4DED02-293E-41CB-A75A-AC5D8A1E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2903E-7665-4DB7-98C5-273F0284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4E7EC5-2FF8-49C6-B411-8628916F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요약·관점·할 일·인사이트·근거를 묶은 최종 결과 규격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BA99B8-4683-4097-98DE-67BBEDD6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D30135-522F-4EDF-8C4C-4D1E06C6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65DFEA-44F6-411B-9283-04579CBF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792381-2203-4F50-BACB-9F7BBD28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TodoItem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3CD53-4997-43C6-A1AE-BB25A246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95F5C-D1B3-4FFA-8E56-BA134336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할 일·담당자·기한·근거 ID를 가진 실행 항목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85FB96-69C6-49CB-9E6F-79983EC4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FF3F76-FBE1-4F4D-9D38-BBCE0FA3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Validator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E3B488-0D71-4299-AB37-AB9A23A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3A281B-69AE-4725-AE55-77C1895D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HorizonInsights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EBEAF4-07AF-4401-A03A-AA725E1F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A311B8-5DCA-4027-B5AD-5B1B7A9F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단기·중기·장기 관점으로 나눈 회의 인사이트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1C6397-5925-4B3E-8716-F9624759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C103D-2A7B-46FF-B8B0-539F5653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TodoItem · owner / due 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0639E5-9366-4D8F-A682-C7D25AA8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0239DE-0405-47E3-B7EB-60B9DDE5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Validation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3C6DBE-7178-425C-8193-2C69DEAF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F0FD91-4C61-4097-A984-BD413F1E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결과의 근거 ID가 실제 발화 Segment에 있는지 확인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0F8CAC-3F83-45D8-841F-DA3BA5ED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7DE2EC-3F81-4E26-A09A-BFA270A4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· well-being risks</a:t>
            </a:r>
          </a:p>
        </p:txBody>
      </p:sp>
    </p:spTree>
    <p:extLst>
      <p:ext uri="{BB962C8B-B14F-4D97-AF65-F5344CB8AC3E}">
        <p14:creationId xmlns:p14="http://schemas.microsoft.com/office/powerpoint/2010/main" val="986733845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4ED695-382D-4ADB-835E-612A2C0C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658E6-783C-4A0D-8844-11C39A09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A776E-327C-4A86-9B77-D0348BD6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7CD83-1E00-4117-8D1F-D68777AF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0F69C-AD1F-4FED-A7AE-31A732F9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F520E-5C6F-4952-98D2-B14DD608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9C4FC-7B0E-4524-90D1-6BC15A64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C54F9-2AF7-423A-9029-A866C4E6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2D0350-B1BB-4F4B-A528-74CBF910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BEA262-87A8-46D4-90FA-56FFCA45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2F3D36-CA25-4198-B346-5D48A84E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64AF2-A168-4A89-BAEF-CA624969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목적·맥락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28D03-FD76-47D6-B9A7-09020368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7BA28F-66A2-4672-9795-E233722C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9571-5ABC-415D-A09C-D936590F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발화자별 관점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5F35FD-0643-4810-B263-42394DC1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F30F4-FD06-4B95-B7B6-B20CAB5B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8CC7B6-2A24-4D36-BB0C-9A24BF95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결정·To 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7FFCC9-EFD3-4158-AE8D-9F47BDC4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D49FA-73FF-4385-ABEC-7494B886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820261-6FAB-4241-8486-7B21E628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단중장기 통찰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FDF214-022B-431E-9390-3843E0AC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B98FBF-5031-4CDB-A8C6-1A7367F2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A1B007-C0CF-4E06-91F5-72C08FD7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evidence·null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F1F18D-D395-47D5-855F-B2A4B9FE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66944452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436399-B06A-4C98-88AF-0A487105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13F70-DEEB-44F2-BAC6-3163DDA5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Field별 작성 원칙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95C793-146B-4B18-9484-DD3A7EB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6AE32-99FF-485D-9BDA-7682870B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F3DC21-E7F4-49AC-9301-2820E368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DF281-1746-4668-B1AC-4EB3FA2F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396D1-3C7C-43CF-8943-B9DCE0E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D99B21-97CC-4E35-B4E3-F52B5974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73F08-B50C-48C1-A6FC-7847B538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CAD49C-67EF-47EE-A337-616BF86D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7AF5B-6198-45CB-BD2B-A47C78E8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FE3D1A-DCF8-4FC0-B1F3-B885FDB0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45217-8FAD-4080-9658-6D0D0F82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요약·결정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22CA1-8543-442F-9209-381DD82F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ACB311-0C3B-4B8C-8FFE-1884C570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근거 필수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D986EC-6CF5-4808-8336-5DD3E4B6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8D3C6F-AF6C-48C6-B7FA-6BC125B5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evidence_ids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8955F6-E38B-459D-A1D9-D41CD91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068CF5-EA2C-463F-AD5D-424D9761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담당자·기한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4FF156-3CD1-4D37-A927-4E72A7F9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B5CB26-69B6-44A7-87C9-79152AA8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추정 금지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0897DC-B537-418D-92FD-52AA054F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DA809B-8FA2-44B1-94BE-2481A7A1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모르면 null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335C1C-ED7D-49E2-A25E-FA886DB9D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AC2F41-114D-4133-B4B7-68C8AD1E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Well-being Signal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AB2137-6AC4-4F1F-BFA5-3A476060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A76691-6E00-4A9B-81ED-A3ADE164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진단 금지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F9D88B-3CDC-4608-AEC7-DC473A79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6C2766-6399-4066-A9FD-A7041F35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발화와 완화 방안</a:t>
            </a:r>
          </a:p>
        </p:txBody>
      </p:sp>
    </p:spTree>
    <p:extLst>
      <p:ext uri="{BB962C8B-B14F-4D97-AF65-F5344CB8AC3E}">
        <p14:creationId xmlns:p14="http://schemas.microsoft.com/office/powerpoint/2010/main" val="1058071051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C16366-EF1F-4E3F-AFA1-60849BBD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8552AF-B0B6-4D30-88F2-AC2731C3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Schema·Validator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886FA-3421-443C-8094-F84AE342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FF1F0-0F08-4D5D-9C4B-F4073B5E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AF8B3-CE4D-4C5D-A61D-34F7E17B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53027-D706-4A60-8212-D72055E5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AFBB0-0808-4DEA-BA3F-2A531142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4863B-6EB7-40A4-964E-E316F5FD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6B7657-B730-4178-B353-1E7CC125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5F477-18FE-4D72-B013-AF88B103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B7434-86B3-464F-B2C9-D5ED66FF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D8504-0C61-4B7B-A512-36A2FBB7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2D2F9-2361-4B65-A6D6-1823C8EE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· TodoItem · HorizonInsights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4A3410-13E0-4717-B692-0E413FAA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8CDA66-C45F-4821-B79C-C9C6301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7CA97-1AC9-4475-A9DD-5B6CD043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A573DB-DADC-4AFF-8772-443DE32A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4차시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E1B794-0CE2-4B05-AC23-70F54365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7E3298-F6AD-4383-9194-CE397268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06873D-F051-419E-82FF-16A787F9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A75620-81EB-4492-93B2-57495608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validate_record_evidence()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222C31-B8D1-4B2C-BCBE-906E8F32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0DD416-C81E-4FAA-AB5B-0E29C0AD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FD2E24-F32A-43A5-8B03-5A36F11E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704F1E-7F00-4AAA-87BB-03BAE30B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04_meeting_record_contract.json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3864F6-833B-4A10-8DD0-303101A3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9D7D57-C433-4619-B087-96724613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Pydantic·LangGraph 설치   ·   Notebook 4차시 Cell   ·   세 입력 중 하나의 TranscriptEnvelope</a:t>
            </a:r>
          </a:p>
        </p:txBody>
      </p:sp>
    </p:spTree>
    <p:extLst>
      <p:ext uri="{BB962C8B-B14F-4D97-AF65-F5344CB8AC3E}">
        <p14:creationId xmlns:p14="http://schemas.microsoft.com/office/powerpoint/2010/main" val="1653832892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E5490-A04C-439B-980C-862BE0B0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B944A-F086-4B98-9902-6342CD7E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Validation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6837C6-1E63-4E88-AD1C-38BDAB95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0BD0F-0498-4A67-8579-BF816083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27F68-4F76-439F-8AFF-526FA05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13B3E-71DD-427D-A7C2-02C2E929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0CEA1C-8128-445E-A109-AA49289C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567690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"meeting_summary": "배송 지연 자동화 범위 합의",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"summary_evidence_ids": ["s003"],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"todos": [{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"owner": null,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"due_date": null,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"evidence_ids": ["s006"]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}],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587E9A-9D03-4C0F-A87A-AFC2A06C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별도 오류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CC48EA-6FFD-44F7-983C-D1112D91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42672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6DB10-AACA-447C-86B6-CA65E8F4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717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s999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55F746-9728-40B6-BE88-8B9814BA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24200"/>
            <a:ext cx="369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TODO_1_UNKNOWN_EVIDENCE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EB59D-DE33-469E-B41D-8E231FEF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672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확인 원칙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06F56C-1EDA-4054-AB82-211648A3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62500"/>
            <a:ext cx="4267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모르는 값은 null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사실 Field는 Segment ID 필수</a:t>
            </a:r>
          </a:p>
        </p:txBody>
      </p:sp>
    </p:spTree>
    <p:extLst>
      <p:ext uri="{BB962C8B-B14F-4D97-AF65-F5344CB8AC3E}">
        <p14:creationId xmlns:p14="http://schemas.microsoft.com/office/powerpoint/2010/main" val="1054377670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8F37B1-2790-4A52-A0BD-F36A167E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31F39-A100-4914-85E2-BA95E25A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51BB9-0745-4A69-AF40-B5E4B47D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F150B-10C0-4F47-88F1-122959A6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D678D-FF79-4066-97B9-73D91EC4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5B086-F0B8-4E6F-B2BB-3F1B2300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50F5E-CB0C-4396-8708-A6AD8AE8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3ED43-41CC-4277-BF17-E7C49F33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4차시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D5288-B2F1-4E14-B437-533F4CB7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017B0-18BE-4827-8008-B0F56D05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090E4-CEF1-4B11-86CF-0DEABA22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585D8-A819-4678-919A-BA11EF21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D76C93-47FF-45F0-A01B-706B9104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8581C-CFC9-4973-B33C-9011BFC6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사실 Field가 실제 Segment ID와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F20C6-8179-4DA9-A66E-CA366970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5A9894-66C4-46ED-B638-8A5F6FF5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03283-BD68-42F8-BB67-FE08BB90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근거·임의 담당자·추가 Field는 Validation 실패</a:t>
            </a:r>
          </a:p>
        </p:txBody>
      </p:sp>
    </p:spTree>
    <p:extLst>
      <p:ext uri="{BB962C8B-B14F-4D97-AF65-F5344CB8AC3E}">
        <p14:creationId xmlns:p14="http://schemas.microsoft.com/office/powerpoint/2010/main" val="1269431087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C8A38F-8AF9-4FE9-95DF-FA04B1A7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4F945-DA8A-4F9C-8598-2BA8718A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75427-4413-46EA-92A8-E77DDC05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C5A8B8-B69B-4D83-8834-014F767F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1805E9-F72B-4A6E-9951-A2401AF3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3609D-9B85-4D81-9F3A-5A7FCBFC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13C4A-86F6-49B0-928C-4155748B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952CF-A653-4EC5-8015-608A3C27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meeting_record_matches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A7238D-F471-463B-A1EC-9026D995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5AD86-76FF-458C-A859-79FC292B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CF0C9-4283-4DF5-8496-71417831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607716-42D6-40A7-9B45-0A623232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27D517-6337-4D7F-A3D3-0C6FE6F9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A1D3E9-1001-40FD-BC7A-FAD76B71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1F4A9-3E98-4E6F-A4A1-74EFB13C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E796E5-D1B5-4C8E-922B-8560AE3A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0D954-BC84-444C-9012-F713988E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ABB09F-1248-462D-A216-CCC3828E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F26CAA-B0FA-4976-A4EF-C9AC30A4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42EDBB-64E0-41A3-8F0B-0F3E0805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363835727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A0FD70-CBC7-4BF8-A05A-1B886CDC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84EA3F-2C34-4216-A1FB-66A3D8AA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F6FFC6-D223-4857-AD18-6718EC0F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6703C9-9939-4524-A6A0-43D145FE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369CC-B4F2-4915-81D2-031F219B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34C5D-23C5-4076-9076-1D404425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225C1-EC97-474D-8737-0872FF0F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"schema": "MeetingRecord",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"field_count": 14,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"evidence_errors": [],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7C7CC-6B64-465F-A5D7-75B46CA3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164CB-11DE-49D1-8511-643AC97B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E1CC8-1F82-4EC3-831E-E24FA227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87D5AD-C901-491A-AB4D-D73A3103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· field_count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FB5A7-9F20-420B-B940-B47FB472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1ACC-5E8F-4D55-B7FE-9C8C4A6B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A337EA-FD15-4458-B41E-1B42EB74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evidence_errors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1EF31-1C7F-4D6D-A848-D68EB6F2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FF5EE9-65FC-4284-A41B-FA57336A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7959CE-D15D-4C0B-994C-77796787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human_review_required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285B14-6157-4413-A496-EC051472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60A9A4-5A63-4385-A6A5-002A2257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C1A203-B473-4B66-A0DE-19244A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33461171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9C3647-C33B-42C9-9B05-C8C57103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A249F2-212D-4481-8A99-8759880E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B93BB9-6CFE-442C-A5FC-59B35D62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E2BE2-BCA7-41DF-AE25-120A6278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975ED-A746-4E96-8775-CCD73526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CE407C-798A-4EA6-97D1-DF2FF421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39C085-DF53-4B57-87FE-FCD34FA0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3558C-AF05-486C-8D3E-E110406C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result = run_meeting_workflow(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sources["google_meet_text"],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domain_context,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review_decision="approve",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retrieval_policy=retrieval_policy,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record = MeetingRecord.model_validate(result["record"])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envelope = TranscriptEnvelope.model_validate(result["envelope"])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errors = validate_record_evidence(record, envelope)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errors == []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record.external_write is False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record_contract_result = record.model_dump(mode="json")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667860-91E2-418B-90B1-CE03DAC1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save_json("04_meeting_record_contract.json", record_contract_result)</a:t>
            </a:r>
          </a:p>
        </p:txBody>
      </p:sp>
    </p:spTree>
    <p:extLst>
      <p:ext uri="{BB962C8B-B14F-4D97-AF65-F5344CB8AC3E}">
        <p14:creationId xmlns:p14="http://schemas.microsoft.com/office/powerpoint/2010/main" val="982857541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9517FD-4458-48FA-8C3B-6E8051B6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335EF-CE79-4A49-8C96-DE118F95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Schema와 Validator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DD1128-91A8-4082-B8D8-0D04A556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86C54-796B-48D0-9DE1-DACD8D82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F9CD8-4F69-428C-9C9E-A6BEF689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2AF730-0F5F-4324-AFAD-5A17B797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34B01-CF4B-40F4-A2D2-F4CBB121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CFCBE-58E7-442D-8FD6-995F1FA7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835CEA-B248-4B9B-8B0F-4544FFC1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835FE-2E42-4DB0-A9A7-3E657BC0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95897-03E9-4C92-92DD-F76B9173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B405F0-C5BD-491D-A0BD-DB5DBC7D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44F8C-ACA3-4140-A255-2939858F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MeetingRecord Schema와 근거 Validator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2D4DF-C75B-4B72-9D60-B9607770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F5C3D-F068-493D-9742-2FE80F3D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2B4A2-B8CE-4F8C-A75F-284071B8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789602-D2FD-4A79-A888-18B8062F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MeetingRecord·Validator·해당 Test만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1309-3F55-48D0-A120-240A541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57BDBC-B0C7-403C-BA3B-9286E11E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24B563-CAF6-4BFA-9CB0-D48C3EC9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0CAB02-C3C5-4CE1-95DB-F0875709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Unknown Evidence·임의 Owner·Extra Field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9BD5C7-991C-4A7F-808B-822DAF37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3B3828-B883-4CA3-A6B3-1C3C03CF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2485AE-EF65-4651-9600-D5E029E4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81240F-F134-4650-8B0D-B15D60BB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임의 담당자·기한·개인 성향 추정</a:t>
            </a:r>
          </a:p>
        </p:txBody>
      </p:sp>
    </p:spTree>
    <p:extLst>
      <p:ext uri="{BB962C8B-B14F-4D97-AF65-F5344CB8AC3E}">
        <p14:creationId xmlns:p14="http://schemas.microsoft.com/office/powerpoint/2010/main" val="1840689844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DFC532-A12C-416D-9644-C2118640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8A08E-E390-451E-896E-C533708B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A31D0-AFE6-4D5F-A54C-714DEF8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4D639-C231-4B00-BAEE-15EB0606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34E8E-A583-4461-9141-23C915CD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C8EE2-A942-4332-BFAD-BD6CC95B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EFBAB-13A3-4301-92A7-FF8E075B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4D894-13FB-4FB5-A876-7CB2E28A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validate_record_evidence()의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9F698-022A-417F-9823-44C53BA4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18B74-78A5-4821-9709-4800D3E1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BB058-71FA-44CD-B9A8-4FD7380E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Schema와 근거 Validator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15582-2882-4D32-8CED-E69AEE61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C90B22-37D3-4088-8343-323F430A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10029-0AEE-44E6-B093-07D9212A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meeting_record_matches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0720A9-C1CE-4468-AF46-47A33430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F5B1A-4DB3-4F77-9C8F-8362C726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D3E50D-EF52-4976-A7EB-E3F1F34F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629002980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ADBF9C-6BE5-4611-A1DA-0D0364EB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9BA89-C478-4430-96E1-D58B38AC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48A0D-3DE2-4730-ACED-D80E1C05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D0E3E-CBEA-414F-AC71-8901C535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966E2-3528-4FAA-89A7-A19315C8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3CE7C-116C-4C71-A562-F1CAAD27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2C191B-D083-4437-A513-C0119D6D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8CF2DB-48C9-4F8B-8A22-D64BE4A1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4차시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C39FB-2362-41F4-BDA7-B1725D5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5BE4D-3144-485A-B8CC-2FA489AF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FAAF35-F205-4FB5-B50F-AAD003D9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Field와 nullable Field 구분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B12BA-89F8-40F7-BFEB-2F790159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D4EE19-CFEA-4346-A477-225A53D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7E7A0-EDE0-40D9-8B1F-B85E64F5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MeetingRecord Sample 저장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22975A-3093-4B6C-ACCA-5CF68EE0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6921FD-3A3E-4B44-864C-A510968E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1946863224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24BB87-818F-4FD0-9094-98FB868C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55381-7719-4DD8-B56D-21DF51C4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근거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0B08AD-E7A1-4B93-9C32-481A9085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A2A52-6B39-4C0B-B335-43B75FC1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FAA41-E0B1-4C32-AB54-5C477BD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DF24C-D713-4F6E-AEC1-7E5CAF71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0B485-90E8-4823-B123-F3388D7E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505504-F441-4A0B-96AB-F2F7505B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존재하지 않는 evidence id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E4DED-D9E5-48FF-8D1C-5C2DDAE6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214C2-22DB-4172-A856-24D2F31F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6D824-9989-4938-87E8-2F559568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UNKNOWN_EVIDENCE Error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B3414-92A5-4563-B48B-F76E4FF3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8A0BF-24E0-454D-A671-ED6F12DB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6B78E-9BE7-45C8-97C4-F14124FC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담당자·기한 null 정책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20ED2-0297-4975-B776-0AD6CA63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ADC2FF-51C0-4C6D-B299-31BB0473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845558981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4034EF-796D-4E73-BABD-7E435161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76B11-8F02-4A7A-9743-99DF0BBD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9683A-CC8C-4D90-8561-DC566BE6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3886F-9F00-4628-B59E-AD995D97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BFF3A-C961-40EF-8590-44FAB8E8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13F1F2-EC11-4122-A212-624C891E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00D2C-EC15-4695-AC42-B1676A37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77EBB-C4B8-4081-B54F-881EB78F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BC6BF-F219-4F68-A910-8B11D65A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E617F6-6578-45DE-9BCC-F9A98CB5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E09580-CF80-45E7-8399-1F78DB51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60ECB-E65F-43B1-AA0C-417EC2E1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7B9BCC-B1A6-4B13-BA49-AB37C940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E52EA1-A585-4882-BC26-43757024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916AA9-D924-4E7D-AAA4-FF8CFF22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사실 Field가 실제 Segment ID와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5F2A9C-1776-422F-A729-E5EB6E9B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E74D96-B1BD-4697-9662-C9C11BDD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28F4C-8FA5-4A70-9885-8C5C9224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FE0AD5-B3CD-4E3E-B706-850FF660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252C3-C54A-4B62-B7B7-46C99059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AB3D82-D497-43E9-9DC8-66F4135A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근거·임의 담당자·추가 Field는 Validation 실패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DEBA8B-13F6-435F-808D-3A4690A1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4EC719-F5F4-4935-9A15-49827B16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7E2FCE-BF6A-493C-95BB-666D680C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1D95A7-3740-42CA-B28A-2BF6A80A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70A9F1-DD7E-4D90-BF20-9C5942FF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DBA641-4F87-4292-83F4-AD308269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검증된 MeetingRecord도 Local 결과로 유지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981384-FF89-421E-9513-1BB7A58A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A0203C-BEB1-47A4-A7F2-E33CFADB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9AEAFC-B3EF-4822-B0BF-2527281F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D16D-EC52-4C0E-A48D-6A02003F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846BAA-13C2-47EB-996B-32BB6A9C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5FBEF3-5514-4E5E-AEB4-228584E9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04_meeting_record_contract.json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72EC5A-3300-43D8-9D38-30E60F01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E83227-1613-440F-BC36-F47045F2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044757743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0C5A08-6CA2-4CD8-8101-2B9CB4E0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454342-DD17-4552-A261-48BC6AEB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FA96F-9380-42D7-9259-6B20A5D6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5569A-669F-4A37-99AD-E8B06EC3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8D58A-ABE0-49B9-A043-CFB21FF7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DC279-98CB-45D8-A729-3FE3EBCD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DB274-4A7D-4856-837D-5F7CE55F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5AEB7-CD60-4CCC-B133-439489FD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Error 위치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CBD74-65D6-47EC-A82A-066A9796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9C83D6-4DE2-4B5C-8742-354E385E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205E5-C74E-414E-8618-8E9B7DEA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ID 목록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EB51A-2772-4A67-8FDF-0DC8F7EE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B7BC50-52B3-4475-A8C3-085326D6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114230-ACF5-4736-AA4F-5337F3C0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nullable Field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CFF8A7-0215-473A-B076-1534C3EA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B0BA67-69DE-41E7-AFDB-6F67A0A3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E48A78-A54C-4F85-AE1C-831349A8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재검증</a:t>
            </a:r>
          </a:p>
        </p:txBody>
      </p:sp>
    </p:spTree>
    <p:extLst>
      <p:ext uri="{BB962C8B-B14F-4D97-AF65-F5344CB8AC3E}">
        <p14:creationId xmlns:p14="http://schemas.microsoft.com/office/powerpoint/2010/main" val="396498486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F06001-468F-452F-BE0D-B3372536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C64A6C-0126-4732-B3B6-9411C121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DDCF3-F2D6-4ED5-BA98-B849A640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7B1D6-F44A-4CF0-8AA4-61777568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CED3B-769D-4E35-83EE-DFEA2BB7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DCFCF7-CAE7-4F0A-B125-F4373D84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778DC-D467-40CE-B01E-EF0555F1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B221F-BDB4-40D6-844F-7BD1335E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BE925-8E67-496E-9A5F-5C7B960B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E4E18-42B5-479B-9048-F8DA5D0F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A89A7-FE3D-40CB-A564-BBA3C785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28A1ED-CEE0-4D71-95C4-D086A4C1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2010A-06F5-492C-A5A1-5ECD8633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8B0C2A-B9DD-41BC-8858-C2869325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F9A683-4779-4686-8B35-0BCCA5E5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도구가 달라도 같은 결과를 쓰는 Data Model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41ECDD-24F6-44B0-8EC6-093AE808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D3C569-CB5D-428D-943A-B565C863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E45C21-522F-4039-B17A-B1663EDB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A5AEF1-3D07-4B2D-A74F-179234B0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02241-E534-4151-A8B9-20368707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0490C4-B29C-412B-BA22-EB9A4DDB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Structured Output·Evidence Validator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3AC62E-9AF5-402E-BF7B-0C4389C8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BD8E3-8F19-49A0-803A-41B0FBF3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274660291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A9BC0-5487-4B7B-8849-F7A40E79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4C6AC1-6FAB-4638-B3D7-2E8D8DE5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E0C2A-A2F8-454A-8A1C-29366D31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FD6B0-ADD4-4D8C-B3F0-F4117389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6C37F-13F3-4519-B0FD-BEF9F055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A559B-BA51-450B-880B-E8560FBA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8FA0B-7C2D-4158-A4AC-533D06AC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0E28BB-EB4C-46FF-BA9A-66BF4B8E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4차시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64D63-440D-4024-BB20-E75E2C79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C40FDE-82A4-4D43-9102-E45E77AF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A9CB73-8FD2-4EF9-A902-2A9DE3C9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meeting_record_matches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C7293-C2D3-493E-8982-87EF8D5E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8A27D0-E29E-423A-88C6-FAD8A77D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2DAA5B-A6EF-41B2-93E5-B32BA75B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04_meeting_record_contract.json · 모든 사실 Field가 실제 Segment ID와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4805D-4BA1-48BE-9268-FF2466A5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A14ADB-67CD-4FDF-9D46-CA70B973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2FCD8-B960-494E-A57D-B21DFB5B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MeetingRecord Schema와 근거 Validator</a:t>
            </a:r>
          </a:p>
        </p:txBody>
      </p:sp>
    </p:spTree>
    <p:extLst>
      <p:ext uri="{BB962C8B-B14F-4D97-AF65-F5344CB8AC3E}">
        <p14:creationId xmlns:p14="http://schemas.microsoft.com/office/powerpoint/2010/main" val="349312400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5E140E-295B-42E9-89E0-8B46BF4B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4FBA94-772A-4ACD-AA30-897C77C0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163D9-DB3B-4102-B376-EAD49455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CC4EA-B388-4A7B-AD80-6FA6FED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ECF873-5AD6-45B5-A3E0-65051E73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977D2-71C6-490D-853A-4692FE59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9D642-E754-406A-AC2D-46BC8CA1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B58F2-1F19-447D-8287-F12814B7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Field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F8FDB8-7612-485C-A4F8-49635C26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541BC-3558-4C39-89C8-2B1E8CBF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A4A2C-8C9E-440D-9230-EF8E56F1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Record 생성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AAAA5-ADB8-463D-8D5F-46F0F448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62365-33FA-4C68-92AB-F04E9DF1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CA0C65-1DD3-4A8B-B266-625F13B9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오류 차단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92966-B5D9-4376-B1F2-408383D0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C849C1-6F8A-486F-86EA-E677D65D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Coding Agent Patch</a:t>
            </a:r>
          </a:p>
        </p:txBody>
      </p:sp>
    </p:spTree>
    <p:extLst>
      <p:ext uri="{BB962C8B-B14F-4D97-AF65-F5344CB8AC3E}">
        <p14:creationId xmlns:p14="http://schemas.microsoft.com/office/powerpoint/2010/main" val="209452966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F55A59-CFB4-4B95-8CC2-537E3012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9D599-1AC6-4010-A24E-587DD6F4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5차시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8B777-9A43-4ED8-BCE7-D22568A3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13:50-14:40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E5DF0-CAA5-450F-B408-1D00D43C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Coding Agent 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1D657-F2B2-45C8-8E3F-91D67B2A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Scenario Tree · Task Spec · Test · Diff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0FE363-B790-4EAF-95E0-61BF636B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DE92F0-2087-4C87-893C-9D1EAE48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00FCC3-ECCD-4A0D-B603-6968214E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E50C3-BF19-4DF7-A073-344249EC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3E7B7-2821-4A8A-95AA-1E1D8D68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BB403-C855-424A-AB07-2D74D8AC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20-45분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7BFD8-0A5D-4E66-A6F5-E531856D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2F9E6-9F74-4A66-912A-1B63F726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45-50분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9295D-C021-404C-8A03-727AABA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8ED2AA-29A4-4163-B101-2BF1D55F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05_codex_run.json</a:t>
            </a:r>
          </a:p>
        </p:txBody>
      </p:sp>
    </p:spTree>
    <p:extLst>
      <p:ext uri="{BB962C8B-B14F-4D97-AF65-F5344CB8AC3E}">
        <p14:creationId xmlns:p14="http://schemas.microsoft.com/office/powerpoint/2010/main" val="1176201660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17B0AE-8D25-4C06-988C-7401A625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6C1098-582F-4B59-93ED-FBB3EA5D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Agent와 작업 계약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DEB347-7C9B-48D8-AD90-E3008020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72347-5D71-4DFF-89B4-A3258820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DB72D-7725-4127-99FF-F9535E29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19C30-D68E-4885-AE7F-E222AA6D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상위 모델에게 목표·허용 파일·Test·금지 행동을 함께 전달하는 개발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887DA-A430-401E-B355-346A46FB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D3153A-2FB9-44C6-BA55-EC48F6B7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DA6907-A883-48D6-8EC7-4258385C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상위 모델은 설계 파트너이지 통제를 넘길 대상이 아니다.</a:t>
            </a:r>
          </a:p>
        </p:txBody>
      </p:sp>
    </p:spTree>
    <p:extLst>
      <p:ext uri="{BB962C8B-B14F-4D97-AF65-F5344CB8AC3E}">
        <p14:creationId xmlns:p14="http://schemas.microsoft.com/office/powerpoint/2010/main" val="1355775796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D222DF-35D7-4DB8-B2E8-FD01BBC5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C7463-6B40-421E-9BE5-5C8C2B32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Scenario Tree · Harness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0FE2A-4878-4605-95B4-FB3EDF56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FEFD9-8A1B-4327-A0EC-49C2EA8C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2E1BC-065D-4585-B3FD-071BDE7B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5E317-9012-4521-939E-D8E8D051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A7FC7B-3FFF-4647-90C3-E500E56D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E396A4-816C-4EBF-B8E6-7BFE9842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AEFB8-15E0-4D3F-A1D5-B9325FDE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980DC-523E-49C9-93ED-18B684A8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40C2DB-C665-4B17-8DA3-7BB52863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338FE1-CA7C-4DD4-9B5D-09421737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BC51E2-9AAD-471B-BCC4-CA100CE3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Scenario Tree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CDB1C4-D2C4-477C-9F16-E6155396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61A454-6F00-49BB-BFB3-8C8DC13A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입력·목적·오류 조건에 따른 여러 경로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E0F30-DA1C-4333-9AD4-0EA8B1A9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589664-E97D-4D3D-863E-ED0B3471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labs/day2/codex-task/TASK.md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5257E9-7CA1-4985-AEF2-B3A09A34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FF53A4-55D2-41BA-B706-1D698945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Harness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D7D40D-34E4-4FB8-9557-D59416BC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D565D8-941E-4C7A-9C0B-A1E8C6F8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Goal·Allowed·Test·Do not을 묶은 작업 계약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2C797C-9DE2-4057-B80F-116A9F2D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7041D5-2F7C-4336-90DC-8FA2FAF2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5E3CE1-7A15-48CB-A56F-A0DB732C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FD067B-2312-4701-B162-4C2426E8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54B1C9-195D-43E9-9134-BDA79180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74FCB7-9C89-423A-8873-ED912BFF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 수정·Test·Review를 수행하는 Coding Agent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5F384A-9EBB-424A-8705-79B8D439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1CA1FC-15BD-4845-97E8-921125A7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EE61A4-AED9-4DF5-9C20-C3A8589F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DC5FEF-76AE-431F-811A-A0BC8399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Independent Review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671DC7-6558-416C-83AF-771B2EEB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4897B9-B6C1-4380-A119-F6A46F59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다른 Session의 누락·권한·Fallback 검토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AB883D-4BBB-4942-A102-9C06A4E4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58D911-4F5C-4093-8052-E01E6044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Cross-Review</a:t>
            </a:r>
          </a:p>
        </p:txBody>
      </p:sp>
    </p:spTree>
    <p:extLst>
      <p:ext uri="{BB962C8B-B14F-4D97-AF65-F5344CB8AC3E}">
        <p14:creationId xmlns:p14="http://schemas.microsoft.com/office/powerpoint/2010/main" val="927542338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CB1A38-21D8-4E4D-8408-040B23A7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E4149-7627-49EB-92C9-0473DA2B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Harness 기반 개발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4D1A6-E835-4334-8E76-76CE4298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566E1-D3C9-4874-87D2-03AA0491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BE86F-D469-4546-BF17-14B31704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978F7-64E1-4B8D-9791-82CD04A9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EC3A0D-4EA0-4BC7-A4CC-9EF94356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C842D1-8892-4C61-A9D9-7B0CF49C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5BF72-0022-4111-820A-75F45DD8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85A20-CFBB-4631-9110-42BFE185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08562-0E1D-46B5-B2E9-3B93F956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6CFCA-1407-42F6-9954-DF89DEA8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시나리오 3개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DA568-3FA5-4406-97A4-751736F4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F24A09-95AE-4198-B17E-84771EBA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5E6B73-9354-417F-9204-AF469486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E5832E-221E-450C-B6F8-CB6B8FDF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05819D-1DD6-4B15-8C8E-8C40C4CD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333E1-B51E-4EF0-99E7-44DA5AEB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최소 diff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D7EF2A-4F8F-4410-BF55-793AF5A4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7E514-A544-4C13-A294-4127492D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BBEFEB-38E2-44AF-83B2-C04F44F8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Claude 독립 리뷰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0408FF-0FCD-4ABB-BB5F-86272DFF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609CF9-93ED-4411-A56A-73D23120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53ABB-97BF-4F66-B050-4976446C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merge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3F9E5B-0ABE-47B4-B9D8-76F45BFC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05_codex_run.json</a:t>
            </a:r>
          </a:p>
        </p:txBody>
      </p:sp>
    </p:spTree>
    <p:extLst>
      <p:ext uri="{BB962C8B-B14F-4D97-AF65-F5344CB8AC3E}">
        <p14:creationId xmlns:p14="http://schemas.microsoft.com/office/powerpoint/2010/main" val="842512042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0BFD30-F93C-4FF7-8A7A-83484074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6322E-0B7A-4680-9CA4-CE074BBE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대화형 요청과 Task Spec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3BC88-23AD-4C7E-9AB2-8609466D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28BC8-4C7E-4883-9FDC-0A6AB519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BC635-46FB-40DA-83EB-E0DBABA5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CCC9F-759A-49C8-A098-ACFDE243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3E246-30C3-426E-8034-72ECCF93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224F8-EB91-4A68-8FB4-D9578DA5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02588E-30F2-411A-8563-8EDE9C95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3BE86-AD5A-4F23-9484-BCBDDDBE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933DD-30A6-4C87-B96F-2AF79271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A081DB-8765-415A-A5B7-E51601CE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9925CA-C065-47D1-9D06-1C1D6EE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 대화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8745E5-6B3D-4B73-BD5A-F4A73911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B6328-5447-4F31-BB42-4131953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탐색·아이디어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9B65C1-712F-4CE8-B8E5-41A457C5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AAFC94-3F6B-4638-BF54-8A00C260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빠르지만 재현성 낮음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8B033D-1AB9-4BC7-BD95-9C0B73CC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F980CC-785D-4F18-9CAD-D7757BD0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단계형 요청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DA9A7A-F72C-4657-9183-2BAC2E9E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611F1-5BA8-4BD3-B466-3800EF7C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설계→구현→Test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23B642-73F7-49BC-A892-8C5885E7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2FB436-B836-43FE-B5A6-054EAC04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중간 확인 용이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6D9E03-E327-4CD4-9214-21A8C1DB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E2916-D938-4845-8461-2A0DBEA7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Spec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D107CD-5D1E-4C2A-9E33-B7A3529D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AB1484-EF6F-4F4B-AA1B-66DAA09C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목표·범위·Test·금지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D68CE6-AD46-496F-B49C-6E8C1616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88AC62-C9EA-4067-B0FA-92EA4165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반복·Review 적합</a:t>
            </a:r>
          </a:p>
        </p:txBody>
      </p:sp>
    </p:spTree>
    <p:extLst>
      <p:ext uri="{BB962C8B-B14F-4D97-AF65-F5344CB8AC3E}">
        <p14:creationId xmlns:p14="http://schemas.microsoft.com/office/powerpoint/2010/main" val="1651089357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60FB2E-7E07-4CC1-B166-109187F4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13B5E1-E22C-4260-BD30-9BCFEB92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작업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F3455-9E77-433D-816D-571B656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06397-8174-4D81-8E87-9C2C8C36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E2A98-FE6E-470D-A1A8-4560BD57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82817-13CF-4758-8038-87F2049E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0A7371-97B0-4A35-9FFB-FC17179F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F27F9-B2D2-4D0E-BC58-E6E2CBE1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8C3C9-F3F4-4362-8BED-BDB0FA3F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ED41B-1C74-4F5C-A8FB-EB5D25AB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517590-A601-4250-9EB2-BF9A9081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DC21EE-FCFE-4B3D-8F7F-1F619409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A90F8-5B54-43B7-9210-5AD2A169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labs/day2/codex-task/TASK.md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A063E-A70E-4F04-9700-42C27B29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E6E1EA-4230-4CDD-9C36-F055D618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36A83B-99F9-4367-9E02-4E2FF4AA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7A7CC1-5744-400D-B55F-EAD584FD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labs/day2/codex-task/starter/review_policy.py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572D78-07C6-44DE-8B59-852E2CA4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DCC767-611F-4BF7-8C36-A4CB81C5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335DAB-C073-44EF-BFE2-AA75CAC3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1CDB99-FB54-47E9-8183-A0F24EFC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labs/day2/codex-task/task_check.py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81CEAB-B09B-4369-B696-5AF4E636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643B63-9222-456D-94AD-A1E7EFE6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F47D02-D77F-4976-A7D7-19A6CF16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D8CE0B-937B-4767-8305-692616D3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-- labs/day2/codex-task/starter/review_policy.py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F99610-9540-4D43-859F-6EA58C77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F883C0-C61E-4FF4-83B3-0B42BE63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App 또는 CLI Login   ·   labs/day2/codex-task/TASK.md   ·   작업 전 git status · Starter 실패 확인</a:t>
            </a:r>
          </a:p>
        </p:txBody>
      </p:sp>
    </p:spTree>
    <p:extLst>
      <p:ext uri="{BB962C8B-B14F-4D97-AF65-F5344CB8AC3E}">
        <p14:creationId xmlns:p14="http://schemas.microsoft.com/office/powerpoint/2010/main" val="471062424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117FA-3EBE-4CFF-80FF-3E353BEF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57FCC-B380-4877-8E96-D06D47DB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진행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F21C1-7C28-423A-8AC4-74388A57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3CD6F-9A04-4BEF-BEC6-61CEDEA7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B56F5-6050-4BCC-805E-FE63C2F5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098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32770244a146ea"/>
          <a:stretch xmlns:a="http://schemas.openxmlformats.org/drawingml/2006/main"/>
        </p:blipFill>
        <p:spPr>
          <a:xfrm xmlns:a="http://schemas.openxmlformats.org/drawingml/2006/main">
            <a:off x="1695450" y="1296591"/>
            <a:ext cx="8801100" cy="49506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24930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E1444C-4273-4900-9203-8E1A10D1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22F62-8C3A-4141-BBFE-43E886F0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404B50-9028-426E-8C4D-3DFEA375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2FBD2-0ED2-4946-BA5E-D099AAEA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B6072-DD8E-4181-B7A9-59790787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D0486-C8B9-464F-9E39-CD6AEE6B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8055C-65FA-40A3-AB02-E70D319D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FC5FA-2697-487E-9FB8-9DE13F55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labs/day2/codex-task/starter/review_policy.py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EA609-10E4-41B9-95E5-A5B9E4DD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1B0874-C956-4DE3-AF30-0B5339DB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06F94-B1DA-480C-BFF0-2E03EEF7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labs/day2/codex-task/task_check.py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FC9954-4926-47A3-8193-E4B4531E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95D61-D48C-436D-9002-4DE60CE1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168526-21B9-41B1-A0DB-B452E209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네 Policy Case PASS와 external_write=false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8E8159-C2A1-474B-87D4-34D0D469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BDF66-A70A-4AEF-B82A-8BE942D5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EEF40A-3DD7-40E4-9EE3-9D7797A3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수정 전 email·Notion·evidence error Case는 의도적으로 FAIL</a:t>
            </a:r>
          </a:p>
        </p:txBody>
      </p:sp>
    </p:spTree>
    <p:extLst>
      <p:ext uri="{BB962C8B-B14F-4D97-AF65-F5344CB8AC3E}">
        <p14:creationId xmlns:p14="http://schemas.microsoft.com/office/powerpoint/2010/main" val="110486262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3DB7C7-0EBA-44AC-8599-A9827259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F83842-B684-494A-9680-1E114C7D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523BB-A331-4CF8-86D2-A13C6183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30A396-8C8E-4AAD-B0C5-9DC103B9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0E9C15-8595-4F81-BB08-73CC4066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6332B-9612-4F0E-AA1E-A1B8375C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58E5F-6368-4C00-9634-95EFBD7F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60ED4-E936-45D4-A086-1C807F14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labs/day2/codex-task/task_check.py --report output/course-labs/day2-v2/student-run/05_codex_run.json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D578F-8017-4DAA-90C1-4A981BAB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2B3BCE-BD57-4326-8765-042B1ECB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41754-DD91-481B-890C-9600136A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E2AD94-7F0D-443C-994A-2873911E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F5AEB3-F350-472F-813E-10475F43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B6DD4D-BE16-42C3-A86B-A9F047BE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A177D-3D2D-4C13-B324-F4E5FB3E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AF6415-24D6-4C9A-B7FD-0F0AF518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38AC8C-6561-4170-BB2C-25555ECF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E02F2-FD16-4AF9-AD8D-3CED0DB2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6E7030-4007-4AD9-B985-85086B7D2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F0A7B0-F625-4E36-9F83-EB6DE658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05_codex_run.json</a:t>
            </a:r>
          </a:p>
        </p:txBody>
      </p:sp>
    </p:spTree>
    <p:extLst>
      <p:ext uri="{BB962C8B-B14F-4D97-AF65-F5344CB8AC3E}">
        <p14:creationId xmlns:p14="http://schemas.microsoft.com/office/powerpoint/2010/main" val="1471921714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4A4E50-4910-414A-9A51-4350A48A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27D4B-D625-494D-A2BC-BC6A2CC1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A6540-8F96-4ED6-BBEF-3844EE6D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CCEAE-9767-48F7-9786-36A0AA0C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B3318-B954-44EC-A857-D1AC3333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06D9A-24EE-4F2F-8773-A4BD0FB4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ECE58-D3B5-4AA0-A11B-B55EA710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"task_status": "PASS",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"case_count": 4,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"all_cases_pass":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"external_action_review":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81AC5-6E1F-4638-ACB5-2F862CEB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1667F-B481-4827-8372-8C42CC84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15E72-72B6-4729-AF1B-A1B596E2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C8005-3F29-439D-9E98-188EC51F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task_status=PASS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049517-6FCE-46ED-8BE4-0E8B6FEC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E8D34-1BD8-4CA5-B02C-D21CF2E9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B8A04D-C230-429D-9082-2A3C2D7D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case_count=4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70178-6B5D-4D78-A9DD-5476899B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DB253-28CC-4A50-8AAA-71A298F7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E6E8F5-E255-4360-A73D-27A0FF7E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external_action_review=true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4BB45D-F57B-4799-8406-ABEB4E16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8EBEA-A666-4822-802B-1C7FED6F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DE04E-C51D-4953-A230-84B2CCC7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134974123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5F541-7951-4C54-8CD4-5FB54E6D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45D10C-ABB9-4FCF-9AC1-BAD0D496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2555E1-5B97-4C76-95AD-32AC6DC6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9905E-9BC8-45EA-88BE-35873145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8DBF2-DA16-4067-A866-03DC0FCE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76031-C58B-40EF-97CD-29B85CDB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D1B1D-7B62-4C69-BE4A-E5F92012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213277-1DD1-42FB-822B-E03A39AF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Terminal · 수정 전 FAIL, Codex Patch 뒤 PASS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labs/day2/codex-task/task_check.py \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--report output/course-labs/day2-v2/\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student-run/05_codex_run.json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수정 허용 파일 1개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labs/day2/codex-task/starter/review_policy.py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사람 확인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diff -- labs/day2/codex-task/starter/review_policy.py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30D9F-80C0-456F-812F-CE44DF9A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student-run/05_codex_run.json</a:t>
            </a:r>
          </a:p>
        </p:txBody>
      </p:sp>
    </p:spTree>
    <p:extLst>
      <p:ext uri="{BB962C8B-B14F-4D97-AF65-F5344CB8AC3E}">
        <p14:creationId xmlns:p14="http://schemas.microsoft.com/office/powerpoint/2010/main" val="2134807765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5B2DFB-F7FA-4718-8D15-A4537860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4F39DF-94A4-448B-AA5C-5F620FA6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Human Review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F5C3C-B633-4ED8-ADB9-6FE4F0F3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B139D-1E47-4EFA-A801-408C47A6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87F6D-4C86-4F1F-B85C-06C177A4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A6143-9160-4A8A-9E12-86B23C7A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8AEE5-5AB1-4323-8833-EFEB1576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B79B8-2DF9-4BAC-8764-758B470C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D8607-28F8-4FBA-8A3B-CB080149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2CBA48-DB53-41F8-8DD3-2C537EAF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A81AB-DB40-4285-B582-3B94DA89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30430-EE73-4196-B1D4-DEA3933C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DA7812-9156-4804-AA7D-4F87F28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requires_human_review Policy 완성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0D6190-426E-4FCC-B9E2-EA462C67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7A11E-7659-4774-AD32-CA640141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6BB9E-0353-479A-84F9-BB7B3095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44501F-A523-40A7-B878-7D60E36A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starter/review_policy.py 한 파일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327F16-9CA4-4C0C-8FB1-10E1ED76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0DA643-CDA9-4041-A750-8D575B4C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69EC8-BA7C-4671-9F39-5E7AE051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71779D-C7F0-4225-AA39-CC43423A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local draft·email·Notion·evidence error 4건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79FC09-0641-436E-AA1F-6F98ADB0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E12006-C829-48A9-8C46-36C5A422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52A30B-135E-43AD-A9AA-090E52C5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8AAB2D-97B8-433E-92C1-A540C38B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task_check·solution·.env·외부 서비스 변경</a:t>
            </a:r>
          </a:p>
        </p:txBody>
      </p:sp>
    </p:spTree>
    <p:extLst>
      <p:ext uri="{BB962C8B-B14F-4D97-AF65-F5344CB8AC3E}">
        <p14:creationId xmlns:p14="http://schemas.microsoft.com/office/powerpoint/2010/main" val="261148517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6B2ED4-F7AE-4399-9A6E-D6470FEE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53105-70F5-4CC8-899C-7F07C275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C201F2-40F0-48FE-B5FD-CA17AC4F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7C515-12D6-4B71-88AB-35526DA4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9EC1B-48D4-42C9-AC29-F27F5681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CA9DB7-CE57-46AC-A111-E15E85C0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C0A7CD-B261-4C0C-A09D-99949A7B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5DD28-3616-4CFE-BCB7-F71529A6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labs/day2/codex-task/task_check.py의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B61F3-571C-4D9C-9054-63CB2CE5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777FC-4377-4C2C-853F-4183C04A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8FAF7-8735-4603-B297-152CB530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requires_human_review Policy 완성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A9086-96CB-499C-8CE1-01BE9EA6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24163-F324-4C7A-9191-3F79D9A2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0E34A0-A476-4A9D-A946-027BD65E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labs/day2/codex-task/task_check.py --report output/course-labs/day2-v2/student-run/05_codex_run.json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2A6DC-EC23-455C-BBDC-41C8665E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B659F-7D8F-495F-B392-60464787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3CECE-E15C-4DFF-9C1E-8A910733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749911088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05C88A-FEB0-40F5-888C-C71B73B5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5DBA6-84F9-4FA7-B49C-28F8B004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Starter 실패 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EA9B77-0906-47F4-86A8-4E77E39F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2E692-9889-4CCD-96E2-4E891F99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574AF-BD79-4F50-8153-F361CDAE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9DFD90-7822-4BFD-BDE8-71C95378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EEFDA-330C-4CF7-96EB-7A93F690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34443-D5B4-44A8-ADE8-9E793A88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task_check.py 실행 후 실패 Case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AD91AF-19DA-4C87-9F69-1F494E94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5F813-117D-4CE6-867C-636454DE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B0C02-834B-4C56-85DF-3FDD7668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TASK.md의 Goal·Allowed·Test·Do not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7A625-F7D0-4BFB-B915-978D49BA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7481F5-E020-493B-970A-FA8474BC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684C15-A7F4-44BD-8446-7CA3DDDF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 계획과 영향 파일 요청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CF2964-A7D4-4C47-AECC-D6C81C49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6E2FBE-C662-41B8-95EB-371AA7EA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05_codex_run.json</a:t>
            </a:r>
          </a:p>
        </p:txBody>
      </p:sp>
    </p:spTree>
    <p:extLst>
      <p:ext uri="{BB962C8B-B14F-4D97-AF65-F5344CB8AC3E}">
        <p14:creationId xmlns:p14="http://schemas.microsoft.com/office/powerpoint/2010/main" val="1960359461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C7987D-357B-4C04-8642-6C4D5239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2C6B6-70A4-4E9C-A44A-8C456BBA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Patch·Test·Diff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84CCF-EF9E-4B18-A1BD-E5FB3B6A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1D89A-E360-4D0F-9A37-2844963C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37063-D1C3-4910-A2A2-86B411B7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08276-E8B0-4430-B0AE-1B1B00E4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7241CC-2F89-4FAC-A803-3A3BB49E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6AA351-45C7-44EC-B5BD-D480E79D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Starter 1개 파일 Patch 후 task_check 재실행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9EAC3-8C8D-4FE5-933F-35853446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EA774-F4E5-49FE-B044-7C134511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4A534-BF8E-4F7A-B3F4-AC38328F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05_codex_run.json의 4개 PASS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8C695-9FAA-44DB-85FA-F7BF9DB4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27CA4-FBC4-4357-9C8A-9F48F2B0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C82C9-B161-4119-A692-29D7DACE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diff와 독립 Review 후 사람 판단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7F44E2-CE00-4CD9-9AC6-85D61863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07965-E60D-43B2-BEE0-AA5387B3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05_codex_run.json</a:t>
            </a:r>
          </a:p>
        </p:txBody>
      </p:sp>
    </p:spTree>
    <p:extLst>
      <p:ext uri="{BB962C8B-B14F-4D97-AF65-F5344CB8AC3E}">
        <p14:creationId xmlns:p14="http://schemas.microsoft.com/office/powerpoint/2010/main" val="2054656460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78A448-E16E-43FF-9722-8729D0AD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CA1E6-21F7-4FD9-8AA1-66BA01E7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E8EEC-9BD2-4D52-892A-A3DFCE2C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5DF3D-702F-4571-AC09-664BB4E8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15B96-045B-41D0-A099-636E1086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283E2-3906-45DD-A8BE-B38A1D26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67F7D5-05A1-4EE7-8395-ED8B72AB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B0E7F-9D5C-401A-8AEC-5B4F66BC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16C338-D6F8-48EF-B7B0-54CF2564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FEF95-3E3A-47F8-9164-37213D42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D97F6D-FE30-43B9-872A-2C385D93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D3DF44-F56A-4147-BAB7-743AFCB1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8FA59C-73C5-455A-9434-9DC4D2C5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498EAB-F004-4209-B8D2-710DA740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B0F5DF-7B16-4FEA-A932-8C0C9EB7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네 Policy Case PASS와 external_write=false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83DFCE-5320-4CB1-BD72-5E0A8BB7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626706-4F43-4870-9A34-CAE6473B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301FF-F6DE-43CB-9C7B-3F609825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543E71-B927-4E79-9FC8-0BECA5E7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BC8B93-FBAC-4E49-A02C-0D7CDDD5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80F09-3E53-4DA2-9D00-54988732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수정 전 email·Notion·evidence error Case는 의도적으로 FAIL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C173A1-1EBE-4D17-A92B-33462183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2623D8-7B46-4FE3-8A51-A788432E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4BBDA5-7EA9-4014-AB79-8BF85EA1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DD8567-704B-4F34-B549-B9827F13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D203AF-FE47-4AAD-A8D9-5A3E67DB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B49ED3-8917-4863-AEAD-636EACC7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자동 Commit·Merge 없이 Diff만 제안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1BF36E-4C5F-443F-B160-7444E84B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55C170-BA1D-4249-8539-FD8A00E3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1A3E50-EA04-404B-A9C5-0DDFE63C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7C1DC4-F81B-486E-BC21-CF835244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E0576A-837D-431E-A782-964D490B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C9B7EF-338D-404D-B0EC-82BA9187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05_codex_run.json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A2160F-DE8D-43A3-AC85-38C0852D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388E06-86DA-452B-BE87-AAE88EDC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521509155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E86751-4D7E-4BF1-8F75-240A3950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B4FB7-E356-4AA5-925B-E7FFF148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F85F2-C68F-4CBF-B4BD-6D83F616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2286B-6637-4028-8803-FA3B85BF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268EF-DF62-4683-ACC1-01F79F1E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F9900-2D5C-47B9-B689-3D3DD314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51870-9E9A-4C94-B083-6AD8EA1C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67E53-F5E1-4D18-B41E-F1DDD11E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status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6483F3-BCFD-4105-9322-BA6754A2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EA4F1-BE1A-4367-91DC-0CDA1FB1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D0F690-6CD3-4ED2-AC2B-7E4ABA0B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범위 축소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FE039-9AA8-48A7-A67B-819F2736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94A99-0A55-4078-AE76-B743CA28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09A2A9-F3D3-454D-8CA5-5E6FA098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2369F4-463C-4CA3-A9EE-C855576B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78AAC5-15B0-4B9B-9F97-0E53AF19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BEC45-D6C3-42D5-B0BE-B1D3F97B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재검토</a:t>
            </a:r>
          </a:p>
        </p:txBody>
      </p:sp>
    </p:spTree>
    <p:extLst>
      <p:ext uri="{BB962C8B-B14F-4D97-AF65-F5344CB8AC3E}">
        <p14:creationId xmlns:p14="http://schemas.microsoft.com/office/powerpoint/2010/main" val="134889712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C09130-DFE5-4FF3-B507-CB294B88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DF8D9-382F-419F-BA0F-C1E4D99E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Patch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E91D92-8B92-444E-B169-03E9004B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E8112E-B7D9-4A6F-B019-DBD3BC14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61672-B2DA-43A2-B589-015A7172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8B18C-8DC0-44B3-9E1E-A1D2E1E8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D6538-E86F-4667-81A8-BCA016F9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71739-2774-469D-BF1B-2E6EB4DD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C6CDB-C12B-4E96-A521-9CC4238E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705F5-568A-44F8-9A4A-E3BB1E84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78F42-25AC-4EA4-BD59-88851880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7CF71-E82C-4A37-95F5-18E2BA5E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8852BD-0E2A-48C9-AC36-2695C172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EBACD-5E4E-496C-A98B-5229DB4D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EAFF6E-F75E-47F0-B27B-0FDC8728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회사 Policy가 포함된 반복 개발 Task Spec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999408-824F-4A2A-AEC4-2806E2F2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5159A8-6CA1-4310-97DE-7C33852D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A6C9F8-E690-443C-A4CA-A489B69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D5B88D-DE93-4265-AD14-2F36B354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E572F9-B42A-421E-BB9C-E4419D7F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407125-F4DB-414D-9ED7-E3DD0133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Prompt가 아닌 Test·Diff 기반 AI 협업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DE2F2C-CA2F-4126-9F16-0BEF968F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8A2021-A7B9-4631-ADEE-7BEF9ACBD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838134597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37722-6B91-48D8-8F5A-F5DA049F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E9E5B-0AD2-4266-A248-8FB7690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31717-C5A7-439D-AFF7-825EEF14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7E9CFE-9713-4225-8777-1A1124C7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9BF2E-2E83-4895-A8C1-4E005F2D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3065B-1921-4DA1-822F-4C8711E1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3B640-F976-4790-83B7-624AE89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19D15-0679-4547-9313-718634EC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labs/day2/codex-task/starter/review_policy.py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64E55-090D-4F71-84A3-32D52B9C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249E8-6FA8-4E5A-BA63-6A416EEF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EEB1A-EFC5-44B1-90F5-B99902F2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labs/day2/codex-task/task_check.py --report output/course-labs/day2-v2/student-run/05_codex_run.json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F41E0C-3521-4D9A-900A-AF86828C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97B0B1-0A81-439E-A4D1-3A9CD8B1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5C929-2243-4344-A6F2-60D6C885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05_codex_run.json · 네 Policy Case PASS와 external_write=false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3926B-21E3-48DD-8719-D78BCE46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974335-42BC-42E5-863A-5D571A02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77D0B-8AD9-4ADD-A38A-D16E42D1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requires_human_review Policy 완성</a:t>
            </a:r>
          </a:p>
        </p:txBody>
      </p:sp>
    </p:spTree>
    <p:extLst>
      <p:ext uri="{BB962C8B-B14F-4D97-AF65-F5344CB8AC3E}">
        <p14:creationId xmlns:p14="http://schemas.microsoft.com/office/powerpoint/2010/main" val="1079588346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A6CBA-44BB-4E4B-945B-D4E62A34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7BAFC-C116-4286-9513-DEEE6A17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D31BA-B1C8-4651-868A-B8CDC897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8D8B6-1AD2-4724-A3D2-D32E5C3D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7B150-D2DC-461F-B141-2F758236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58195-EFE6-441F-B190-0700726E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07106-951D-4622-962C-0FBB2190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C1032-9C68-451C-A5E5-CB7667AE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Starter 실패 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2C32D-97B4-4D1F-BC89-4AB6AF9A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D86299-ABA8-4EF1-80FB-DEB9CB10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6CA3C0-485E-4F39-A16D-2018FF06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4개 Case 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5B72F2-0F62-4CE4-A61C-2CEB82B0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B39566-D3D3-4FE9-A5F0-28CF9AA5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C0E74-9826-4E32-94DD-5215D76D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Diff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A3839-13F4-41CA-A66B-D8540150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D43F2-274C-47F9-B3E5-29E8D28D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LLM Provider · Cost Guardrail</a:t>
            </a:r>
          </a:p>
        </p:txBody>
      </p:sp>
    </p:spTree>
    <p:extLst>
      <p:ext uri="{BB962C8B-B14F-4D97-AF65-F5344CB8AC3E}">
        <p14:creationId xmlns:p14="http://schemas.microsoft.com/office/powerpoint/2010/main" val="62448948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EDD97-3A40-4249-89C8-D443916B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8D59E-2A13-47B7-BCD2-E57A4728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6차시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5C3D25-BB25-4142-9EA5-A7999149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15:00-15:50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39667-E8B1-4F1E-A349-5F6703B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LLM Provider · Cost Guardrail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0DE57-1A99-473D-9998-90EB43FD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Fixture · Ollama · OpenAI API · Codex · Claude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0BF834-51BA-46D9-BF09-497C4BDE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3170F-D457-48F3-B328-150BA8F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0-12분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55DA26-2A56-4A32-9B08-A6BD6FE1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713F3-D7A4-4386-B30E-B1804DD4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12-22분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32C53-7D40-4825-9FAC-D2829CB9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E528A-3020-445F-931C-8828A8E1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22-47분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B2D40-700A-4723-BE1B-38EA384B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82E7C8-DC64-4C9E-A8DB-A4B8B4A3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47-50분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07EE3-C3EC-4937-BA2F-10FFFC2E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9A4CC6-3824-475D-A6F7-964F81AC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1529572475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AFFBE-F4D5-4C2B-9B4E-641A2A2D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DF06C-7051-42A3-A8A6-D6229CAC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 Provider와 실행 비용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C9DE1-A1C4-4EE8-8525-287FB3A2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F14C8-A898-4019-8E15-C0DC6FA4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32E33-AB17-48DC-9C19-39427526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FCA50-782C-4A62-9C0E-694B7000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결과 형식 뒤에서 로컬 모델·구독형 CLI·종량제 API를 안전하게 교체하는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4A10A-2561-4E6E-B180-6B63E7A9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EF388-B166-45E5-91B9-DAADB6EB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AD4A0-A948-4510-8332-C0DD1669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Agent는 여러 번 생각하고 도구를 호출해 단일 LLM 요약보다 비용·지연·오류 면적이 커진다.</a:t>
            </a:r>
          </a:p>
        </p:txBody>
      </p:sp>
    </p:spTree>
    <p:extLst>
      <p:ext uri="{BB962C8B-B14F-4D97-AF65-F5344CB8AC3E}">
        <p14:creationId xmlns:p14="http://schemas.microsoft.com/office/powerpoint/2010/main" val="1998768913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5BBE3A-68B4-46FA-9DD6-8EB534B7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C1006-6B02-47E2-B22A-DF44F5C1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모델과 실제 사용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03CE6-8762-42F8-9F52-7A9C3B57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CD8CF-255D-40C2-AE72-60045099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422B2-8C5C-44E5-BB7D-320D9C34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A8DC66-B6C2-4FFA-AB0D-0F0565CE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73B55-19BF-4B4A-8FE3-68846D3E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7B786-C7A7-4CC3-BA68-0F18B571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65B647-3444-401A-B50C-59E529B9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1C7AB-3B2D-4D14-8FE8-561087F9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48AD5-9DD6-4E22-838C-1116D7FB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077C5-84C8-438B-A86C-E0A3943D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D26C21-F3A9-4562-812A-6CB8971B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8A429D-DDC3-4A8F-84CF-7A2D7C2A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CDFF95-CC10-49C6-9204-57AD68A9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모델마다 다른 호출 방식을 같은 입력·결과 계약 뒤에 숨기는 Code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98C521-329C-4C1F-80BA-0730F4A6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A6198-3ADF-4C57-B45A-F0D95E5F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diagnose_provider_options()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DA3B38-026C-4FBB-99A2-4776AE0C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E8BF0-B6A4-4A1C-90BD-5DBDA3FC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E5DDDA-88EF-4574-890C-145D37E3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19D367-07EA-47B8-BAD4-DA1BE4FD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네트워크·비용 없이 항상 같은 결과를 내는 수업·Test용 응답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59D66A-7876-41FA-8F61-CD694068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BDAF1E-8612-48BF-8EE7-B119A572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run_optional_cli_prompt()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81D6D5-3D5F-4B79-98CF-C6D42EBA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359D79-F963-455E-AC25-9DB5FF84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Opt-in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3DD83D-8752-4BBA-AD56-C3917A51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6D391-45F0-4709-A0F2-D94E442C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환경 변수 1로 명시한 경우에만 실제 Provider를 호출하는 경계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8003CE-FD49-437E-AC9E-87E65977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83743B-F784-4FBE-A768-1FA2C51C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validate_model_record_output()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30A651-069D-4580-9C1E-DDFB0547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76299A-A41F-421C-91B3-0896F637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 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5A7F35-6988-4B8C-8DDA-4878DB1D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626302-1E7C-4EAA-B1FB-387BEEC3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모델 대신 다른 경로를 썼을 때 반드시 남기는 이유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3D50E4-076F-4B47-8A0A-221E73A7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6B1C1F-6CE5-4806-BCF8-CD432521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211337385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F61B56-071A-44FD-9DB1-74018D08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50757-DC50-4F4A-9EAE-1A1E148B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선택·Fallback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8A71D-E0F7-4EF2-96BD-0316020A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BABD6-5FDF-4CD9-993B-1812758C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047C9-FF72-4390-BF98-EA665C00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7CE36-8C68-402F-8407-16CE25E3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532C1-1C2C-47E3-8C0A-A60F1F14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00825-E507-4003-9358-B49D081C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4B6D7-0325-4464-B6D6-A5A86F0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DA92C-D2B4-4843-9A94-7841280C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72155-2042-4973-B1DF-D6FA867C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0476FA-7C6F-4DB0-AE5B-DED41FE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진단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A4E86-1523-42A7-B694-3964CA38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E2ED6A-6D07-49E3-8F96-E8CFD62A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9AAE5B-9748-4A6D-AFAC-F8BDDEDA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 가용성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F83F16-C30A-46A6-B1CE-CEDD570C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B5F34F-F9F9-41E7-9348-36BF5E22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9D208-A9E8-4229-B738-16943C0F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 한도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455B4-E420-4F5D-A527-922BFE4C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470E6E-05F7-4E90-B5C4-2A9A2A26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8D9A4A-9590-46D9-8C1A-55DADF91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검증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FF6BD0-8983-434E-B5FE-590E5834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9B8453-1113-4F06-B2C6-2B658B25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B69336-9D69-46C7-9CF6-7B9F2EDC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 reason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8B524-231B-4E03-A7E6-431B49DF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134607326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212840-E67E-4EF8-AC79-7D88E8C9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33787-F482-45DB-9B23-10A859B8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무료·구독·API 선택표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0A705-740D-4C43-9422-A323AA04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9F059-D40A-468C-8FA6-AFDC3404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F306F-9470-4C57-9166-371C4284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548E0-FD87-4440-A82E-94AF788D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EF3E5-4F1B-4E5E-9146-5A5814C8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1A11A-B601-4FF2-80FB-97FFDD4F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C70FE-5B84-44A1-AC59-71037A06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1E2BDC-1DE8-44D5-8B42-9C36639D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19137-D8F1-4C6F-9F6B-6030C1CB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A7D29E-9C80-4165-B4FA-BE0FE815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14905D-3301-495F-BFD7-5DAC7ECF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B5F316-00FE-4EF8-97A8-FD24FB06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8A528-5137-43C1-9C73-03B30080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무료·결정적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3B73FC-5417-41BE-B04B-26042ACF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E08577-8A8B-45C0-BB8C-FDE4E956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수업·회귀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B1938-EE59-40D6-9870-6CA53772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342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C70E87-66C8-457F-8F5E-2F044EC5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0AAE7A-8AE7-4E24-A4D5-67054F8B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97180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1FD368-5732-4E18-AD50-1D378DC3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861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로컬·무료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B6BA23-1E5B-4556-AE84-DB8D5A2A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71800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04DC7-95D9-4201-AB37-0245A7D0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861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개인정보·오프라인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DD5871-C24F-4735-B379-A38E0E44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3429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724C29-C2D4-409E-BCC6-1572F06C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3D671C-65C2-45A2-BE1C-8E8ED942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86200"/>
            <a:ext cx="2571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9F460F-26EA-44B0-86DA-E4E67C48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005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종량제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00207E-0F5E-4146-ACFE-97467E70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136B26-293A-4FCA-83CA-91B824A7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고품질 반복 처리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A5BDFC-39F6-4079-BD53-DA1C6766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342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1947B5-0FDA-44ED-A729-48697FA5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Codex·Claude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ED7D68-0FA8-485B-A969-AC2F3707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0060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823559-8F15-4EBE-992B-54AE1452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구독·Login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745431-30DA-49E4-9EC5-7257BE09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00600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CA2E9B-CE63-43E1-86F8-C0D5AAC6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149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 제작·Review</a:t>
            </a:r>
          </a:p>
        </p:txBody>
      </p:sp>
    </p:spTree>
    <p:extLst>
      <p:ext uri="{BB962C8B-B14F-4D97-AF65-F5344CB8AC3E}">
        <p14:creationId xmlns:p14="http://schemas.microsoft.com/office/powerpoint/2010/main" val="763901952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50084E-8571-4CCB-8D13-E756E4A0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B44BB-5736-4040-8AB6-EC1826C0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86FF4-BEDC-4507-8507-8615D476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F1020-120A-4893-BB1C-13CD67F3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3F31A-2EBD-483F-8C3E-4F5FDB96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7304B-46F0-4690-858F-DFFE98B6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0F64D-FBE1-4510-9FB1-3A50F10B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06479-EC6B-4E2A-A0BD-069F5C9E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8B56C-33C0-474C-86FC-E032916E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9D950B-80B3-4265-929F-F3FCD34C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923452-93DB-4212-89BF-864C0073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372684-CD87-4F47-8DB3-01B52E67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C8E4E8-DAFD-4D3D-A212-524C5186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 · *_LIVE_OPT_IN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3439AC-0CF6-4796-8486-425AC7E4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CD7A0-52FE-44B6-BBCD-00B8879B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500A30-2EE4-40A2-9C71-D57F9DDE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3DEE27-4861-4DE8-AA0F-9E880B32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run_optional_cli_prompt() · run_optional_openai_record()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27D1A1-9270-4B15-B71D-850FABBE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F1641-EEB7-4682-8971-1BE84F3A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CA20F9-8220-4D58-B617-DC98EA8A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7B0B49-8F3B-4BF4-A54F-56F59DFE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validate_model_record_output() · Ollama qwen3:4b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6CE61A-610E-4CBE-A2E8-D7DFE8C8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73A106-39B3-46BD-AC20-E04ADB57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DCE379-DA76-444D-BE5B-33ABCF6E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63568B-9E30-4DFD-B6F6-15B66D7D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357AC2-78EC-419A-9975-32F910C2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BEDD85-89B1-4E33-B0E6-7D71AA6C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· qwen3:4b 설치   ·   Notebook 6차시 Cell   ·   .env.example 확인 · Key 화면 노출 금지</a:t>
            </a:r>
          </a:p>
        </p:txBody>
      </p:sp>
    </p:spTree>
    <p:extLst>
      <p:ext uri="{BB962C8B-B14F-4D97-AF65-F5344CB8AC3E}">
        <p14:creationId xmlns:p14="http://schemas.microsoft.com/office/powerpoint/2010/main" val="1969498640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1B792F-0D60-4361-A5D7-A3BD894C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3F5F2E-B9C9-4382-AA1C-AAF9D1CF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진단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DD093-6327-4708-A1F8-AF0BCF92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9DD50-D630-42BB-8735-1E9DE719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26DDC-C97B-4230-8B9B-367CD746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89F5D-B8FF-4E97-81DD-C8E312A8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A6F18-D150-41EF-94E7-761D8F5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F83C43-ACE1-4733-8CE2-A103FE48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859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5C30C5-0B2E-4DC1-90EB-07BD68A3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6002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현재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6C79A-A693-42DD-AC7C-3D78E85C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485900"/>
            <a:ext cx="5448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20EA3-EBCA-4AEA-83B1-4CA0ABF8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518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 경로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0186B-AC2F-409C-8DCD-AEF802DF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048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7B6226-B6ED-4028-9AF9-DDAE1F20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83A260-AFD1-4A8F-A842-535C0348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00250"/>
            <a:ext cx="2476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6DB43E-E892-4B7D-B24D-1621BC16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1455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E4A259-6E0A-49EC-9677-F08F7A83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00250"/>
            <a:ext cx="5448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16BBF-EBDF-4056-8B2E-CD560338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1455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 완주 · Network 0회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EC0D7-2943-4C41-A840-A39ACF67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84A237-0B8D-43A7-8EFA-CB6183A4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D250B6-3988-4352-A6D1-B9572D5E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71800"/>
            <a:ext cx="2476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8DE369-C420-4208-BCF6-4411EF29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8610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PASS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5B6335-2B2B-4449-9107-31C746CC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71800"/>
            <a:ext cx="5448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E9C30-6D87-4EAC-A399-0998937D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8610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· Evidence 실측 통과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D662A9-784A-40F0-8C39-58E3B77F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048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BF999A-AD29-4A20-8591-E14388FD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984E3C-AF71-4478-81E0-AC57ECFC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43350"/>
            <a:ext cx="2476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E3D9A2-D673-48F6-8A79-58A7B1B2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5765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DEFAULT OFF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8D43BD-7292-47BF-A9B9-6D91FD34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943350"/>
            <a:ext cx="5448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0F77D6-6530-43E2-B9B7-C41438F6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5765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Opt-in 없으면 Fixture와 이유 표시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13D9EA-7384-4F88-897F-BACBB45A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BF77E2-9344-49FF-8DD0-01F3D59D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2920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Claude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31148F-D5C9-43BC-A260-13DEA5B8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914900"/>
            <a:ext cx="2476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35BB8F-829D-47DC-8C6F-E77A2DFF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02920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LOGIN 선택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814047-EF5F-40EB-94AE-500670AC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914900"/>
            <a:ext cx="5448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CBAB6A-38AB-459B-9225-3BFC5E18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 제작 · Review</a:t>
            </a:r>
          </a:p>
        </p:txBody>
      </p:sp>
    </p:spTree>
    <p:extLst>
      <p:ext uri="{BB962C8B-B14F-4D97-AF65-F5344CB8AC3E}">
        <p14:creationId xmlns:p14="http://schemas.microsoft.com/office/powerpoint/2010/main" val="1100685618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1C9A97-2E2E-4E42-8B4D-233F4D10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217AF-AAF8-4111-8595-5AF4A8AF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EB1F51-36CC-456D-8E90-BA32B376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BCF146-31B2-4E11-9BE9-C14992E3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F80F6-5785-4EC4-B8C2-2CBEC202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C7494-D634-4585-8EBE-523E7AFC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8F3F5B-CE4E-4AE4-8F48-326032F7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41AC7-D9BE-4D1D-BAC6-8EC9A73C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run_optional_cli_prompt() · run_optional_openai_record()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B7E92-9D28-4D9D-B547-9D1D18E3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61238-FD36-45B1-AE7C-8A7A9514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CED52-0466-45CB-BA47-EFF2AD92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list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OLLAMA_LIVE_OPT_IN=1 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FD5E5-0A78-41B4-AA45-C825E5F7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F91155-5C1B-4282-A1B2-3DA43EA2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A2F437-0B6E-48A9-A6B3-81AAF4EB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Provider와 실제 사용 Provider·Model이 명확히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310837-2888-4DDE-BDA3-C68C8976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1C135-6F3C-4871-BC64-9649EC9C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C235DE-22B9-4FBC-B7E7-66FE067F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Key 미설정·Model 미지원·Timeout은 일관된 Error Code</a:t>
            </a:r>
          </a:p>
        </p:txBody>
      </p:sp>
    </p:spTree>
    <p:extLst>
      <p:ext uri="{BB962C8B-B14F-4D97-AF65-F5344CB8AC3E}">
        <p14:creationId xmlns:p14="http://schemas.microsoft.com/office/powerpoint/2010/main" val="185411455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FCDD3-4C71-4BCE-8BB4-455DF666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62125-B632-4671-9041-41C95AA8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1FC82-1741-4491-80B1-D5BA5297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4C5DEE-6CB4-45CA-AFAC-43819B52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314C4-7FDE-468E-9623-E5965C96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B49A6-3B7B-46C4-86BE-C0BEE177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E5097-0A50-4458-AE9E-A261FA2B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9AAA98-4CBA-4539-B3FF-66DA0BA5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'openai_adapter or cli_providers'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F6396-55D0-4C15-BCA4-B7832B00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1AEFAE-514F-44DB-930E-FFD601FF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F579B-EF5E-484A-93EB-8CD0E51A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29763-F86C-48DC-92E6-25F77448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668034-2217-47A5-B5EC-0468EE31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80E6DF-D229-4963-95F5-E456E077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49EE0-9FBE-42BB-A7C6-243EB902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6BD301-034B-429E-8350-AF33445F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6C6097-F819-4656-877C-BC7D32F2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9E02BD-8919-4177-B568-806BCD32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42C64A-29EA-43E9-86EF-F4F3172A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A5728C-3C10-4C0A-A1EB-02E7F281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435539878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46E8F2-4C74-4B3E-829D-3623D2C4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727AA-7FB4-4D74-8C84-0A8000A0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1B613-D900-41B0-B144-568FD9E7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C9E74-71C1-443E-86B5-5B7F14E2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ACF79-18EF-4C7A-B426-945543A0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F1A52-3BD9-409B-92C7-CA4D7B8A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63A817-191F-4C13-85D4-62178838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"default_openai_used": "fixture",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"default_reason": "OPENAI_LIVE_OPT_IN_REQUIRED",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"live_provider": "ollama qwen3:4b",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"schema_valid":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"evidence_valid":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E5B52-77BE-4C0D-8BF6-E304A688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8037A3-D6BF-4065-8B11-992FEB9F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500CA-6E1F-4D9F-B767-0F38B9FF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3B953-72EB-4AAD-9D83-3881C4BD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default_openai_used=fixture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A8B30-1287-4CAE-8CE4-85D0DA30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DC5DA0-21B4-437B-8249-62F33EFA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A47BF-4FEB-4859-83B4-DB7ADF41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live_provider=ollama qwen3:4b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816BE-9128-4E0F-932B-ECBCB959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A0C03B-87C6-4D3E-B08A-139B418A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FF3D62-F265-44B1-A9B0-939C6CBF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schema_valid=true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122C08-888B-4256-8AC2-EA4937B2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50B96-CAE2-4287-AF71-F6CEB66C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592EF-6D1C-49CF-BEEB-8DA078F4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evidence_valid=true</a:t>
            </a:r>
          </a:p>
        </p:txBody>
      </p:sp>
    </p:spTree>
    <p:extLst>
      <p:ext uri="{BB962C8B-B14F-4D97-AF65-F5344CB8AC3E}">
        <p14:creationId xmlns:p14="http://schemas.microsoft.com/office/powerpoint/2010/main" val="342592012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C1F3E-EA70-4A34-98B3-FCC71BEE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901CE-6C88-42C8-B49E-6AAD0DBC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63E71-983E-4A5C-8518-AE8AB7C9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73530-033E-4155-9779-593B2FBC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3763A-4D5E-4E6C-8F21-F2FA702C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DDE8D-21FC-467C-A6D1-7B237583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783EA-2C1E-4B7E-8D22-349F2B10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ADAD3-C683-4F50-BC19-D19F47F9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load_dotenv(ROOT / ".env", override=False)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openai_live = os.getenv("OPENAI_LIVE_OPT_IN", "0") == "1"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ollama_live = os.getenv("OLLAMA_LIVE_OPT_IN", "0") == "1"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openai_result = run_optional_openai_record(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envelopes["google_meet_text"], domain_context,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env=os.environ if openai_live else {},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allow_fixture_fallback=True,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ollama_call = run_optional_cli_prompt(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"ollama", ollama_prompt, live_opt_in=ollama_live,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model="qwen3:4b")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ollama_check = validate_model_record_output(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ollama_call["output_text"], envelopes["google_meet_text"])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ollama_check["fallback_used"] is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8F527-F4EC-42DE-8222-7464EC65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save_json("06_provider_diagnostics.json", provider_result)</a:t>
            </a:r>
          </a:p>
        </p:txBody>
      </p:sp>
    </p:spTree>
    <p:extLst>
      <p:ext uri="{BB962C8B-B14F-4D97-AF65-F5344CB8AC3E}">
        <p14:creationId xmlns:p14="http://schemas.microsoft.com/office/powerpoint/2010/main" val="551636314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908B5D-61EA-474A-9273-024987D1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1D878-426A-415A-A7EC-57F32A05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Provider Adapter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2AFB29-506F-48FD-A8D6-CA9E5AFD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74A07-DAF9-4A32-9B2E-F7F0EF0F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23DC1-5C37-4CFD-AA54-B6ABFF2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5D540-42DA-47F1-8DCB-6E1165C6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D7E79-276B-41FF-B7D6-D7DE60A2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B077F-93A0-4E4F-80DB-FFAB956C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E5B60-3C4A-43F3-AEEA-C05C665A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B9BCB-AECD-42BE-9C96-9E48410D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2816A5-F7C2-4098-BC03-4101AE54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1D9E9A-1FF7-49CA-A416-C02C1330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653AB8-EC9A-494C-9128-3681BE22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Provider 교체 가능한 Adapter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86EDF-23AA-4695-9CC7-368B9B0B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6F7BE4-34FC-4F53-8A0C-009A8E9D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600B66-325E-4CD2-8717-A2C03A70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FCD4FD-F2B9-4CBA-90F1-F5B9F707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Provider Adapter·해당 Test·.env.example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74EB2-4299-48D1-A2D8-680B02EB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3AC76-126B-489F-8EE0-1C8A9318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EFF2F8-F331-41EC-BF43-CB64240F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736D42-1615-4C77-8737-DF9C6F45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미설정·미지원 Model·Timeout·Fallback Reason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949F5-8E9E-4E73-B942-1271DFDE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ADA82-4738-4182-A9B5-8834113D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7F468-9FC9-4297-969A-AF610226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AF9698-58E3-48E9-B19A-5F1886C9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Key·Raw Error·Credential 경로 출력</a:t>
            </a:r>
          </a:p>
        </p:txBody>
      </p:sp>
    </p:spTree>
    <p:extLst>
      <p:ext uri="{BB962C8B-B14F-4D97-AF65-F5344CB8AC3E}">
        <p14:creationId xmlns:p14="http://schemas.microsoft.com/office/powerpoint/2010/main" val="2000082822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1712CC-53E7-4E12-9049-603B0809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6E131-C4B4-4CFE-B0CF-3523EEA6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AAE4E-3C62-4F59-AE2B-A16902C5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9A821-5078-4122-AF05-25272FD6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3D75F-5B5D-400B-BF01-632E8C1D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FF586-5882-4619-9783-0E03F5D8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0294D-8872-4FEB-BCE8-6ECBC091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66CE3-0CED-42BF-95E7-D40515E9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validate_model_record_output() · Ollama qwen3:4b의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91683-F23D-4F66-8A0B-6EBDC584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A6324-024A-49BD-8B43-6A9ED08D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2B66A-1D5C-4888-9C61-86ED5E15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교체 가능한 Adapter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8357A5-2CF5-449C-8CDC-9CC8183A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86DD6-941D-4365-97B6-71C62EF0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A5C5CF-33D7-4FD8-B4C5-D61C9268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'openai_adapter or cli_providers'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C4871-84B0-41FC-B14A-47E6BCC7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74C4A3-73F8-4A5D-BA59-796CEAC5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8AD955-A76F-413C-B186-FF71393B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evidence_valid=true</a:t>
            </a:r>
          </a:p>
        </p:txBody>
      </p:sp>
    </p:spTree>
    <p:extLst>
      <p:ext uri="{BB962C8B-B14F-4D97-AF65-F5344CB8AC3E}">
        <p14:creationId xmlns:p14="http://schemas.microsoft.com/office/powerpoint/2010/main" val="459646361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5B072B-E8F3-4FB9-BB8C-8DE30F6B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B8A5F-99CB-41F6-8EF3-E08691E3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BE510-5966-4CBF-BDBC-F8EA1DEA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55339-36F0-4171-B5D3-7137EFB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D933D-77BC-4C39-A8DE-31039E43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778A61-E00A-4B03-BD19-D541F6F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5B5CA6-B939-452D-94D9-9190979E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C2C0F-343A-48B3-A988-A714BFE6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list로 qwen3:4b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C6987-BB92-4D42-8DAC-39E775A6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681312-CC90-4504-BCCF-D70FE5BA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56824F-778F-4CFA-9FF8-044179B5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OLLAMA_LIVE_OPT_IN=1로 Notebook 6차시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BF7EC9-FD99-4D92-B45C-346DC8CC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E3651-9ED5-45DC-B73C-4E0852FF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5D57B2-E27E-4555-94F4-0E7C4C54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Schema·Evidence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2FD09-23B7-4D4F-B77F-E9C2E88C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5DDC56-EC73-4AF7-BE2B-D132914B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371163892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43562F-CB99-47DE-9AA9-A5AD4DD7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24CA2-4C9E-44E3-86D1-2678405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Opt-in 진단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7A817-3F78-4767-85D8-9FFD9F87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49FA4-616D-4719-B6E5-C6265F3E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A1BF9-7403-4ACD-B781-A3C8EBAC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3A42A-D574-4FB7-A4B9-91CE1F85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03438A-78F1-4071-B23D-96EC6C1D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B974D-51AC-4261-9D88-55BBAC1C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 Opt-in false 결과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EDC4E-24CA-4897-91DA-7528E50A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91122-3D44-4693-AF03-5B47353B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23D624-F995-4ABC-9306-7A468E57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선택적으로 Live 진단 1회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8654F9-F7FE-4CF0-820C-B2F1A82C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8C895-4D21-444E-87C9-3E29FFA9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50C57A-243C-484C-8209-214829EA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 미지원·Timeout Error Code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000BF6-8D1D-4D85-A36B-47657F0D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A37E4-5BC5-4644-A1AD-FB3E7B1D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1582814885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405B2D-6280-4FEA-ADBD-55AD30E8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9DCF9-5010-4C4A-A7EE-A5EF4178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31401-863B-4FB9-A330-5521DD52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025A4-57A3-4956-8931-539BA3CF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5F261-DB8F-4046-91C5-363095E6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32C6B-50DE-474F-95BD-E4501762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33CB4-99F7-4673-AD3F-7659BDDC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19350-5D76-4643-BB2C-711E8D3B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054946-3F39-4A45-8B97-E34FAAA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E59D7-9576-4405-9B3D-87CDD4C5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12D38-11AB-4EEF-8168-2816DA7D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4290C-5DB3-471C-B9A9-FB609C17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BE0457-CC0E-425C-A195-A0AE81B8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930FFD-BEAC-4F92-A553-39C01380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02E3D0-F8EF-4738-A2C5-06F66746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Provider와 실제 사용 Provider·Model이 명확히 표시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7E8EFC-651B-480D-B362-212C739D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1987CA-6D87-47D3-8E8A-E0117476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9398B-F87C-430B-A3F0-93148471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80D72-F03E-4F70-A411-933957AC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84CC3-B21F-483D-96FB-BA58C2B2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FE7627-3DF1-46BC-820B-E7C089C2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Key 미설정·Model 미지원·Timeout은 일관된 Error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02B8F-E8BC-41F2-901D-49B53501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E6DF26-4C05-4E86-9474-C24A15F0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1A799B-C204-442C-BEFB-4985EAA6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978EB7-5458-488C-94EC-DFBE68E1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DA4812-CCB0-4A37-A12E-A8A7994F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63E69A-8CC7-4AF9-B153-E1D4EB33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Provider는 사용자 Opt-in 범위에서만 호출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AFB358-AC58-40EB-A775-EF587490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50BF25-6EA6-4668-84E0-DABFB8B4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Opt-in Required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347312-3A88-46CC-AC28-265FECF3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65E165-7C99-4D59-99E6-02154D7C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43961D-1EFE-4630-99BB-E5D76D1B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1166D0-4118-49DA-B3B5-F19DB6DF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06_provider_diagnostics.json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C492E5-2E8C-4B4F-AB67-C043AA06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E2101F-91F6-4042-9A2D-D52D5550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67831227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635E67-C571-4628-A21E-803D41E9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D94A2D-C879-4CDC-9139-4FE1C5BE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70AAB-FF6E-442B-88CB-3E6CAA53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DAE36-F163-4C96-B6B4-974B5384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5C909-AB0D-40A0-A919-D94D2126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5F4CA-E5B5-45B7-A357-636B3E09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C77E9-4B71-4031-A13C-D8A7424C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9D0F3-E1BC-4C9C-BE2B-4F810A14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준비 상태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55182-9777-4E56-8779-D584D67F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1FC75-0646-4BEE-B3D8-58F2A3DF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E447D-7701-4310-8D69-9D469235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Model 이름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FBFC8-DE3E-4B7D-AA66-63F5C8A6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07B23-62DC-4B70-B621-2D526B21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2EE3E0-0351-4F63-89EF-F0CDD52C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Opt-in 설정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DBD47E-48DB-4236-AA88-1B87D0AC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7F2C50-6371-42A9-A39D-0C1DE9E9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F46F9B-0B33-4229-9BB3-3BB8184F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또는 Ollama로 재실행</a:t>
            </a:r>
          </a:p>
        </p:txBody>
      </p:sp>
    </p:spTree>
    <p:extLst>
      <p:ext uri="{BB962C8B-B14F-4D97-AF65-F5344CB8AC3E}">
        <p14:creationId xmlns:p14="http://schemas.microsoft.com/office/powerpoint/2010/main" val="1493368518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4DEBEE-2235-4C7C-B63B-AD50C092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80225-B9F4-42FF-8EF4-EB0D3F03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52E2F-6FE2-4C7B-9190-402542D2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EFB56-687C-46A6-9FA7-BCCCD594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DF122-C33F-455C-B09C-9376C118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BE011-DD08-40FD-B3DF-816B1142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37CC4-BC3B-4661-8DBA-B1706349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CCB6B1-B33B-4DAF-9F8D-A644E43C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56ADF-4616-4499-8639-E718C2DB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A2F64-A9A4-424F-87A8-4FC33B63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C3B67-DCCA-434E-BD5F-B0E18F9D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E12FC-32BE-47D7-ABC6-07654185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040684-35C8-41D7-806E-CA255477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CDB197-5B6B-4A78-8424-9D082CFA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95F98-950E-487C-A91D-F6FD845F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민감도·비용에 따른 Provider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521E8-7955-4919-887D-7A98F055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B9843C-4FAE-45DA-AE0F-A73F5B3B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76900C-C40B-4A51-BA1B-5470B800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39BB9-050D-4FD5-B1F9-12DA6D81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B6DD86-010A-478F-ABEC-A510F041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0865CE-C002-4D32-9AAA-04927233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Adapter와 Deterministic Fallback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090506-9CF7-4286-8220-5DFA87A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98DB17-DEFE-475A-A313-1751AF3A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2099698303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C1529-0604-4627-BDF1-E0DC85F2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D7AA32-4446-49CC-9D58-B5FAFAC2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25F61-55CB-4965-B7DC-E773EECF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ED815-9621-4AC2-AD78-FDA072C1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C0B09D-5DCC-476A-8C71-D905C078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96FF2-578C-4F6F-A56D-7B705C4D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53627-AB02-4B30-8E10-47336E15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8CDCA-04D8-4DFF-AF71-103CBFB1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run_optional_cli_prompt() · run_optional_openai_record()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14994-B4AB-4B56-A9C5-F974A5F4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A967CC-12C8-417D-A430-FAD5A8F8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EDCE8-F5A3-4C65-9710-E05D7E70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openai_adapter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5C7E3F-C84B-49DD-B90F-1A21CEAB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EFDE42-61FE-4C08-BE1C-9FF2C1F9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88E58-4649-4F3F-8511-EF45170C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 · 선택 Provider와 실제 사용 Provider·Model이 명확히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AB64C7-BB4A-4EAD-96DC-01514248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9C285B-E468-42B1-A4C2-45AF80DD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C559A2-EA60-4FF8-A37D-856B793E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Provider 교체 가능한 Adapter</a:t>
            </a:r>
          </a:p>
        </p:txBody>
      </p:sp>
    </p:spTree>
    <p:extLst>
      <p:ext uri="{BB962C8B-B14F-4D97-AF65-F5344CB8AC3E}">
        <p14:creationId xmlns:p14="http://schemas.microsoft.com/office/powerpoint/2010/main" val="503517300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3E4A4F-6EB9-4E2F-8933-82216DB9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AD7E3-3A78-414C-AF22-880D06F7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AD785-C145-41BE-84E7-05290F7F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FF6AA-A703-4D2C-8CCB-E830C6EB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B083C-F58C-476A-B7C4-DD9BAFF7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8D490-0EFD-4175-8604-0B213B48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30BC7-D942-43FB-ADEB-8D22D376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EE195-C38B-4839-94AE-B70E17B3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41A4A-3112-4ABB-8A40-1C03CB30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FCD112-EFE8-426D-934F-2B32CCE8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33DCC-6E6F-4C34-BFE4-BCC65634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Opt-in 차이 설명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F31804-BEEF-4CF6-B80F-118C433D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D933E-0D82-4D77-99FB-6ACCE001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F4EF1-271D-4259-AFC7-FB587105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 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44968-2A9B-4F72-AB28-7BAEFBA8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19C15-2AE4-44EE-9750-1D8FD0C5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LangGraph · Human Review</a:t>
            </a:r>
          </a:p>
        </p:txBody>
      </p:sp>
    </p:spTree>
    <p:extLst>
      <p:ext uri="{BB962C8B-B14F-4D97-AF65-F5344CB8AC3E}">
        <p14:creationId xmlns:p14="http://schemas.microsoft.com/office/powerpoint/2010/main" val="552296071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115679-5BF9-44D4-9F2A-1693B74D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55FFC-026E-4F4B-8FDF-3043FD97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7차시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F4E01-15A2-420F-8DEA-7EC9FB50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15:50-16:40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D4129-BDDC-436B-8744-6B904068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LangGraph · 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62544-438B-40A7-911B-E5F9BB36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State · Conditional Edge · Interrupt · Resume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F1D0A-1747-4FD7-A146-B1CF3298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EF460-D391-41AA-963A-B4289E59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2AF7F-62B4-4144-9268-1A509ED7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D3B03-6E85-4F53-BC78-712736D6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70240A-2BC7-4BCF-8CC8-91678E53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89319-F45D-419A-ACD1-AF45F656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20-48분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3240D-B59E-43C3-8AE5-A710B6AC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B1079-42AE-439F-9E65-3F43BB77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48-50분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C10FA7-C716-4E97-8584-AEAD467A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2A586-7EEA-47F6-AD2B-9CCFE655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97950326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89F7A-BE7F-4F0B-B885-19D850DE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D49D16-255B-47D8-B0E0-ECB7C5F4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State와 Reviewer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D575E-DFCB-4696-9659-757CFD7B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C6D394-E6E3-4D19-90AB-5DBDE538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C8265-708C-44C4-B03B-0C3C4D73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A1D58-4898-4422-A7E8-19E08DE0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 전 멈추고, 사람의 승인·수정·거절에 따라 다음 Node가 달라지는 실제 State Machine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A8446-6611-4AFA-AB4E-F5C25E73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BB458-35D4-4969-ABA6-D313A54D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2CFE2-6830-4D34-BA47-623527DA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LangGraph는 AI가 아니라 AI와 코드가 어디서 멈추고 다시 시작할지 표현하는 상태 기계다.</a:t>
            </a:r>
          </a:p>
        </p:txBody>
      </p:sp>
    </p:spTree>
    <p:extLst>
      <p:ext uri="{BB962C8B-B14F-4D97-AF65-F5344CB8AC3E}">
        <p14:creationId xmlns:p14="http://schemas.microsoft.com/office/powerpoint/2010/main" val="1963511967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258762-59BB-4DD2-87BE-F5B1B3E6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2EF4F-A2D4-4692-A0A0-6E49E586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고정 Workflow와 중단 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5154C-0999-45E6-B373-C72296A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C9067-8104-440F-A2FB-21D91326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2BEDD7-0659-4BCE-B337-42F6AD8E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2FC5AA-7C06-4CF7-8FDF-17FABEE2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D4BA1-AC03-47C4-96B2-2E66CDA8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8FDDC-CA00-4A6D-8587-B310C7E9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F8EF6-B564-4DF7-8272-D5643EA5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E1460-9A60-4D55-96F8-DFEA88F9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279D6E-2314-4977-B02A-DFC90B5C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6450D-CAED-4F8B-B87D-9FC336DE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0D4EAD-AA76-4E27-A7FA-C117EFB6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CF252-2FF1-4074-AFC1-F1C5C327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F8847F-3B9B-4557-A734-98A3403A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각 단계가 함께 사용하는 현재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E22617-A354-4F4A-9142-2A58309C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33A259-9C19-4462-9AE9-8B2C956E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BDF9DF-1F3B-422E-BE62-E26333D3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6A273E-9F61-44D6-85F6-EDD48E3F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Conditional Edge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E19BD7-773F-4FD0-AC39-E609D54A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0F09B5-3656-45CC-A38B-87BF3BDC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검증·사람 결정에 따라 다음 Node를 고르는 분기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AE5E20-CF5D-46CB-AF11-08093D37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80F1CE-8B0F-42B4-AED6-ADAAB4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build_interruptible_meeting_graph()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783928-49C5-4E9A-9299-C5B25EF7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AD06AE-4840-428C-9676-BCD67945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22E9B9-EA89-4AAF-B527-83D406C8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8FEC6A-DC27-4390-B233-42CF80DD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중단된 State와 thread_id를 저장해 같은 지점에서 재개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8E58D0-2268-4414-AD90-A93AA281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43160D-3C36-4169-AEB2-AA0D028A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interrupt() · InMemorySaver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1D6FEA-A43E-4D99-A65A-B07AA51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0179DF-13F3-4FC0-99D8-C5E98B22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· Resume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14C0A8-B97A-4CD5-B68E-0FC65BE6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D235BB-6BC6-4322-BB79-5AD53647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결정을 기다렸다가 같은 Thread로 실행을 이어가는 한 쌍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3F1CD4-82E1-4559-AE31-B46BE8A1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C45590-63A2-4F8A-A108-907A3444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resume_interruptible_meeting_review()</a:t>
            </a:r>
          </a:p>
        </p:txBody>
      </p:sp>
    </p:spTree>
    <p:extLst>
      <p:ext uri="{BB962C8B-B14F-4D97-AF65-F5344CB8AC3E}">
        <p14:creationId xmlns:p14="http://schemas.microsoft.com/office/powerpoint/2010/main" val="1051020444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565734-8E73-4AA8-815F-40787749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FA1FC-6B72-43E3-B0FD-6FFAA223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Interrupt·Resume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5BB8C-5556-4814-B60B-6F4426E4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69C8F-69B7-4FD3-9765-44724DDC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80C85-5CA4-4282-AC1D-7BF4CAA0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065CA-0099-4D0B-83AE-01AF195A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3B21D-3291-4ED6-B3E7-2D32FBE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A1D88-71A1-415E-B523-BBAB4D2A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78DE7-F2D6-43E4-BE56-34AC9A13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2FEBE-757A-4A73-8D69-EEDA7DB8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48C06-9B9A-4CD8-B20D-D6EC0E1E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8C39C-6584-4653-A288-0D9AAFB7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검증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6351D-8697-4E3C-B3C0-BB6C37D2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27FE9F-8115-4B7E-B34A-66298FA3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E08432-47FC-4789-9B85-D56D53E3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5DFC5E-D29E-4D99-A470-CEB8AF2C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89FFB5-7360-4AA2-97E7-82576054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F0852D-A084-4F80-91C0-816522B6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검사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B3EE30-0409-441F-B62F-ED454A62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DC0679-8152-4985-926F-EB8DFE7E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8E4EB3-9ABA-4887-A915-764D010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B365C3-A6AE-4DCB-BCB9-371D7EE9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2A1E6-0DF2-4169-A7D7-0FF40E51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57A414-0571-4E99-B201-683DC868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Resume·분기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AF544B-736E-42DA-98D3-2FFDF2D6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921391610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7B619-A7DB-476E-9983-EE465AC1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4DA44-E7A8-4539-A0D0-46928943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상태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55CC5-C5E7-4813-8A93-D98455EC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A71A8-8543-4474-8957-E716A3EF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503CE-53EE-4F77-9E24-1914ED5D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8FEBD-EC45-45E5-ABE2-31EBF72B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FA196-2E2C-4E65-9C80-13BA3C0D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834B6-E811-46C0-ACE2-530F1323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0B84B5-C377-4194-94BD-51DAA94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처리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3BB72F-861E-4F90-BA13-B199C65A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5F7B4-318A-45BD-80CE-6A1329C9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외부 반영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177C46-4076-474E-AFA1-AA743FAB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831467-BB1A-4913-9A29-412C6B2F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0E6BAA-2E75-42D9-9F73-EE6CF2FE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650BD-9C56-4BD0-95BC-FB9B9D01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2B61C0-62BA-430F-A53C-2945F0DB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9F4C26-6BBC-4724-B8C1-DB26E9FC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반영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E96D3A-C41D-474D-9045-3E629281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704BDC-18EC-49F6-9194-CBA0851D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Edit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E4E3FA-0FA0-4B9C-97D6-87BFC9D0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39D377-B2C3-4B5F-B079-7B96A72D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Field 수정 후 재검증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E3FD76-8FBE-4300-A553-1AD4E6B2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517034-28AD-440A-B1D4-246865B4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 생성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CE97B4-DA15-4366-BF05-DA4D3592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AD57FD-2A86-447D-950A-01910C26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4B2F2F-4EE1-4C7F-8CCC-2EB8944D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2B818E-4F1C-4C14-9935-B3650023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3DC7E5-369F-473E-AD40-E6C6EFF4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1CF397-4DCE-4164-B389-8ED1C112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초안·외부 반영 없음</a:t>
            </a:r>
          </a:p>
        </p:txBody>
      </p:sp>
    </p:spTree>
    <p:extLst>
      <p:ext uri="{BB962C8B-B14F-4D97-AF65-F5344CB8AC3E}">
        <p14:creationId xmlns:p14="http://schemas.microsoft.com/office/powerpoint/2010/main" val="1002747494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F6E582-22D8-4010-857C-DAAD8E6D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A848B7-8B06-4AC8-A72D-8750490B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5C2D3-A496-443E-8366-821FDE54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43844-6926-43BD-9FCE-DE8BAB1A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370B4-6BFF-4325-91D5-1AE53E5B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514683-53EE-4F44-856A-D723584B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1488C-678E-403F-9859-B29931EF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79B64-1AAA-49B2-8EF0-FF256028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FEB69-0009-409F-A148-F869D62B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8AEA8F-A9B6-4126-8A3D-E557FDC8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73EF3-3910-4419-9204-6DF3FAEC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E1F2A-5A8F-4112-AEB0-5D4642C1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26965-A3BF-4B68-8BB0-4E97800E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build_interruptible_meeting_graph()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7C7A3-6E43-4717-91E4-B8621249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C0A52-AB8A-4008-A34D-336636EB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FED840-566A-4142-9807-56A3ACA3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F9B402-A24E-44FC-95BA-663EDCF5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3FCA2F-6A47-4493-9D51-BD6B094F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282419-1A2D-4274-B78B-38D80385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93CF60-8106-480A-AA7C-2EAC8B96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E2F0A4-6491-44CF-889D-AF2BDCF7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 · 7차시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B21670-CFA1-4E36-A7BD-CA9D7DEC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9BDAE4-DA39-406B-90D7-EDA76DA0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B3A028-5A27-4544-981F-9AAD5598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939F8C-061F-475A-908B-3785DD37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07_human_review.json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43FB05-3E0B-4C27-8DA1-3FC58B87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80736B-32D4-4E59-BAFE-8DFBBDD2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langgraph·checkpointer 설치   ·   Notebook 7차시 Cell   ·   MeetingRecord Sample</a:t>
            </a:r>
          </a:p>
        </p:txBody>
      </p:sp>
    </p:spTree>
    <p:extLst>
      <p:ext uri="{BB962C8B-B14F-4D97-AF65-F5344CB8AC3E}">
        <p14:creationId xmlns:p14="http://schemas.microsoft.com/office/powerpoint/2010/main" val="1617449433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DE51F-6AF8-4B8F-933F-5C4A5783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D27E4-0C60-441B-A472-48D52FD3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Interrupt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8FD600-6CB6-43E1-87AE-F2EF7686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41EC36-05C4-4B7D-93DC-E70A695F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98521-B710-4574-88FF-D7242928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BA53B-0D33-43ED-B52D-05F1EADD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FA045-CD95-403E-95CE-CD217A54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09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Interrupt Payload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0df26cee645d4"/>
          <a:stretch xmlns:a="http://schemas.openxmlformats.org/drawingml/2006/main"/>
        </p:blipFill>
        <p:spPr>
          <a:xfrm xmlns:a="http://schemas.openxmlformats.org/drawingml/2006/main">
            <a:off x="686422" y="1752600"/>
            <a:ext cx="5466106" cy="30765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6714E-1395-45B2-91C5-8951B2CA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6002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74C83C-08EE-438D-8D9F-873281B9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승인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92400-CB37-4DB8-8E19-01BCEF40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53000"/>
            <a:ext cx="1600200" cy="476250"/>
          </a:xfrm>
          <a:prstGeom xmlns:a="http://schemas.openxmlformats.org/drawingml/2006/main" prst="roundRect">
            <a:avLst>
              <a:gd name="adj" fmla="val 16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0FD50-E51F-4939-98E0-83865E12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0482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D2D2B-AE3F-4356-AFC8-D77F5A1A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953000"/>
            <a:ext cx="1600200" cy="476250"/>
          </a:xfrm>
          <a:prstGeom xmlns:a="http://schemas.openxmlformats.org/drawingml/2006/main" prst="roundRect">
            <a:avLst>
              <a:gd name="adj" fmla="val 16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F81398-05A3-45EF-9B79-5F3EE1AD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0482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거절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4F6EF6-93E7-49A9-9F74-4BEAE4DE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62600"/>
            <a:ext cx="5105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4D081-3492-41C6-B537-45EF544B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결정으로 재개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22DA81-1403-4CAE-82BF-7C81BC07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52600"/>
            <a:ext cx="5048250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DB790E-ED7B-432E-BA3A-6B40BB83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438650" cy="363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"decision": "approve",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"options": [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"approve", "edit", "reject"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"evidence_ids": ["s12", "s18"],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"approval_required":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"automatic_email":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807683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DD05E-9B76-4661-8654-F9892C28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09FB6-3561-47E7-BE2C-AA0F01AC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50ECF-1B9D-41DF-A180-586EA5FF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629C0-D9BE-4297-99AF-8E6D4EBF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51F989-61CB-409E-ADAA-30F53F52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96F80-7B17-4F34-AD50-B661C3F1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3D73A5-CA2F-4048-ACA5-18D02E9E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90846-50B3-47CE-98F7-00AA4295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2E4FE4-B7BB-46D3-A36C-4B45FFCB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4B4D6-1E53-4958-88C8-F6BAD499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5D92F-2436-4CCB-9CD3-D70A5B1E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3EB6E1-9E21-4D34-9465-3352E36A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938723-C0ED-479B-A504-38595F06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BAFD0-A98B-49B7-82D9-250F2137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 전 Interrupt, 승인 후에만 Local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3E32E9-276E-46DE-B615-76DCAD5F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9ACDF1-CB3B-4A6A-A2AE-64B8F1D1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0B3FBA-B8FE-4E58-B447-2ACEE92C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Evidence·Policy 위반은 Human Review 전 Hold</a:t>
            </a:r>
          </a:p>
        </p:txBody>
      </p:sp>
    </p:spTree>
    <p:extLst>
      <p:ext uri="{BB962C8B-B14F-4D97-AF65-F5344CB8AC3E}">
        <p14:creationId xmlns:p14="http://schemas.microsoft.com/office/powerpoint/2010/main" val="1235446944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809220-397C-4F56-8E55-5518D96B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14E73-2EE3-4212-95CB-842C9274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F1BB1D-9C0E-4DCB-AADC-119C849E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A8E4F-FE6E-4E1F-8FA3-B7E96FA6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555A5-D65A-4297-B1A9-8D665CD3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7AF5EE-67AC-4F3C-87F0-E9FA0D3D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B3CE6-BEA5-4D34-A460-67E928DF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314620-4855-426E-AAE8-0E1C5007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interruptible_human_review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6AA94-C96F-4D4F-B1F2-77DC04FF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2BCB8-C071-4A58-90DC-A9BDE3F4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EC4AE-70BA-4338-A9FE-D2724CDA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73CF90-31EF-4383-A537-677B728E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DFC8C9-329C-42D1-B277-1520970A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364A3E-B434-464C-BE81-DE344EDD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DA2E44-5F4A-4A83-BEDC-96B7FAC6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184F00-DB61-4406-9F78-321D1AD6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29631C-2427-4420-B8E3-74326DF1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1D71F8-4601-476D-A05E-CD457F79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971BD0-E67D-4CF8-BD45-E96CC1F2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217139-D8E8-471C-8373-23B9C729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602381863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B30323-B102-4A69-A132-56ED6211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F402E-48A5-4BA1-B5B5-12BED984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0496C-A8E9-47FD-AEBA-776BEA2F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8CD8D-3C8D-45B4-8631-E054D279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7D579-94A0-4748-AC37-0938CA1A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BD2C53-282E-4567-BE32-FC3F0917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6DD2D-54EB-4B88-A8CD-C273C96C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"graph": "LangGraph",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"checkpointer": "InMemorySaver",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"pause": "interrupt()",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"thread_id": "day2-learner-review",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"resume": "Command(resume=...)",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"learner_decision": "edit",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"learner_status": "DRAFT_READY",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"regression_paths": [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"approve",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"edit",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"reject"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]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A5310-4F3B-4B59-B81F-E66E26E0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9DE53-9ECB-4FA2-A905-3FA1353E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AF509-B52C-4382-9066-76881490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05657-8D3D-427E-BAEA-9633CE34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pause=interrupt()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A3BD0D-CDDD-439B-8CA0-E823EAE8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483C3-84DE-461F-930B-0A1E0286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52B349-CE77-4CFB-AE5F-E4D5BCDE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checkpointer · thread_id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132E79-D540-4F8D-9240-6FC3FC73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D6340-58A2-4B44-A9EA-4703FC2F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EB8CE-4680-4639-AA01-DA397896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resume=Command(...)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74981-63AB-483B-8298-CE74484A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77765A-0E83-45D2-AB61-C6063AD4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0291AB-BCA2-4406-AB62-1AF2C96E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 · edit · reject</a:t>
            </a:r>
          </a:p>
        </p:txBody>
      </p:sp>
    </p:spTree>
    <p:extLst>
      <p:ext uri="{BB962C8B-B14F-4D97-AF65-F5344CB8AC3E}">
        <p14:creationId xmlns:p14="http://schemas.microsoft.com/office/powerpoint/2010/main" val="1680909340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F4938-A546-4886-9546-48566FD8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D33CB-CE35-4F44-9B7E-0A6A8E02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9C8B0-7264-4DA2-A02C-F5315479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E41DC-165F-4914-8EAE-5CC0686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7FE2F-2B6A-4A33-A3B0-0DCD7B93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164530-4D26-4228-B2F0-9447B5FE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3B3D5-A87C-49A2-93EE-EA7EE253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A0A57-29E2-42BC-8802-CFECDC0F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Cell A · Interrupt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graph = build_interruptible_meeting_graph()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 = start_interruptible_meeting_review(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graph, sources["google_meet_text"], domain_context,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thread_id="day2-learner-review")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start["status"] == "WAITING_FOR_HUMAN_REVIEW"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Cell B · 수강생 결정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REVIEW_DECISION = "edit"  # approve · edit · reject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Cell C · 같은 thread_id로 Resume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resumed = resume_interruptible_meeting_review(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graph, thread_id="day2-learner-review",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decision=REVIEW_DECISION, edits=REVIEW_EDITS)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resumed["external_write"] is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DD31F-0344-4BAC-B196-FCD05C22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save_json("07_human_review.json", human_review_result)</a:t>
            </a:r>
          </a:p>
        </p:txBody>
      </p:sp>
    </p:spTree>
    <p:extLst>
      <p:ext uri="{BB962C8B-B14F-4D97-AF65-F5344CB8AC3E}">
        <p14:creationId xmlns:p14="http://schemas.microsoft.com/office/powerpoint/2010/main" val="1714320707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866869-A582-47B2-A999-A6B51346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5C89E-BB15-4DB5-891C-223A2496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Review State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BD57F-1399-4270-B616-2F22D1AC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2BE09-EC94-49C2-BE2D-2F61B2FC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A1323A-1E00-476C-A80C-1B9E98F3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16BC4-A3BA-42A8-8DD9-A9C4ED53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794FD4-6E33-4BD7-8628-4B7A33F9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BF7643-E723-4859-8DE5-4F36241E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390DB-EE9D-46D1-A321-2EA35872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30939-6DE4-44CA-B5D8-B5A34B1D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29C77-9AEC-4F1B-AD37-5FEBD4F7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9E7E72-3B10-4939-8C99-5A8835BC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B17E7-B4C2-439D-AFFB-BD0B958E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실제 interrupt·resume Human Review Graph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94A588-0F1E-4B05-9868-3EC2E722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881D0B-D3F3-4CDB-A44C-2DF8E9F3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858CE-6241-42FE-8361-6198CD44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A50A6-EB29-4883-84D6-DD86B393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Graph 함수·해당 Test·Notebook 7차시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35B4F0-2CEE-4A4C-9055-DB6A449A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41D9F8-A10D-4A2E-B08B-07DB057D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ACC1FC-EC37-410E-878B-56786574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952D65-1460-4D6E-B332-E100106C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Interrupt 전 Export 없음·세 Decision·완료 Thread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F0202D-94AC-4FB1-B146-95B3BF78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26FC03-F15C-45C8-AFA8-B3D27D9C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0435F9-FA0D-4115-8919-0BB79AA9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35F250-F68D-4FC5-AA20-B3A500AD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승인 전 외부 저장·발송·Thread ID 변경</a:t>
            </a:r>
          </a:p>
        </p:txBody>
      </p:sp>
    </p:spTree>
    <p:extLst>
      <p:ext uri="{BB962C8B-B14F-4D97-AF65-F5344CB8AC3E}">
        <p14:creationId xmlns:p14="http://schemas.microsoft.com/office/powerpoint/2010/main" val="1348821924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5088EE-8A1E-4C78-865D-E664F778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EEA91-976D-44C8-B24A-BC1E1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A23E9-3BAD-4039-8DF3-2D2DDCD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91797-8AF5-4E6B-B47D-503DEBCE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2C747F-B9D4-49E0-B959-CC08A220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8DE026-D477-4D77-981B-1D2B4690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13B79-A9A7-40F9-A7AC-8DA5958B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D0EAB-6FD8-4D31-888E-9D8BE50B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 · 7차시의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6A970-29BC-4836-B1C8-64FEF5AE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AB78BE-E933-48EC-BB6E-57412D24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6395-2512-4076-AA9C-153A466E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interrupt·resume Human Review Graph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B1C844-52C3-4B22-BA43-82CAC5ED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BB5F70-BAFC-4466-8460-532E9F1A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F4398-03C8-4746-BB6D-C1FD3F8F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interruptible_human_review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943CE1-F1DB-4139-BF6A-BD9941EF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4B0F1-6EA1-496D-9BF6-A0605029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5702EF-5ADE-4815-A4C3-1E60D5FC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approve · edit · reject</a:t>
            </a:r>
          </a:p>
        </p:txBody>
      </p:sp>
    </p:spTree>
    <p:extLst>
      <p:ext uri="{BB962C8B-B14F-4D97-AF65-F5344CB8AC3E}">
        <p14:creationId xmlns:p14="http://schemas.microsoft.com/office/powerpoint/2010/main" val="1063749685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971C26-0EF7-43C0-AFB2-D89A187D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0AFC3-4EC0-4F3C-A34C-52DC972A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Interrupt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76BFA1-184F-4C69-990F-C803F3F9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4216B-2690-49CA-9BBD-CA238ABC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FD8F89-5ADF-488E-A4F0-002DE561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650B1-4E0C-4D00-A4D1-99B16094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C8022-D67A-4123-B41D-90F10B87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076D8-041B-400D-9D09-C2E485A2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7차시 Interrupt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FD1F1-76FE-43C7-8BC6-07E854F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C370E-0616-41C8-85F5-BEDA47F3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BDEF62-51A5-44E7-B3BA-5263B5E6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 ID와 중단 Payload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1492C2-5571-44C7-8981-B10EB7C0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881C72-AAB5-4948-9E8C-EFB0519C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D0977B-DAE4-4C9C-9BDB-DE9B1BA4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Reviewer에게 필요한 Field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06DD22-FF59-4208-B698-8C75D496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E713AD-3378-4296-AA7C-AC6516D7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922839414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66AD3-EA38-483D-BDC4-614BD25F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C97D56-CB2E-4F30-8CBA-92DBE252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Resume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6D11-854F-4FEC-8FC3-A178875F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4AC5B-6C4D-47CA-85AF-F9A6FC7A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8CD0D-25CD-4A7E-8C26-655EA85A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0509B-CE34-4182-977E-8263B083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D37718-2264-4A38-AC24-4D13B296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F5147A-77FE-477D-A7F3-CE883068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Approve·Edit·Reject로 각각 Resume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EA1E2-053F-4AC4-ABDA-C2911990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138CE-A056-4819-97B8-C87CBAF3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89E333-CA5D-49E7-8E67-80B9CD4C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Conditional Edge와 최종 상태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CC014-2EF3-4F0E-B253-600468A1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4B9F65-E3B2-4A11-B150-8C80CBD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30B3-B9AA-48E4-ABFA-2B64DD2F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 없음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874FDF-A08B-4CFB-9C42-184481EB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BB4FD4-AB17-4B44-A015-0E498CFA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253736718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A6A267-A941-43C5-B27D-EC0E12C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42AE1-5C5D-4043-94A5-4A04AE23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335DC-06EE-49C0-BF47-2E77C40A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7C0BD9-C8FB-4980-84C4-D37E676B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0301F-1EA5-49E1-BC6D-1F5EABF2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CCCD4-C3CC-4A78-AF76-61D0C3E4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E7269-7561-4AF7-9DA9-7F1BCD2E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BC125-D513-4241-8098-B0396F9B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EAA191-D1FA-431C-80D8-F3B4DA86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328A2B-0322-4061-A4F4-FFACA9B8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72D53-3149-4516-ABFC-9A72AF60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CCC5C-8D99-4CEF-9B05-2D022840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C30381-85C4-4090-A85B-A674C395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33D50A-7789-448A-9693-ECB50FD4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AFAEBF-37E4-4E0A-9F32-325EAC4D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 전 Interrupt, 승인 후에만 Local Draft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D4FF07-B4CC-496B-8B83-44B57E25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AB599F-4623-4620-9276-742EF0E0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3FF62-C346-40C0-89E8-6E9379FD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6DD10C-9210-4E6B-91E5-548910A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60100-E5AB-4330-B749-070164D0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DE760C-9E78-4994-81EE-B21AF0F6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Evidence·Policy 위반은 Human Review 전 Hold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A626E-15F5-498B-9C45-B1C59D16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F5827E-52C4-48B0-B9C1-1EB8ABA0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843D61-6AD9-44CF-94D3-5C6FBFC6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C369EB-4DEA-471B-821A-6ECFD722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AEC931-1582-48BB-B3B1-0FD3E2FE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682C6-8272-429D-9A21-4CE6A526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 뒤에도 Local Draft만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3947B3-07FC-432F-85A0-11505F84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AF38B6-5637-4551-A907-DCE54037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1CDFB-4A54-4EF1-AE8B-650A4EE3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46BCD0-CC38-497E-897E-0F5AC1B6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9C2CC7-B2D6-4308-A2C6-8D1A1F9C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04EDD5-E6D5-4203-A814-6D5D800B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07_human_review.json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BADF06-CDBE-41D9-BC92-A4E25A8B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AE3F0E-5BDA-407A-B5E9-4FEAEDDC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521863501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8B7530-DC68-4532-A6FE-5FA60008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6CC6C-291D-4544-9E24-BD7A95FB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D8FB11-E9CF-455E-8604-DDC77FC7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920AA-48D4-4DF4-A2BF-DE343419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AE50E-49EF-422A-B99C-F20AB35A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823A88-964A-4F72-A9B1-892C3E47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9DB48-4FF5-4783-8053-E147F987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BC77F-258D-4A09-BB42-14CDA033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 ID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247E5-B95D-4E03-9C44-3CB0AEEA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1C089-3CD2-4A10-B89C-792CEF5A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3AA9A-4412-4454-9D50-B58F9560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Payload 필수 Field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8B433-2AE3-486E-B884-A941D2D8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D0F7D-2189-4B61-BC58-322E5613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AA5E71-1B4F-44E0-ABD5-B172F9E9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Thread ID로 Resume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AE648-66E6-4F87-BDBC-ED7EE926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94982F-0CB1-42BE-A228-E4B48D6C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E03949-79EE-4CEC-BA9D-BF1E3495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최종 상태 비교</a:t>
            </a:r>
          </a:p>
        </p:txBody>
      </p:sp>
    </p:spTree>
    <p:extLst>
      <p:ext uri="{BB962C8B-B14F-4D97-AF65-F5344CB8AC3E}">
        <p14:creationId xmlns:p14="http://schemas.microsoft.com/office/powerpoint/2010/main" val="781123196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F3BFFD-F297-4611-80FC-64AEAA93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C2A9D-0145-4C9D-A916-C099F929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3FA729-F970-4DC3-9D64-AA26E116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A3093-021C-40C5-8AD1-C5A476CB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0D1AC-DA27-440D-A697-A23B9C23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D9EEB-7E57-4118-B34D-8B57913D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B7910-68BC-41B5-A410-653238D5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001B0-B8C4-4B9B-AA28-C383295D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5BA0A3-604D-4EC4-A932-93BB2AB3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72C1DC-5519-4FEC-8A1E-2F091F76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001059-9291-4269-9749-918315C7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6713E4-8780-4F99-80E2-50F811E4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627C05-4840-4D26-8A0A-880A6C0D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013BF6-C605-414C-9953-89699457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110BEC-C92C-492A-A203-47801894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메일·문서 반영 전 Reviewer 승인 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C94E-AC37-472B-B38B-B741412E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085E9B-3F89-47E7-838F-E53F5241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EDCA0D-5D72-4491-8347-4291FAC2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339322-C0E0-4F21-A609-54B68D98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C67FF-C361-4414-8EDE-F9D8FF37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79E120-2014-4CF1-8A54-24D422A1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Interrupt·Checkpoint·Conditional Edge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4174B5-873A-4214-A1E0-E1497D73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3DFF45-6F6F-47A3-B97B-D722068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738999723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A09FCB-1C96-43C4-81B5-775A0626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81F389-94E4-4A9F-9353-ED99D6B1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09B7D-3770-4265-908F-BDD38C72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E7851-B35D-4B90-A2B1-A5031269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D3CCE-D5BC-495F-AE77-1E56ED33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B917F-8EE6-4B3F-A30C-76EF46EE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D37519-5665-417E-8AF2-C72F71AC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D6C85-098E-4F30-8F5B-21528BD9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43510-8471-45FA-A171-D54F2614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3DAA9-49BA-4E09-981D-5C2844A0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726041-342B-458E-ADB6-56668F95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interruptible_human_review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BCB3CE-B28E-4619-90D0-B4C74A6D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BDD2B8-9F46-4CA4-8388-809A0FDB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F7129F-401D-4762-9BC7-504CE96C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07_human_review.json · 검토 전 Interrupt, 승인 후에만 Local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7022CC-D251-48B6-817B-B344EAAD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612EEE-A923-4022-8E84-F4DAD081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29293-0086-4AFE-834F-A4BF400A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실제 interrupt·resume Human Review Graph</a:t>
            </a:r>
          </a:p>
        </p:txBody>
      </p:sp>
    </p:spTree>
    <p:extLst>
      <p:ext uri="{BB962C8B-B14F-4D97-AF65-F5344CB8AC3E}">
        <p14:creationId xmlns:p14="http://schemas.microsoft.com/office/powerpoint/2010/main" val="540936913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ABF739-0088-4769-82A6-DDE89E75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251CF-BD04-4890-9ADD-D8F0CDB8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782452-14A5-4916-B40F-D25978D8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E3ABA-7869-4EFF-A16E-C2B4C4B4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398DB-59C2-43BF-ADB3-6CF7F1E4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56E7B-FFA0-4BF5-BAEB-1EB88CCC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4E37A-190F-4396-9924-FC39E848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F3F0E-9F3A-4CC5-94E1-2AD25DFE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56AAD-44A5-457D-8F31-168E57DA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369ED-80AC-4D7E-847E-47A81E1E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5B1FF-8C42-4DE3-9302-02ADCA99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Decision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A2635C-AD69-4302-B2A0-C808A5ED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1914A4-E8E1-4E3B-BF9F-6FF7722E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189AB-25FA-4644-90EC-85B9161B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 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B6C7D-8208-4A1E-B09C-02068836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F44988-7255-47A2-9B71-F45E7488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Desktop App Package</a:t>
            </a:r>
          </a:p>
        </p:txBody>
      </p:sp>
    </p:spTree>
    <p:extLst>
      <p:ext uri="{BB962C8B-B14F-4D97-AF65-F5344CB8AC3E}">
        <p14:creationId xmlns:p14="http://schemas.microsoft.com/office/powerpoint/2010/main" val="96278148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2294D-C018-4757-A99D-50A671D8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DBF9BE-D731-44B2-802F-061BE18D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8차시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F165F-CCAC-4F6B-980B-319A6B52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16:40-17:30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20402-DD40-4CF0-AF10-4D657CB5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Desktop App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F2989-6A9A-47E9-A154-1B2C0875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Source App · Local GUI · Docker · Windows EXE · macOS PKG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F1101-6B6A-428D-8FC3-A4A9E444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07119-7CE1-4875-9154-15D46B95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0-8분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EDC15-9E78-4447-A869-0C6110E6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D89D61-08A1-4D34-815B-1B780017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8-18분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9BF4E-41CF-44BF-B938-7BC85ABD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84243-BD38-4DD0-B729-BC40E73C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18-48분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5573D-24B3-45F4-99D2-BB7AE239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9FC10-C60C-4648-A7A5-2D1C31FF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48-50분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19FEBA-2EF2-4660-BCE2-7D590907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AB1A3E-AEB0-4C84-B3A6-24645378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253486677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6A799-C1EA-453D-9C85-8C744210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7CA1F-8934-4A80-8C2D-18E92211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일반 사용자용 실행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774BBA-43E1-4FD4-AA6C-D983272B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97EF23-3A6F-4323-8340-BCE41AF5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68EF6-7EC0-400C-9FE6-44AE068A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37962-D86B-4765-BC2D-582EA92E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개발 환경을 모르는 사용자도 파일을 넣고 결과를 검토할 수 있는 로컬 GUI와 설치 패키지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334C4-2B51-45B3-B164-F8DF364A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236E2-90A7-454D-95CF-81E430BD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E15B0-34EC-435E-A882-BC523D86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일반인에게는 Notebook 성공보다 설치·첫 실행·오류 복구·결과 저장이 서비스의 품질이다.</a:t>
            </a:r>
          </a:p>
        </p:txBody>
      </p:sp>
    </p:spTree>
    <p:extLst>
      <p:ext uri="{BB962C8B-B14F-4D97-AF65-F5344CB8AC3E}">
        <p14:creationId xmlns:p14="http://schemas.microsoft.com/office/powerpoint/2010/main" val="1765169606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A9A405-F636-4AF1-995D-A81E7479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01EC0-AFA5-4E53-AF4F-F16E1C91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패키지 용어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1C7CE-B314-4A63-BCD1-167442A0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43DC4-C16B-4866-B658-7CC3C0B0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E76791-5516-4FF9-85AC-97B6CFFC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234E7-8F7E-4757-BEB1-48E91955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D7285-E4F9-4D47-A280-A6B06D3D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ADC9D-A527-4054-A945-1B9A1312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DC827E-2911-4663-BEB7-1DBD53C8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94688-AC11-4ED7-A879-14E51936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4898B-64B3-4277-A9B2-BEB0BCAD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33DDA-9196-4A6A-8962-C3D1D77C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AFB15-5D73-4B7B-B79D-0B482825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Run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9D63A8-2607-44B2-B04D-2236D0C2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6704F-992F-473E-8D7A-389EED80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Python으로 FastAPI App을 직접 실행하는 OS 공통 기본 경로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78713D-A17B-4D5F-929D-427DAAE8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719CE5-4D65-4CAB-9C4B-30430ABC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5D813-6FD9-445B-81B8-4E22BE63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6E7C49-5B4F-4D1D-9F93-2E4AEB3D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Smoke 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E2369B-1561-4A17-8F85-4B40D28C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A0E21-6DB8-4695-BAE2-762A8E6B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Health·처리 API·안전 경계를 짧게 확인하는 실제 실행 검사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CF8690-B882-428D-8130-4A21106E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EB1155-06E1-4B18-B350-B7C8C348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docker-compose.yml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A51C6E-270D-42C0-A0BD-77B9B5A1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3EFB30-39E7-4AC3-AB23-B00B1F01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3B910D-3236-49D4-9CE2-78EA98DF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106621-59AB-43EB-8E43-22F2C47D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실행 환경을 Container로 묶는 선택 경로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F402F2-6737-493C-93EF-564FD5D3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428842-E8C5-4A28-A5A9-36B16F61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static/app.js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15C541-9A76-4747-93EC-F6229D77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E42009-53EC-4D7E-9F54-0D456B54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Package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302C78-0B3E-4F90-AA13-2FFE7C03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BC850B-E3BB-41A6-9DAB-47461E3D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사전 제작한 EXE·PKG Launcher; 수강생은 직접 Build하지 않아도 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49CA7B-F68E-49A2-9E16-CD47340A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FFCCF8-8C28-40A0-A359-A45CC2E2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dist/*.exe · dist/*.pkg</a:t>
            </a:r>
          </a:p>
        </p:txBody>
      </p:sp>
    </p:spTree>
    <p:extLst>
      <p:ext uri="{BB962C8B-B14F-4D97-AF65-F5344CB8AC3E}">
        <p14:creationId xmlns:p14="http://schemas.microsoft.com/office/powerpoint/2010/main" val="617956485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FB85E0-3032-420D-A067-25F83DF2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C6684-FBB2-49FA-B64A-CDD18786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입력부터 Local Draft까지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A19A8-6E6C-4D33-8B19-C1B1E910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B05B4-6013-4DD1-8896-2A03E1B7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B51BF-E22A-41CC-A569-24346222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7631E-A7DA-4194-8AEE-4C6EFAB4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926C0-D8E9-41F9-B4FF-C5F0AA1F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A1CAB-A032-495F-A42B-6C2A07A4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066F6-533D-494F-9011-854B98A9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931DE-C63C-445C-BFBD-DE9276F3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B0895-227D-4EF4-8060-894F2AD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4EAD9-A2B0-48FD-98F7-C5C88ED8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88354A-BBE4-45C9-BE20-68306E7A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42B76-F8E8-4D0C-A859-E90A1A0E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3D5D5-87EA-440B-AA89-81334CC1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5A4FAF-C421-4138-8848-B6B14621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E60287-1087-49BC-9566-3101C1AC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0812DE-7D50-43A5-A202-F66F6688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843748-C5C9-41C2-A971-F94A8496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C67B3E-1105-414A-88DB-81A274C8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CF89B9-B49C-4541-A700-79FF6175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F119B8-409D-431F-B68B-178E28AF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6A7989-6C3B-4850-83E9-5C7B5376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2AF6DD-8B78-41C2-BF05-D73D2292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Draft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B049EF-D993-44CB-9CCC-649F5FDB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961518056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C6ADC5-631C-4B3B-8C2B-0C60002C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20705-655D-42B6-AC9C-476FCC09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방식별 준비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B8850-3EA6-49C8-B73C-4489ADE4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48A2F-CE1A-45FD-97E3-AA78D5AF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F1509-82DC-45E1-A79F-CA858808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659A63-99D3-4BC8-9261-736BB637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9E5D0-BA55-4364-A009-BA57A69F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83894-2810-4E28-ABB9-036DB3A7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54BCA-95A5-41CE-94F7-536E8BC8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A9B2E-29A0-456A-9994-C032D446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51D4C-8A3F-43E0-BE8D-B6498777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930D4-9478-477C-B8A6-3495BC1B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33C3C2-8D8E-44DB-94AC-F11F37F1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Run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36AAF2-FD29-42F0-A37D-6D4116AB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328B31-950A-4DB5-80D3-0CF51CBD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OS 공통 기본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20821-E672-42D8-A566-3A418A5F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CF8FD-DCB8-4ACA-96A6-97E88F10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없이 실제 API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051650-EF59-43B5-8863-22448187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8E60DA-B41B-4367-B057-3003E905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E13FCC-3776-45BB-BFA1-AC493465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E4492B-A3CB-4F68-B7CA-FEEA1105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3961C-1586-49C7-B662-F235CBC5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BCF0CC-5231-4412-AC46-2F67E1A2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Image 준비 완료 PC에서 실행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2DD8D-D6B5-41E3-AF52-23FBD5B7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DE0475-2AD6-4E12-8049-33F19A59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사전 제작 EXE·PKG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3FD6DE-F7E6-4B20-BF65-2F8A8B62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EAF76F-1324-4D54-AD99-4314EF18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Windows·macOS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CCB209-5350-4975-B0A2-23ECA018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9DE32D-C9D3-458C-8E79-5DF7B2F9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Checksum·OS 경고 확인</a:t>
            </a:r>
          </a:p>
        </p:txBody>
      </p:sp>
    </p:spTree>
    <p:extLst>
      <p:ext uri="{BB962C8B-B14F-4D97-AF65-F5344CB8AC3E}">
        <p14:creationId xmlns:p14="http://schemas.microsoft.com/office/powerpoint/2010/main" val="46096702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F420F4-96CA-4007-BF4A-382D9D0A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6CD04-DD50-47F6-AA29-5B849B26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C8F8AF-E26D-46D3-AD9D-44D79EB0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758D9-12B4-4CA8-8E47-60F81875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EE211-5865-4C8D-80F6-E1E03CD4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580FD-EAF9-42CF-B608-90FA775A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5275AE-13CA-454E-B57A-EF9564AE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1BC73-52F1-4E2D-8A1C-E7E955E2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21772-29FB-4AF5-8C81-E10F9F95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5733F-BCAB-4FE7-A4D2-4476292D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B06D8-BBD8-4872-952C-F31E09FA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가이드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5C212-9ED3-41E3-8994-B55FE61F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5D1B4C-C6EF-402D-AEA5-3821121C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desktop-app/meeting-intelligence/README.md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3BB862-048C-46E1-B7DA-A72AB1B4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8A6B5-9B89-45A7-A67B-B3EEDCE2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A485E6-016A-44BA-9162-43BF81BB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BB9B54-0D6B-4A2E-BEA9-ECBB1D8B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scripts/day2_desktop_smoke.py · app/main.py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38806-6A75-443C-B923-00DF06F7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1616A5-FED1-4F4E-B7A6-7657DD07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124B44-A460-4DA6-857E-B66C0A99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854AA7-1DCF-4C4F-BA5E-6F3D974B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static/index.html · app.js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D01097-86EC-4F81-A990-8D36A049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B347DD-7CEC-4280-A499-C47EBE34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Package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AC7A1E-0EF7-486D-8C9F-6301C22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7242A9-8921-4778-828F-3A9179D3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Windows EXE · macOS PKG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673D9E-CB48-4BA1-8D59-A3B575BD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F84E17-CC2D-43B2-9226-565FD2A2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requirements-day2.txt 설치   ·   desktop-app/meeting-intelligence Source   ·   Browser · http://127.0.0.1:8766 또는 Python Smoke</a:t>
            </a:r>
          </a:p>
        </p:txBody>
      </p:sp>
    </p:spTree>
    <p:extLst>
      <p:ext uri="{BB962C8B-B14F-4D97-AF65-F5344CB8AC3E}">
        <p14:creationId xmlns:p14="http://schemas.microsoft.com/office/powerpoint/2010/main" val="660763192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6D4A15-281B-4CA5-B0A4-C5EEDB99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4C893-99B3-4190-8061-91F748F2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 도우미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9C3DB-9E8E-4004-B667-33621B8D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29F8-9563-4E8A-90AF-57A6C468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54AA6-770A-460D-83C9-D6BD2E4F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8FFD4F-AF44-49D0-908B-F2901195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Local Preview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42557ec1a4880"/>
          <a:stretch xmlns:a="http://schemas.openxmlformats.org/drawingml/2006/main"/>
        </p:blipFill>
        <p:spPr>
          <a:xfrm xmlns:a="http://schemas.openxmlformats.org/drawingml/2006/main">
            <a:off x="685800" y="20581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44FBCC-068C-4D5E-A0DE-C6868CB9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352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3C41A-D178-4D22-84B6-E4BD0512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76400"/>
            <a:ext cx="4248150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73CC7-1025-4199-885F-C936716A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47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Local URL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B3E73-2408-45A5-90E5-6876769E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4785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127.0.0.1:8766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07DF17-775B-4102-A745-052B5312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86000"/>
            <a:ext cx="3790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6EDA33-9D07-4EC1-A731-90E1E28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사람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70B625-024B-4EB3-8D57-0F530E83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765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필수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EF3362-613E-4C8B-A15B-67A420F9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14650"/>
            <a:ext cx="3790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AE09AC-6CBD-4F38-9DBA-E380F969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051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받는 사람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ABB53F-C3D2-4222-B2F3-45F26D94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0515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공란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941D7-989C-45A2-9E7E-4BC109AF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43300"/>
            <a:ext cx="3790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324AC2-8591-4A3F-A941-64A0D2D9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338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이메일 발송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AD615-96D0-401D-B4F0-D703832F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338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60F7A3-FFF4-44ED-BC83-31042F1D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171950"/>
            <a:ext cx="3790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AC9453-BC1E-47AA-B89E-5283A92C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62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외부 저장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B39D9C-9859-4471-8B3C-38CF8A19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6245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F36959-0CE7-47B7-9377-C2B20A79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00600"/>
            <a:ext cx="3790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9885A7-88E4-451C-9063-938E0E11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91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DDC418-8516-4783-B989-417F8C44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9911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PASS</a:t>
            </a:r>
          </a:p>
        </p:txBody>
      </p:sp>
    </p:spTree>
    <p:extLst>
      <p:ext uri="{BB962C8B-B14F-4D97-AF65-F5344CB8AC3E}">
        <p14:creationId xmlns:p14="http://schemas.microsoft.com/office/powerpoint/2010/main" val="856248877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FDD9F7-0588-4889-8F16-A6669BBB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95805-7B36-48DD-AC4B-2F9EFDB3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22634-5862-420E-8870-84B5722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D1B09C-60BF-43CF-93CA-A5D74DDE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9B93E5-DFCF-44CA-A260-027DDF0E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98383-1A4D-4483-A5DE-2B688A0F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9E0558-8592-4657-B5D7-0962267F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03C471-7E1B-4DA9-8B84-513B18EA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scripts/day2_desktop_smoke.py · app/main.py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1E84A-4F71-47DE-BEE6-5323679D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6F6F53-06FB-48AD-A974-D037BBE6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DC977-E018-4431-9BAE-E39F182D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scripts/day2_desktop_smoke.py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cd desktop-app/meeting-intelligence &amp;&amp; python -m uvicorn app.main:app --host 127.0.0.1 --port 8766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A5C889-ECA6-4F6D-B070-B1E3275A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60A6F-9A91-4845-9355-143964FF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ED44B4-27B1-411D-93C8-CC58DF81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중 하나로 MeetingRecord·MD·Email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5D67D-F578-4A08-B4FA-BBEEF7F4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73A982-69F6-436C-BBF5-F94E9375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466906-6553-4D65-B383-ACB4E806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로그인 안 됨·STT 실패·미승인 요청은 Hold와 복구 안내</a:t>
            </a:r>
          </a:p>
        </p:txBody>
      </p:sp>
    </p:spTree>
    <p:extLst>
      <p:ext uri="{BB962C8B-B14F-4D97-AF65-F5344CB8AC3E}">
        <p14:creationId xmlns:p14="http://schemas.microsoft.com/office/powerpoint/2010/main" val="1992282052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057840-8997-4E0B-9169-475E1675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1E22A0-616E-44B2-BD10-41236E30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3050B-1391-490E-9534-1A07DC2E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0A994-99ED-4662-8308-D9B8DE1F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862B9-6DFE-4F2B-9B43-23D8EFB6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F1974-5F50-48DC-B3DC-8754CB52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41A9C-D5AB-4C50-831B-9B4AA43F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3F110-F59C-4DEA-9F4F-67A635CC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scripts/day2_desktop_smoke.py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4F68A-8ACE-47B1-8757-29F42735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4C0AF-0D9E-4D5B-8F40-1207CD66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9B9DB-028E-40DF-B529-3B062C11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AC917-54E3-47E7-B28F-54AB297E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17742-229F-4396-9D63-3DC0454B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09FCAB-F090-487E-8E2F-1E17AF4C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ED56B-44C4-4CB6-9D73-00D73268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AF8F8F-1D3C-4C67-9DF1-269B18AC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210797-1A7D-4342-A497-770B1DE6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55D584-2F16-42BA-B164-ACCDDD66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6F5B61-3A63-4172-A90A-BF33842E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A38DA-2791-4F18-A84F-DCA6850C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1648589647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71FE7-2682-48DD-ADEF-82AE91FE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5E967-8843-4169-9B63-A13F15C4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94BF9-87E9-4BF9-9CD6-3633CA36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D7CA3-3A65-44E6-AEFC-28BF1E58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658D4-31F7-48D6-B6E1-0348AE9D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C05196-2272-48B2-8827-E8496703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5886AC-1170-4301-878C-216E7063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"markdown_files":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"email_drafts":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"email_send_allowed": false,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03A43-09B7-4E56-93EE-FD7FB32E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B0FE7-F3FC-470D-AC43-46EFB860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CAB00-57FF-46AF-8D5A-05103874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98E9F1-2B1D-4A87-8AEF-9BABE600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markdown_files · email_drafts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0C76C-0453-407E-B69A-5DA203B9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67ECFD-6D71-473F-96D2-6DE2F472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965EBF-8477-4D33-8608-A7017A8D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email_send_allowed=false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E225D-CA88-45DD-91D1-9997A198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7895A-E69C-4476-BFEB-07356E53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94DA1F-8707-48F3-81E8-E018B150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human_review_required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F3A2CD-82E8-40BA-BA3C-310C3A6F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F8BF9F-DE99-4DD1-9AD9-AC32A18B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23FB2E-3E91-475A-AF4E-AC73E0BE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55397167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6B6B3-7F48-4820-9CBB-E7C1C337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080A0F-10F0-4C35-98BE-C34FF544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4FCB7-0F7C-4689-BBFD-B8913E3D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C1015-465C-4BA6-8FEB-061837CC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C78E7-1F0C-4C8A-BB41-CE1AA34C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5FCA3-9A2C-40AC-9939-EB1E6067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92CA44-9B68-416D-80F6-D6BE8EDD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154F7-3F2E-46A6-A787-B72E01B1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desktop_delivery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"source_smoke": "python scripts/day2_desktop_smoke.py",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"docker_optional": "docker compose up --build",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"browser": "http://127.0.0.1:8766",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"human_review_required": True,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"external_write": False,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export_result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"markdown_files": markdown_files,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"email_drafts": email_drafts,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"desktop_delivery": desktop_delivery,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"checks": {"all_emails_unsent":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all(not item["send"] for item in email_drafts.values())},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AD1D9-A806-423A-BFC3-A1BB17F2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save_json("08_export_drafts.json", export_result)</a:t>
            </a:r>
          </a:p>
        </p:txBody>
      </p:sp>
    </p:spTree>
    <p:extLst>
      <p:ext uri="{BB962C8B-B14F-4D97-AF65-F5344CB8AC3E}">
        <p14:creationId xmlns:p14="http://schemas.microsoft.com/office/powerpoint/2010/main" val="440893942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1C58AF-815B-4C47-9FB3-A4EC3664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61B2A-F4C1-4591-A04B-C6096313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App 통합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34979-D99E-47C1-8724-9DAA557D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D8A95-7487-4177-B42D-9B0F25BB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C0390-8CDB-4243-90E5-164310A1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6B3AF-1E25-4C50-9D96-9347627F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FB22C-57B8-4F52-8B16-EE37901D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79E055-C95B-442F-8AF4-2276F0B9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1DCAB-D26C-4F4A-A272-9E0AF6FB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DADC9-C685-4694-9EB8-C3995753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EA946-6B94-4BB7-BE74-6650EF9C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9765E9-D4A4-489B-8553-3D3123A6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56A6A-8550-497F-B122-8A504D02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API·UI·Docker의 동일 Schema와 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F7C1B-C9FA-40E3-9FF5-3E25B0FF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0F1F8-C4B3-485F-932D-837F1FDC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98AE60-691B-407A-AC16-54CF7D76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B7E1C1-8694-4AA2-AF2F-E3466DEB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App API·UI·Docker·Launcher·해당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E41E11-4A63-4E49-9D48-03CA73ED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40DEA3-675E-4625-95F6-A4AF82E8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463E1C-55C6-4C58-992F-0DCE133A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5C271-7DC9-420A-8A7B-F04AC541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세 입력·Evidence ID·Human Review·Port 8766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66D83A-2C4B-459F-9269-34A5C149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E734B5-4932-46F4-88DF-12C1D81B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B3C38C-8973-4503-B3C9-1369FD45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C754F-6852-4561-BF2C-FFAC7FDC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자동 메일·Notion·Confluence 반영</a:t>
            </a:r>
          </a:p>
        </p:txBody>
      </p:sp>
    </p:spTree>
    <p:extLst>
      <p:ext uri="{BB962C8B-B14F-4D97-AF65-F5344CB8AC3E}">
        <p14:creationId xmlns:p14="http://schemas.microsoft.com/office/powerpoint/2010/main" val="37049398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D0357-835E-475A-A67A-9E39B17F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B1D1D-DFFB-442F-BE61-F8903607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2FE5D9-15CF-4F63-9353-518F0A09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EA7545-14DD-481B-8725-7C92665E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1C878A-175E-4CAD-BF49-4E2705FA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F855A-003B-41F6-9B74-BA2F4D13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65CFF3-1FF1-4681-A7CE-533735AD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2D7D5-B9D1-4B65-930D-0AC26632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static/index.html · app.js의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BBFC5-5B84-454D-9440-9E642D91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339206-658A-497F-A860-CBFC1AC0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5BA5F1-B27C-49B6-955C-5A155E2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API·UI·Docker의 동일 Schema와 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C024C8-3679-4473-8C4F-063CDEF4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37E0D-7BDA-415B-973F-08E6557D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40459-6BB6-4EE0-8F1A-83342E46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scripts/day2_desktop_smoke.py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DA404-8C77-4A4C-BA99-16EC57C2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369D-6F50-4528-84B9-369C0A78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AE96FE-BF08-4B3F-BF9A-57E8CE92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955825728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330426-D9B4-41A1-99BE-76688952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1A7AB6-4778-4803-976C-14328A84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App Smoke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32EF9-7050-4382-974E-194942DB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D6EBC-5323-4CD9-9679-5D5518D5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C3140-1847-4D33-8BB4-E4F977A8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34660-44C8-45D9-8576-7BD985C4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F2F65-30D1-469D-B252-582C8311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69D06-0821-4827-ADEB-7C9A51CA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scripts/day2_desktop_smoke.py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FD323-DB34-429F-BE06-D1BF742E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823EE-5E38-427F-998B-C13BDF2F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EBCEB-F188-49ED-8E16-EB663221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Health·Fixture API·Review Boundary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6625D-46C9-4010-AC24-0EE9A5ED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F070FF-4BC9-4A66-B630-6D2385D8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33584A-4F5C-46F8-9EDD-00589585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08_desktop_smoke.json PASS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990624-CBCA-4F38-A4B2-D4123BB0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24EC57-BF80-4E48-A0F2-7D3D07BC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132440547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A6C12-C845-4FCF-B886-95D3124F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38F19-ABDD-412E-A901-47F57F58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입력과 Local Draft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4C8E5-FA1D-48FD-8240-9FA072F5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9003D-03CE-4F83-8051-F5E31695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B0C372-3E0A-4D5A-BF03-E1DB7AB3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09711-C7EC-42F1-B4F2-A7C85ADD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94EEF-F5E4-4B35-9A5D-447F2B33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009327-BAC3-431F-906B-40C1B5C2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App 또는 준비된 Package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6758F3-337F-413D-B94F-183B048F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61834-2F8B-4767-A57E-51F98FAD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80FC2-15BE-4F8A-9D88-B7115092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 Fixture와 Domain Context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CA64E-7957-4623-91F3-5D663147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4F18C-1439-4942-BC9D-C35ADBA1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CF33B-DDD2-4B8A-8E83-F1508E40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MeetingRecord·MD·Email Draft Preview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C17579-6403-405D-94C6-56928603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608E3-D242-4DDB-9CED-616CCB59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2134376465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694CC24-A164-4B10-A8C1-2B0C6E87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AC68A8-E865-4B74-A649-E98DA9B3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9C0BF-9428-4C94-A4A7-CAE44F9C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5D9D02-A069-495D-B73C-72CD0807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9E475-0ACD-4AD3-B15C-0460791E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6DB3CF-CB4E-409D-B445-1BE2C849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3EB23-A8D8-4707-A8DB-347C5FCA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FF5C2-E1F4-42CE-B408-1323D77F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4B878F-4202-4F0A-95B3-41FC490B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B87C0-E0C7-4227-9380-7F78D059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AB340-44D9-49A9-B9CE-E604869A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0F420C-FB01-4C4B-A660-EC696D6F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976C6-9D66-4403-BC4F-86399006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129F40-01CB-42B2-B87C-386E315F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C57EF-30B9-4B2B-9E70-5C743ED7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중 하나로 MeetingRecord·MD·Email Draft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DA75EA-ACB7-49F6-934B-7D21028C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872D5-2F88-4D09-9506-E37B4D31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BC36FF-AED9-42F6-80C2-A50F7FCF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A0F07-48F0-418E-B3EA-20EF6D34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EA2E4-BFAA-46A5-B637-F41832BB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FA731-592D-4B12-BF1C-00E8B373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로그인 안 됨·STT 실패·미승인 요청은 Hold와 복구 안내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6EB8F1-7D58-480C-BE48-B8546310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6BC922-5266-4B8C-885D-48C856BD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AF1F7F-8E67-42B8-AF55-E1600B10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1B81DE-FF2C-4AE3-BBA3-F774B177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827656-75BF-4946-8022-460AA5F5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861843-410F-4813-AFEB-C5E7BF7E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Notion·Confluence·Email은 연결 계획만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30A953-A698-44B2-84E7-78AA511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0642F8-2C0D-4136-ACB5-07B1E873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1074A7-52DD-430C-A3B2-C55AD8B4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AA9842-875D-426B-867D-CB742420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0D8386-937B-41AB-BD11-755E8380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C2E47E-A03F-4C6F-9EE5-1CFCC8E8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08_export_drafts.json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043065-3A8C-40A0-A2FD-CAEFB21B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1D5AD9-CCCD-4687-80D8-A57B8D6B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732715060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E83C81-65A7-4DD5-87F6-CD10142C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979D2-E7DD-4FA4-B27E-79C34829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5ACAF-4841-4310-AAAB-1ADF9272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1E325F-72BB-42A1-9C95-ADE2D066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05039-A58C-417C-9904-74002AE0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EBC2E-8908-4D63-B4A6-066B275C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9FC979-FCEF-42E3-A750-3F0DA99C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AE106-33D3-480D-BF38-26C49EF8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실행 상태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1E668-F474-4774-BB7A-99C57385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D4C3B-1A69-4978-9018-1621E07D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1E4B3-E5D0-4562-985D-AD7718F6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127.0.0.1:8766 Health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2C64D-2950-40E9-9ED1-A52A87E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47D4F2-79D3-4F8C-9030-0562B115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54E7E-6F34-467F-BBEE-68F4DEE4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준비 상태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8294EA-D9E2-4AAE-9E87-F5968B7A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598DD5-F7C8-4208-B67D-A6C2ABFA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6C4096-2FC1-44D1-ACD3-41783D24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Mode로 재실행</a:t>
            </a:r>
          </a:p>
        </p:txBody>
      </p:sp>
    </p:spTree>
    <p:extLst>
      <p:ext uri="{BB962C8B-B14F-4D97-AF65-F5344CB8AC3E}">
        <p14:creationId xmlns:p14="http://schemas.microsoft.com/office/powerpoint/2010/main" val="1734370663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A26E80-AB1D-4784-A77E-5050C2F6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36A4C-6405-4DF9-98FA-BA471844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73159-9E52-423E-AB13-1D237255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4014A-69DD-459D-A974-5ECE23EB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A9A70-2DAD-43E1-8CF5-6EE6BE3C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99CE7-CE49-412D-9197-420B9FE6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0ACC8-9C72-4BBB-8FAD-85F19A56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BDECF-DED1-4976-8FAC-7C12C421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E2620-CC4F-4BE3-A2FA-483F6110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874C1A-2726-4ACA-A0EB-91AEA92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674BB1-2330-4154-A5E7-3F74B967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FC429C-1CDF-4546-A6BE-9ADF1133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719F69-0909-4CAA-8B77-3967FDC3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870994-0D2D-426F-B154-5DC47BF2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D2A346-BBED-416B-917B-43AA03EC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팀원이 설치해 쓰는 로컬 회의 기록 도구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E77B7E-3956-4A76-BBE4-B33DF994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63402-06C4-474A-BF8F-80CF9D00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CE8EAC-F133-4805-8707-DBCB103F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F874FA-0AFA-45B1-A104-8A6AFE73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2FC0D5-6278-414F-B6EC-936C00E1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640D1-1F1C-4A46-9A11-FD07BDF6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Source·Docker·Package·Test가 있는 Portfolio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5C7B19-1B63-46DA-A7F2-2CBC3B7E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82980D-BFB9-4617-B7E3-DA63072A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37222537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37131-9AFC-4DCD-8529-6E61C93D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907C28-80BD-4849-9F18-1E93BC56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4C6B0-BE45-4872-B040-AA738C5A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E17AA-D6F1-47F2-9A4B-DF591AA1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2BDDF-6FEE-4AF6-8633-3FF90F9D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DFFEF-5A83-4030-AE83-1CE6D06A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5D74E0-7E03-4B3D-B2E1-B792811B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3F5C4-44D7-483F-BC3A-907266FC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scripts/day2_desktop_smoke.py · app/main.py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3DD29-EE17-4887-86CE-AA2F2165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1531DC-F338-48F0-9A09-172E6487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760882-0FE3-4A78-AB32-10C61795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scripts/day2_desktop_smoke.py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B2025D-8D4D-46E0-984E-CA1FE0B5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0DF212-6077-4DDA-B6F1-2F9C327F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3E465-51C2-4F46-B79B-A99FB166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08_export_drafts.json · 세 입력 중 하나로 MeetingRecord·MD·Email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69BF0A-638D-492F-8E4B-FC28FBCE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9B12BA-82B8-4215-9B0B-0C5275B9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CB3299-B116-46A2-B9EA-CA1F52D5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API·UI·Docker의 동일 Schema와 Port</a:t>
            </a:r>
          </a:p>
        </p:txBody>
      </p:sp>
    </p:spTree>
    <p:extLst>
      <p:ext uri="{BB962C8B-B14F-4D97-AF65-F5344CB8AC3E}">
        <p14:creationId xmlns:p14="http://schemas.microsoft.com/office/powerpoint/2010/main" val="154968662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F464EE-AE91-436D-88AD-A6772FD8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A9DDC-30CA-464B-B77B-233FA18F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0B9E5-A706-4FA8-9DA9-F5CFFA7B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36CC8-2F8E-4041-8447-B91483B6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334D3-C2B9-4CD3-96F3-767FFAA2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8A5D0-185F-4223-83E2-3206BF46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305CA-8BC2-4E55-8A3E-ACD90C8B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83912-33C7-4450-BD20-B87BE7DC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Smoke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7358C-76ED-4A9D-90F1-5B85B523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4E4F5-82AB-4416-9AB4-650094EF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F0F691-F018-46E9-B1C3-BC1AEA54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중 하나 처리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FEA3A6-62A8-48A4-A162-49B862C7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74018-681D-43E4-8D8C-B3F40620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A83E9A-6B38-4928-A45F-BAA26913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 Preview와 Test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594A63-8D1E-40D2-95D2-2F6CA7A3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813069-48C9-401B-A4B0-6D02FEAC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Q&amp;A와 전체 복구</a:t>
            </a:r>
          </a:p>
        </p:txBody>
      </p:sp>
    </p:spTree>
    <p:extLst>
      <p:ext uri="{BB962C8B-B14F-4D97-AF65-F5344CB8AC3E}">
        <p14:creationId xmlns:p14="http://schemas.microsoft.com/office/powerpoint/2010/main" val="574800108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19AB52-0369-406A-904B-EAAE4E0B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24B2A-FFE7-453E-A64A-63AC7052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1~4차시 산출물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21140-FEBC-4650-8BB5-83D8BDE7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DDD69-FACA-478D-9AC3-D12E298D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D9C40D-D3D6-4EC9-876D-675FEDD6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E9A9AB-5925-4A3F-9D80-9B52F56C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736EB-0EB6-4CBC-AC1F-2EC6F33C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3E4E7-5DD8-4E47-8F40-14B25014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8590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F1330-6E89-433C-902A-42E08D66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00200"/>
            <a:ext cx="344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결과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E7CB4F-D6D2-428B-9B9A-25C61E77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563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E5EE7-DF6C-460D-8C43-45C85B95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00200"/>
            <a:ext cx="537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49166-AD85-4058-8AD6-2B8E9FA6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3B92EC-1A10-4B95-B3D4-20F6BE0D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AD0D3-D022-45CF-9447-E0EB89DA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02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1A349-4EE2-463B-9AF4-9B1438E8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145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8F9E11-D891-4497-B254-5DBB848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002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EC3A9D-A9B4-4C33-B430-F67AFEEC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145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layer_count · fixed_graph · agent_views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E9A5A7-B60A-41BA-BB12-2F79DB71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AA3B86-EE00-445C-99E4-6698D180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90BD71-B70E-4BC8-A25D-699EEAA1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908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9F0F8-69A1-4574-89B0-AF553497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7E185D-1098-41F2-8257-3C6941B9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908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5E007F-30FC-4EC3-8F9A-A5157288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source_mode_count · segment_ids_preserved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E516ED-4500-4686-8111-55CC07C4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936CB9-84E3-491F-8C59-4602E0C5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C2202B-6F7B-4D1D-B8F1-03CA8F3F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755D19-0B9F-42BF-AD10-B59B8E8D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957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268ED4-61E5-43B0-9E8B-9DFB60D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814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C05A68-BBCE-473A-B0DB-5D2B8479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957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connector_count · lookback_days · scope_allowlist · max_items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D96DF8-DB21-401E-A4ED-86F9D5BD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4BF8C2-BD52-4B9E-ACBD-79ECB525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2D61A6-CE33-4A65-A7C8-D0892B3D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720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CA65DF-948E-4F69-A697-64C298F3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863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5E6079-C51D-4B99-8D01-C7ED7E62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720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4619DC-174F-4469-B501-19AF0745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863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· field_count · evidence_errors</a:t>
            </a:r>
          </a:p>
        </p:txBody>
      </p:sp>
    </p:spTree>
    <p:extLst>
      <p:ext uri="{BB962C8B-B14F-4D97-AF65-F5344CB8AC3E}">
        <p14:creationId xmlns:p14="http://schemas.microsoft.com/office/powerpoint/2010/main" val="644508592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3DADCA-3456-44D5-9C2A-3A79264F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67A965-F85B-4ABC-9B0C-F64A6D86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5~8차시 산출물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A9DA5-151B-4568-A332-4AB31D33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F9E3F-70AB-4D26-AE51-C8E1F583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AEDDAF-1F14-4930-9830-703B4582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65E73-4B5C-46C6-9C10-B055E145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C3B348-6A18-4FA5-9D58-BA02B358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0C9FA-D74D-4875-9F3B-F78B2373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8590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B378A-5F09-4ADC-9776-F9AC371F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00200"/>
            <a:ext cx="344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결과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D4615-FA92-4E10-B4E4-DA2D6862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563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01940-5DA1-41AC-87B4-68A59F72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00200"/>
            <a:ext cx="537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93A40-0D2D-4728-BB12-3D6A2374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60F50-61C9-495B-9750-E64BECF8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21938-3625-44E6-99E3-7C900DC8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02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CB7635-21D3-458F-8CA8-F9948DB8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145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05_codex_run.json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22612-58D9-4F80-9EBE-8180D964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002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0916DB-C324-47D1-956A-D456F9E2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145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task_status=PASS · case_count=4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1488C6-44C8-4BFA-8923-77263116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9CE094-C65F-499E-87DD-0EDC8B90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A72964-A605-464E-9A74-C09726F6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908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57A65E-A80D-4DD2-BB64-2953D320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diagnostics.json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0750E6-AC98-43CE-A34C-D9CE68A6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908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FB77F2-CE2F-4BF5-8F0E-0DC52AA3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default_openai_used=fixture · live_provider=ollama qwen3:4b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F8022F-151C-4656-AC4C-A94307CE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923980-C247-48A5-83FB-B74E478D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56B1F0-2229-438A-AD61-7255C33F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E8F95-1F1B-4198-A19B-40FF228A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957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D83D14-C8BD-4868-A3EA-F48CC656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814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87702F-EE02-43EA-AC40-C613E8A0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957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pause=interrupt() · checkpointer · thread_id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18FBBE-BEB5-417A-988F-61504018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00B6EA-C0E1-4491-B177-3BCFEB4E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7C29A8-743E-4FC6-A7C0-1E9BC673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720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4FFA5D-1484-40BD-B2D7-31E79254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863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5F95C9-E473-40E8-ADCC-04DB96D7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720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BB596-3603-461A-A594-DD806B87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863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markdown_files · email_drafts · email_send_allowed=false</a:t>
            </a:r>
          </a:p>
        </p:txBody>
      </p:sp>
    </p:spTree>
    <p:extLst>
      <p:ext uri="{BB962C8B-B14F-4D97-AF65-F5344CB8AC3E}">
        <p14:creationId xmlns:p14="http://schemas.microsoft.com/office/powerpoint/2010/main" val="106114750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69535C-1C3E-4277-A342-84E24C2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C91AE-E001-4049-B671-DEBF10DE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복습 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E0E90-057D-4866-B96E-D591EA9B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AF651-BC2E-4010-B8FB-B0EFFBBA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6B949-1DA3-49C1-9597-65FB70AD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B959A-6428-4B9A-8327-42DC9345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378529-0193-4E8F-9B59-0B44E0CB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주제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C6FE41-DD53-49A3-B4F6-63031C71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485900"/>
            <a:ext cx="8020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4E86C-1F84-444E-8F73-C2C1346B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00200"/>
            <a:ext cx="775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공식 문서·영상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0B7A8-B2B4-4D16-818A-DE1E11E5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952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A12DD-6FC0-465D-A6A1-3C7EB96D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CLI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79E29E-1A28-423B-B5A2-3C0907A8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00250"/>
            <a:ext cx="8020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DEAA2-5C1C-4F43-91AF-F505D6CE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1455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https://developers.openai.com/codex/cli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7E797-25B7-47A6-9372-8E1F9E79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95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8C691-C316-4AA0-85AF-FBEE3CCF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Interrupt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0FFAB-D4BB-4E26-85A8-3CDC77B3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95600"/>
            <a:ext cx="8020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ADB36B-775F-4DA0-9367-B486BF8F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0990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https://docs.langchain.com/oss/python/langgraph/interrupts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8C9CA6-C4D4-4591-87E2-7C8E03D0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952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5A181D-3F81-4DE1-A84A-0512E76E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Video · Interrupt 08:20-14:00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232D83-09D2-4D97-A06F-5A70DCD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90950"/>
            <a:ext cx="8020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46DCF-B5F5-4426-8603-53C12802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0525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https://www.youtube.com/watch?v=6t7YJcEFUIY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84A8B-8334-4F77-9095-3D6C9479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95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01E159-DA5A-47CF-89D6-2363C550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0060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92BE42-1B5C-41AA-A5C0-C38DE698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86300"/>
            <a:ext cx="8020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C1502E-B7AA-4784-9C91-2B53F0B2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0060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https://modelcontextprotocol.io/introduction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56659D-0614-46E0-8251-41AE2A7F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2952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A111E3-309A-4902-8756-96758AFE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959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음성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7EF699-D8FB-4F57-AA43-019BC3AE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581650"/>
            <a:ext cx="8020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DEA71E-F32F-4F03-8CAD-8346C24B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69595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materials/day2/공개_한국어_회의음성_가이드.md</a:t>
            </a:r>
          </a:p>
        </p:txBody>
      </p:sp>
    </p:spTree>
    <p:extLst>
      <p:ext uri="{BB962C8B-B14F-4D97-AF65-F5344CB8AC3E}">
        <p14:creationId xmlns:p14="http://schemas.microsoft.com/office/powerpoint/2010/main" val="1619734514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4FA750-8F9D-4BCB-B548-13A079F8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93A98-4F3E-4498-AB29-EBC71AF0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전체 실습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B9E33A-BFE0-4F6E-B3CA-E284508E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E1D180-9131-4A23-AC83-0E31AA3B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92538-C2D9-4AB1-AEA0-D8CFD626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6C283-DE5D-4BAA-A81C-29E96B8A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38B31-0070-462E-84A3-40093332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695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F9E1C9-689B-462F-9ED5-7D831D44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09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 · .venv312 · Notebook Kernel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94A43E-C8EE-466D-81BE-06A07BFA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965A2-473E-4931-BB82-65146EFF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57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9244AB-36F5-4FCF-98E1-F8F6DC9C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71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1~8차시 Cell 순서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FCCE2F-874F-43C7-B848-41C92487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FCCED-F0AA-494C-B022-12BA1079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19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5C7BAE-A05C-430B-BBB6-B75B6860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33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output/course-labs/day2-v2/student-run 결과·run_manifest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CFEA90-5C62-4740-BB42-A0352D1D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231967-8BD1-4274-9EDF-151561D7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81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F352B6-5851-448D-89B7-940156A1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95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scripts/run_day2_preflight.py --full-suite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A9A9A-4772-4BBB-AFC0-9165A0D0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AF7D94-877D-4BC5-88C3-7FA1D921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43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631757-DBC5-4E06-9A57-6AE0ADE6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57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Source Smoke · 선택 8766 화면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188C0-0953-4337-A0D1-4FFD5131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10A714-1F97-412A-B91B-6DBF4EDB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05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26A76E-0A14-4C49-B714-902D087E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219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Starter Patch · Test · Diff · 사람 판단</a:t>
            </a:r>
          </a:p>
        </p:txBody>
      </p:sp>
    </p:spTree>
    <p:extLst>
      <p:ext uri="{BB962C8B-B14F-4D97-AF65-F5344CB8AC3E}">
        <p14:creationId xmlns:p14="http://schemas.microsoft.com/office/powerpoint/2010/main" val="737421032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6EDF2-7018-4BBB-B5B2-761AF35D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0F13B-F1F4-441F-AF82-AB33CD27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17:30-18:00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D8F1C-7FDA-497E-A4FC-4A0A71AB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Q&amp;A · 실습 복구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B3BD7-5F79-43F0-9DB0-1995BC71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질문 형식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662C9-317E-42F8-BDDA-74E81B1C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29000"/>
            <a:ext cx="800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 번호 · 실행 명령 · Error 첫 줄 · 기대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3C903A-521D-47AF-95F1-DCCF96F7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D16947-C3CF-417B-B25F-9BF87902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완료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F2CBF-FAC6-41CE-84BE-085F2C4B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14900"/>
            <a:ext cx="800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Notebook · 8개 결과 파일 · Desktop App · Test</a:t>
            </a:r>
          </a:p>
        </p:txBody>
      </p:sp>
    </p:spTree>
    <p:extLst>
      <p:ext uri="{BB962C8B-B14F-4D97-AF65-F5344CB8AC3E}">
        <p14:creationId xmlns:p14="http://schemas.microsoft.com/office/powerpoint/2010/main" val="6662261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2026-08-30T03:41:01.9590000Z</dcterms:created>
  <dcterms:modified xsi:type="dcterms:W3CDTF">2026-08-30T03:41:01.9590000Z</dcterms:modified>
</coreProperties>
</file>