
<file path=[Content_Types].xml><?xml version="1.0" encoding="utf-8"?>
<Types xmlns="http://schemas.openxmlformats.org/package/2006/content-types">
  <Default Extension="xml" ContentType="application/vnd.openxmlformats-package.core-properties+xml"/>
  <Default Extension="gif" ContentType="image/gif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  <Override PartName="/ppt/slides/slide72.xml" ContentType="application/vnd.openxmlformats-officedocument.presentationml.slide+xml"/>
  <Override PartName="/ppt/notesSlides/notesSlide72.xml" ContentType="application/vnd.openxmlformats-officedocument.presentationml.notesSlide+xml"/>
  <Override PartName="/ppt/slides/slide73.xml" ContentType="application/vnd.openxmlformats-officedocument.presentationml.slide+xml"/>
  <Override PartName="/ppt/notesSlides/notesSlide73.xml" ContentType="application/vnd.openxmlformats-officedocument.presentationml.notesSlide+xml"/>
  <Override PartName="/ppt/slides/slide74.xml" ContentType="application/vnd.openxmlformats-officedocument.presentationml.slide+xml"/>
  <Override PartName="/ppt/notesSlides/notesSlide74.xml" ContentType="application/vnd.openxmlformats-officedocument.presentationml.notesSlide+xml"/>
  <Override PartName="/ppt/slides/slide75.xml" ContentType="application/vnd.openxmlformats-officedocument.presentationml.slide+xml"/>
  <Override PartName="/ppt/notesSlides/notesSlide75.xml" ContentType="application/vnd.openxmlformats-officedocument.presentationml.notesSlide+xml"/>
  <Override PartName="/ppt/slides/slide76.xml" ContentType="application/vnd.openxmlformats-officedocument.presentationml.slide+xml"/>
  <Override PartName="/ppt/notesSlides/notesSlide76.xml" ContentType="application/vnd.openxmlformats-officedocument.presentationml.notesSlide+xml"/>
  <Override PartName="/ppt/slides/slide77.xml" ContentType="application/vnd.openxmlformats-officedocument.presentationml.slide+xml"/>
  <Override PartName="/ppt/notesSlides/notesSlide77.xml" ContentType="application/vnd.openxmlformats-officedocument.presentationml.notesSlide+xml"/>
  <Override PartName="/ppt/slides/slide78.xml" ContentType="application/vnd.openxmlformats-officedocument.presentationml.slide+xml"/>
  <Override PartName="/ppt/notesSlides/notesSlide78.xml" ContentType="application/vnd.openxmlformats-officedocument.presentationml.notesSlide+xml"/>
  <Override PartName="/ppt/slides/slide79.xml" ContentType="application/vnd.openxmlformats-officedocument.presentationml.slide+xml"/>
  <Override PartName="/ppt/notesSlides/notesSlide79.xml" ContentType="application/vnd.openxmlformats-officedocument.presentationml.notesSlide+xml"/>
  <Override PartName="/ppt/slides/slide80.xml" ContentType="application/vnd.openxmlformats-officedocument.presentationml.slide+xml"/>
  <Override PartName="/ppt/notesSlides/notesSlide80.xml" ContentType="application/vnd.openxmlformats-officedocument.presentationml.notesSlide+xml"/>
  <Override PartName="/ppt/slides/slide81.xml" ContentType="application/vnd.openxmlformats-officedocument.presentationml.slide+xml"/>
  <Override PartName="/ppt/notesSlides/notesSlide81.xml" ContentType="application/vnd.openxmlformats-officedocument.presentationml.notesSlide+xml"/>
  <Override PartName="/ppt/slides/slide82.xml" ContentType="application/vnd.openxmlformats-officedocument.presentationml.slide+xml"/>
  <Override PartName="/ppt/notesSlides/notesSlide82.xml" ContentType="application/vnd.openxmlformats-officedocument.presentationml.notesSlide+xml"/>
  <Override PartName="/ppt/slides/slide83.xml" ContentType="application/vnd.openxmlformats-officedocument.presentationml.slide+xml"/>
  <Override PartName="/ppt/notesSlides/notesSlide83.xml" ContentType="application/vnd.openxmlformats-officedocument.presentationml.notesSlide+xml"/>
  <Override PartName="/ppt/slides/slide84.xml" ContentType="application/vnd.openxmlformats-officedocument.presentationml.slide+xml"/>
  <Override PartName="/ppt/notesSlides/notesSlide84.xml" ContentType="application/vnd.openxmlformats-officedocument.presentationml.notesSlide+xml"/>
  <Override PartName="/ppt/slides/slide85.xml" ContentType="application/vnd.openxmlformats-officedocument.presentationml.slide+xml"/>
  <Override PartName="/ppt/notesSlides/notesSlide85.xml" ContentType="application/vnd.openxmlformats-officedocument.presentationml.notesSlide+xml"/>
  <Override PartName="/ppt/slides/slide86.xml" ContentType="application/vnd.openxmlformats-officedocument.presentationml.slide+xml"/>
  <Override PartName="/ppt/notesSlides/notesSlide86.xml" ContentType="application/vnd.openxmlformats-officedocument.presentationml.notesSlide+xml"/>
  <Override PartName="/ppt/slides/slide87.xml" ContentType="application/vnd.openxmlformats-officedocument.presentationml.slide+xml"/>
  <Override PartName="/ppt/notesSlides/notesSlide87.xml" ContentType="application/vnd.openxmlformats-officedocument.presentationml.notesSlide+xml"/>
  <Override PartName="/ppt/slides/slide88.xml" ContentType="application/vnd.openxmlformats-officedocument.presentationml.slide+xml"/>
  <Override PartName="/ppt/notesSlides/notesSlide88.xml" ContentType="application/vnd.openxmlformats-officedocument.presentationml.notesSlide+xml"/>
  <Override PartName="/ppt/slides/slide89.xml" ContentType="application/vnd.openxmlformats-officedocument.presentationml.slide+xml"/>
  <Override PartName="/ppt/notesSlides/notesSlide89.xml" ContentType="application/vnd.openxmlformats-officedocument.presentationml.notesSlide+xml"/>
  <Override PartName="/ppt/slides/slide90.xml" ContentType="application/vnd.openxmlformats-officedocument.presentationml.slide+xml"/>
  <Override PartName="/ppt/notesSlides/notesSlide90.xml" ContentType="application/vnd.openxmlformats-officedocument.presentationml.notesSlide+xml"/>
  <Override PartName="/ppt/slides/slide91.xml" ContentType="application/vnd.openxmlformats-officedocument.presentationml.slide+xml"/>
  <Override PartName="/ppt/notesSlides/notesSlide91.xml" ContentType="application/vnd.openxmlformats-officedocument.presentationml.notesSlide+xml"/>
  <Override PartName="/ppt/slides/slide92.xml" ContentType="application/vnd.openxmlformats-officedocument.presentationml.slide+xml"/>
  <Override PartName="/ppt/notesSlides/notesSlide92.xml" ContentType="application/vnd.openxmlformats-officedocument.presentationml.notesSlide+xml"/>
  <Override PartName="/ppt/slides/slide93.xml" ContentType="application/vnd.openxmlformats-officedocument.presentationml.slide+xml"/>
  <Override PartName="/ppt/notesSlides/notesSlide93.xml" ContentType="application/vnd.openxmlformats-officedocument.presentationml.notesSlide+xml"/>
  <Override PartName="/ppt/slides/slide94.xml" ContentType="application/vnd.openxmlformats-officedocument.presentationml.slide+xml"/>
  <Override PartName="/ppt/notesSlides/notesSlide94.xml" ContentType="application/vnd.openxmlformats-officedocument.presentationml.notesSlide+xml"/>
  <Override PartName="/ppt/slides/slide95.xml" ContentType="application/vnd.openxmlformats-officedocument.presentationml.slide+xml"/>
  <Override PartName="/ppt/notesSlides/notesSlide95.xml" ContentType="application/vnd.openxmlformats-officedocument.presentationml.notesSlide+xml"/>
  <Override PartName="/ppt/slides/slide96.xml" ContentType="application/vnd.openxmlformats-officedocument.presentationml.slide+xml"/>
  <Override PartName="/ppt/notesSlides/notesSlide96.xml" ContentType="application/vnd.openxmlformats-officedocument.presentationml.notesSlide+xml"/>
  <Override PartName="/ppt/slides/slide97.xml" ContentType="application/vnd.openxmlformats-officedocument.presentationml.slide+xml"/>
  <Override PartName="/ppt/notesSlides/notesSlide97.xml" ContentType="application/vnd.openxmlformats-officedocument.presentationml.notesSlide+xml"/>
  <Override PartName="/ppt/slides/slide98.xml" ContentType="application/vnd.openxmlformats-officedocument.presentationml.slide+xml"/>
  <Override PartName="/ppt/notesSlides/notesSlide98.xml" ContentType="application/vnd.openxmlformats-officedocument.presentationml.notesSlide+xml"/>
  <Override PartName="/ppt/slides/slide99.xml" ContentType="application/vnd.openxmlformats-officedocument.presentationml.slide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  <Override PartName="/ppt/slides/slide115.xml" ContentType="application/vnd.openxmlformats-officedocument.presentationml.slide+xml"/>
  <Override PartName="/ppt/notesSlides/notesSlide115.xml" ContentType="application/vnd.openxmlformats-officedocument.presentationml.notesSlide+xml"/>
  <Override PartName="/ppt/slides/slide116.xml" ContentType="application/vnd.openxmlformats-officedocument.presentationml.slide+xml"/>
  <Override PartName="/ppt/notesSlides/notesSlide116.xml" ContentType="application/vnd.openxmlformats-officedocument.presentationml.notesSlide+xml"/>
  <Override PartName="/ppt/slides/slide117.xml" ContentType="application/vnd.openxmlformats-officedocument.presentationml.slide+xml"/>
  <Override PartName="/ppt/notesSlides/notesSlide117.xml" ContentType="application/vnd.openxmlformats-officedocument.presentationml.notesSlide+xml"/>
  <Override PartName="/ppt/slides/slide118.xml" ContentType="application/vnd.openxmlformats-officedocument.presentationml.slide+xml"/>
  <Override PartName="/ppt/notesSlides/notesSlide118.xml" ContentType="application/vnd.openxmlformats-officedocument.presentationml.notesSlide+xml"/>
  <Override PartName="/ppt/slides/slide119.xml" ContentType="application/vnd.openxmlformats-officedocument.presentationml.slide+xml"/>
  <Override PartName="/ppt/notesSlides/notesSlide119.xml" ContentType="application/vnd.openxmlformats-officedocument.presentationml.notesSlide+xml"/>
  <Override PartName="/ppt/slides/slide120.xml" ContentType="application/vnd.openxmlformats-officedocument.presentationml.slide+xml"/>
  <Override PartName="/ppt/notesSlides/notesSlide120.xml" ContentType="application/vnd.openxmlformats-officedocument.presentationml.notesSlide+xml"/>
  <Override PartName="/ppt/slides/slide121.xml" ContentType="application/vnd.openxmlformats-officedocument.presentationml.slide+xml"/>
  <Override PartName="/ppt/notesSlides/notesSlide121.xml" ContentType="application/vnd.openxmlformats-officedocument.presentationml.notesSlide+xml"/>
  <Override PartName="/ppt/slides/slide122.xml" ContentType="application/vnd.openxmlformats-officedocument.presentationml.slide+xml"/>
  <Override PartName="/ppt/notesSlides/notesSlide122.xml" ContentType="application/vnd.openxmlformats-officedocument.presentationml.notesSlide+xml"/>
  <Override PartName="/ppt/slides/slide123.xml" ContentType="application/vnd.openxmlformats-officedocument.presentationml.slide+xml"/>
  <Override PartName="/ppt/notesSlides/notesSlide123.xml" ContentType="application/vnd.openxmlformats-officedocument.presentationml.notesSlide+xml"/>
  <Override PartName="/ppt/slides/slide124.xml" ContentType="application/vnd.openxmlformats-officedocument.presentationml.slide+xml"/>
  <Override PartName="/ppt/notesSlides/notesSlide124.xml" ContentType="application/vnd.openxmlformats-officedocument.presentationml.notesSlide+xml"/>
  <Override PartName="/ppt/slides/slide125.xml" ContentType="application/vnd.openxmlformats-officedocument.presentationml.slide+xml"/>
  <Override PartName="/ppt/notesSlides/notesSlide125.xml" ContentType="application/vnd.openxmlformats-officedocument.presentationml.notesSlide+xml"/>
  <Override PartName="/ppt/slides/slide126.xml" ContentType="application/vnd.openxmlformats-officedocument.presentationml.slide+xml"/>
  <Override PartName="/ppt/notesSlides/notesSlide126.xml" ContentType="application/vnd.openxmlformats-officedocument.presentationml.notesSlide+xml"/>
  <Override PartName="/ppt/slides/slide127.xml" ContentType="application/vnd.openxmlformats-officedocument.presentationml.slide+xml"/>
  <Override PartName="/ppt/notesSlides/notesSlide127.xml" ContentType="application/vnd.openxmlformats-officedocument.presentationml.notesSlide+xml"/>
  <Override PartName="/ppt/slides/slide128.xml" ContentType="application/vnd.openxmlformats-officedocument.presentationml.slide+xml"/>
  <Override PartName="/ppt/notesSlides/notesSlide128.xml" ContentType="application/vnd.openxmlformats-officedocument.presentationml.notesSlide+xml"/>
  <Override PartName="/ppt/slides/slide129.xml" ContentType="application/vnd.openxmlformats-officedocument.presentationml.slide+xml"/>
  <Override PartName="/ppt/notesSlides/notesSlide129.xml" ContentType="application/vnd.openxmlformats-officedocument.presentationml.notesSlide+xml"/>
  <Override PartName="/ppt/slides/slide130.xml" ContentType="application/vnd.openxmlformats-officedocument.presentationml.slide+xml"/>
  <Override PartName="/ppt/notesSlides/notesSlide130.xml" ContentType="application/vnd.openxmlformats-officedocument.presentationml.notesSlide+xml"/>
  <Override PartName="/ppt/slides/slide131.xml" ContentType="application/vnd.openxmlformats-officedocument.presentationml.slide+xml"/>
  <Override PartName="/ppt/notesSlides/notesSlide131.xml" ContentType="application/vnd.openxmlformats-officedocument.presentationml.notesSlide+xml"/>
  <Override PartName="/ppt/slides/slide132.xml" ContentType="application/vnd.openxmlformats-officedocument.presentationml.slide+xml"/>
  <Override PartName="/ppt/notesSlides/notesSlide132.xml" ContentType="application/vnd.openxmlformats-officedocument.presentationml.notesSlide+xml"/>
  <Override PartName="/ppt/slides/slide133.xml" ContentType="application/vnd.openxmlformats-officedocument.presentationml.slide+xml"/>
  <Override PartName="/ppt/notesSlides/notesSlide133.xml" ContentType="application/vnd.openxmlformats-officedocument.presentationml.notesSlide+xml"/>
  <Override PartName="/ppt/slides/slide134.xml" ContentType="application/vnd.openxmlformats-officedocument.presentationml.slide+xml"/>
  <Override PartName="/ppt/notesSlides/notesSlide134.xml" ContentType="application/vnd.openxmlformats-officedocument.presentationml.notesSlide+xml"/>
  <Override PartName="/ppt/slides/slide135.xml" ContentType="application/vnd.openxmlformats-officedocument.presentationml.slide+xml"/>
  <Override PartName="/ppt/notesSlides/notesSlide135.xml" ContentType="application/vnd.openxmlformats-officedocument.presentationml.notesSlide+xml"/>
  <Override PartName="/ppt/slides/slide136.xml" ContentType="application/vnd.openxmlformats-officedocument.presentationml.slide+xml"/>
  <Override PartName="/ppt/notesSlides/notesSlide136.xml" ContentType="application/vnd.openxmlformats-officedocument.presentationml.notesSlide+xml"/>
  <Override PartName="/ppt/slides/slide137.xml" ContentType="application/vnd.openxmlformats-officedocument.presentationml.slide+xml"/>
  <Override PartName="/ppt/notesSlides/notesSlide137.xml" ContentType="application/vnd.openxmlformats-officedocument.presentationml.notesSlide+xml"/>
  <Override PartName="/ppt/slides/slide138.xml" ContentType="application/vnd.openxmlformats-officedocument.presentationml.slide+xml"/>
  <Override PartName="/ppt/notesSlides/notesSlide138.xml" ContentType="application/vnd.openxmlformats-officedocument.presentationml.notesSlide+xml"/>
  <Override PartName="/ppt/slides/slide139.xml" ContentType="application/vnd.openxmlformats-officedocument.presentationml.slide+xml"/>
  <Override PartName="/ppt/notesSlides/notesSlide139.xml" ContentType="application/vnd.openxmlformats-officedocument.presentationml.notesSlide+xml"/>
  <Override PartName="/ppt/slides/slide140.xml" ContentType="application/vnd.openxmlformats-officedocument.presentationml.slide+xml"/>
  <Override PartName="/ppt/notesSlides/notesSlide140.xml" ContentType="application/vnd.openxmlformats-officedocument.presentationml.notesSlide+xml"/>
  <Override PartName="/ppt/slides/slide141.xml" ContentType="application/vnd.openxmlformats-officedocument.presentationml.slide+xml"/>
  <Override PartName="/ppt/notesSlides/notesSlide141.xml" ContentType="application/vnd.openxmlformats-officedocument.presentationml.notesSlide+xml"/>
  <Override PartName="/ppt/slides/slide142.xml" ContentType="application/vnd.openxmlformats-officedocument.presentationml.slide+xml"/>
  <Override PartName="/ppt/notesSlides/notesSlide142.xml" ContentType="application/vnd.openxmlformats-officedocument.presentationml.notesSlide+xml"/>
  <Override PartName="/ppt/slides/slide143.xml" ContentType="application/vnd.openxmlformats-officedocument.presentationml.slide+xml"/>
  <Override PartName="/ppt/notesSlides/notesSlide143.xml" ContentType="application/vnd.openxmlformats-officedocument.presentationml.notesSlide+xml"/>
  <Override PartName="/ppt/slides/slide144.xml" ContentType="application/vnd.openxmlformats-officedocument.presentationml.slide+xml"/>
  <Override PartName="/ppt/notesSlides/notesSlide144.xml" ContentType="application/vnd.openxmlformats-officedocument.presentationml.notesSlide+xml"/>
  <Override PartName="/ppt/slides/slide145.xml" ContentType="application/vnd.openxmlformats-officedocument.presentationml.slide+xml"/>
  <Override PartName="/ppt/notesSlides/notesSlide145.xml" ContentType="application/vnd.openxmlformats-officedocument.presentationml.notesSlide+xml"/>
  <Override PartName="/ppt/slides/slide146.xml" ContentType="application/vnd.openxmlformats-officedocument.presentationml.slide+xml"/>
  <Override PartName="/ppt/notesSlides/notesSlide146.xml" ContentType="application/vnd.openxmlformats-officedocument.presentationml.notesSlide+xml"/>
  <Override PartName="/ppt/slides/slide147.xml" ContentType="application/vnd.openxmlformats-officedocument.presentationml.slide+xml"/>
  <Override PartName="/ppt/notesSlides/notesSlide147.xml" ContentType="application/vnd.openxmlformats-officedocument.presentationml.notesSlide+xml"/>
  <Override PartName="/ppt/slides/slide148.xml" ContentType="application/vnd.openxmlformats-officedocument.presentationml.slide+xml"/>
  <Override PartName="/ppt/notesSlides/notesSlide148.xml" ContentType="application/vnd.openxmlformats-officedocument.presentationml.notesSlide+xml"/>
  <Override PartName="/ppt/slides/slide149.xml" ContentType="application/vnd.openxmlformats-officedocument.presentationml.slide+xml"/>
  <Override PartName="/ppt/notesSlides/notesSlide149.xml" ContentType="application/vnd.openxmlformats-officedocument.presentationml.notesSlide+xml"/>
  <Override PartName="/ppt/slides/slide150.xml" ContentType="application/vnd.openxmlformats-officedocument.presentationml.slide+xml"/>
  <Override PartName="/ppt/notesSlides/notesSlide150.xml" ContentType="application/vnd.openxmlformats-officedocument.presentationml.notesSlide+xml"/>
  <Override PartName="/ppt/slides/slide151.xml" ContentType="application/vnd.openxmlformats-officedocument.presentationml.slide+xml"/>
  <Override PartName="/ppt/notesSlides/notesSlide151.xml" ContentType="application/vnd.openxmlformats-officedocument.presentationml.notesSlide+xml"/>
  <Override PartName="/ppt/slides/slide152.xml" ContentType="application/vnd.openxmlformats-officedocument.presentationml.slide+xml"/>
  <Override PartName="/ppt/notesSlides/notesSlide152.xml" ContentType="application/vnd.openxmlformats-officedocument.presentationml.notesSlide+xml"/>
  <Override PartName="/ppt/slides/slide153.xml" ContentType="application/vnd.openxmlformats-officedocument.presentationml.slide+xml"/>
  <Override PartName="/ppt/notesSlides/notesSlide153.xml" ContentType="application/vnd.openxmlformats-officedocument.presentationml.notesSlide+xml"/>
  <Override PartName="/ppt/slides/slide154.xml" ContentType="application/vnd.openxmlformats-officedocument.presentationml.slide+xml"/>
  <Override PartName="/ppt/notesSlides/notesSlide154.xml" ContentType="application/vnd.openxmlformats-officedocument.presentationml.notesSlide+xml"/>
  <Override PartName="/ppt/slides/slide155.xml" ContentType="application/vnd.openxmlformats-officedocument.presentationml.slide+xml"/>
  <Override PartName="/ppt/notesSlides/notesSlide155.xml" ContentType="application/vnd.openxmlformats-officedocument.presentationml.notesSlide+xml"/>
  <Override PartName="/ppt/slides/slide156.xml" ContentType="application/vnd.openxmlformats-officedocument.presentationml.slide+xml"/>
  <Override PartName="/ppt/notesSlides/notesSlide156.xml" ContentType="application/vnd.openxmlformats-officedocument.presentationml.notesSlide+xml"/>
  <Override PartName="/ppt/slides/slide157.xml" ContentType="application/vnd.openxmlformats-officedocument.presentationml.slide+xml"/>
  <Override PartName="/ppt/notesSlides/notesSlide157.xml" ContentType="application/vnd.openxmlformats-officedocument.presentationml.notesSlide+xml"/>
  <Override PartName="/ppt/slides/slide158.xml" ContentType="application/vnd.openxmlformats-officedocument.presentationml.slide+xml"/>
  <Override PartName="/ppt/notesSlides/notesSlide158.xml" ContentType="application/vnd.openxmlformats-officedocument.presentationml.notesSlide+xml"/>
  <Override PartName="/ppt/slides/slide159.xml" ContentType="application/vnd.openxmlformats-officedocument.presentationml.slide+xml"/>
  <Override PartName="/ppt/notesSlides/notesSlide159.xml" ContentType="application/vnd.openxmlformats-officedocument.presentationml.notesSlide+xml"/>
  <Override PartName="/ppt/slides/slide160.xml" ContentType="application/vnd.openxmlformats-officedocument.presentationml.slide+xml"/>
  <Override PartName="/ppt/notesSlides/notesSlide160.xml" ContentType="application/vnd.openxmlformats-officedocument.presentationml.notesSlide+xml"/>
  <Override PartName="/ppt/slides/slide161.xml" ContentType="application/vnd.openxmlformats-officedocument.presentationml.slide+xml"/>
  <Override PartName="/ppt/notesSlides/notesSlide161.xml" ContentType="application/vnd.openxmlformats-officedocument.presentationml.notesSlide+xml"/>
  <Override PartName="/ppt/slides/slide162.xml" ContentType="application/vnd.openxmlformats-officedocument.presentationml.slide+xml"/>
  <Override PartName="/ppt/notesSlides/notesSlide162.xml" ContentType="application/vnd.openxmlformats-officedocument.presentationml.notesSlide+xml"/>
  <Override PartName="/ppt/slides/slide163.xml" ContentType="application/vnd.openxmlformats-officedocument.presentationml.slide+xml"/>
  <Override PartName="/ppt/notesSlides/notesSlide163.xml" ContentType="application/vnd.openxmlformats-officedocument.presentationml.notesSlide+xml"/>
  <Override PartName="/ppt/slides/slide164.xml" ContentType="application/vnd.openxmlformats-officedocument.presentationml.slide+xml"/>
  <Override PartName="/ppt/notesSlides/notesSlide164.xml" ContentType="application/vnd.openxmlformats-officedocument.presentationml.notesSlide+xml"/>
  <Override PartName="/ppt/slides/slide165.xml" ContentType="application/vnd.openxmlformats-officedocument.presentationml.slide+xml"/>
  <Override PartName="/ppt/notesSlides/notesSlide165.xml" ContentType="application/vnd.openxmlformats-officedocument.presentationml.notesSlide+xml"/>
  <Override PartName="/ppt/slides/slide166.xml" ContentType="application/vnd.openxmlformats-officedocument.presentationml.slide+xml"/>
  <Override PartName="/ppt/notesSlides/notesSlide166.xml" ContentType="application/vnd.openxmlformats-officedocument.presentationml.notesSlide+xml"/>
  <Override PartName="/ppt/slides/slide167.xml" ContentType="application/vnd.openxmlformats-officedocument.presentationml.slide+xml"/>
  <Override PartName="/ppt/notesSlides/notesSlide167.xml" ContentType="application/vnd.openxmlformats-officedocument.presentationml.notesSlide+xml"/>
  <Override PartName="/ppt/slides/slide168.xml" ContentType="application/vnd.openxmlformats-officedocument.presentationml.slide+xml"/>
  <Override PartName="/ppt/notesSlides/notesSlide168.xml" ContentType="application/vnd.openxmlformats-officedocument.presentationml.notesSlide+xml"/>
  <Override PartName="/ppt/slides/slide169.xml" ContentType="application/vnd.openxmlformats-officedocument.presentationml.slide+xml"/>
  <Override PartName="/ppt/notesSlides/notesSlide169.xml" ContentType="application/vnd.openxmlformats-officedocument.presentationml.notesSlide+xml"/>
  <Override PartName="/ppt/slides/slide170.xml" ContentType="application/vnd.openxmlformats-officedocument.presentationml.slide+xml"/>
  <Override PartName="/ppt/notesSlides/notesSlide170.xml" ContentType="application/vnd.openxmlformats-officedocument.presentationml.notesSlide+xml"/>
  <Override PartName="/ppt/slides/slide171.xml" ContentType="application/vnd.openxmlformats-officedocument.presentationml.slide+xml"/>
  <Override PartName="/ppt/notesSlides/notesSlide171.xml" ContentType="application/vnd.openxmlformats-officedocument.presentationml.notesSlide+xml"/>
  <Override PartName="/ppt/slides/slide172.xml" ContentType="application/vnd.openxmlformats-officedocument.presentationml.slide+xml"/>
  <Override PartName="/ppt/notesSlides/notesSlide172.xml" ContentType="application/vnd.openxmlformats-officedocument.presentationml.notesSlide+xml"/>
  <Override PartName="/ppt/slides/slide173.xml" ContentType="application/vnd.openxmlformats-officedocument.presentationml.slide+xml"/>
  <Override PartName="/ppt/notesSlides/notesSlide173.xml" ContentType="application/vnd.openxmlformats-officedocument.presentationml.notesSlide+xml"/>
  <Override PartName="/ppt/slides/slide174.xml" ContentType="application/vnd.openxmlformats-officedocument.presentationml.slide+xml"/>
  <Override PartName="/ppt/notesSlides/notesSlide174.xml" ContentType="application/vnd.openxmlformats-officedocument.presentationml.notesSlide+xml"/>
  <Override PartName="/ppt/slides/slide175.xml" ContentType="application/vnd.openxmlformats-officedocument.presentationml.slide+xml"/>
  <Override PartName="/ppt/notesSlides/notesSlide175.xml" ContentType="application/vnd.openxmlformats-officedocument.presentationml.notesSlide+xml"/>
  <Override PartName="/ppt/slides/slide176.xml" ContentType="application/vnd.openxmlformats-officedocument.presentationml.slide+xml"/>
  <Override PartName="/ppt/notesSlides/notesSlide17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eeef1404ed415e" /><Relationship Type="http://schemas.openxmlformats.org/officeDocument/2006/relationships/extended-properties" Target="/docProps/app.xml" Id="R4b6915186bbe476f" /><Relationship Type="http://schemas.openxmlformats.org/officeDocument/2006/relationships/officeDocument" Target="/ppt/presentation.xml" Id="Rdc594ca83a0b4f6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7a7e8dbfdf4276"/>
  </p:sldMasterIdLst>
  <p:notesMasterIdLst>
    <p:notesMasterId xmlns:r="http://schemas.openxmlformats.org/officeDocument/2006/relationships" r:id="R80f98d7f90a24087"/>
  </p:notesMasterIdLst>
  <p:sldIdLst>
    <p:sldId xmlns:r="http://schemas.openxmlformats.org/officeDocument/2006/relationships" id="256" r:id="R1fcf0a9658cb4716"/>
    <p:sldId xmlns:r="http://schemas.openxmlformats.org/officeDocument/2006/relationships" id="257" r:id="R012c64bea86147ee"/>
    <p:sldId xmlns:r="http://schemas.openxmlformats.org/officeDocument/2006/relationships" id="258" r:id="Re21ffa0070aa4b46"/>
    <p:sldId xmlns:r="http://schemas.openxmlformats.org/officeDocument/2006/relationships" id="259" r:id="R6967814d7703418e"/>
    <p:sldId xmlns:r="http://schemas.openxmlformats.org/officeDocument/2006/relationships" id="260" r:id="R4357519add884b4c"/>
    <p:sldId xmlns:r="http://schemas.openxmlformats.org/officeDocument/2006/relationships" id="261" r:id="R74356a1333574992"/>
    <p:sldId xmlns:r="http://schemas.openxmlformats.org/officeDocument/2006/relationships" id="262" r:id="Refd4e018e8884762"/>
    <p:sldId xmlns:r="http://schemas.openxmlformats.org/officeDocument/2006/relationships" id="263" r:id="Rd331c2b530774eb7"/>
    <p:sldId xmlns:r="http://schemas.openxmlformats.org/officeDocument/2006/relationships" id="264" r:id="R7195e9ca67c14405"/>
    <p:sldId xmlns:r="http://schemas.openxmlformats.org/officeDocument/2006/relationships" id="265" r:id="R8ecca5b0c6ad4fcc"/>
    <p:sldId xmlns:r="http://schemas.openxmlformats.org/officeDocument/2006/relationships" id="266" r:id="R8459e818ef6c4e47"/>
    <p:sldId xmlns:r="http://schemas.openxmlformats.org/officeDocument/2006/relationships" id="267" r:id="R13c4802228154b29"/>
    <p:sldId xmlns:r="http://schemas.openxmlformats.org/officeDocument/2006/relationships" id="268" r:id="R2b61d18110d04e71"/>
    <p:sldId xmlns:r="http://schemas.openxmlformats.org/officeDocument/2006/relationships" id="269" r:id="R45eebd42da4d4b33"/>
    <p:sldId xmlns:r="http://schemas.openxmlformats.org/officeDocument/2006/relationships" id="270" r:id="R7f7b439825de4a5f"/>
    <p:sldId xmlns:r="http://schemas.openxmlformats.org/officeDocument/2006/relationships" id="271" r:id="R4718d628b8e947cc"/>
    <p:sldId xmlns:r="http://schemas.openxmlformats.org/officeDocument/2006/relationships" id="272" r:id="R4991a1de458844ce"/>
    <p:sldId xmlns:r="http://schemas.openxmlformats.org/officeDocument/2006/relationships" id="273" r:id="R4414395d56904887"/>
    <p:sldId xmlns:r="http://schemas.openxmlformats.org/officeDocument/2006/relationships" id="274" r:id="R5e969847b5db411e"/>
    <p:sldId xmlns:r="http://schemas.openxmlformats.org/officeDocument/2006/relationships" id="275" r:id="Re517eb659d0e46ae"/>
    <p:sldId xmlns:r="http://schemas.openxmlformats.org/officeDocument/2006/relationships" id="276" r:id="R6d71983e90264fe1"/>
    <p:sldId xmlns:r="http://schemas.openxmlformats.org/officeDocument/2006/relationships" id="277" r:id="Rb73e74e72c344423"/>
    <p:sldId xmlns:r="http://schemas.openxmlformats.org/officeDocument/2006/relationships" id="278" r:id="Rc9b0c23550a5487a"/>
    <p:sldId xmlns:r="http://schemas.openxmlformats.org/officeDocument/2006/relationships" id="279" r:id="R7ae767c6ba414d5a"/>
    <p:sldId xmlns:r="http://schemas.openxmlformats.org/officeDocument/2006/relationships" id="280" r:id="R27c1ba82657d4cf6"/>
    <p:sldId xmlns:r="http://schemas.openxmlformats.org/officeDocument/2006/relationships" id="281" r:id="R8263a535124c4419"/>
    <p:sldId xmlns:r="http://schemas.openxmlformats.org/officeDocument/2006/relationships" id="282" r:id="Raf036b812c1a48cc"/>
    <p:sldId xmlns:r="http://schemas.openxmlformats.org/officeDocument/2006/relationships" id="283" r:id="Rdbdafd169ee341b1"/>
    <p:sldId xmlns:r="http://schemas.openxmlformats.org/officeDocument/2006/relationships" id="284" r:id="R2b70d5fd84764120"/>
    <p:sldId xmlns:r="http://schemas.openxmlformats.org/officeDocument/2006/relationships" id="285" r:id="R453dd09062f34c07"/>
    <p:sldId xmlns:r="http://schemas.openxmlformats.org/officeDocument/2006/relationships" id="286" r:id="Ra617f70c52eb4a02"/>
    <p:sldId xmlns:r="http://schemas.openxmlformats.org/officeDocument/2006/relationships" id="287" r:id="R8b5dd389c60343dd"/>
    <p:sldId xmlns:r="http://schemas.openxmlformats.org/officeDocument/2006/relationships" id="288" r:id="R6513ca0ee77e412b"/>
    <p:sldId xmlns:r="http://schemas.openxmlformats.org/officeDocument/2006/relationships" id="289" r:id="Rdeeb9c589f9c471b"/>
    <p:sldId xmlns:r="http://schemas.openxmlformats.org/officeDocument/2006/relationships" id="290" r:id="Ra18bc9ccd6d64ec6"/>
    <p:sldId xmlns:r="http://schemas.openxmlformats.org/officeDocument/2006/relationships" id="291" r:id="R392dd0950cd544fe"/>
    <p:sldId xmlns:r="http://schemas.openxmlformats.org/officeDocument/2006/relationships" id="292" r:id="Rb9245f6df5214025"/>
    <p:sldId xmlns:r="http://schemas.openxmlformats.org/officeDocument/2006/relationships" id="293" r:id="R949ff07407774ac9"/>
    <p:sldId xmlns:r="http://schemas.openxmlformats.org/officeDocument/2006/relationships" id="294" r:id="R83fac6159fe84e9f"/>
    <p:sldId xmlns:r="http://schemas.openxmlformats.org/officeDocument/2006/relationships" id="295" r:id="R106890a1273d4a8d"/>
    <p:sldId xmlns:r="http://schemas.openxmlformats.org/officeDocument/2006/relationships" id="296" r:id="R156df1928efa4170"/>
    <p:sldId xmlns:r="http://schemas.openxmlformats.org/officeDocument/2006/relationships" id="297" r:id="Rd4f6e4d8eed946be"/>
    <p:sldId xmlns:r="http://schemas.openxmlformats.org/officeDocument/2006/relationships" id="298" r:id="Reff28c328b4246a9"/>
    <p:sldId xmlns:r="http://schemas.openxmlformats.org/officeDocument/2006/relationships" id="299" r:id="R99a6d7e0050449d0"/>
    <p:sldId xmlns:r="http://schemas.openxmlformats.org/officeDocument/2006/relationships" id="300" r:id="R8028658282dd4972"/>
    <p:sldId xmlns:r="http://schemas.openxmlformats.org/officeDocument/2006/relationships" id="301" r:id="R5d21a2e7229c4d91"/>
    <p:sldId xmlns:r="http://schemas.openxmlformats.org/officeDocument/2006/relationships" id="302" r:id="R8f980dcbe0de44e6"/>
    <p:sldId xmlns:r="http://schemas.openxmlformats.org/officeDocument/2006/relationships" id="303" r:id="R9c0dfaea6ac14749"/>
    <p:sldId xmlns:r="http://schemas.openxmlformats.org/officeDocument/2006/relationships" id="304" r:id="R0436a9d0122948be"/>
    <p:sldId xmlns:r="http://schemas.openxmlformats.org/officeDocument/2006/relationships" id="305" r:id="R57e180884f7a4952"/>
    <p:sldId xmlns:r="http://schemas.openxmlformats.org/officeDocument/2006/relationships" id="306" r:id="R2e08fd4f36d044c9"/>
    <p:sldId xmlns:r="http://schemas.openxmlformats.org/officeDocument/2006/relationships" id="307" r:id="R38a0691ed54a4fee"/>
    <p:sldId xmlns:r="http://schemas.openxmlformats.org/officeDocument/2006/relationships" id="308" r:id="R8b809c80c28f49ca"/>
    <p:sldId xmlns:r="http://schemas.openxmlformats.org/officeDocument/2006/relationships" id="309" r:id="Rb5bf8c245aef4ebe"/>
    <p:sldId xmlns:r="http://schemas.openxmlformats.org/officeDocument/2006/relationships" id="310" r:id="R4056d7335a054b26"/>
    <p:sldId xmlns:r="http://schemas.openxmlformats.org/officeDocument/2006/relationships" id="311" r:id="Rc989688e68104858"/>
    <p:sldId xmlns:r="http://schemas.openxmlformats.org/officeDocument/2006/relationships" id="312" r:id="R435b7e20507b40bb"/>
    <p:sldId xmlns:r="http://schemas.openxmlformats.org/officeDocument/2006/relationships" id="313" r:id="R76bf5fe1ff3547bf"/>
    <p:sldId xmlns:r="http://schemas.openxmlformats.org/officeDocument/2006/relationships" id="314" r:id="R0605b05f309a4264"/>
    <p:sldId xmlns:r="http://schemas.openxmlformats.org/officeDocument/2006/relationships" id="315" r:id="R76adab339ad744e5"/>
    <p:sldId xmlns:r="http://schemas.openxmlformats.org/officeDocument/2006/relationships" id="316" r:id="R03d80de865d74cd6"/>
    <p:sldId xmlns:r="http://schemas.openxmlformats.org/officeDocument/2006/relationships" id="317" r:id="R63805cbd66df4b0f"/>
    <p:sldId xmlns:r="http://schemas.openxmlformats.org/officeDocument/2006/relationships" id="318" r:id="R5a9ed8133ad946df"/>
    <p:sldId xmlns:r="http://schemas.openxmlformats.org/officeDocument/2006/relationships" id="319" r:id="R01da9a8ba1ce44ab"/>
    <p:sldId xmlns:r="http://schemas.openxmlformats.org/officeDocument/2006/relationships" id="320" r:id="R02ea007ae54b4858"/>
    <p:sldId xmlns:r="http://schemas.openxmlformats.org/officeDocument/2006/relationships" id="321" r:id="R3ab9605623324fa2"/>
    <p:sldId xmlns:r="http://schemas.openxmlformats.org/officeDocument/2006/relationships" id="322" r:id="R4c1077fa03094196"/>
    <p:sldId xmlns:r="http://schemas.openxmlformats.org/officeDocument/2006/relationships" id="323" r:id="Rca74798408484c76"/>
    <p:sldId xmlns:r="http://schemas.openxmlformats.org/officeDocument/2006/relationships" id="324" r:id="R8f2b6071ecd4457e"/>
    <p:sldId xmlns:r="http://schemas.openxmlformats.org/officeDocument/2006/relationships" id="325" r:id="Rcf35bf6005134e51"/>
    <p:sldId xmlns:r="http://schemas.openxmlformats.org/officeDocument/2006/relationships" id="326" r:id="Rfd6145f9cc5e4008"/>
    <p:sldId xmlns:r="http://schemas.openxmlformats.org/officeDocument/2006/relationships" id="327" r:id="R7a95f1d9d666475a"/>
    <p:sldId xmlns:r="http://schemas.openxmlformats.org/officeDocument/2006/relationships" id="328" r:id="R57372631cbd54492"/>
    <p:sldId xmlns:r="http://schemas.openxmlformats.org/officeDocument/2006/relationships" id="329" r:id="Re982c21a2a224a71"/>
    <p:sldId xmlns:r="http://schemas.openxmlformats.org/officeDocument/2006/relationships" id="330" r:id="Rb04bca3ad1104051"/>
    <p:sldId xmlns:r="http://schemas.openxmlformats.org/officeDocument/2006/relationships" id="331" r:id="Rb296ea76e13a4202"/>
    <p:sldId xmlns:r="http://schemas.openxmlformats.org/officeDocument/2006/relationships" id="332" r:id="Re3c40d5d1bd34a28"/>
    <p:sldId xmlns:r="http://schemas.openxmlformats.org/officeDocument/2006/relationships" id="333" r:id="R22492182e09d42aa"/>
    <p:sldId xmlns:r="http://schemas.openxmlformats.org/officeDocument/2006/relationships" id="334" r:id="Rcb15c0f88a274411"/>
    <p:sldId xmlns:r="http://schemas.openxmlformats.org/officeDocument/2006/relationships" id="335" r:id="Rec668cefc2e64bc9"/>
    <p:sldId xmlns:r="http://schemas.openxmlformats.org/officeDocument/2006/relationships" id="336" r:id="R71f3815acded4cb7"/>
    <p:sldId xmlns:r="http://schemas.openxmlformats.org/officeDocument/2006/relationships" id="337" r:id="R4195301356f04bbf"/>
    <p:sldId xmlns:r="http://schemas.openxmlformats.org/officeDocument/2006/relationships" id="338" r:id="R56bd231d5eed4d6a"/>
    <p:sldId xmlns:r="http://schemas.openxmlformats.org/officeDocument/2006/relationships" id="339" r:id="Rdf6ac462105047da"/>
    <p:sldId xmlns:r="http://schemas.openxmlformats.org/officeDocument/2006/relationships" id="340" r:id="R544c5fbc42314e6e"/>
    <p:sldId xmlns:r="http://schemas.openxmlformats.org/officeDocument/2006/relationships" id="341" r:id="Re870f4913eed4d25"/>
    <p:sldId xmlns:r="http://schemas.openxmlformats.org/officeDocument/2006/relationships" id="342" r:id="Rcec86ce2c289443a"/>
    <p:sldId xmlns:r="http://schemas.openxmlformats.org/officeDocument/2006/relationships" id="343" r:id="R0e83bc4e761f40b3"/>
    <p:sldId xmlns:r="http://schemas.openxmlformats.org/officeDocument/2006/relationships" id="344" r:id="R1586fc3af8f74bff"/>
    <p:sldId xmlns:r="http://schemas.openxmlformats.org/officeDocument/2006/relationships" id="345" r:id="R6d9970eaeca44a31"/>
    <p:sldId xmlns:r="http://schemas.openxmlformats.org/officeDocument/2006/relationships" id="346" r:id="Rda6327e64f80435c"/>
    <p:sldId xmlns:r="http://schemas.openxmlformats.org/officeDocument/2006/relationships" id="347" r:id="R8387cffa11a94c62"/>
    <p:sldId xmlns:r="http://schemas.openxmlformats.org/officeDocument/2006/relationships" id="348" r:id="R7400b081a59647bc"/>
    <p:sldId xmlns:r="http://schemas.openxmlformats.org/officeDocument/2006/relationships" id="349" r:id="R7a54015f98494731"/>
    <p:sldId xmlns:r="http://schemas.openxmlformats.org/officeDocument/2006/relationships" id="350" r:id="R1715d87d74f94f83"/>
    <p:sldId xmlns:r="http://schemas.openxmlformats.org/officeDocument/2006/relationships" id="351" r:id="R6a3743c900c14742"/>
    <p:sldId xmlns:r="http://schemas.openxmlformats.org/officeDocument/2006/relationships" id="352" r:id="Rc394904617114005"/>
    <p:sldId xmlns:r="http://schemas.openxmlformats.org/officeDocument/2006/relationships" id="353" r:id="R371dc11ef5db4be1"/>
    <p:sldId xmlns:r="http://schemas.openxmlformats.org/officeDocument/2006/relationships" id="354" r:id="R6d08ce7e104f41e3"/>
    <p:sldId xmlns:r="http://schemas.openxmlformats.org/officeDocument/2006/relationships" id="355" r:id="R0c799f412e584efd"/>
    <p:sldId xmlns:r="http://schemas.openxmlformats.org/officeDocument/2006/relationships" id="356" r:id="R2cce7b6b0e664cd8"/>
    <p:sldId xmlns:r="http://schemas.openxmlformats.org/officeDocument/2006/relationships" id="357" r:id="Ra11838e57816442f"/>
    <p:sldId xmlns:r="http://schemas.openxmlformats.org/officeDocument/2006/relationships" id="358" r:id="Ra17be3149d9d4f1b"/>
    <p:sldId xmlns:r="http://schemas.openxmlformats.org/officeDocument/2006/relationships" id="359" r:id="R6af72761ee1b480a"/>
    <p:sldId xmlns:r="http://schemas.openxmlformats.org/officeDocument/2006/relationships" id="360" r:id="R5c1dbc7b559e4381"/>
    <p:sldId xmlns:r="http://schemas.openxmlformats.org/officeDocument/2006/relationships" id="361" r:id="R82b63e48b845420b"/>
    <p:sldId xmlns:r="http://schemas.openxmlformats.org/officeDocument/2006/relationships" id="362" r:id="R163f350400ba497c"/>
    <p:sldId xmlns:r="http://schemas.openxmlformats.org/officeDocument/2006/relationships" id="363" r:id="Rf8e81c4965d2457d"/>
    <p:sldId xmlns:r="http://schemas.openxmlformats.org/officeDocument/2006/relationships" id="364" r:id="R54dcba09ab134cb7"/>
    <p:sldId xmlns:r="http://schemas.openxmlformats.org/officeDocument/2006/relationships" id="365" r:id="R1ad51964eaea4f63"/>
    <p:sldId xmlns:r="http://schemas.openxmlformats.org/officeDocument/2006/relationships" id="366" r:id="Re1152b2405c548e1"/>
    <p:sldId xmlns:r="http://schemas.openxmlformats.org/officeDocument/2006/relationships" id="367" r:id="R081cf8883c964057"/>
    <p:sldId xmlns:r="http://schemas.openxmlformats.org/officeDocument/2006/relationships" id="368" r:id="R037e342961674f46"/>
    <p:sldId xmlns:r="http://schemas.openxmlformats.org/officeDocument/2006/relationships" id="369" r:id="R8bcb646649134c07"/>
    <p:sldId xmlns:r="http://schemas.openxmlformats.org/officeDocument/2006/relationships" id="370" r:id="R2adcf49b02ed47f7"/>
    <p:sldId xmlns:r="http://schemas.openxmlformats.org/officeDocument/2006/relationships" id="371" r:id="R60db9db5a0a94815"/>
    <p:sldId xmlns:r="http://schemas.openxmlformats.org/officeDocument/2006/relationships" id="372" r:id="R3bf08b546d5b450f"/>
    <p:sldId xmlns:r="http://schemas.openxmlformats.org/officeDocument/2006/relationships" id="373" r:id="R1dac31200f1248e7"/>
    <p:sldId xmlns:r="http://schemas.openxmlformats.org/officeDocument/2006/relationships" id="374" r:id="R5993600242c3498c"/>
    <p:sldId xmlns:r="http://schemas.openxmlformats.org/officeDocument/2006/relationships" id="375" r:id="Rc2892bcce4e24dcd"/>
    <p:sldId xmlns:r="http://schemas.openxmlformats.org/officeDocument/2006/relationships" id="376" r:id="R399b440aa3364b8a"/>
    <p:sldId xmlns:r="http://schemas.openxmlformats.org/officeDocument/2006/relationships" id="377" r:id="R6fb2b5a305a44ddb"/>
    <p:sldId xmlns:r="http://schemas.openxmlformats.org/officeDocument/2006/relationships" id="378" r:id="R797244282a694d33"/>
    <p:sldId xmlns:r="http://schemas.openxmlformats.org/officeDocument/2006/relationships" id="379" r:id="Rb25a9ec23ef34cc1"/>
    <p:sldId xmlns:r="http://schemas.openxmlformats.org/officeDocument/2006/relationships" id="380" r:id="R545ed43f4411464b"/>
    <p:sldId xmlns:r="http://schemas.openxmlformats.org/officeDocument/2006/relationships" id="381" r:id="R839e2b2854ea4288"/>
    <p:sldId xmlns:r="http://schemas.openxmlformats.org/officeDocument/2006/relationships" id="382" r:id="R8a190d34923b4fd1"/>
    <p:sldId xmlns:r="http://schemas.openxmlformats.org/officeDocument/2006/relationships" id="383" r:id="R9724e8e7efa844c8"/>
    <p:sldId xmlns:r="http://schemas.openxmlformats.org/officeDocument/2006/relationships" id="384" r:id="R7673a7cba509489e"/>
    <p:sldId xmlns:r="http://schemas.openxmlformats.org/officeDocument/2006/relationships" id="385" r:id="R0c132a2ba2164dc4"/>
    <p:sldId xmlns:r="http://schemas.openxmlformats.org/officeDocument/2006/relationships" id="386" r:id="Ra03b5f0651cc4bb7"/>
    <p:sldId xmlns:r="http://schemas.openxmlformats.org/officeDocument/2006/relationships" id="387" r:id="R9b1fd15ee9bd4a9d"/>
    <p:sldId xmlns:r="http://schemas.openxmlformats.org/officeDocument/2006/relationships" id="388" r:id="Raba82bc7be5c4e22"/>
    <p:sldId xmlns:r="http://schemas.openxmlformats.org/officeDocument/2006/relationships" id="389" r:id="R54c3225290004f7f"/>
    <p:sldId xmlns:r="http://schemas.openxmlformats.org/officeDocument/2006/relationships" id="390" r:id="Rd1a6fbd5eac24bc4"/>
    <p:sldId xmlns:r="http://schemas.openxmlformats.org/officeDocument/2006/relationships" id="391" r:id="R496d0abaa6474d66"/>
    <p:sldId xmlns:r="http://schemas.openxmlformats.org/officeDocument/2006/relationships" id="392" r:id="R2c8f80da6ac44586"/>
    <p:sldId xmlns:r="http://schemas.openxmlformats.org/officeDocument/2006/relationships" id="393" r:id="R787f8ac0240d4c7d"/>
    <p:sldId xmlns:r="http://schemas.openxmlformats.org/officeDocument/2006/relationships" id="394" r:id="R3fa911d035b640ff"/>
    <p:sldId xmlns:r="http://schemas.openxmlformats.org/officeDocument/2006/relationships" id="395" r:id="R4dc9e576dc8d4c12"/>
    <p:sldId xmlns:r="http://schemas.openxmlformats.org/officeDocument/2006/relationships" id="396" r:id="Rd063d61c4a694a63"/>
    <p:sldId xmlns:r="http://schemas.openxmlformats.org/officeDocument/2006/relationships" id="397" r:id="Rd69fda97de2d436d"/>
    <p:sldId xmlns:r="http://schemas.openxmlformats.org/officeDocument/2006/relationships" id="398" r:id="R2b131cd0bb264dcb"/>
    <p:sldId xmlns:r="http://schemas.openxmlformats.org/officeDocument/2006/relationships" id="399" r:id="R98cc0fec241c49f9"/>
    <p:sldId xmlns:r="http://schemas.openxmlformats.org/officeDocument/2006/relationships" id="400" r:id="R42404e528f3b4dc1"/>
    <p:sldId xmlns:r="http://schemas.openxmlformats.org/officeDocument/2006/relationships" id="401" r:id="Rd8002feeacfb4e78"/>
    <p:sldId xmlns:r="http://schemas.openxmlformats.org/officeDocument/2006/relationships" id="402" r:id="R1acaba9ac22041aa"/>
    <p:sldId xmlns:r="http://schemas.openxmlformats.org/officeDocument/2006/relationships" id="403" r:id="R812c8efef3914a83"/>
    <p:sldId xmlns:r="http://schemas.openxmlformats.org/officeDocument/2006/relationships" id="404" r:id="Rec800ba536b842d3"/>
    <p:sldId xmlns:r="http://schemas.openxmlformats.org/officeDocument/2006/relationships" id="405" r:id="R04ec173f2fe949d6"/>
    <p:sldId xmlns:r="http://schemas.openxmlformats.org/officeDocument/2006/relationships" id="406" r:id="Rf33148e459b74ae7"/>
    <p:sldId xmlns:r="http://schemas.openxmlformats.org/officeDocument/2006/relationships" id="407" r:id="R5d327271e5a349ff"/>
    <p:sldId xmlns:r="http://schemas.openxmlformats.org/officeDocument/2006/relationships" id="408" r:id="R67b65583ab54452d"/>
    <p:sldId xmlns:r="http://schemas.openxmlformats.org/officeDocument/2006/relationships" id="409" r:id="R1252f4dc29f343b6"/>
    <p:sldId xmlns:r="http://schemas.openxmlformats.org/officeDocument/2006/relationships" id="410" r:id="R740f6f357a7b47b7"/>
    <p:sldId xmlns:r="http://schemas.openxmlformats.org/officeDocument/2006/relationships" id="411" r:id="R57fc620c65894dab"/>
    <p:sldId xmlns:r="http://schemas.openxmlformats.org/officeDocument/2006/relationships" id="412" r:id="Rd2c99f8844a7452e"/>
    <p:sldId xmlns:r="http://schemas.openxmlformats.org/officeDocument/2006/relationships" id="413" r:id="R89513266cae347be"/>
    <p:sldId xmlns:r="http://schemas.openxmlformats.org/officeDocument/2006/relationships" id="414" r:id="R8510aa027f5f44b5"/>
    <p:sldId xmlns:r="http://schemas.openxmlformats.org/officeDocument/2006/relationships" id="415" r:id="Rb5a98d586a1e4d2e"/>
    <p:sldId xmlns:r="http://schemas.openxmlformats.org/officeDocument/2006/relationships" id="416" r:id="R1222cb34e33543f2"/>
    <p:sldId xmlns:r="http://schemas.openxmlformats.org/officeDocument/2006/relationships" id="417" r:id="R644182e9059f41a1"/>
    <p:sldId xmlns:r="http://schemas.openxmlformats.org/officeDocument/2006/relationships" id="418" r:id="R7c30d6e14085452e"/>
    <p:sldId xmlns:r="http://schemas.openxmlformats.org/officeDocument/2006/relationships" id="419" r:id="Re6e99f4f66de496f"/>
    <p:sldId xmlns:r="http://schemas.openxmlformats.org/officeDocument/2006/relationships" id="420" r:id="R3d08ce9c69f64be9"/>
    <p:sldId xmlns:r="http://schemas.openxmlformats.org/officeDocument/2006/relationships" id="421" r:id="R19d00db848b44c0d"/>
    <p:sldId xmlns:r="http://schemas.openxmlformats.org/officeDocument/2006/relationships" id="422" r:id="R5da55d2b21ba4fb0"/>
    <p:sldId xmlns:r="http://schemas.openxmlformats.org/officeDocument/2006/relationships" id="423" r:id="R73d644e041c5466c"/>
    <p:sldId xmlns:r="http://schemas.openxmlformats.org/officeDocument/2006/relationships" id="424" r:id="Rfc8b4adfdf09431c"/>
    <p:sldId xmlns:r="http://schemas.openxmlformats.org/officeDocument/2006/relationships" id="425" r:id="R99f48724f3694a98"/>
    <p:sldId xmlns:r="http://schemas.openxmlformats.org/officeDocument/2006/relationships" id="426" r:id="R60c7e6a716cb45a4"/>
    <p:sldId xmlns:r="http://schemas.openxmlformats.org/officeDocument/2006/relationships" id="427" r:id="R179bc8e54abf44ed"/>
    <p:sldId xmlns:r="http://schemas.openxmlformats.org/officeDocument/2006/relationships" id="428" r:id="R578fb540b8a64d2b"/>
    <p:sldId xmlns:r="http://schemas.openxmlformats.org/officeDocument/2006/relationships" id="429" r:id="R926609f8b5a24d02"/>
    <p:sldId xmlns:r="http://schemas.openxmlformats.org/officeDocument/2006/relationships" id="430" r:id="R191c8cf87ca0480f"/>
    <p:sldId xmlns:r="http://schemas.openxmlformats.org/officeDocument/2006/relationships" id="431" r:id="Ra64d7cfa2a4a435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bd445a0f08f4eea" /><Relationship Type="http://schemas.openxmlformats.org/officeDocument/2006/relationships/slideMaster" Target="/ppt/slideMasters/slideMaster1.xml" Id="Rcf7a7e8dbfdf4276" /><Relationship Type="http://schemas.openxmlformats.org/officeDocument/2006/relationships/notesMaster" Target="/ppt/notesMasters/notesMaster1.xml" Id="R80f98d7f90a24087" /><Relationship Type="http://schemas.openxmlformats.org/officeDocument/2006/relationships/presProps" Target="/ppt/presProps.xml" Id="R2be015ce216c41ed" /><Relationship Type="http://schemas.openxmlformats.org/officeDocument/2006/relationships/tableStyles" Target="/ppt/tableStyles.xml" Id="R99167b17e6e14da5" /><Relationship Type="http://schemas.openxmlformats.org/officeDocument/2006/relationships/slide" Target="/ppt/slides/slide1.xml" Id="R1fcf0a9658cb4716" /><Relationship Type="http://schemas.openxmlformats.org/officeDocument/2006/relationships/slide" Target="/ppt/slides/slide2.xml" Id="R012c64bea86147ee" /><Relationship Type="http://schemas.openxmlformats.org/officeDocument/2006/relationships/slide" Target="/ppt/slides/slide3.xml" Id="Re21ffa0070aa4b46" /><Relationship Type="http://schemas.openxmlformats.org/officeDocument/2006/relationships/slide" Target="/ppt/slides/slide4.xml" Id="R6967814d7703418e" /><Relationship Type="http://schemas.openxmlformats.org/officeDocument/2006/relationships/slide" Target="/ppt/slides/slide5.xml" Id="R4357519add884b4c" /><Relationship Type="http://schemas.openxmlformats.org/officeDocument/2006/relationships/slide" Target="/ppt/slides/slide6.xml" Id="R74356a1333574992" /><Relationship Type="http://schemas.openxmlformats.org/officeDocument/2006/relationships/slide" Target="/ppt/slides/slide7.xml" Id="Refd4e018e8884762" /><Relationship Type="http://schemas.openxmlformats.org/officeDocument/2006/relationships/slide" Target="/ppt/slides/slide8.xml" Id="Rd331c2b530774eb7" /><Relationship Type="http://schemas.openxmlformats.org/officeDocument/2006/relationships/slide" Target="/ppt/slides/slide9.xml" Id="R7195e9ca67c14405" /><Relationship Type="http://schemas.openxmlformats.org/officeDocument/2006/relationships/slide" Target="/ppt/slides/slide10.xml" Id="R8ecca5b0c6ad4fcc" /><Relationship Type="http://schemas.openxmlformats.org/officeDocument/2006/relationships/slide" Target="/ppt/slides/slide11.xml" Id="R8459e818ef6c4e47" /><Relationship Type="http://schemas.openxmlformats.org/officeDocument/2006/relationships/slide" Target="/ppt/slides/slide12.xml" Id="R13c4802228154b29" /><Relationship Type="http://schemas.openxmlformats.org/officeDocument/2006/relationships/slide" Target="/ppt/slides/slide13.xml" Id="R2b61d18110d04e71" /><Relationship Type="http://schemas.openxmlformats.org/officeDocument/2006/relationships/slide" Target="/ppt/slides/slide14.xml" Id="R45eebd42da4d4b33" /><Relationship Type="http://schemas.openxmlformats.org/officeDocument/2006/relationships/slide" Target="/ppt/slides/slide15.xml" Id="R7f7b439825de4a5f" /><Relationship Type="http://schemas.openxmlformats.org/officeDocument/2006/relationships/slide" Target="/ppt/slides/slide16.xml" Id="R4718d628b8e947cc" /><Relationship Type="http://schemas.openxmlformats.org/officeDocument/2006/relationships/slide" Target="/ppt/slides/slide17.xml" Id="R4991a1de458844ce" /><Relationship Type="http://schemas.openxmlformats.org/officeDocument/2006/relationships/slide" Target="/ppt/slides/slide18.xml" Id="R4414395d56904887" /><Relationship Type="http://schemas.openxmlformats.org/officeDocument/2006/relationships/slide" Target="/ppt/slides/slide19.xml" Id="R5e969847b5db411e" /><Relationship Type="http://schemas.openxmlformats.org/officeDocument/2006/relationships/slide" Target="/ppt/slides/slide20.xml" Id="Re517eb659d0e46ae" /><Relationship Type="http://schemas.openxmlformats.org/officeDocument/2006/relationships/slide" Target="/ppt/slides/slide21.xml" Id="R6d71983e90264fe1" /><Relationship Type="http://schemas.openxmlformats.org/officeDocument/2006/relationships/slide" Target="/ppt/slides/slide22.xml" Id="Rb73e74e72c344423" /><Relationship Type="http://schemas.openxmlformats.org/officeDocument/2006/relationships/slide" Target="/ppt/slides/slide23.xml" Id="Rc9b0c23550a5487a" /><Relationship Type="http://schemas.openxmlformats.org/officeDocument/2006/relationships/slide" Target="/ppt/slides/slide24.xml" Id="R7ae767c6ba414d5a" /><Relationship Type="http://schemas.openxmlformats.org/officeDocument/2006/relationships/slide" Target="/ppt/slides/slide25.xml" Id="R27c1ba82657d4cf6" /><Relationship Type="http://schemas.openxmlformats.org/officeDocument/2006/relationships/slide" Target="/ppt/slides/slide26.xml" Id="R8263a535124c4419" /><Relationship Type="http://schemas.openxmlformats.org/officeDocument/2006/relationships/slide" Target="/ppt/slides/slide27.xml" Id="Raf036b812c1a48cc" /><Relationship Type="http://schemas.openxmlformats.org/officeDocument/2006/relationships/slide" Target="/ppt/slides/slide28.xml" Id="Rdbdafd169ee341b1" /><Relationship Type="http://schemas.openxmlformats.org/officeDocument/2006/relationships/slide" Target="/ppt/slides/slide29.xml" Id="R2b70d5fd84764120" /><Relationship Type="http://schemas.openxmlformats.org/officeDocument/2006/relationships/slide" Target="/ppt/slides/slide30.xml" Id="R453dd09062f34c07" /><Relationship Type="http://schemas.openxmlformats.org/officeDocument/2006/relationships/slide" Target="/ppt/slides/slide31.xml" Id="Ra617f70c52eb4a02" /><Relationship Type="http://schemas.openxmlformats.org/officeDocument/2006/relationships/slide" Target="/ppt/slides/slide32.xml" Id="R8b5dd389c60343dd" /><Relationship Type="http://schemas.openxmlformats.org/officeDocument/2006/relationships/slide" Target="/ppt/slides/slide33.xml" Id="R6513ca0ee77e412b" /><Relationship Type="http://schemas.openxmlformats.org/officeDocument/2006/relationships/slide" Target="/ppt/slides/slide34.xml" Id="Rdeeb9c589f9c471b" /><Relationship Type="http://schemas.openxmlformats.org/officeDocument/2006/relationships/slide" Target="/ppt/slides/slide35.xml" Id="Ra18bc9ccd6d64ec6" /><Relationship Type="http://schemas.openxmlformats.org/officeDocument/2006/relationships/slide" Target="/ppt/slides/slide36.xml" Id="R392dd0950cd544fe" /><Relationship Type="http://schemas.openxmlformats.org/officeDocument/2006/relationships/slide" Target="/ppt/slides/slide37.xml" Id="Rb9245f6df5214025" /><Relationship Type="http://schemas.openxmlformats.org/officeDocument/2006/relationships/slide" Target="/ppt/slides/slide38.xml" Id="R949ff07407774ac9" /><Relationship Type="http://schemas.openxmlformats.org/officeDocument/2006/relationships/slide" Target="/ppt/slides/slide39.xml" Id="R83fac6159fe84e9f" /><Relationship Type="http://schemas.openxmlformats.org/officeDocument/2006/relationships/slide" Target="/ppt/slides/slide40.xml" Id="R106890a1273d4a8d" /><Relationship Type="http://schemas.openxmlformats.org/officeDocument/2006/relationships/slide" Target="/ppt/slides/slide41.xml" Id="R156df1928efa4170" /><Relationship Type="http://schemas.openxmlformats.org/officeDocument/2006/relationships/slide" Target="/ppt/slides/slide42.xml" Id="Rd4f6e4d8eed946be" /><Relationship Type="http://schemas.openxmlformats.org/officeDocument/2006/relationships/slide" Target="/ppt/slides/slide43.xml" Id="Reff28c328b4246a9" /><Relationship Type="http://schemas.openxmlformats.org/officeDocument/2006/relationships/slide" Target="/ppt/slides/slide44.xml" Id="R99a6d7e0050449d0" /><Relationship Type="http://schemas.openxmlformats.org/officeDocument/2006/relationships/slide" Target="/ppt/slides/slide45.xml" Id="R8028658282dd4972" /><Relationship Type="http://schemas.openxmlformats.org/officeDocument/2006/relationships/slide" Target="/ppt/slides/slide46.xml" Id="R5d21a2e7229c4d91" /><Relationship Type="http://schemas.openxmlformats.org/officeDocument/2006/relationships/slide" Target="/ppt/slides/slide47.xml" Id="R8f980dcbe0de44e6" /><Relationship Type="http://schemas.openxmlformats.org/officeDocument/2006/relationships/slide" Target="/ppt/slides/slide48.xml" Id="R9c0dfaea6ac14749" /><Relationship Type="http://schemas.openxmlformats.org/officeDocument/2006/relationships/slide" Target="/ppt/slides/slide49.xml" Id="R0436a9d0122948be" /><Relationship Type="http://schemas.openxmlformats.org/officeDocument/2006/relationships/slide" Target="/ppt/slides/slide50.xml" Id="R57e180884f7a4952" /><Relationship Type="http://schemas.openxmlformats.org/officeDocument/2006/relationships/slide" Target="/ppt/slides/slide51.xml" Id="R2e08fd4f36d044c9" /><Relationship Type="http://schemas.openxmlformats.org/officeDocument/2006/relationships/slide" Target="/ppt/slides/slide52.xml" Id="R38a0691ed54a4fee" /><Relationship Type="http://schemas.openxmlformats.org/officeDocument/2006/relationships/slide" Target="/ppt/slides/slide53.xml" Id="R8b809c80c28f49ca" /><Relationship Type="http://schemas.openxmlformats.org/officeDocument/2006/relationships/slide" Target="/ppt/slides/slide54.xml" Id="Rb5bf8c245aef4ebe" /><Relationship Type="http://schemas.openxmlformats.org/officeDocument/2006/relationships/slide" Target="/ppt/slides/slide55.xml" Id="R4056d7335a054b26" /><Relationship Type="http://schemas.openxmlformats.org/officeDocument/2006/relationships/slide" Target="/ppt/slides/slide56.xml" Id="Rc989688e68104858" /><Relationship Type="http://schemas.openxmlformats.org/officeDocument/2006/relationships/slide" Target="/ppt/slides/slide57.xml" Id="R435b7e20507b40bb" /><Relationship Type="http://schemas.openxmlformats.org/officeDocument/2006/relationships/slide" Target="/ppt/slides/slide58.xml" Id="R76bf5fe1ff3547bf" /><Relationship Type="http://schemas.openxmlformats.org/officeDocument/2006/relationships/slide" Target="/ppt/slides/slide59.xml" Id="R0605b05f309a4264" /><Relationship Type="http://schemas.openxmlformats.org/officeDocument/2006/relationships/slide" Target="/ppt/slides/slide60.xml" Id="R76adab339ad744e5" /><Relationship Type="http://schemas.openxmlformats.org/officeDocument/2006/relationships/slide" Target="/ppt/slides/slide61.xml" Id="R03d80de865d74cd6" /><Relationship Type="http://schemas.openxmlformats.org/officeDocument/2006/relationships/slide" Target="/ppt/slides/slide62.xml" Id="R63805cbd66df4b0f" /><Relationship Type="http://schemas.openxmlformats.org/officeDocument/2006/relationships/slide" Target="/ppt/slides/slide63.xml" Id="R5a9ed8133ad946df" /><Relationship Type="http://schemas.openxmlformats.org/officeDocument/2006/relationships/slide" Target="/ppt/slides/slide64.xml" Id="R01da9a8ba1ce44ab" /><Relationship Type="http://schemas.openxmlformats.org/officeDocument/2006/relationships/slide" Target="/ppt/slides/slide65.xml" Id="R02ea007ae54b4858" /><Relationship Type="http://schemas.openxmlformats.org/officeDocument/2006/relationships/slide" Target="/ppt/slides/slide66.xml" Id="R3ab9605623324fa2" /><Relationship Type="http://schemas.openxmlformats.org/officeDocument/2006/relationships/slide" Target="/ppt/slides/slide67.xml" Id="R4c1077fa03094196" /><Relationship Type="http://schemas.openxmlformats.org/officeDocument/2006/relationships/slide" Target="/ppt/slides/slide68.xml" Id="Rca74798408484c76" /><Relationship Type="http://schemas.openxmlformats.org/officeDocument/2006/relationships/slide" Target="/ppt/slides/slide69.xml" Id="R8f2b6071ecd4457e" /><Relationship Type="http://schemas.openxmlformats.org/officeDocument/2006/relationships/slide" Target="/ppt/slides/slide70.xml" Id="Rcf35bf6005134e51" /><Relationship Type="http://schemas.openxmlformats.org/officeDocument/2006/relationships/slide" Target="/ppt/slides/slide71.xml" Id="Rfd6145f9cc5e4008" /><Relationship Type="http://schemas.openxmlformats.org/officeDocument/2006/relationships/slide" Target="/ppt/slides/slide72.xml" Id="R7a95f1d9d666475a" /><Relationship Type="http://schemas.openxmlformats.org/officeDocument/2006/relationships/slide" Target="/ppt/slides/slide73.xml" Id="R57372631cbd54492" /><Relationship Type="http://schemas.openxmlformats.org/officeDocument/2006/relationships/slide" Target="/ppt/slides/slide74.xml" Id="Re982c21a2a224a71" /><Relationship Type="http://schemas.openxmlformats.org/officeDocument/2006/relationships/slide" Target="/ppt/slides/slide75.xml" Id="Rb04bca3ad1104051" /><Relationship Type="http://schemas.openxmlformats.org/officeDocument/2006/relationships/slide" Target="/ppt/slides/slide76.xml" Id="Rb296ea76e13a4202" /><Relationship Type="http://schemas.openxmlformats.org/officeDocument/2006/relationships/slide" Target="/ppt/slides/slide77.xml" Id="Re3c40d5d1bd34a28" /><Relationship Type="http://schemas.openxmlformats.org/officeDocument/2006/relationships/slide" Target="/ppt/slides/slide78.xml" Id="R22492182e09d42aa" /><Relationship Type="http://schemas.openxmlformats.org/officeDocument/2006/relationships/slide" Target="/ppt/slides/slide79.xml" Id="Rcb15c0f88a274411" /><Relationship Type="http://schemas.openxmlformats.org/officeDocument/2006/relationships/slide" Target="/ppt/slides/slide80.xml" Id="Rec668cefc2e64bc9" /><Relationship Type="http://schemas.openxmlformats.org/officeDocument/2006/relationships/slide" Target="/ppt/slides/slide81.xml" Id="R71f3815acded4cb7" /><Relationship Type="http://schemas.openxmlformats.org/officeDocument/2006/relationships/slide" Target="/ppt/slides/slide82.xml" Id="R4195301356f04bbf" /><Relationship Type="http://schemas.openxmlformats.org/officeDocument/2006/relationships/slide" Target="/ppt/slides/slide83.xml" Id="R56bd231d5eed4d6a" /><Relationship Type="http://schemas.openxmlformats.org/officeDocument/2006/relationships/slide" Target="/ppt/slides/slide84.xml" Id="Rdf6ac462105047da" /><Relationship Type="http://schemas.openxmlformats.org/officeDocument/2006/relationships/slide" Target="/ppt/slides/slide85.xml" Id="R544c5fbc42314e6e" /><Relationship Type="http://schemas.openxmlformats.org/officeDocument/2006/relationships/slide" Target="/ppt/slides/slide86.xml" Id="Re870f4913eed4d25" /><Relationship Type="http://schemas.openxmlformats.org/officeDocument/2006/relationships/slide" Target="/ppt/slides/slide87.xml" Id="Rcec86ce2c289443a" /><Relationship Type="http://schemas.openxmlformats.org/officeDocument/2006/relationships/slide" Target="/ppt/slides/slide88.xml" Id="R0e83bc4e761f40b3" /><Relationship Type="http://schemas.openxmlformats.org/officeDocument/2006/relationships/slide" Target="/ppt/slides/slide89.xml" Id="R1586fc3af8f74bff" /><Relationship Type="http://schemas.openxmlformats.org/officeDocument/2006/relationships/slide" Target="/ppt/slides/slide90.xml" Id="R6d9970eaeca44a31" /><Relationship Type="http://schemas.openxmlformats.org/officeDocument/2006/relationships/slide" Target="/ppt/slides/slide91.xml" Id="Rda6327e64f80435c" /><Relationship Type="http://schemas.openxmlformats.org/officeDocument/2006/relationships/slide" Target="/ppt/slides/slide92.xml" Id="R8387cffa11a94c62" /><Relationship Type="http://schemas.openxmlformats.org/officeDocument/2006/relationships/slide" Target="/ppt/slides/slide93.xml" Id="R7400b081a59647bc" /><Relationship Type="http://schemas.openxmlformats.org/officeDocument/2006/relationships/slide" Target="/ppt/slides/slide94.xml" Id="R7a54015f98494731" /><Relationship Type="http://schemas.openxmlformats.org/officeDocument/2006/relationships/slide" Target="/ppt/slides/slide95.xml" Id="R1715d87d74f94f83" /><Relationship Type="http://schemas.openxmlformats.org/officeDocument/2006/relationships/slide" Target="/ppt/slides/slide96.xml" Id="R6a3743c900c14742" /><Relationship Type="http://schemas.openxmlformats.org/officeDocument/2006/relationships/slide" Target="/ppt/slides/slide97.xml" Id="Rc394904617114005" /><Relationship Type="http://schemas.openxmlformats.org/officeDocument/2006/relationships/slide" Target="/ppt/slides/slide98.xml" Id="R371dc11ef5db4be1" /><Relationship Type="http://schemas.openxmlformats.org/officeDocument/2006/relationships/slide" Target="/ppt/slides/slide99.xml" Id="R6d08ce7e104f41e3" /><Relationship Type="http://schemas.openxmlformats.org/officeDocument/2006/relationships/slide" Target="/ppt/slides/slide100.xml" Id="R0c799f412e584efd" /><Relationship Type="http://schemas.openxmlformats.org/officeDocument/2006/relationships/slide" Target="/ppt/slides/slide101.xml" Id="R2cce7b6b0e664cd8" /><Relationship Type="http://schemas.openxmlformats.org/officeDocument/2006/relationships/slide" Target="/ppt/slides/slide102.xml" Id="Ra11838e57816442f" /><Relationship Type="http://schemas.openxmlformats.org/officeDocument/2006/relationships/slide" Target="/ppt/slides/slide103.xml" Id="Ra17be3149d9d4f1b" /><Relationship Type="http://schemas.openxmlformats.org/officeDocument/2006/relationships/slide" Target="/ppt/slides/slide104.xml" Id="R6af72761ee1b480a" /><Relationship Type="http://schemas.openxmlformats.org/officeDocument/2006/relationships/slide" Target="/ppt/slides/slide105.xml" Id="R5c1dbc7b559e4381" /><Relationship Type="http://schemas.openxmlformats.org/officeDocument/2006/relationships/slide" Target="/ppt/slides/slide106.xml" Id="R82b63e48b845420b" /><Relationship Type="http://schemas.openxmlformats.org/officeDocument/2006/relationships/slide" Target="/ppt/slides/slide107.xml" Id="R163f350400ba497c" /><Relationship Type="http://schemas.openxmlformats.org/officeDocument/2006/relationships/slide" Target="/ppt/slides/slide108.xml" Id="Rf8e81c4965d2457d" /><Relationship Type="http://schemas.openxmlformats.org/officeDocument/2006/relationships/slide" Target="/ppt/slides/slide109.xml" Id="R54dcba09ab134cb7" /><Relationship Type="http://schemas.openxmlformats.org/officeDocument/2006/relationships/slide" Target="/ppt/slides/slide110.xml" Id="R1ad51964eaea4f63" /><Relationship Type="http://schemas.openxmlformats.org/officeDocument/2006/relationships/slide" Target="/ppt/slides/slide111.xml" Id="Re1152b2405c548e1" /><Relationship Type="http://schemas.openxmlformats.org/officeDocument/2006/relationships/slide" Target="/ppt/slides/slide112.xml" Id="R081cf8883c964057" /><Relationship Type="http://schemas.openxmlformats.org/officeDocument/2006/relationships/slide" Target="/ppt/slides/slide113.xml" Id="R037e342961674f46" /><Relationship Type="http://schemas.openxmlformats.org/officeDocument/2006/relationships/slide" Target="/ppt/slides/slide114.xml" Id="R8bcb646649134c07" /><Relationship Type="http://schemas.openxmlformats.org/officeDocument/2006/relationships/slide" Target="/ppt/slides/slide115.xml" Id="R2adcf49b02ed47f7" /><Relationship Type="http://schemas.openxmlformats.org/officeDocument/2006/relationships/slide" Target="/ppt/slides/slide116.xml" Id="R60db9db5a0a94815" /><Relationship Type="http://schemas.openxmlformats.org/officeDocument/2006/relationships/slide" Target="/ppt/slides/slide117.xml" Id="R3bf08b546d5b450f" /><Relationship Type="http://schemas.openxmlformats.org/officeDocument/2006/relationships/slide" Target="/ppt/slides/slide118.xml" Id="R1dac31200f1248e7" /><Relationship Type="http://schemas.openxmlformats.org/officeDocument/2006/relationships/slide" Target="/ppt/slides/slide119.xml" Id="R5993600242c3498c" /><Relationship Type="http://schemas.openxmlformats.org/officeDocument/2006/relationships/slide" Target="/ppt/slides/slide120.xml" Id="Rc2892bcce4e24dcd" /><Relationship Type="http://schemas.openxmlformats.org/officeDocument/2006/relationships/slide" Target="/ppt/slides/slide121.xml" Id="R399b440aa3364b8a" /><Relationship Type="http://schemas.openxmlformats.org/officeDocument/2006/relationships/slide" Target="/ppt/slides/slide122.xml" Id="R6fb2b5a305a44ddb" /><Relationship Type="http://schemas.openxmlformats.org/officeDocument/2006/relationships/slide" Target="/ppt/slides/slide123.xml" Id="R797244282a694d33" /><Relationship Type="http://schemas.openxmlformats.org/officeDocument/2006/relationships/slide" Target="/ppt/slides/slide124.xml" Id="Rb25a9ec23ef34cc1" /><Relationship Type="http://schemas.openxmlformats.org/officeDocument/2006/relationships/slide" Target="/ppt/slides/slide125.xml" Id="R545ed43f4411464b" /><Relationship Type="http://schemas.openxmlformats.org/officeDocument/2006/relationships/slide" Target="/ppt/slides/slide126.xml" Id="R839e2b2854ea4288" /><Relationship Type="http://schemas.openxmlformats.org/officeDocument/2006/relationships/slide" Target="/ppt/slides/slide127.xml" Id="R8a190d34923b4fd1" /><Relationship Type="http://schemas.openxmlformats.org/officeDocument/2006/relationships/slide" Target="/ppt/slides/slide128.xml" Id="R9724e8e7efa844c8" /><Relationship Type="http://schemas.openxmlformats.org/officeDocument/2006/relationships/slide" Target="/ppt/slides/slide129.xml" Id="R7673a7cba509489e" /><Relationship Type="http://schemas.openxmlformats.org/officeDocument/2006/relationships/slide" Target="/ppt/slides/slide130.xml" Id="R0c132a2ba2164dc4" /><Relationship Type="http://schemas.openxmlformats.org/officeDocument/2006/relationships/slide" Target="/ppt/slides/slide131.xml" Id="Ra03b5f0651cc4bb7" /><Relationship Type="http://schemas.openxmlformats.org/officeDocument/2006/relationships/slide" Target="/ppt/slides/slide132.xml" Id="R9b1fd15ee9bd4a9d" /><Relationship Type="http://schemas.openxmlformats.org/officeDocument/2006/relationships/slide" Target="/ppt/slides/slide133.xml" Id="Raba82bc7be5c4e22" /><Relationship Type="http://schemas.openxmlformats.org/officeDocument/2006/relationships/slide" Target="/ppt/slides/slide134.xml" Id="R54c3225290004f7f" /><Relationship Type="http://schemas.openxmlformats.org/officeDocument/2006/relationships/slide" Target="/ppt/slides/slide135.xml" Id="Rd1a6fbd5eac24bc4" /><Relationship Type="http://schemas.openxmlformats.org/officeDocument/2006/relationships/slide" Target="/ppt/slides/slide136.xml" Id="R496d0abaa6474d66" /><Relationship Type="http://schemas.openxmlformats.org/officeDocument/2006/relationships/slide" Target="/ppt/slides/slide137.xml" Id="R2c8f80da6ac44586" /><Relationship Type="http://schemas.openxmlformats.org/officeDocument/2006/relationships/slide" Target="/ppt/slides/slide138.xml" Id="R787f8ac0240d4c7d" /><Relationship Type="http://schemas.openxmlformats.org/officeDocument/2006/relationships/slide" Target="/ppt/slides/slide139.xml" Id="R3fa911d035b640ff" /><Relationship Type="http://schemas.openxmlformats.org/officeDocument/2006/relationships/slide" Target="/ppt/slides/slide140.xml" Id="R4dc9e576dc8d4c12" /><Relationship Type="http://schemas.openxmlformats.org/officeDocument/2006/relationships/slide" Target="/ppt/slides/slide141.xml" Id="Rd063d61c4a694a63" /><Relationship Type="http://schemas.openxmlformats.org/officeDocument/2006/relationships/slide" Target="/ppt/slides/slide142.xml" Id="Rd69fda97de2d436d" /><Relationship Type="http://schemas.openxmlformats.org/officeDocument/2006/relationships/slide" Target="/ppt/slides/slide143.xml" Id="R2b131cd0bb264dcb" /><Relationship Type="http://schemas.openxmlformats.org/officeDocument/2006/relationships/slide" Target="/ppt/slides/slide144.xml" Id="R98cc0fec241c49f9" /><Relationship Type="http://schemas.openxmlformats.org/officeDocument/2006/relationships/slide" Target="/ppt/slides/slide145.xml" Id="R42404e528f3b4dc1" /><Relationship Type="http://schemas.openxmlformats.org/officeDocument/2006/relationships/slide" Target="/ppt/slides/slide146.xml" Id="Rd8002feeacfb4e78" /><Relationship Type="http://schemas.openxmlformats.org/officeDocument/2006/relationships/slide" Target="/ppt/slides/slide147.xml" Id="R1acaba9ac22041aa" /><Relationship Type="http://schemas.openxmlformats.org/officeDocument/2006/relationships/slide" Target="/ppt/slides/slide148.xml" Id="R812c8efef3914a83" /><Relationship Type="http://schemas.openxmlformats.org/officeDocument/2006/relationships/slide" Target="/ppt/slides/slide149.xml" Id="Rec800ba536b842d3" /><Relationship Type="http://schemas.openxmlformats.org/officeDocument/2006/relationships/slide" Target="/ppt/slides/slide150.xml" Id="R04ec173f2fe949d6" /><Relationship Type="http://schemas.openxmlformats.org/officeDocument/2006/relationships/slide" Target="/ppt/slides/slide151.xml" Id="Rf33148e459b74ae7" /><Relationship Type="http://schemas.openxmlformats.org/officeDocument/2006/relationships/slide" Target="/ppt/slides/slide152.xml" Id="R5d327271e5a349ff" /><Relationship Type="http://schemas.openxmlformats.org/officeDocument/2006/relationships/slide" Target="/ppt/slides/slide153.xml" Id="R67b65583ab54452d" /><Relationship Type="http://schemas.openxmlformats.org/officeDocument/2006/relationships/slide" Target="/ppt/slides/slide154.xml" Id="R1252f4dc29f343b6" /><Relationship Type="http://schemas.openxmlformats.org/officeDocument/2006/relationships/slide" Target="/ppt/slides/slide155.xml" Id="R740f6f357a7b47b7" /><Relationship Type="http://schemas.openxmlformats.org/officeDocument/2006/relationships/slide" Target="/ppt/slides/slide156.xml" Id="R57fc620c65894dab" /><Relationship Type="http://schemas.openxmlformats.org/officeDocument/2006/relationships/slide" Target="/ppt/slides/slide157.xml" Id="Rd2c99f8844a7452e" /><Relationship Type="http://schemas.openxmlformats.org/officeDocument/2006/relationships/slide" Target="/ppt/slides/slide158.xml" Id="R89513266cae347be" /><Relationship Type="http://schemas.openxmlformats.org/officeDocument/2006/relationships/slide" Target="/ppt/slides/slide159.xml" Id="R8510aa027f5f44b5" /><Relationship Type="http://schemas.openxmlformats.org/officeDocument/2006/relationships/slide" Target="/ppt/slides/slide160.xml" Id="Rb5a98d586a1e4d2e" /><Relationship Type="http://schemas.openxmlformats.org/officeDocument/2006/relationships/slide" Target="/ppt/slides/slide161.xml" Id="R1222cb34e33543f2" /><Relationship Type="http://schemas.openxmlformats.org/officeDocument/2006/relationships/slide" Target="/ppt/slides/slide162.xml" Id="R644182e9059f41a1" /><Relationship Type="http://schemas.openxmlformats.org/officeDocument/2006/relationships/slide" Target="/ppt/slides/slide163.xml" Id="R7c30d6e14085452e" /><Relationship Type="http://schemas.openxmlformats.org/officeDocument/2006/relationships/slide" Target="/ppt/slides/slide164.xml" Id="Re6e99f4f66de496f" /><Relationship Type="http://schemas.openxmlformats.org/officeDocument/2006/relationships/slide" Target="/ppt/slides/slide165.xml" Id="R3d08ce9c69f64be9" /><Relationship Type="http://schemas.openxmlformats.org/officeDocument/2006/relationships/slide" Target="/ppt/slides/slide166.xml" Id="R19d00db848b44c0d" /><Relationship Type="http://schemas.openxmlformats.org/officeDocument/2006/relationships/slide" Target="/ppt/slides/slide167.xml" Id="R5da55d2b21ba4fb0" /><Relationship Type="http://schemas.openxmlformats.org/officeDocument/2006/relationships/slide" Target="/ppt/slides/slide168.xml" Id="R73d644e041c5466c" /><Relationship Type="http://schemas.openxmlformats.org/officeDocument/2006/relationships/slide" Target="/ppt/slides/slide169.xml" Id="Rfc8b4adfdf09431c" /><Relationship Type="http://schemas.openxmlformats.org/officeDocument/2006/relationships/slide" Target="/ppt/slides/slide170.xml" Id="R99f48724f3694a98" /><Relationship Type="http://schemas.openxmlformats.org/officeDocument/2006/relationships/slide" Target="/ppt/slides/slide171.xml" Id="R60c7e6a716cb45a4" /><Relationship Type="http://schemas.openxmlformats.org/officeDocument/2006/relationships/slide" Target="/ppt/slides/slide172.xml" Id="R179bc8e54abf44ed" /><Relationship Type="http://schemas.openxmlformats.org/officeDocument/2006/relationships/slide" Target="/ppt/slides/slide173.xml" Id="R578fb540b8a64d2b" /><Relationship Type="http://schemas.openxmlformats.org/officeDocument/2006/relationships/slide" Target="/ppt/slides/slide174.xml" Id="R926609f8b5a24d02" /><Relationship Type="http://schemas.openxmlformats.org/officeDocument/2006/relationships/slide" Target="/ppt/slides/slide175.xml" Id="R191c8cf87ca0480f" /><Relationship Type="http://schemas.openxmlformats.org/officeDocument/2006/relationships/slide" Target="/ppt/slides/slide176.xml" Id="Ra64d7cfa2a4a43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a87ea3a8cf41f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7946d7d550743ed" /><Relationship Type="http://schemas.openxmlformats.org/officeDocument/2006/relationships/notesMaster" Target="/ppt/notesMasters/notesMaster1.xml" Id="R5aaf8f98a19d4a2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b80fda20344ccc" /><Relationship Type="http://schemas.openxmlformats.org/officeDocument/2006/relationships/notesMaster" Target="/ppt/notesMasters/notesMaster1.xml" Id="Ra838f58472824aa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8bb6bb93c94a60" /><Relationship Type="http://schemas.openxmlformats.org/officeDocument/2006/relationships/notesMaster" Target="/ppt/notesMasters/notesMaster1.xml" Id="Ra6d33055a5914fc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a91144dc1b46d3" /><Relationship Type="http://schemas.openxmlformats.org/officeDocument/2006/relationships/notesMaster" Target="/ppt/notesMasters/notesMaster1.xml" Id="R28d1c35d52c84b5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027eca92624f3c" /><Relationship Type="http://schemas.openxmlformats.org/officeDocument/2006/relationships/notesMaster" Target="/ppt/notesMasters/notesMaster1.xml" Id="R447889f0f960484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d1572b81174bcc" /><Relationship Type="http://schemas.openxmlformats.org/officeDocument/2006/relationships/notesMaster" Target="/ppt/notesMasters/notesMaster1.xml" Id="R06f8045caeb3425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504afebc48b46ec" /><Relationship Type="http://schemas.openxmlformats.org/officeDocument/2006/relationships/notesMaster" Target="/ppt/notesMasters/notesMaster1.xml" Id="Rfe9ab3cbebd245d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26c34b99254ae4" /><Relationship Type="http://schemas.openxmlformats.org/officeDocument/2006/relationships/notesMaster" Target="/ppt/notesMasters/notesMaster1.xml" Id="Rd0d02732b96d45f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e3ec063d8f4761" /><Relationship Type="http://schemas.openxmlformats.org/officeDocument/2006/relationships/notesMaster" Target="/ppt/notesMasters/notesMaster1.xml" Id="R4a23f136c024410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12e61f1daaa4509" /><Relationship Type="http://schemas.openxmlformats.org/officeDocument/2006/relationships/notesMaster" Target="/ppt/notesMasters/notesMaster1.xml" Id="Ra939b15114cb468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b638f0a2cb040d9" /><Relationship Type="http://schemas.openxmlformats.org/officeDocument/2006/relationships/notesMaster" Target="/ppt/notesMasters/notesMaster1.xml" Id="Rf47e001c90db440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04f09a31b0e4a30" /><Relationship Type="http://schemas.openxmlformats.org/officeDocument/2006/relationships/notesMaster" Target="/ppt/notesMasters/notesMaster1.xml" Id="R7a0c4e1547a446a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bffdb10966b40a9" /><Relationship Type="http://schemas.openxmlformats.org/officeDocument/2006/relationships/notesMaster" Target="/ppt/notesMasters/notesMaster1.xml" Id="R56af4b1fb1e447d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56f788993764861" /><Relationship Type="http://schemas.openxmlformats.org/officeDocument/2006/relationships/notesMaster" Target="/ppt/notesMasters/notesMaster1.xml" Id="Rb230a190fc29474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50e15bd67e9411a" /><Relationship Type="http://schemas.openxmlformats.org/officeDocument/2006/relationships/notesMaster" Target="/ppt/notesMasters/notesMaster1.xml" Id="Rafe6b300ec854cd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c875ae844214a4c" /><Relationship Type="http://schemas.openxmlformats.org/officeDocument/2006/relationships/notesMaster" Target="/ppt/notesMasters/notesMaster1.xml" Id="R106146aa89384cd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a9440a97dd44d4f" /><Relationship Type="http://schemas.openxmlformats.org/officeDocument/2006/relationships/notesMaster" Target="/ppt/notesMasters/notesMaster1.xml" Id="R70a1b1ab493e467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1e1dff20e874cbc" /><Relationship Type="http://schemas.openxmlformats.org/officeDocument/2006/relationships/notesMaster" Target="/ppt/notesMasters/notesMaster1.xml" Id="R95dd74093926426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7b8700ba0904eaa" /><Relationship Type="http://schemas.openxmlformats.org/officeDocument/2006/relationships/notesMaster" Target="/ppt/notesMasters/notesMaster1.xml" Id="R632647f3879f4b55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fd2fc930566441e7" /><Relationship Type="http://schemas.openxmlformats.org/officeDocument/2006/relationships/notesMaster" Target="/ppt/notesMasters/notesMaster1.xml" Id="Rf2d578ae66ab4bc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5168132de78425b" /><Relationship Type="http://schemas.openxmlformats.org/officeDocument/2006/relationships/notesMaster" Target="/ppt/notesMasters/notesMaster1.xml" Id="Rb2aa6f77a28046c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653a850abd749c4" /><Relationship Type="http://schemas.openxmlformats.org/officeDocument/2006/relationships/notesMaster" Target="/ppt/notesMasters/notesMaster1.xml" Id="R82d1eff1436d4568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5338825e91747f1" /><Relationship Type="http://schemas.openxmlformats.org/officeDocument/2006/relationships/notesMaster" Target="/ppt/notesMasters/notesMaster1.xml" Id="R36d353d8ba3c430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7ba611ee12245f6" /><Relationship Type="http://schemas.openxmlformats.org/officeDocument/2006/relationships/notesMaster" Target="/ppt/notesMasters/notesMaster1.xml" Id="R26b97acfde584815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455d500f6734342" /><Relationship Type="http://schemas.openxmlformats.org/officeDocument/2006/relationships/notesMaster" Target="/ppt/notesMasters/notesMaster1.xml" Id="Raf310108aaeb4fc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e85e293047df4534" /><Relationship Type="http://schemas.openxmlformats.org/officeDocument/2006/relationships/notesMaster" Target="/ppt/notesMasters/notesMaster1.xml" Id="R7224472c490545a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ec50f7509704da4" /><Relationship Type="http://schemas.openxmlformats.org/officeDocument/2006/relationships/notesMaster" Target="/ppt/notesMasters/notesMaster1.xml" Id="R8c8aa73fed3840b9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c5db9113c354d5e" /><Relationship Type="http://schemas.openxmlformats.org/officeDocument/2006/relationships/notesMaster" Target="/ppt/notesMasters/notesMaster1.xml" Id="R54a18b8e68344e3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9560bb53ac541c7" /><Relationship Type="http://schemas.openxmlformats.org/officeDocument/2006/relationships/notesMaster" Target="/ppt/notesMasters/notesMaster1.xml" Id="R9271b2e0119b418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ddf1cf0b52a24871" /><Relationship Type="http://schemas.openxmlformats.org/officeDocument/2006/relationships/notesMaster" Target="/ppt/notesMasters/notesMaster1.xml" Id="R22c478dfc829421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cc0b443a7e6240b1" /><Relationship Type="http://schemas.openxmlformats.org/officeDocument/2006/relationships/notesMaster" Target="/ppt/notesMasters/notesMaster1.xml" Id="R23636db7556643ae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0b5c0b9871334eae" /><Relationship Type="http://schemas.openxmlformats.org/officeDocument/2006/relationships/notesMaster" Target="/ppt/notesMasters/notesMaster1.xml" Id="Re7104ef367704ca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ee4896b41d841ae" /><Relationship Type="http://schemas.openxmlformats.org/officeDocument/2006/relationships/notesMaster" Target="/ppt/notesMasters/notesMaster1.xml" Id="Rbf983aeaf22e4bcf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493b8f63980d4b87" /><Relationship Type="http://schemas.openxmlformats.org/officeDocument/2006/relationships/notesMaster" Target="/ppt/notesMasters/notesMaster1.xml" Id="R0c3506958907484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1c0eb79f7314062" /><Relationship Type="http://schemas.openxmlformats.org/officeDocument/2006/relationships/notesMaster" Target="/ppt/notesMasters/notesMaster1.xml" Id="R4a64bae09a0e4f8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a64a96a12c7f4893" /><Relationship Type="http://schemas.openxmlformats.org/officeDocument/2006/relationships/notesMaster" Target="/ppt/notesMasters/notesMaster1.xml" Id="Rc5920e89690846a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f2bc9a18560c49cb" /><Relationship Type="http://schemas.openxmlformats.org/officeDocument/2006/relationships/notesMaster" Target="/ppt/notesMasters/notesMaster1.xml" Id="Rf0eec2a000bd443e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393ce8bd0eb42fb" /><Relationship Type="http://schemas.openxmlformats.org/officeDocument/2006/relationships/notesMaster" Target="/ppt/notesMasters/notesMaster1.xml" Id="R90d1bf9c8d4b4242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4e1a99e88c24c2d" /><Relationship Type="http://schemas.openxmlformats.org/officeDocument/2006/relationships/notesMaster" Target="/ppt/notesMasters/notesMaster1.xml" Id="Rc0440185dd894c29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0822c8dae1a847ce" /><Relationship Type="http://schemas.openxmlformats.org/officeDocument/2006/relationships/notesMaster" Target="/ppt/notesMasters/notesMaster1.xml" Id="Rcec5748a65074f1c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f2a67372cffe45a9" /><Relationship Type="http://schemas.openxmlformats.org/officeDocument/2006/relationships/notesMaster" Target="/ppt/notesMasters/notesMaster1.xml" Id="Rbfe686521e7f4834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08a269dfd96b4faf" /><Relationship Type="http://schemas.openxmlformats.org/officeDocument/2006/relationships/notesMaster" Target="/ppt/notesMasters/notesMaster1.xml" Id="R7c623f9c60d84a78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3507996f7b64f4f" /><Relationship Type="http://schemas.openxmlformats.org/officeDocument/2006/relationships/notesMaster" Target="/ppt/notesMasters/notesMaster1.xml" Id="R8b23c8fcd46b47d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fb4775e278f64dc3" /><Relationship Type="http://schemas.openxmlformats.org/officeDocument/2006/relationships/notesMaster" Target="/ppt/notesMasters/notesMaster1.xml" Id="R39696abb9e7e4b2c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559543f2bcc648b4" /><Relationship Type="http://schemas.openxmlformats.org/officeDocument/2006/relationships/notesMaster" Target="/ppt/notesMasters/notesMaster1.xml" Id="R869eec98027c4aa6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1fb68598901647c2" /><Relationship Type="http://schemas.openxmlformats.org/officeDocument/2006/relationships/notesMaster" Target="/ppt/notesMasters/notesMaster1.xml" Id="R343858cf8e67499c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cbb253c9f1243dd" /><Relationship Type="http://schemas.openxmlformats.org/officeDocument/2006/relationships/notesMaster" Target="/ppt/notesMasters/notesMaster1.xml" Id="R0c225901b81c41db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0e9072dfa7814c0b" /><Relationship Type="http://schemas.openxmlformats.org/officeDocument/2006/relationships/notesMaster" Target="/ppt/notesMasters/notesMaster1.xml" Id="R3f973b7107404319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4f2195fe809843a5" /><Relationship Type="http://schemas.openxmlformats.org/officeDocument/2006/relationships/notesMaster" Target="/ppt/notesMasters/notesMaster1.xml" Id="R45811137ceb74812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4be20e107a554dac" /><Relationship Type="http://schemas.openxmlformats.org/officeDocument/2006/relationships/notesMaster" Target="/ppt/notesMasters/notesMaster1.xml" Id="R0a3093133dfb4f8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75c330cf037f457b" /><Relationship Type="http://schemas.openxmlformats.org/officeDocument/2006/relationships/notesMaster" Target="/ppt/notesMasters/notesMaster1.xml" Id="R49e7c209f62c41ae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7cc4ff421f53440e" /><Relationship Type="http://schemas.openxmlformats.org/officeDocument/2006/relationships/notesMaster" Target="/ppt/notesMasters/notesMaster1.xml" Id="Rbd1e18e46e2c4029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e04baef0a6e04375" /><Relationship Type="http://schemas.openxmlformats.org/officeDocument/2006/relationships/notesMaster" Target="/ppt/notesMasters/notesMaster1.xml" Id="R551b5b94967d4e26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be4048c6e5f24558" /><Relationship Type="http://schemas.openxmlformats.org/officeDocument/2006/relationships/notesMaster" Target="/ppt/notesMasters/notesMaster1.xml" Id="R43df546651db4c83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3d2be8ba0fa447a3" /><Relationship Type="http://schemas.openxmlformats.org/officeDocument/2006/relationships/notesMaster" Target="/ppt/notesMasters/notesMaster1.xml" Id="Rc1b55ce5bdd443de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a448e751dfa74e5c" /><Relationship Type="http://schemas.openxmlformats.org/officeDocument/2006/relationships/notesMaster" Target="/ppt/notesMasters/notesMaster1.xml" Id="Rbdf5c66f7ab54812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8fc08dfab4814046" /><Relationship Type="http://schemas.openxmlformats.org/officeDocument/2006/relationships/notesMaster" Target="/ppt/notesMasters/notesMaster1.xml" Id="R80f12bfac9f64391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292ef0091ebe43b0" /><Relationship Type="http://schemas.openxmlformats.org/officeDocument/2006/relationships/notesMaster" Target="/ppt/notesMasters/notesMaster1.xml" Id="R31e89ae552c34315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93bd5b26279548f1" /><Relationship Type="http://schemas.openxmlformats.org/officeDocument/2006/relationships/notesMaster" Target="/ppt/notesMasters/notesMaster1.xml" Id="R9843574836b7490f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4fb76aebee2240a7" /><Relationship Type="http://schemas.openxmlformats.org/officeDocument/2006/relationships/notesMaster" Target="/ppt/notesMasters/notesMaster1.xml" Id="R5423807b737846cb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06e62746b35b4a89" /><Relationship Type="http://schemas.openxmlformats.org/officeDocument/2006/relationships/notesMaster" Target="/ppt/notesMasters/notesMaster1.xml" Id="R2da007dd2a004765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08723c56b5c24757" /><Relationship Type="http://schemas.openxmlformats.org/officeDocument/2006/relationships/notesMaster" Target="/ppt/notesMasters/notesMaster1.xml" Id="R029d0b2c3c364bde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3c4eb0d4c54e4568" /><Relationship Type="http://schemas.openxmlformats.org/officeDocument/2006/relationships/notesMaster" Target="/ppt/notesMasters/notesMaster1.xml" Id="R5a57fa95bc4147bf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1d178ccf9d734080" /><Relationship Type="http://schemas.openxmlformats.org/officeDocument/2006/relationships/notesMaster" Target="/ppt/notesMasters/notesMaster1.xml" Id="R059d0babb5b44640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1f5da409ddbe4f95" /><Relationship Type="http://schemas.openxmlformats.org/officeDocument/2006/relationships/notesMaster" Target="/ppt/notesMasters/notesMaster1.xml" Id="R9edc23fef72a474d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8742bf0ea23e4454" /><Relationship Type="http://schemas.openxmlformats.org/officeDocument/2006/relationships/notesMaster" Target="/ppt/notesMasters/notesMaster1.xml" Id="Rc6809afe6dc24751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cee214df331b414c" /><Relationship Type="http://schemas.openxmlformats.org/officeDocument/2006/relationships/notesMaster" Target="/ppt/notesMasters/notesMaster1.xml" Id="Rce7c8067a4874632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ed45ab0d3f764208" /><Relationship Type="http://schemas.openxmlformats.org/officeDocument/2006/relationships/notesMaster" Target="/ppt/notesMasters/notesMaster1.xml" Id="Re5538bf9a0814ba8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4d2f7c87233847e3" /><Relationship Type="http://schemas.openxmlformats.org/officeDocument/2006/relationships/notesMaster" Target="/ppt/notesMasters/notesMaster1.xml" Id="Re5ffaab8cbc246e4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768838fbe0104a36" /><Relationship Type="http://schemas.openxmlformats.org/officeDocument/2006/relationships/notesMaster" Target="/ppt/notesMasters/notesMaster1.xml" Id="Ra6bac01e5b3248f4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c0ae2583995f45b5" /><Relationship Type="http://schemas.openxmlformats.org/officeDocument/2006/relationships/notesMaster" Target="/ppt/notesMasters/notesMaster1.xml" Id="R4982a4afed70492c" /></Relationships>
</file>

<file path=ppt/notesSlides/_rels/notesSlide72.xml.rels>&#65279;<?xml version="1.0" encoding="utf-8"?><Relationships xmlns="http://schemas.openxmlformats.org/package/2006/relationships"><Relationship Type="http://schemas.openxmlformats.org/officeDocument/2006/relationships/slide" Target="/ppt/slides/slide72.xml" Id="Rc1e3706e29f54d51" /><Relationship Type="http://schemas.openxmlformats.org/officeDocument/2006/relationships/notesMaster" Target="/ppt/notesMasters/notesMaster1.xml" Id="Re1ff6fcb17824dfe" /></Relationships>
</file>

<file path=ppt/notesSlides/_rels/notesSlide73.xml.rels>&#65279;<?xml version="1.0" encoding="utf-8"?><Relationships xmlns="http://schemas.openxmlformats.org/package/2006/relationships"><Relationship Type="http://schemas.openxmlformats.org/officeDocument/2006/relationships/slide" Target="/ppt/slides/slide73.xml" Id="Rde0b48bba69f426e" /><Relationship Type="http://schemas.openxmlformats.org/officeDocument/2006/relationships/notesMaster" Target="/ppt/notesMasters/notesMaster1.xml" Id="R027abeb0add9401c" /></Relationships>
</file>

<file path=ppt/notesSlides/_rels/notesSlide74.xml.rels>&#65279;<?xml version="1.0" encoding="utf-8"?><Relationships xmlns="http://schemas.openxmlformats.org/package/2006/relationships"><Relationship Type="http://schemas.openxmlformats.org/officeDocument/2006/relationships/slide" Target="/ppt/slides/slide74.xml" Id="R25e45161c8644046" /><Relationship Type="http://schemas.openxmlformats.org/officeDocument/2006/relationships/notesMaster" Target="/ppt/notesMasters/notesMaster1.xml" Id="R15b950742fe64b80" /></Relationships>
</file>

<file path=ppt/notesSlides/_rels/notesSlide75.xml.rels>&#65279;<?xml version="1.0" encoding="utf-8"?><Relationships xmlns="http://schemas.openxmlformats.org/package/2006/relationships"><Relationship Type="http://schemas.openxmlformats.org/officeDocument/2006/relationships/slide" Target="/ppt/slides/slide75.xml" Id="R4c438810f17f4ef8" /><Relationship Type="http://schemas.openxmlformats.org/officeDocument/2006/relationships/notesMaster" Target="/ppt/notesMasters/notesMaster1.xml" Id="Rca3973f03c164dc0" /></Relationships>
</file>

<file path=ppt/notesSlides/_rels/notesSlide76.xml.rels>&#65279;<?xml version="1.0" encoding="utf-8"?><Relationships xmlns="http://schemas.openxmlformats.org/package/2006/relationships"><Relationship Type="http://schemas.openxmlformats.org/officeDocument/2006/relationships/slide" Target="/ppt/slides/slide76.xml" Id="Rf5e6ba34b7d24c5c" /><Relationship Type="http://schemas.openxmlformats.org/officeDocument/2006/relationships/notesMaster" Target="/ppt/notesMasters/notesMaster1.xml" Id="Rd036bdec19814bd6" /></Relationships>
</file>

<file path=ppt/notesSlides/_rels/notesSlide77.xml.rels>&#65279;<?xml version="1.0" encoding="utf-8"?><Relationships xmlns="http://schemas.openxmlformats.org/package/2006/relationships"><Relationship Type="http://schemas.openxmlformats.org/officeDocument/2006/relationships/slide" Target="/ppt/slides/slide77.xml" Id="R27d16a6b4ad14765" /><Relationship Type="http://schemas.openxmlformats.org/officeDocument/2006/relationships/notesMaster" Target="/ppt/notesMasters/notesMaster1.xml" Id="Rc3179d6e32e84539" /></Relationships>
</file>

<file path=ppt/notesSlides/_rels/notesSlide78.xml.rels>&#65279;<?xml version="1.0" encoding="utf-8"?><Relationships xmlns="http://schemas.openxmlformats.org/package/2006/relationships"><Relationship Type="http://schemas.openxmlformats.org/officeDocument/2006/relationships/slide" Target="/ppt/slides/slide78.xml" Id="R9190d39414244a88" /><Relationship Type="http://schemas.openxmlformats.org/officeDocument/2006/relationships/notesMaster" Target="/ppt/notesMasters/notesMaster1.xml" Id="Rbec3fd2a252a4445" /></Relationships>
</file>

<file path=ppt/notesSlides/_rels/notesSlide79.xml.rels>&#65279;<?xml version="1.0" encoding="utf-8"?><Relationships xmlns="http://schemas.openxmlformats.org/package/2006/relationships"><Relationship Type="http://schemas.openxmlformats.org/officeDocument/2006/relationships/slide" Target="/ppt/slides/slide79.xml" Id="R7e270db797c64da3" /><Relationship Type="http://schemas.openxmlformats.org/officeDocument/2006/relationships/notesMaster" Target="/ppt/notesMasters/notesMaster1.xml" Id="Refe2f159ede64e54" /></Relationships>
</file>

<file path=ppt/notesSlides/_rels/notesSlide80.xml.rels>&#65279;<?xml version="1.0" encoding="utf-8"?><Relationships xmlns="http://schemas.openxmlformats.org/package/2006/relationships"><Relationship Type="http://schemas.openxmlformats.org/officeDocument/2006/relationships/slide" Target="/ppt/slides/slide80.xml" Id="R1cd1af8c444341cd" /><Relationship Type="http://schemas.openxmlformats.org/officeDocument/2006/relationships/notesMaster" Target="/ppt/notesMasters/notesMaster1.xml" Id="R711b8a424b154f66" /></Relationships>
</file>

<file path=ppt/notesSlides/_rels/notesSlide81.xml.rels>&#65279;<?xml version="1.0" encoding="utf-8"?><Relationships xmlns="http://schemas.openxmlformats.org/package/2006/relationships"><Relationship Type="http://schemas.openxmlformats.org/officeDocument/2006/relationships/slide" Target="/ppt/slides/slide81.xml" Id="Rebf986a0bcf04cb1" /><Relationship Type="http://schemas.openxmlformats.org/officeDocument/2006/relationships/notesMaster" Target="/ppt/notesMasters/notesMaster1.xml" Id="R2aeeb6c0fb154416" /></Relationships>
</file>

<file path=ppt/notesSlides/_rels/notesSlide82.xml.rels>&#65279;<?xml version="1.0" encoding="utf-8"?><Relationships xmlns="http://schemas.openxmlformats.org/package/2006/relationships"><Relationship Type="http://schemas.openxmlformats.org/officeDocument/2006/relationships/slide" Target="/ppt/slides/slide82.xml" Id="R09dd000af3df452c" /><Relationship Type="http://schemas.openxmlformats.org/officeDocument/2006/relationships/notesMaster" Target="/ppt/notesMasters/notesMaster1.xml" Id="R49d8dd1d872a415e" /></Relationships>
</file>

<file path=ppt/notesSlides/_rels/notesSlide83.xml.rels>&#65279;<?xml version="1.0" encoding="utf-8"?><Relationships xmlns="http://schemas.openxmlformats.org/package/2006/relationships"><Relationship Type="http://schemas.openxmlformats.org/officeDocument/2006/relationships/slide" Target="/ppt/slides/slide83.xml" Id="Re26fb8d287ee41e0" /><Relationship Type="http://schemas.openxmlformats.org/officeDocument/2006/relationships/notesMaster" Target="/ppt/notesMasters/notesMaster1.xml" Id="R09b5b4af43ca44ad" /></Relationships>
</file>

<file path=ppt/notesSlides/_rels/notesSlide84.xml.rels>&#65279;<?xml version="1.0" encoding="utf-8"?><Relationships xmlns="http://schemas.openxmlformats.org/package/2006/relationships"><Relationship Type="http://schemas.openxmlformats.org/officeDocument/2006/relationships/slide" Target="/ppt/slides/slide84.xml" Id="R3f93f395ad3e477f" /><Relationship Type="http://schemas.openxmlformats.org/officeDocument/2006/relationships/notesMaster" Target="/ppt/notesMasters/notesMaster1.xml" Id="Rfa2bfa24dc3a413f" /></Relationships>
</file>

<file path=ppt/notesSlides/_rels/notesSlide85.xml.rels>&#65279;<?xml version="1.0" encoding="utf-8"?><Relationships xmlns="http://schemas.openxmlformats.org/package/2006/relationships"><Relationship Type="http://schemas.openxmlformats.org/officeDocument/2006/relationships/slide" Target="/ppt/slides/slide85.xml" Id="R10b918da5e3a48da" /><Relationship Type="http://schemas.openxmlformats.org/officeDocument/2006/relationships/notesMaster" Target="/ppt/notesMasters/notesMaster1.xml" Id="R18a14614d6df482f" /></Relationships>
</file>

<file path=ppt/notesSlides/_rels/notesSlide86.xml.rels>&#65279;<?xml version="1.0" encoding="utf-8"?><Relationships xmlns="http://schemas.openxmlformats.org/package/2006/relationships"><Relationship Type="http://schemas.openxmlformats.org/officeDocument/2006/relationships/slide" Target="/ppt/slides/slide86.xml" Id="R4e0c9b80301f4bcf" /><Relationship Type="http://schemas.openxmlformats.org/officeDocument/2006/relationships/notesMaster" Target="/ppt/notesMasters/notesMaster1.xml" Id="R0d91b2e7ca954b9e" /></Relationships>
</file>

<file path=ppt/notesSlides/_rels/notesSlide87.xml.rels>&#65279;<?xml version="1.0" encoding="utf-8"?><Relationships xmlns="http://schemas.openxmlformats.org/package/2006/relationships"><Relationship Type="http://schemas.openxmlformats.org/officeDocument/2006/relationships/slide" Target="/ppt/slides/slide87.xml" Id="Ra6737c4824a145ba" /><Relationship Type="http://schemas.openxmlformats.org/officeDocument/2006/relationships/notesMaster" Target="/ppt/notesMasters/notesMaster1.xml" Id="R13ee5838589949c7" /></Relationships>
</file>

<file path=ppt/notesSlides/_rels/notesSlide88.xml.rels>&#65279;<?xml version="1.0" encoding="utf-8"?><Relationships xmlns="http://schemas.openxmlformats.org/package/2006/relationships"><Relationship Type="http://schemas.openxmlformats.org/officeDocument/2006/relationships/slide" Target="/ppt/slides/slide88.xml" Id="R3e395fb618354f00" /><Relationship Type="http://schemas.openxmlformats.org/officeDocument/2006/relationships/notesMaster" Target="/ppt/notesMasters/notesMaster1.xml" Id="R0fa7d9061b9f4122" /></Relationships>
</file>

<file path=ppt/notesSlides/_rels/notesSlide89.xml.rels>&#65279;<?xml version="1.0" encoding="utf-8"?><Relationships xmlns="http://schemas.openxmlformats.org/package/2006/relationships"><Relationship Type="http://schemas.openxmlformats.org/officeDocument/2006/relationships/slide" Target="/ppt/slides/slide89.xml" Id="Rfa6bb60df7474bba" /><Relationship Type="http://schemas.openxmlformats.org/officeDocument/2006/relationships/notesMaster" Target="/ppt/notesMasters/notesMaster1.xml" Id="R999aa05b65c94fa8" /></Relationships>
</file>

<file path=ppt/notesSlides/_rels/notesSlide90.xml.rels>&#65279;<?xml version="1.0" encoding="utf-8"?><Relationships xmlns="http://schemas.openxmlformats.org/package/2006/relationships"><Relationship Type="http://schemas.openxmlformats.org/officeDocument/2006/relationships/slide" Target="/ppt/slides/slide90.xml" Id="Rf62de9b68c7343c7" /><Relationship Type="http://schemas.openxmlformats.org/officeDocument/2006/relationships/notesMaster" Target="/ppt/notesMasters/notesMaster1.xml" Id="Re580c12c83a540d0" /></Relationships>
</file>

<file path=ppt/notesSlides/_rels/notesSlide91.xml.rels>&#65279;<?xml version="1.0" encoding="utf-8"?><Relationships xmlns="http://schemas.openxmlformats.org/package/2006/relationships"><Relationship Type="http://schemas.openxmlformats.org/officeDocument/2006/relationships/slide" Target="/ppt/slides/slide91.xml" Id="Rf9073f7299e94636" /><Relationship Type="http://schemas.openxmlformats.org/officeDocument/2006/relationships/notesMaster" Target="/ppt/notesMasters/notesMaster1.xml" Id="R9ee7dd973ce8497d" /></Relationships>
</file>

<file path=ppt/notesSlides/_rels/notesSlide92.xml.rels>&#65279;<?xml version="1.0" encoding="utf-8"?><Relationships xmlns="http://schemas.openxmlformats.org/package/2006/relationships"><Relationship Type="http://schemas.openxmlformats.org/officeDocument/2006/relationships/slide" Target="/ppt/slides/slide92.xml" Id="R994b5d661ed94811" /><Relationship Type="http://schemas.openxmlformats.org/officeDocument/2006/relationships/notesMaster" Target="/ppt/notesMasters/notesMaster1.xml" Id="R0fbd543b53694aa7" /></Relationships>
</file>

<file path=ppt/notesSlides/_rels/notesSlide93.xml.rels>&#65279;<?xml version="1.0" encoding="utf-8"?><Relationships xmlns="http://schemas.openxmlformats.org/package/2006/relationships"><Relationship Type="http://schemas.openxmlformats.org/officeDocument/2006/relationships/slide" Target="/ppt/slides/slide93.xml" Id="R70e88291732e40c9" /><Relationship Type="http://schemas.openxmlformats.org/officeDocument/2006/relationships/notesMaster" Target="/ppt/notesMasters/notesMaster1.xml" Id="R7004e3fd587247e9" /></Relationships>
</file>

<file path=ppt/notesSlides/_rels/notesSlide94.xml.rels>&#65279;<?xml version="1.0" encoding="utf-8"?><Relationships xmlns="http://schemas.openxmlformats.org/package/2006/relationships"><Relationship Type="http://schemas.openxmlformats.org/officeDocument/2006/relationships/slide" Target="/ppt/slides/slide94.xml" Id="R679766e1ef78426b" /><Relationship Type="http://schemas.openxmlformats.org/officeDocument/2006/relationships/notesMaster" Target="/ppt/notesMasters/notesMaster1.xml" Id="R14319fa15f9a47bc" /></Relationships>
</file>

<file path=ppt/notesSlides/_rels/notesSlide95.xml.rels>&#65279;<?xml version="1.0" encoding="utf-8"?><Relationships xmlns="http://schemas.openxmlformats.org/package/2006/relationships"><Relationship Type="http://schemas.openxmlformats.org/officeDocument/2006/relationships/slide" Target="/ppt/slides/slide95.xml" Id="R77c6bcac00a844a4" /><Relationship Type="http://schemas.openxmlformats.org/officeDocument/2006/relationships/notesMaster" Target="/ppt/notesMasters/notesMaster1.xml" Id="R31741aad095341f5" /></Relationships>
</file>

<file path=ppt/notesSlides/_rels/notesSlide96.xml.rels>&#65279;<?xml version="1.0" encoding="utf-8"?><Relationships xmlns="http://schemas.openxmlformats.org/package/2006/relationships"><Relationship Type="http://schemas.openxmlformats.org/officeDocument/2006/relationships/slide" Target="/ppt/slides/slide96.xml" Id="R47a2ce0ea4a744ee" /><Relationship Type="http://schemas.openxmlformats.org/officeDocument/2006/relationships/notesMaster" Target="/ppt/notesMasters/notesMaster1.xml" Id="Rcf3fd84190bf46df" /></Relationships>
</file>

<file path=ppt/notesSlides/_rels/notesSlide97.xml.rels>&#65279;<?xml version="1.0" encoding="utf-8"?><Relationships xmlns="http://schemas.openxmlformats.org/package/2006/relationships"><Relationship Type="http://schemas.openxmlformats.org/officeDocument/2006/relationships/slide" Target="/ppt/slides/slide97.xml" Id="R11c8b91f76ff4670" /><Relationship Type="http://schemas.openxmlformats.org/officeDocument/2006/relationships/notesMaster" Target="/ppt/notesMasters/notesMaster1.xml" Id="Raffed650a7fa42a3" /></Relationships>
</file>

<file path=ppt/notesSlides/_rels/notesSlide98.xml.rels>&#65279;<?xml version="1.0" encoding="utf-8"?><Relationships xmlns="http://schemas.openxmlformats.org/package/2006/relationships"><Relationship Type="http://schemas.openxmlformats.org/officeDocument/2006/relationships/slide" Target="/ppt/slides/slide98.xml" Id="R7c754b184f5e4787" /><Relationship Type="http://schemas.openxmlformats.org/officeDocument/2006/relationships/notesMaster" Target="/ppt/notesMasters/notesMaster1.xml" Id="R2de1ca6840f74fe0" /></Relationships>
</file>

<file path=ppt/notesSlides/_rels/notesSlide99.xml.rels>&#65279;<?xml version="1.0" encoding="utf-8"?><Relationships xmlns="http://schemas.openxmlformats.org/package/2006/relationships"><Relationship Type="http://schemas.openxmlformats.org/officeDocument/2006/relationships/slide" Target="/ppt/slides/slide99.xml" Id="Rcc703c6aae9048ef" /><Relationship Type="http://schemas.openxmlformats.org/officeDocument/2006/relationships/notesMaster" Target="/ppt/notesMasters/notesMaster1.xml" Id="R06b86d4a59094f54" /></Relationships>
</file>

<file path=ppt/notesSlides/_rels/notesSlide100.xml.rels>&#65279;<?xml version="1.0" encoding="utf-8"?><Relationships xmlns="http://schemas.openxmlformats.org/package/2006/relationships"><Relationship Type="http://schemas.openxmlformats.org/officeDocument/2006/relationships/slide" Target="/ppt/slides/slide100.xml" Id="R487ffa6a10644dca" /><Relationship Type="http://schemas.openxmlformats.org/officeDocument/2006/relationships/notesMaster" Target="/ppt/notesMasters/notesMaster1.xml" Id="Rb4c959462bdf46b9" /></Relationships>
</file>

<file path=ppt/notesSlides/_rels/notesSlide101.xml.rels>&#65279;<?xml version="1.0" encoding="utf-8"?><Relationships xmlns="http://schemas.openxmlformats.org/package/2006/relationships"><Relationship Type="http://schemas.openxmlformats.org/officeDocument/2006/relationships/slide" Target="/ppt/slides/slide101.xml" Id="R0a08d2babc5b429e" /><Relationship Type="http://schemas.openxmlformats.org/officeDocument/2006/relationships/notesMaster" Target="/ppt/notesMasters/notesMaster1.xml" Id="R4d7f5d380d2f4c86" /></Relationships>
</file>

<file path=ppt/notesSlides/_rels/notesSlide102.xml.rels>&#65279;<?xml version="1.0" encoding="utf-8"?><Relationships xmlns="http://schemas.openxmlformats.org/package/2006/relationships"><Relationship Type="http://schemas.openxmlformats.org/officeDocument/2006/relationships/slide" Target="/ppt/slides/slide102.xml" Id="Ra4da3224393b483d" /><Relationship Type="http://schemas.openxmlformats.org/officeDocument/2006/relationships/notesMaster" Target="/ppt/notesMasters/notesMaster1.xml" Id="Raecf75030df24a18" /></Relationships>
</file>

<file path=ppt/notesSlides/_rels/notesSlide103.xml.rels>&#65279;<?xml version="1.0" encoding="utf-8"?><Relationships xmlns="http://schemas.openxmlformats.org/package/2006/relationships"><Relationship Type="http://schemas.openxmlformats.org/officeDocument/2006/relationships/slide" Target="/ppt/slides/slide103.xml" Id="R17181de3ab9f4bdf" /><Relationship Type="http://schemas.openxmlformats.org/officeDocument/2006/relationships/notesMaster" Target="/ppt/notesMasters/notesMaster1.xml" Id="R4a2cdd08f4df4c1f" /></Relationships>
</file>

<file path=ppt/notesSlides/_rels/notesSlide104.xml.rels>&#65279;<?xml version="1.0" encoding="utf-8"?><Relationships xmlns="http://schemas.openxmlformats.org/package/2006/relationships"><Relationship Type="http://schemas.openxmlformats.org/officeDocument/2006/relationships/slide" Target="/ppt/slides/slide104.xml" Id="R1ea649707e394a4d" /><Relationship Type="http://schemas.openxmlformats.org/officeDocument/2006/relationships/notesMaster" Target="/ppt/notesMasters/notesMaster1.xml" Id="Ra8fca2c24eb0435a" /></Relationships>
</file>

<file path=ppt/notesSlides/_rels/notesSlide105.xml.rels>&#65279;<?xml version="1.0" encoding="utf-8"?><Relationships xmlns="http://schemas.openxmlformats.org/package/2006/relationships"><Relationship Type="http://schemas.openxmlformats.org/officeDocument/2006/relationships/slide" Target="/ppt/slides/slide105.xml" Id="Rf318dbebd66f4021" /><Relationship Type="http://schemas.openxmlformats.org/officeDocument/2006/relationships/notesMaster" Target="/ppt/notesMasters/notesMaster1.xml" Id="Rae37eac5baf34992" /></Relationships>
</file>

<file path=ppt/notesSlides/_rels/notesSlide106.xml.rels>&#65279;<?xml version="1.0" encoding="utf-8"?><Relationships xmlns="http://schemas.openxmlformats.org/package/2006/relationships"><Relationship Type="http://schemas.openxmlformats.org/officeDocument/2006/relationships/slide" Target="/ppt/slides/slide106.xml" Id="R53e087e156a348c6" /><Relationship Type="http://schemas.openxmlformats.org/officeDocument/2006/relationships/notesMaster" Target="/ppt/notesMasters/notesMaster1.xml" Id="Rc62ce24cb260494c" /></Relationships>
</file>

<file path=ppt/notesSlides/_rels/notesSlide107.xml.rels>&#65279;<?xml version="1.0" encoding="utf-8"?><Relationships xmlns="http://schemas.openxmlformats.org/package/2006/relationships"><Relationship Type="http://schemas.openxmlformats.org/officeDocument/2006/relationships/slide" Target="/ppt/slides/slide107.xml" Id="R81cb9a60fc0c4ca9" /><Relationship Type="http://schemas.openxmlformats.org/officeDocument/2006/relationships/notesMaster" Target="/ppt/notesMasters/notesMaster1.xml" Id="R493a7d9961b645a6" /></Relationships>
</file>

<file path=ppt/notesSlides/_rels/notesSlide108.xml.rels>&#65279;<?xml version="1.0" encoding="utf-8"?><Relationships xmlns="http://schemas.openxmlformats.org/package/2006/relationships"><Relationship Type="http://schemas.openxmlformats.org/officeDocument/2006/relationships/slide" Target="/ppt/slides/slide108.xml" Id="Rc9cd55deb72441d5" /><Relationship Type="http://schemas.openxmlformats.org/officeDocument/2006/relationships/notesMaster" Target="/ppt/notesMasters/notesMaster1.xml" Id="R8939cb25a3ef432b" /></Relationships>
</file>

<file path=ppt/notesSlides/_rels/notesSlide109.xml.rels>&#65279;<?xml version="1.0" encoding="utf-8"?><Relationships xmlns="http://schemas.openxmlformats.org/package/2006/relationships"><Relationship Type="http://schemas.openxmlformats.org/officeDocument/2006/relationships/slide" Target="/ppt/slides/slide109.xml" Id="R9fa5241aaa9b4345" /><Relationship Type="http://schemas.openxmlformats.org/officeDocument/2006/relationships/notesMaster" Target="/ppt/notesMasters/notesMaster1.xml" Id="R4e2f0059fd2b427d" /></Relationships>
</file>

<file path=ppt/notesSlides/_rels/notesSlide110.xml.rels>&#65279;<?xml version="1.0" encoding="utf-8"?><Relationships xmlns="http://schemas.openxmlformats.org/package/2006/relationships"><Relationship Type="http://schemas.openxmlformats.org/officeDocument/2006/relationships/slide" Target="/ppt/slides/slide110.xml" Id="Rc3f86f10a1c7416c" /><Relationship Type="http://schemas.openxmlformats.org/officeDocument/2006/relationships/notesMaster" Target="/ppt/notesMasters/notesMaster1.xml" Id="R28136349a49e4d7a" /></Relationships>
</file>

<file path=ppt/notesSlides/_rels/notesSlide111.xml.rels>&#65279;<?xml version="1.0" encoding="utf-8"?><Relationships xmlns="http://schemas.openxmlformats.org/package/2006/relationships"><Relationship Type="http://schemas.openxmlformats.org/officeDocument/2006/relationships/slide" Target="/ppt/slides/slide111.xml" Id="R0647e231aeab4f24" /><Relationship Type="http://schemas.openxmlformats.org/officeDocument/2006/relationships/notesMaster" Target="/ppt/notesMasters/notesMaster1.xml" Id="Re5fba98f3a854d09" /></Relationships>
</file>

<file path=ppt/notesSlides/_rels/notesSlide112.xml.rels>&#65279;<?xml version="1.0" encoding="utf-8"?><Relationships xmlns="http://schemas.openxmlformats.org/package/2006/relationships"><Relationship Type="http://schemas.openxmlformats.org/officeDocument/2006/relationships/slide" Target="/ppt/slides/slide112.xml" Id="R3d46dde796f541b3" /><Relationship Type="http://schemas.openxmlformats.org/officeDocument/2006/relationships/notesMaster" Target="/ppt/notesMasters/notesMaster1.xml" Id="Rb463adfd9cf247fa" /></Relationships>
</file>

<file path=ppt/notesSlides/_rels/notesSlide113.xml.rels>&#65279;<?xml version="1.0" encoding="utf-8"?><Relationships xmlns="http://schemas.openxmlformats.org/package/2006/relationships"><Relationship Type="http://schemas.openxmlformats.org/officeDocument/2006/relationships/slide" Target="/ppt/slides/slide113.xml" Id="Raee15975c4dd45ed" /><Relationship Type="http://schemas.openxmlformats.org/officeDocument/2006/relationships/notesMaster" Target="/ppt/notesMasters/notesMaster1.xml" Id="R95e23682a547451f" /></Relationships>
</file>

<file path=ppt/notesSlides/_rels/notesSlide114.xml.rels>&#65279;<?xml version="1.0" encoding="utf-8"?><Relationships xmlns="http://schemas.openxmlformats.org/package/2006/relationships"><Relationship Type="http://schemas.openxmlformats.org/officeDocument/2006/relationships/slide" Target="/ppt/slides/slide114.xml" Id="R87cc504a60e242e7" /><Relationship Type="http://schemas.openxmlformats.org/officeDocument/2006/relationships/notesMaster" Target="/ppt/notesMasters/notesMaster1.xml" Id="R7eff2b75139c418d" /></Relationships>
</file>

<file path=ppt/notesSlides/_rels/notesSlide115.xml.rels>&#65279;<?xml version="1.0" encoding="utf-8"?><Relationships xmlns="http://schemas.openxmlformats.org/package/2006/relationships"><Relationship Type="http://schemas.openxmlformats.org/officeDocument/2006/relationships/slide" Target="/ppt/slides/slide115.xml" Id="R808ee565919846b1" /><Relationship Type="http://schemas.openxmlformats.org/officeDocument/2006/relationships/notesMaster" Target="/ppt/notesMasters/notesMaster1.xml" Id="R1b7ca35fe6c14bc9" /></Relationships>
</file>

<file path=ppt/notesSlides/_rels/notesSlide116.xml.rels>&#65279;<?xml version="1.0" encoding="utf-8"?><Relationships xmlns="http://schemas.openxmlformats.org/package/2006/relationships"><Relationship Type="http://schemas.openxmlformats.org/officeDocument/2006/relationships/slide" Target="/ppt/slides/slide116.xml" Id="R84fb2688041c4c8b" /><Relationship Type="http://schemas.openxmlformats.org/officeDocument/2006/relationships/notesMaster" Target="/ppt/notesMasters/notesMaster1.xml" Id="Rd16289177444428d" /></Relationships>
</file>

<file path=ppt/notesSlides/_rels/notesSlide117.xml.rels>&#65279;<?xml version="1.0" encoding="utf-8"?><Relationships xmlns="http://schemas.openxmlformats.org/package/2006/relationships"><Relationship Type="http://schemas.openxmlformats.org/officeDocument/2006/relationships/slide" Target="/ppt/slides/slide117.xml" Id="R30e26c364af147a4" /><Relationship Type="http://schemas.openxmlformats.org/officeDocument/2006/relationships/notesMaster" Target="/ppt/notesMasters/notesMaster1.xml" Id="R66cdeefb2f1d4a62" /></Relationships>
</file>

<file path=ppt/notesSlides/_rels/notesSlide118.xml.rels>&#65279;<?xml version="1.0" encoding="utf-8"?><Relationships xmlns="http://schemas.openxmlformats.org/package/2006/relationships"><Relationship Type="http://schemas.openxmlformats.org/officeDocument/2006/relationships/slide" Target="/ppt/slides/slide118.xml" Id="Ra9ec1ae400cf4154" /><Relationship Type="http://schemas.openxmlformats.org/officeDocument/2006/relationships/notesMaster" Target="/ppt/notesMasters/notesMaster1.xml" Id="R6f0ce1f080614b49" /></Relationships>
</file>

<file path=ppt/notesSlides/_rels/notesSlide119.xml.rels>&#65279;<?xml version="1.0" encoding="utf-8"?><Relationships xmlns="http://schemas.openxmlformats.org/package/2006/relationships"><Relationship Type="http://schemas.openxmlformats.org/officeDocument/2006/relationships/slide" Target="/ppt/slides/slide119.xml" Id="Rb302a90c4ffd4a0f" /><Relationship Type="http://schemas.openxmlformats.org/officeDocument/2006/relationships/notesMaster" Target="/ppt/notesMasters/notesMaster1.xml" Id="R8e5e21697a9644cc" /></Relationships>
</file>

<file path=ppt/notesSlides/_rels/notesSlide120.xml.rels>&#65279;<?xml version="1.0" encoding="utf-8"?><Relationships xmlns="http://schemas.openxmlformats.org/package/2006/relationships"><Relationship Type="http://schemas.openxmlformats.org/officeDocument/2006/relationships/slide" Target="/ppt/slides/slide120.xml" Id="R5e427aa885294920" /><Relationship Type="http://schemas.openxmlformats.org/officeDocument/2006/relationships/notesMaster" Target="/ppt/notesMasters/notesMaster1.xml" Id="Recfad9bd81334b1c" /></Relationships>
</file>

<file path=ppt/notesSlides/_rels/notesSlide121.xml.rels>&#65279;<?xml version="1.0" encoding="utf-8"?><Relationships xmlns="http://schemas.openxmlformats.org/package/2006/relationships"><Relationship Type="http://schemas.openxmlformats.org/officeDocument/2006/relationships/slide" Target="/ppt/slides/slide121.xml" Id="R09ae33f945f74b33" /><Relationship Type="http://schemas.openxmlformats.org/officeDocument/2006/relationships/notesMaster" Target="/ppt/notesMasters/notesMaster1.xml" Id="R43e98b88c8f74df3" /></Relationships>
</file>

<file path=ppt/notesSlides/_rels/notesSlide122.xml.rels>&#65279;<?xml version="1.0" encoding="utf-8"?><Relationships xmlns="http://schemas.openxmlformats.org/package/2006/relationships"><Relationship Type="http://schemas.openxmlformats.org/officeDocument/2006/relationships/slide" Target="/ppt/slides/slide122.xml" Id="R9a3688be3d7a4613" /><Relationship Type="http://schemas.openxmlformats.org/officeDocument/2006/relationships/notesMaster" Target="/ppt/notesMasters/notesMaster1.xml" Id="Rea61bd98e84b416a" /></Relationships>
</file>

<file path=ppt/notesSlides/_rels/notesSlide123.xml.rels>&#65279;<?xml version="1.0" encoding="utf-8"?><Relationships xmlns="http://schemas.openxmlformats.org/package/2006/relationships"><Relationship Type="http://schemas.openxmlformats.org/officeDocument/2006/relationships/slide" Target="/ppt/slides/slide123.xml" Id="R20526e072be24f83" /><Relationship Type="http://schemas.openxmlformats.org/officeDocument/2006/relationships/notesMaster" Target="/ppt/notesMasters/notesMaster1.xml" Id="R8d706f1e3fb349a3" /></Relationships>
</file>

<file path=ppt/notesSlides/_rels/notesSlide124.xml.rels>&#65279;<?xml version="1.0" encoding="utf-8"?><Relationships xmlns="http://schemas.openxmlformats.org/package/2006/relationships"><Relationship Type="http://schemas.openxmlformats.org/officeDocument/2006/relationships/slide" Target="/ppt/slides/slide124.xml" Id="R726764d925cb490b" /><Relationship Type="http://schemas.openxmlformats.org/officeDocument/2006/relationships/notesMaster" Target="/ppt/notesMasters/notesMaster1.xml" Id="Ra4b8cf79b2574aa2" /></Relationships>
</file>

<file path=ppt/notesSlides/_rels/notesSlide125.xml.rels>&#65279;<?xml version="1.0" encoding="utf-8"?><Relationships xmlns="http://schemas.openxmlformats.org/package/2006/relationships"><Relationship Type="http://schemas.openxmlformats.org/officeDocument/2006/relationships/slide" Target="/ppt/slides/slide125.xml" Id="R69a9e4fba16e4f25" /><Relationship Type="http://schemas.openxmlformats.org/officeDocument/2006/relationships/notesMaster" Target="/ppt/notesMasters/notesMaster1.xml" Id="R9c030fb1681a4889" /></Relationships>
</file>

<file path=ppt/notesSlides/_rels/notesSlide126.xml.rels>&#65279;<?xml version="1.0" encoding="utf-8"?><Relationships xmlns="http://schemas.openxmlformats.org/package/2006/relationships"><Relationship Type="http://schemas.openxmlformats.org/officeDocument/2006/relationships/slide" Target="/ppt/slides/slide126.xml" Id="R75c9b7b83f0f4562" /><Relationship Type="http://schemas.openxmlformats.org/officeDocument/2006/relationships/notesMaster" Target="/ppt/notesMasters/notesMaster1.xml" Id="R7d724a875d2d413c" /></Relationships>
</file>

<file path=ppt/notesSlides/_rels/notesSlide127.xml.rels>&#65279;<?xml version="1.0" encoding="utf-8"?><Relationships xmlns="http://schemas.openxmlformats.org/package/2006/relationships"><Relationship Type="http://schemas.openxmlformats.org/officeDocument/2006/relationships/slide" Target="/ppt/slides/slide127.xml" Id="Rebe5765283024cfb" /><Relationship Type="http://schemas.openxmlformats.org/officeDocument/2006/relationships/notesMaster" Target="/ppt/notesMasters/notesMaster1.xml" Id="R91d8fdaea98c4a65" /></Relationships>
</file>

<file path=ppt/notesSlides/_rels/notesSlide128.xml.rels>&#65279;<?xml version="1.0" encoding="utf-8"?><Relationships xmlns="http://schemas.openxmlformats.org/package/2006/relationships"><Relationship Type="http://schemas.openxmlformats.org/officeDocument/2006/relationships/slide" Target="/ppt/slides/slide128.xml" Id="R9cbb1026e7844a21" /><Relationship Type="http://schemas.openxmlformats.org/officeDocument/2006/relationships/notesMaster" Target="/ppt/notesMasters/notesMaster1.xml" Id="R9d9d5c0703e04084" /></Relationships>
</file>

<file path=ppt/notesSlides/_rels/notesSlide129.xml.rels>&#65279;<?xml version="1.0" encoding="utf-8"?><Relationships xmlns="http://schemas.openxmlformats.org/package/2006/relationships"><Relationship Type="http://schemas.openxmlformats.org/officeDocument/2006/relationships/slide" Target="/ppt/slides/slide129.xml" Id="R16041c0cce3a46dd" /><Relationship Type="http://schemas.openxmlformats.org/officeDocument/2006/relationships/notesMaster" Target="/ppt/notesMasters/notesMaster1.xml" Id="Rf93b3c83c68a49bb" /></Relationships>
</file>

<file path=ppt/notesSlides/_rels/notesSlide130.xml.rels>&#65279;<?xml version="1.0" encoding="utf-8"?><Relationships xmlns="http://schemas.openxmlformats.org/package/2006/relationships"><Relationship Type="http://schemas.openxmlformats.org/officeDocument/2006/relationships/slide" Target="/ppt/slides/slide130.xml" Id="R530328f4f2554d4c" /><Relationship Type="http://schemas.openxmlformats.org/officeDocument/2006/relationships/notesMaster" Target="/ppt/notesMasters/notesMaster1.xml" Id="R6eaeb1cf53994df6" /></Relationships>
</file>

<file path=ppt/notesSlides/_rels/notesSlide131.xml.rels>&#65279;<?xml version="1.0" encoding="utf-8"?><Relationships xmlns="http://schemas.openxmlformats.org/package/2006/relationships"><Relationship Type="http://schemas.openxmlformats.org/officeDocument/2006/relationships/slide" Target="/ppt/slides/slide131.xml" Id="R65924ea13a7841ad" /><Relationship Type="http://schemas.openxmlformats.org/officeDocument/2006/relationships/notesMaster" Target="/ppt/notesMasters/notesMaster1.xml" Id="Rc3375b31a11244a0" /></Relationships>
</file>

<file path=ppt/notesSlides/_rels/notesSlide132.xml.rels>&#65279;<?xml version="1.0" encoding="utf-8"?><Relationships xmlns="http://schemas.openxmlformats.org/package/2006/relationships"><Relationship Type="http://schemas.openxmlformats.org/officeDocument/2006/relationships/slide" Target="/ppt/slides/slide132.xml" Id="Rf441c7d6fdd14818" /><Relationship Type="http://schemas.openxmlformats.org/officeDocument/2006/relationships/notesMaster" Target="/ppt/notesMasters/notesMaster1.xml" Id="Rb0fc141c813a4ad9" /></Relationships>
</file>

<file path=ppt/notesSlides/_rels/notesSlide133.xml.rels>&#65279;<?xml version="1.0" encoding="utf-8"?><Relationships xmlns="http://schemas.openxmlformats.org/package/2006/relationships"><Relationship Type="http://schemas.openxmlformats.org/officeDocument/2006/relationships/slide" Target="/ppt/slides/slide133.xml" Id="R686c4492e7234cbf" /><Relationship Type="http://schemas.openxmlformats.org/officeDocument/2006/relationships/notesMaster" Target="/ppt/notesMasters/notesMaster1.xml" Id="R25cfefb83e704e66" /></Relationships>
</file>

<file path=ppt/notesSlides/_rels/notesSlide134.xml.rels>&#65279;<?xml version="1.0" encoding="utf-8"?><Relationships xmlns="http://schemas.openxmlformats.org/package/2006/relationships"><Relationship Type="http://schemas.openxmlformats.org/officeDocument/2006/relationships/slide" Target="/ppt/slides/slide134.xml" Id="R04cdb9ca927d408f" /><Relationship Type="http://schemas.openxmlformats.org/officeDocument/2006/relationships/notesMaster" Target="/ppt/notesMasters/notesMaster1.xml" Id="R8688354eeb924892" /></Relationships>
</file>

<file path=ppt/notesSlides/_rels/notesSlide135.xml.rels>&#65279;<?xml version="1.0" encoding="utf-8"?><Relationships xmlns="http://schemas.openxmlformats.org/package/2006/relationships"><Relationship Type="http://schemas.openxmlformats.org/officeDocument/2006/relationships/slide" Target="/ppt/slides/slide135.xml" Id="R11fb4b4f51814e53" /><Relationship Type="http://schemas.openxmlformats.org/officeDocument/2006/relationships/notesMaster" Target="/ppt/notesMasters/notesMaster1.xml" Id="R3c7ea61c446c445c" /></Relationships>
</file>

<file path=ppt/notesSlides/_rels/notesSlide136.xml.rels>&#65279;<?xml version="1.0" encoding="utf-8"?><Relationships xmlns="http://schemas.openxmlformats.org/package/2006/relationships"><Relationship Type="http://schemas.openxmlformats.org/officeDocument/2006/relationships/slide" Target="/ppt/slides/slide136.xml" Id="Rb65ed0d8eba34e87" /><Relationship Type="http://schemas.openxmlformats.org/officeDocument/2006/relationships/notesMaster" Target="/ppt/notesMasters/notesMaster1.xml" Id="R8e0fc0eb57974379" /></Relationships>
</file>

<file path=ppt/notesSlides/_rels/notesSlide137.xml.rels>&#65279;<?xml version="1.0" encoding="utf-8"?><Relationships xmlns="http://schemas.openxmlformats.org/package/2006/relationships"><Relationship Type="http://schemas.openxmlformats.org/officeDocument/2006/relationships/slide" Target="/ppt/slides/slide137.xml" Id="R26dc4301cab54f71" /><Relationship Type="http://schemas.openxmlformats.org/officeDocument/2006/relationships/notesMaster" Target="/ppt/notesMasters/notesMaster1.xml" Id="Rf0075ba229114625" /></Relationships>
</file>

<file path=ppt/notesSlides/_rels/notesSlide138.xml.rels>&#65279;<?xml version="1.0" encoding="utf-8"?><Relationships xmlns="http://schemas.openxmlformats.org/package/2006/relationships"><Relationship Type="http://schemas.openxmlformats.org/officeDocument/2006/relationships/slide" Target="/ppt/slides/slide138.xml" Id="R775220009a134a9b" /><Relationship Type="http://schemas.openxmlformats.org/officeDocument/2006/relationships/notesMaster" Target="/ppt/notesMasters/notesMaster1.xml" Id="R1db1870c6f274228" /></Relationships>
</file>

<file path=ppt/notesSlides/_rels/notesSlide139.xml.rels>&#65279;<?xml version="1.0" encoding="utf-8"?><Relationships xmlns="http://schemas.openxmlformats.org/package/2006/relationships"><Relationship Type="http://schemas.openxmlformats.org/officeDocument/2006/relationships/slide" Target="/ppt/slides/slide139.xml" Id="Re62f2835d3674f9d" /><Relationship Type="http://schemas.openxmlformats.org/officeDocument/2006/relationships/notesMaster" Target="/ppt/notesMasters/notesMaster1.xml" Id="R39b2360cef5f43a4" /></Relationships>
</file>

<file path=ppt/notesSlides/_rels/notesSlide140.xml.rels>&#65279;<?xml version="1.0" encoding="utf-8"?><Relationships xmlns="http://schemas.openxmlformats.org/package/2006/relationships"><Relationship Type="http://schemas.openxmlformats.org/officeDocument/2006/relationships/slide" Target="/ppt/slides/slide140.xml" Id="R5347610b6f044091" /><Relationship Type="http://schemas.openxmlformats.org/officeDocument/2006/relationships/notesMaster" Target="/ppt/notesMasters/notesMaster1.xml" Id="Rea8b3884fb34418c" /></Relationships>
</file>

<file path=ppt/notesSlides/_rels/notesSlide141.xml.rels>&#65279;<?xml version="1.0" encoding="utf-8"?><Relationships xmlns="http://schemas.openxmlformats.org/package/2006/relationships"><Relationship Type="http://schemas.openxmlformats.org/officeDocument/2006/relationships/slide" Target="/ppt/slides/slide141.xml" Id="Rdbe6096cf7cc4683" /><Relationship Type="http://schemas.openxmlformats.org/officeDocument/2006/relationships/notesMaster" Target="/ppt/notesMasters/notesMaster1.xml" Id="R5141b5877a4f4e20" /></Relationships>
</file>

<file path=ppt/notesSlides/_rels/notesSlide142.xml.rels>&#65279;<?xml version="1.0" encoding="utf-8"?><Relationships xmlns="http://schemas.openxmlformats.org/package/2006/relationships"><Relationship Type="http://schemas.openxmlformats.org/officeDocument/2006/relationships/slide" Target="/ppt/slides/slide142.xml" Id="Rb55ae937658e4f95" /><Relationship Type="http://schemas.openxmlformats.org/officeDocument/2006/relationships/notesMaster" Target="/ppt/notesMasters/notesMaster1.xml" Id="R65a7d8e0d23646ba" /></Relationships>
</file>

<file path=ppt/notesSlides/_rels/notesSlide143.xml.rels>&#65279;<?xml version="1.0" encoding="utf-8"?><Relationships xmlns="http://schemas.openxmlformats.org/package/2006/relationships"><Relationship Type="http://schemas.openxmlformats.org/officeDocument/2006/relationships/slide" Target="/ppt/slides/slide143.xml" Id="R0ceac116d44d4ff4" /><Relationship Type="http://schemas.openxmlformats.org/officeDocument/2006/relationships/notesMaster" Target="/ppt/notesMasters/notesMaster1.xml" Id="R05bbc68e90824505" /></Relationships>
</file>

<file path=ppt/notesSlides/_rels/notesSlide144.xml.rels>&#65279;<?xml version="1.0" encoding="utf-8"?><Relationships xmlns="http://schemas.openxmlformats.org/package/2006/relationships"><Relationship Type="http://schemas.openxmlformats.org/officeDocument/2006/relationships/slide" Target="/ppt/slides/slide144.xml" Id="R7c433732cfa048cb" /><Relationship Type="http://schemas.openxmlformats.org/officeDocument/2006/relationships/notesMaster" Target="/ppt/notesMasters/notesMaster1.xml" Id="R1e0ee0b3d575443f" /></Relationships>
</file>

<file path=ppt/notesSlides/_rels/notesSlide145.xml.rels>&#65279;<?xml version="1.0" encoding="utf-8"?><Relationships xmlns="http://schemas.openxmlformats.org/package/2006/relationships"><Relationship Type="http://schemas.openxmlformats.org/officeDocument/2006/relationships/slide" Target="/ppt/slides/slide145.xml" Id="R1432d3a477b6461d" /><Relationship Type="http://schemas.openxmlformats.org/officeDocument/2006/relationships/notesMaster" Target="/ppt/notesMasters/notesMaster1.xml" Id="R36d5c7307272499c" /></Relationships>
</file>

<file path=ppt/notesSlides/_rels/notesSlide146.xml.rels>&#65279;<?xml version="1.0" encoding="utf-8"?><Relationships xmlns="http://schemas.openxmlformats.org/package/2006/relationships"><Relationship Type="http://schemas.openxmlformats.org/officeDocument/2006/relationships/slide" Target="/ppt/slides/slide146.xml" Id="R43613559fdd64916" /><Relationship Type="http://schemas.openxmlformats.org/officeDocument/2006/relationships/notesMaster" Target="/ppt/notesMasters/notesMaster1.xml" Id="R69bbc63822de41a4" /></Relationships>
</file>

<file path=ppt/notesSlides/_rels/notesSlide147.xml.rels>&#65279;<?xml version="1.0" encoding="utf-8"?><Relationships xmlns="http://schemas.openxmlformats.org/package/2006/relationships"><Relationship Type="http://schemas.openxmlformats.org/officeDocument/2006/relationships/slide" Target="/ppt/slides/slide147.xml" Id="Rda96985829354c37" /><Relationship Type="http://schemas.openxmlformats.org/officeDocument/2006/relationships/notesMaster" Target="/ppt/notesMasters/notesMaster1.xml" Id="Rf65fd1e5a4b043e7" /></Relationships>
</file>

<file path=ppt/notesSlides/_rels/notesSlide148.xml.rels>&#65279;<?xml version="1.0" encoding="utf-8"?><Relationships xmlns="http://schemas.openxmlformats.org/package/2006/relationships"><Relationship Type="http://schemas.openxmlformats.org/officeDocument/2006/relationships/slide" Target="/ppt/slides/slide148.xml" Id="Rb98e25451c754269" /><Relationship Type="http://schemas.openxmlformats.org/officeDocument/2006/relationships/notesMaster" Target="/ppt/notesMasters/notesMaster1.xml" Id="Rc2400b9e06794d0a" /></Relationships>
</file>

<file path=ppt/notesSlides/_rels/notesSlide149.xml.rels>&#65279;<?xml version="1.0" encoding="utf-8"?><Relationships xmlns="http://schemas.openxmlformats.org/package/2006/relationships"><Relationship Type="http://schemas.openxmlformats.org/officeDocument/2006/relationships/slide" Target="/ppt/slides/slide149.xml" Id="Rd22f3e5a1b024f55" /><Relationship Type="http://schemas.openxmlformats.org/officeDocument/2006/relationships/notesMaster" Target="/ppt/notesMasters/notesMaster1.xml" Id="R50f09e423d004130" /></Relationships>
</file>

<file path=ppt/notesSlides/_rels/notesSlide150.xml.rels>&#65279;<?xml version="1.0" encoding="utf-8"?><Relationships xmlns="http://schemas.openxmlformats.org/package/2006/relationships"><Relationship Type="http://schemas.openxmlformats.org/officeDocument/2006/relationships/slide" Target="/ppt/slides/slide150.xml" Id="R79734a4e2c134dd7" /><Relationship Type="http://schemas.openxmlformats.org/officeDocument/2006/relationships/notesMaster" Target="/ppt/notesMasters/notesMaster1.xml" Id="R1e69492c29d04e64" /></Relationships>
</file>

<file path=ppt/notesSlides/_rels/notesSlide151.xml.rels>&#65279;<?xml version="1.0" encoding="utf-8"?><Relationships xmlns="http://schemas.openxmlformats.org/package/2006/relationships"><Relationship Type="http://schemas.openxmlformats.org/officeDocument/2006/relationships/slide" Target="/ppt/slides/slide151.xml" Id="R150f9a67ef81434c" /><Relationship Type="http://schemas.openxmlformats.org/officeDocument/2006/relationships/notesMaster" Target="/ppt/notesMasters/notesMaster1.xml" Id="Rbcadcbf7b9524104" /></Relationships>
</file>

<file path=ppt/notesSlides/_rels/notesSlide152.xml.rels>&#65279;<?xml version="1.0" encoding="utf-8"?><Relationships xmlns="http://schemas.openxmlformats.org/package/2006/relationships"><Relationship Type="http://schemas.openxmlformats.org/officeDocument/2006/relationships/slide" Target="/ppt/slides/slide152.xml" Id="R6bd20131cd2a41a9" /><Relationship Type="http://schemas.openxmlformats.org/officeDocument/2006/relationships/notesMaster" Target="/ppt/notesMasters/notesMaster1.xml" Id="Redd873046fc64a08" /></Relationships>
</file>

<file path=ppt/notesSlides/_rels/notesSlide153.xml.rels>&#65279;<?xml version="1.0" encoding="utf-8"?><Relationships xmlns="http://schemas.openxmlformats.org/package/2006/relationships"><Relationship Type="http://schemas.openxmlformats.org/officeDocument/2006/relationships/slide" Target="/ppt/slides/slide153.xml" Id="R7c0078faecb447d7" /><Relationship Type="http://schemas.openxmlformats.org/officeDocument/2006/relationships/notesMaster" Target="/ppt/notesMasters/notesMaster1.xml" Id="R1ab7936d9d9a418d" /></Relationships>
</file>

<file path=ppt/notesSlides/_rels/notesSlide154.xml.rels>&#65279;<?xml version="1.0" encoding="utf-8"?><Relationships xmlns="http://schemas.openxmlformats.org/package/2006/relationships"><Relationship Type="http://schemas.openxmlformats.org/officeDocument/2006/relationships/slide" Target="/ppt/slides/slide154.xml" Id="R979666a62a5f481c" /><Relationship Type="http://schemas.openxmlformats.org/officeDocument/2006/relationships/notesMaster" Target="/ppt/notesMasters/notesMaster1.xml" Id="R1f7566a8638242cc" /></Relationships>
</file>

<file path=ppt/notesSlides/_rels/notesSlide155.xml.rels>&#65279;<?xml version="1.0" encoding="utf-8"?><Relationships xmlns="http://schemas.openxmlformats.org/package/2006/relationships"><Relationship Type="http://schemas.openxmlformats.org/officeDocument/2006/relationships/slide" Target="/ppt/slides/slide155.xml" Id="Rfbaba0ec44874648" /><Relationship Type="http://schemas.openxmlformats.org/officeDocument/2006/relationships/notesMaster" Target="/ppt/notesMasters/notesMaster1.xml" Id="Ra54e037e68b941a4" /></Relationships>
</file>

<file path=ppt/notesSlides/_rels/notesSlide156.xml.rels>&#65279;<?xml version="1.0" encoding="utf-8"?><Relationships xmlns="http://schemas.openxmlformats.org/package/2006/relationships"><Relationship Type="http://schemas.openxmlformats.org/officeDocument/2006/relationships/slide" Target="/ppt/slides/slide156.xml" Id="Rb68f58ab9664423b" /><Relationship Type="http://schemas.openxmlformats.org/officeDocument/2006/relationships/notesMaster" Target="/ppt/notesMasters/notesMaster1.xml" Id="R6ba065b693aa48e0" /></Relationships>
</file>

<file path=ppt/notesSlides/_rels/notesSlide157.xml.rels>&#65279;<?xml version="1.0" encoding="utf-8"?><Relationships xmlns="http://schemas.openxmlformats.org/package/2006/relationships"><Relationship Type="http://schemas.openxmlformats.org/officeDocument/2006/relationships/slide" Target="/ppt/slides/slide157.xml" Id="R245316c3caaf44df" /><Relationship Type="http://schemas.openxmlformats.org/officeDocument/2006/relationships/notesMaster" Target="/ppt/notesMasters/notesMaster1.xml" Id="R57e4dbeb8a87431c" /></Relationships>
</file>

<file path=ppt/notesSlides/_rels/notesSlide158.xml.rels>&#65279;<?xml version="1.0" encoding="utf-8"?><Relationships xmlns="http://schemas.openxmlformats.org/package/2006/relationships"><Relationship Type="http://schemas.openxmlformats.org/officeDocument/2006/relationships/slide" Target="/ppt/slides/slide158.xml" Id="R307b05599c2a4676" /><Relationship Type="http://schemas.openxmlformats.org/officeDocument/2006/relationships/notesMaster" Target="/ppt/notesMasters/notesMaster1.xml" Id="R64044208edca4175" /></Relationships>
</file>

<file path=ppt/notesSlides/_rels/notesSlide159.xml.rels>&#65279;<?xml version="1.0" encoding="utf-8"?><Relationships xmlns="http://schemas.openxmlformats.org/package/2006/relationships"><Relationship Type="http://schemas.openxmlformats.org/officeDocument/2006/relationships/slide" Target="/ppt/slides/slide159.xml" Id="R360d7a33281348de" /><Relationship Type="http://schemas.openxmlformats.org/officeDocument/2006/relationships/notesMaster" Target="/ppt/notesMasters/notesMaster1.xml" Id="Re4468a6a99034634" /></Relationships>
</file>

<file path=ppt/notesSlides/_rels/notesSlide160.xml.rels>&#65279;<?xml version="1.0" encoding="utf-8"?><Relationships xmlns="http://schemas.openxmlformats.org/package/2006/relationships"><Relationship Type="http://schemas.openxmlformats.org/officeDocument/2006/relationships/slide" Target="/ppt/slides/slide160.xml" Id="Re484291c5f264333" /><Relationship Type="http://schemas.openxmlformats.org/officeDocument/2006/relationships/notesMaster" Target="/ppt/notesMasters/notesMaster1.xml" Id="R4e988aa5b04e46dc" /></Relationships>
</file>

<file path=ppt/notesSlides/_rels/notesSlide161.xml.rels>&#65279;<?xml version="1.0" encoding="utf-8"?><Relationships xmlns="http://schemas.openxmlformats.org/package/2006/relationships"><Relationship Type="http://schemas.openxmlformats.org/officeDocument/2006/relationships/slide" Target="/ppt/slides/slide161.xml" Id="Rbad5fef5dd464824" /><Relationship Type="http://schemas.openxmlformats.org/officeDocument/2006/relationships/notesMaster" Target="/ppt/notesMasters/notesMaster1.xml" Id="Ra3a71aa3ff7c4f90" /></Relationships>
</file>

<file path=ppt/notesSlides/_rels/notesSlide162.xml.rels>&#65279;<?xml version="1.0" encoding="utf-8"?><Relationships xmlns="http://schemas.openxmlformats.org/package/2006/relationships"><Relationship Type="http://schemas.openxmlformats.org/officeDocument/2006/relationships/slide" Target="/ppt/slides/slide162.xml" Id="R5760c72c4aa74a69" /><Relationship Type="http://schemas.openxmlformats.org/officeDocument/2006/relationships/notesMaster" Target="/ppt/notesMasters/notesMaster1.xml" Id="R0a0da7cecfcc4e0d" /></Relationships>
</file>

<file path=ppt/notesSlides/_rels/notesSlide163.xml.rels>&#65279;<?xml version="1.0" encoding="utf-8"?><Relationships xmlns="http://schemas.openxmlformats.org/package/2006/relationships"><Relationship Type="http://schemas.openxmlformats.org/officeDocument/2006/relationships/slide" Target="/ppt/slides/slide163.xml" Id="Ree2c994f3c434bb8" /><Relationship Type="http://schemas.openxmlformats.org/officeDocument/2006/relationships/notesMaster" Target="/ppt/notesMasters/notesMaster1.xml" Id="Rc41f556e6b6b4c14" /></Relationships>
</file>

<file path=ppt/notesSlides/_rels/notesSlide164.xml.rels>&#65279;<?xml version="1.0" encoding="utf-8"?><Relationships xmlns="http://schemas.openxmlformats.org/package/2006/relationships"><Relationship Type="http://schemas.openxmlformats.org/officeDocument/2006/relationships/slide" Target="/ppt/slides/slide164.xml" Id="R4454df0082464218" /><Relationship Type="http://schemas.openxmlformats.org/officeDocument/2006/relationships/notesMaster" Target="/ppt/notesMasters/notesMaster1.xml" Id="R94d36423b72744fb" /></Relationships>
</file>

<file path=ppt/notesSlides/_rels/notesSlide165.xml.rels>&#65279;<?xml version="1.0" encoding="utf-8"?><Relationships xmlns="http://schemas.openxmlformats.org/package/2006/relationships"><Relationship Type="http://schemas.openxmlformats.org/officeDocument/2006/relationships/slide" Target="/ppt/slides/slide165.xml" Id="R1984f2f7fa524d42" /><Relationship Type="http://schemas.openxmlformats.org/officeDocument/2006/relationships/notesMaster" Target="/ppt/notesMasters/notesMaster1.xml" Id="R0f97e439c3714e40" /></Relationships>
</file>

<file path=ppt/notesSlides/_rels/notesSlide166.xml.rels>&#65279;<?xml version="1.0" encoding="utf-8"?><Relationships xmlns="http://schemas.openxmlformats.org/package/2006/relationships"><Relationship Type="http://schemas.openxmlformats.org/officeDocument/2006/relationships/slide" Target="/ppt/slides/slide166.xml" Id="R97d216c4be31402d" /><Relationship Type="http://schemas.openxmlformats.org/officeDocument/2006/relationships/notesMaster" Target="/ppt/notesMasters/notesMaster1.xml" Id="Rc577281cab654293" /></Relationships>
</file>

<file path=ppt/notesSlides/_rels/notesSlide167.xml.rels>&#65279;<?xml version="1.0" encoding="utf-8"?><Relationships xmlns="http://schemas.openxmlformats.org/package/2006/relationships"><Relationship Type="http://schemas.openxmlformats.org/officeDocument/2006/relationships/slide" Target="/ppt/slides/slide167.xml" Id="Rb05ade1fb0b84952" /><Relationship Type="http://schemas.openxmlformats.org/officeDocument/2006/relationships/notesMaster" Target="/ppt/notesMasters/notesMaster1.xml" Id="R72d11e15c980452b" /></Relationships>
</file>

<file path=ppt/notesSlides/_rels/notesSlide168.xml.rels>&#65279;<?xml version="1.0" encoding="utf-8"?><Relationships xmlns="http://schemas.openxmlformats.org/package/2006/relationships"><Relationship Type="http://schemas.openxmlformats.org/officeDocument/2006/relationships/slide" Target="/ppt/slides/slide168.xml" Id="R8bd0b6ff1c3943d9" /><Relationship Type="http://schemas.openxmlformats.org/officeDocument/2006/relationships/notesMaster" Target="/ppt/notesMasters/notesMaster1.xml" Id="R433a6c2f7f704845" /></Relationships>
</file>

<file path=ppt/notesSlides/_rels/notesSlide169.xml.rels>&#65279;<?xml version="1.0" encoding="utf-8"?><Relationships xmlns="http://schemas.openxmlformats.org/package/2006/relationships"><Relationship Type="http://schemas.openxmlformats.org/officeDocument/2006/relationships/slide" Target="/ppt/slides/slide169.xml" Id="Rec89cf1c9544441b" /><Relationship Type="http://schemas.openxmlformats.org/officeDocument/2006/relationships/notesMaster" Target="/ppt/notesMasters/notesMaster1.xml" Id="R57c0612daf244b5a" /></Relationships>
</file>

<file path=ppt/notesSlides/_rels/notesSlide170.xml.rels>&#65279;<?xml version="1.0" encoding="utf-8"?><Relationships xmlns="http://schemas.openxmlformats.org/package/2006/relationships"><Relationship Type="http://schemas.openxmlformats.org/officeDocument/2006/relationships/slide" Target="/ppt/slides/slide170.xml" Id="R5c67ea241e35468e" /><Relationship Type="http://schemas.openxmlformats.org/officeDocument/2006/relationships/notesMaster" Target="/ppt/notesMasters/notesMaster1.xml" Id="R9fcf77f47a124c6e" /></Relationships>
</file>

<file path=ppt/notesSlides/_rels/notesSlide171.xml.rels>&#65279;<?xml version="1.0" encoding="utf-8"?><Relationships xmlns="http://schemas.openxmlformats.org/package/2006/relationships"><Relationship Type="http://schemas.openxmlformats.org/officeDocument/2006/relationships/slide" Target="/ppt/slides/slide171.xml" Id="Rbf2e05eb1ba1485e" /><Relationship Type="http://schemas.openxmlformats.org/officeDocument/2006/relationships/notesMaster" Target="/ppt/notesMasters/notesMaster1.xml" Id="Rc4d33be64bd54126" /></Relationships>
</file>

<file path=ppt/notesSlides/_rels/notesSlide172.xml.rels>&#65279;<?xml version="1.0" encoding="utf-8"?><Relationships xmlns="http://schemas.openxmlformats.org/package/2006/relationships"><Relationship Type="http://schemas.openxmlformats.org/officeDocument/2006/relationships/slide" Target="/ppt/slides/slide172.xml" Id="Rc913217997d34e32" /><Relationship Type="http://schemas.openxmlformats.org/officeDocument/2006/relationships/notesMaster" Target="/ppt/notesMasters/notesMaster1.xml" Id="R4923b7058aef4071" /></Relationships>
</file>

<file path=ppt/notesSlides/_rels/notesSlide173.xml.rels>&#65279;<?xml version="1.0" encoding="utf-8"?><Relationships xmlns="http://schemas.openxmlformats.org/package/2006/relationships"><Relationship Type="http://schemas.openxmlformats.org/officeDocument/2006/relationships/slide" Target="/ppt/slides/slide173.xml" Id="Rd28a079174e444e7" /><Relationship Type="http://schemas.openxmlformats.org/officeDocument/2006/relationships/notesMaster" Target="/ppt/notesMasters/notesMaster1.xml" Id="Rcb8cde607959444e" /></Relationships>
</file>

<file path=ppt/notesSlides/_rels/notesSlide174.xml.rels>&#65279;<?xml version="1.0" encoding="utf-8"?><Relationships xmlns="http://schemas.openxmlformats.org/package/2006/relationships"><Relationship Type="http://schemas.openxmlformats.org/officeDocument/2006/relationships/slide" Target="/ppt/slides/slide174.xml" Id="Rbec52fefa7344d41" /><Relationship Type="http://schemas.openxmlformats.org/officeDocument/2006/relationships/notesMaster" Target="/ppt/notesMasters/notesMaster1.xml" Id="Rb434a67fe4324a5a" /></Relationships>
</file>

<file path=ppt/notesSlides/_rels/notesSlide175.xml.rels>&#65279;<?xml version="1.0" encoding="utf-8"?><Relationships xmlns="http://schemas.openxmlformats.org/package/2006/relationships"><Relationship Type="http://schemas.openxmlformats.org/officeDocument/2006/relationships/slide" Target="/ppt/slides/slide175.xml" Id="R66eaffe6951a403c" /><Relationship Type="http://schemas.openxmlformats.org/officeDocument/2006/relationships/notesMaster" Target="/ppt/notesMasters/notesMaster1.xml" Id="Re37a5b4e1e124500" /></Relationships>
</file>

<file path=ppt/notesSlides/_rels/notesSlide176.xml.rels>&#65279;<?xml version="1.0" encoding="utf-8"?><Relationships xmlns="http://schemas.openxmlformats.org/package/2006/relationships"><Relationship Type="http://schemas.openxmlformats.org/officeDocument/2006/relationships/slide" Target="/ppt/slides/slide176.xml" Id="Rc64dd7c32c654fde" /><Relationship Type="http://schemas.openxmlformats.org/officeDocument/2006/relationships/notesMaster" Target="/ppt/notesMasters/notesMaster1.xml" Id="Rd5fffe20a346487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오늘은 회의 요약을 듣는 날이 아니라, 세 입력이 하나의 검토 가능한 서비스로 이어지는 구조를 직접 만듭니다.</a:t>
            </a:r>
          </a:p>
          <a:p xmlns:a="http://schemas.openxmlformats.org/drawingml/2006/main">
            <a:r>
              <a:t>- 수강생 활동: 오늘 최종 결과물 4종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local:materials/day2/2026_Day2_강사용_상세교안.md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먼저 완성 화면을 봅니다. 오늘의 모든 이론과 코드는 이 입력·출력 사이의 빈칸을 채우기 위한 것입니다.</a:t>
            </a:r>
          </a:p>
          <a:p xmlns:a="http://schemas.openxmlformats.org/drawingml/2006/main">
            <a:r>
              <a:t>- 수강생 활동: 자신이 가진 회의 자료가 세 입력 중 어디에 해당하는지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local:assets/demo-videos/day2_service_teaser.gif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Agent라는 이름보다 중요한 것은 입력, 고정 처리, 모델 판단, 사람 확인의 위치입니다.</a:t>
            </a:r>
          </a:p>
          <a:p xmlns:a="http://schemas.openxmlformats.org/drawingml/2006/main">
            <a:r>
              <a:t>- 수강생 활동: 네 영역 중 사람이 반드시 남아야 할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local:assets/screenshots/day2-agent-architecture.png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각 차시는 하나의 결과 파일을 만들고, 다음 차시는 그 결과를 입력으로 사용합니다.</a:t>
            </a:r>
          </a:p>
          <a:p xmlns:a="http://schemas.openxmlformats.org/drawingml/2006/main">
            <a:r>
              <a:t>- 수강생 활동: 현재 시간대와 자신의 최종 결과 파일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local:materials/day2/2026_Day2_강사용_상세교안.md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각 차시는 하나의 결과 파일을 만들고, 다음 차시는 그 결과를 입력으로 사용합니다.</a:t>
            </a:r>
          </a:p>
          <a:p xmlns:a="http://schemas.openxmlformats.org/drawingml/2006/main">
            <a:r>
              <a:t>- 수강생 활동: 현재 시간대와 자신의 최종 결과 파일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local:materials/day2/2026_Day2_강사용_상세교안.md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필수 Lane은 외부 API 없이 1~8차시를 모두 완주하는 경로입니다.</a:t>
            </a:r>
          </a:p>
          <a:p xmlns:a="http://schemas.openxmlformats.org/drawingml/2006/main">
            <a:r>
              <a:t>- 수강생 활동: 자신의 설치 상태를 필수·선택으로 구분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Ollama, Codex, Claude, OpenAI API는 확장 실습입니다. 준비되지 않아도 Fixture Lane은 계속됩니다.</a:t>
            </a:r>
          </a:p>
          <a:p xmlns:a="http://schemas.openxmlformats.org/drawingml/2006/main">
            <a:r>
              <a:t>- 수강생 활동: 자신의 설치 상태를 필수·선택으로 구분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표의 각 행은 준비 파일, 직접 실행, Codex 작업, 완료 확인의 순서입니다. PPT만 다시 볼 때도 이 순서로 진행합니다.</a:t>
            </a:r>
          </a:p>
          <a:p xmlns:a="http://schemas.openxmlformats.org/drawingml/2006/main">
            <a:r>
              <a:t>- 수강생 활동: 자신이 사용할 차시별 파일 경로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표의 각 행은 준비 파일, 직접 실행, Codex 작업, 완료 확인의 순서입니다. PPT만 다시 볼 때도 이 순서로 진행합니다.</a:t>
            </a:r>
          </a:p>
          <a:p xmlns:a="http://schemas.openxmlformats.org/drawingml/2006/main">
            <a:r>
              <a:t>- 수강생 활동: 자신이 사용할 차시별 파일 경로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표의 각 행은 준비 파일, 직접 실행, Codex 작업, 완료 확인의 순서입니다. PPT만 다시 볼 때도 이 순서로 진행합니다.</a:t>
            </a:r>
          </a:p>
          <a:p xmlns:a="http://schemas.openxmlformats.org/drawingml/2006/main">
            <a:r>
              <a:t>- 수강생 활동: 자신이 사용할 차시별 파일 경로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표의 각 행은 준비 파일, 직접 실행, Codex 작업, 완료 확인의 순서입니다. PPT만 다시 볼 때도 이 순서로 진행합니다.</a:t>
            </a:r>
          </a:p>
          <a:p xmlns:a="http://schemas.openxmlformats.org/drawingml/2006/main">
            <a:r>
              <a:t>- 수강생 활동: 자신이 사용할 차시별 파일 경로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한 번의 생성, 고정 절차, 상황별 판단을 구분하는 제품 구조을 다룹니다. 마지막에는 01_architecture.json을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한 번의 생성, 고정 절차, 상황별 판단을 구분하는 제품 구조입니다. 이 기준이 없으면 모든 단계를 상위 모델에게 맡겨 같은 입력에도 비용과 결과가 달라진다.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01_architecture.json까지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- local:materials/day2/day2_service_lab.ipynb · 1차시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- local:python -m pytest -q tests/test_day2_meeting_workflow.py -k rule_router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같은 회의 요청이라도 한 번의 생성, 고정 절차, 도구 선택, 외부 반영은 서로 다른 실행 방식입니다.</a:t>
            </a:r>
          </a:p>
          <a:p xmlns:a="http://schemas.openxmlformats.org/drawingml/2006/main">
            <a:r>
              <a:t>- 수강생 활동: 세 요청의 선택 방식과 승인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01_architecture.json에서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local:output/course-labs/day2-v2/01_architecture.json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1차시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Notebook 1차시 Cell 실행 → fixed_meeting_record·context_retrieval·one_off 비교 → 01_architecture.json 저장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- local:materials/day2/day2_service_lab.ipynb · 1차시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- local:python -m pytest -q tests/test_day2_meeting_workflow.py -k rule_router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자동 이메일 요청을 Blocked case로 추가 → external_write=false 확인 → Focused Test 재실행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- local:materials/day2/day2_service_lab.ipynb · 1차시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- local:python -m pytest -q tests/test_day2_meeting_workflow.py -k rule_router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1차시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이미 존재하는 전사는 그대로 사용하고, 녹음 파일에만 STT를 적용하는 입력 구조을 다룹니다. 마지막에는 02_inputs.json을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이미 존재하는 전사는 그대로 사용하고, 녹음 파일에만 STT를 적용하는 입력 구조입니다. 이 기준이 없으면 공개 MP3를 선택하고 실제로는 합성 fixture 전사를 결과처럼 보여준다.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02_inputs.json까지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local:data/day2_public_audio/sources.json</a:t>
            </a:r>
          </a:p>
          <a:p xmlns:a="http://schemas.openxmlformats.org/drawingml/2006/main">
            <a:r>
              <a:t>- local:meeting_ko_ccby_excerpt_10m.mp3 · Sample TXT</a:t>
            </a:r>
          </a:p>
          <a:p xmlns:a="http://schemas.openxmlformats.org/drawingml/2006/main">
            <a:r>
              <a:t>- local:scripts/day2_public_audio.py · Notebook 2차시</a:t>
            </a:r>
          </a:p>
          <a:p xmlns:a="http://schemas.openxmlformats.org/drawingml/2006/main">
            <a:r>
              <a:t>- local:python -m pytest -q tests/test_day2_meeting_workflow.py -k source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먼저 강사가 공개 MP3</a:t>
            </a:r>
          </a:p>
          <a:p xmlns:a="http://schemas.openxmlformats.org/drawingml/2006/main">
            <a:r>
              <a:t>파일 경로·라이선스, 세 Input Adapter</a:t>
            </a:r>
          </a:p>
          <a:p xmlns:a="http://schemas.openxmlformats.org/drawingml/2006/main">
            <a:r>
              <a:t>공통 TranscriptEnvelope, 출처·Segment ID</a:t>
            </a:r>
          </a:p>
          <a:p xmlns:a="http://schemas.openxmlformats.org/drawingml/2006/main">
            <a:r>
              <a:t>STT Metadata 순서로 보여드립니다. 이후 같은 경로를 직접 실행합니다.</a:t>
            </a:r>
          </a:p>
          <a:p xmlns:a="http://schemas.openxmlformats.org/drawingml/2006/main">
            <a:r>
              <a:t>- 수강생 활동: 입력·명령·출력 위치만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local:assets/screenshots/public-korean-meeting-source.png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02_inputs.json에서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local:output/course-labs/day2-v2/02_inputs.json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2차시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python scripts/day2_public_audio.py resolve 실행 → 선택된 입력 경로와 SHA-256 확인 → 라이선스·출처 표기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local:data/day2_public_audio/sources.json</a:t>
            </a:r>
          </a:p>
          <a:p xmlns:a="http://schemas.openxmlformats.org/drawingml/2006/main">
            <a:r>
              <a:t>- local:meeting_ko_ccby_excerpt_10m.mp3 · Sample TXT</a:t>
            </a:r>
          </a:p>
          <a:p xmlns:a="http://schemas.openxmlformats.org/drawingml/2006/main">
            <a:r>
              <a:t>- local:scripts/day2_public_audio.py · Notebook 2차시</a:t>
            </a:r>
          </a:p>
          <a:p xmlns:a="http://schemas.openxmlformats.org/drawingml/2006/main">
            <a:r>
              <a:t>- local:python -m pytest -q tests/test_day2_meeting_workflow.py -k source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Notebook 2차시 Cell 실행 → 세 입력의 source_mode 비교 → 입력 혼합 차단 Error Code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local:data/day2_public_audio/sources.json</a:t>
            </a:r>
          </a:p>
          <a:p xmlns:a="http://schemas.openxmlformats.org/drawingml/2006/main">
            <a:r>
              <a:t>- local:meeting_ko_ccby_excerpt_10m.mp3 · Sample TXT</a:t>
            </a:r>
          </a:p>
          <a:p xmlns:a="http://schemas.openxmlformats.org/drawingml/2006/main">
            <a:r>
              <a:t>- local:scripts/day2_public_audio.py · Notebook 2차시</a:t>
            </a:r>
          </a:p>
          <a:p xmlns:a="http://schemas.openxmlformats.org/drawingml/2006/main">
            <a:r>
              <a:t>- local:python -m pytest -q tests/test_day2_meeting_workflow.py -k source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2차시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산업 용어와 이전 결정을 제공하되, 외부 도구는 필요한 범위만 읽는 정책을 다룹니다. 마지막에는 03_domain_context.json을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산업 용어와 이전 결정을 제공하되, 외부 도구는 필요한 범위만 읽는 정책입니다. 이 기준이 없으면 회의명이 비슷하다는 이유로 전체 workspace와 장기 대화를 무제한으로 읽는다.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03_domain_context.json까지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- local:materials/day2/day2_service_lab.ipynb · 3차시</a:t>
            </a:r>
          </a:p>
          <a:p xmlns:a="http://schemas.openxmlformats.org/drawingml/2006/main">
            <a:r>
              <a:t>- local:build_mcp_retrieval_plan()</a:t>
            </a:r>
          </a:p>
          <a:p xmlns:a="http://schemas.openxmlformats.org/drawingml/2006/main">
            <a:r>
              <a:t>- local:output/course-labs/day2-v2/03_domain_context.json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MCP 실습은 사이트 구경이 아니라 Connector, 기간, Scope, 최대 개수를 가진 읽기 계획을 코드로 만드는 과정입니다.</a:t>
            </a:r>
          </a:p>
          <a:p xmlns:a="http://schemas.openxmlformats.org/drawingml/2006/main">
            <a:r>
              <a:t>- 수강생 활동: 세 Connector가 실행되지 않고 계획으로만 남는지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03_domain_context.json에서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local:output/course-labs/day2-v2/03_domain_context.json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3차시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자신의 산업·업무 목적 한 문단 작성 → 용어 3개와 이전 결정 2개 입력 → 발화 근거와 사전 맥락의 표시 차이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- local:materials/day2/day2_service_lab.ipynb · 3차시</a:t>
            </a:r>
          </a:p>
          <a:p xmlns:a="http://schemas.openxmlformats.org/drawingml/2006/main">
            <a:r>
              <a:t>- local:build_mcp_retrieval_plan()</a:t>
            </a:r>
          </a:p>
          <a:p xmlns:a="http://schemas.openxmlformats.org/drawingml/2006/main">
            <a:r>
              <a:t>- local:output/course-labs/day2-v2/03_domain_context.json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허용 Connector와 14일 범위 설정 → 허용 Project·Channel 지정 → Read Plan만 생성되고 실행되지 않음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- local:materials/day2/day2_service_lab.ipynb · 3차시</a:t>
            </a:r>
          </a:p>
          <a:p xmlns:a="http://schemas.openxmlformats.org/drawingml/2006/main">
            <a:r>
              <a:t>- local:build_mcp_retrieval_plan()</a:t>
            </a:r>
          </a:p>
          <a:p xmlns:a="http://schemas.openxmlformats.org/drawingml/2006/main">
            <a:r>
              <a:t>- local:output/course-labs/day2-v2/03_domain_context.json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3차시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요약·관점·할 일·인사이트를 원문 구간과 연결하는 재사용 가능한 결과 형식을 다룹니다. 마지막에는 04_meeting_record_contract.json을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요약·관점·할 일·인사이트를 원문 구간과 연결하는 재사용 가능한 결과 형식입니다. 이 기준이 없으면 원문에 없는 owner·due date·개인의 생각을 그럴듯하게 보완한다.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04_meeting_record_contract.json까지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local:MeetingRecord · TodoItem · HorizonInsights</a:t>
            </a:r>
          </a:p>
          <a:p xmlns:a="http://schemas.openxmlformats.org/drawingml/2006/main">
            <a:r>
              <a:t>- local:materials/day2/day2_service_lab.ipynb · 4차시</a:t>
            </a:r>
          </a:p>
          <a:p xmlns:a="http://schemas.openxmlformats.org/drawingml/2006/main">
            <a:r>
              <a:t>- local:validate_record_evidence()</a:t>
            </a:r>
          </a:p>
          <a:p xmlns:a="http://schemas.openxmlformats.org/drawingml/2006/main">
            <a:r>
              <a:t>- local:04_meeting_record_contract.json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통과하는 MeetingRecord, 오른쪽은 존재하지 않는 근거 ID를 넣었을 때의 실제 Error Code입니다.</a:t>
            </a:r>
          </a:p>
          <a:p xmlns:a="http://schemas.openxmlformats.org/drawingml/2006/main">
            <a:r>
              <a:t>- 수강생 활동: s003·s006과 오류용 s999의 차이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04_meeting_record_contract.json에서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local:output/course-labs/day2-v2/04_meeting_record_contract.json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4차시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Notebook 4차시 Cell 실행 → 필수 Field와 nullable Field 구분 → 실제 MeetingRecord Sample 저장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local:MeetingRecord · TodoItem · HorizonInsights</a:t>
            </a:r>
          </a:p>
          <a:p xmlns:a="http://schemas.openxmlformats.org/drawingml/2006/main">
            <a:r>
              <a:t>- local:materials/day2/day2_service_lab.ipynb · 4차시</a:t>
            </a:r>
          </a:p>
          <a:p xmlns:a="http://schemas.openxmlformats.org/drawingml/2006/main">
            <a:r>
              <a:t>- local:validate_record_evidence()</a:t>
            </a:r>
          </a:p>
          <a:p xmlns:a="http://schemas.openxmlformats.org/drawingml/2006/main">
            <a:r>
              <a:t>- local:04_meeting_record_contract.json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존재하지 않는 evidence id 입력 → UNKNOWN_EVIDENCE Error 확인 → 담당자·기한 null 정책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local:MeetingRecord · TodoItem · HorizonInsights</a:t>
            </a:r>
          </a:p>
          <a:p xmlns:a="http://schemas.openxmlformats.org/drawingml/2006/main">
            <a:r>
              <a:t>- local:materials/day2/day2_service_lab.ipynb · 4차시</a:t>
            </a:r>
          </a:p>
          <a:p xmlns:a="http://schemas.openxmlformats.org/drawingml/2006/main">
            <a:r>
              <a:t>- local:validate_record_evidence()</a:t>
            </a:r>
          </a:p>
          <a:p xmlns:a="http://schemas.openxmlformats.org/drawingml/2006/main">
            <a:r>
              <a:t>- local:04_meeting_record_contract.json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4차시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상위 모델에게 목표·허용 파일·Test·금지 행동을 함께 전달하는 개발 Workflow을 다룹니다. 마지막에는 05_workflow_runs.json을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상위 모델에게 목표·허용 파일·Test·금지 행동을 함께 전달하는 개발 Workflow입니다. 이 기준이 없으면 '알아서 Agent를 만들어줘'라고만 요청해 권한·비용·실패 경계가 사라진다.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05_workflow_runs.json까지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- local:tests/test_day2_meeting_workflow.py</a:t>
            </a:r>
          </a:p>
          <a:p xmlns:a="http://schemas.openxmlformats.org/drawingml/2006/main">
            <a:r>
              <a:t>- local:git diff -- src/course_services/day2_meeting_workflow.py tests/test_day2_meeting_workflow.py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사람이 준 Goal과 Expected Error, 오른쪽은 Codex가 확인한 Diff, Test, Error Code이며 마지막 판단은 사람에게 남습니다.</a:t>
            </a:r>
          </a:p>
          <a:p xmlns:a="http://schemas.openxmlformats.org/drawingml/2006/main">
            <a:r>
              <a:t>- 수강생 활동: Goal·Test·Expected Error·Human Merge Decision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local:assets/screenshots/codex-conversation-day2-local.png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05_workflow_runs.json에서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local:output/course-labs/day2-v2/05_workflow_runs.json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5차시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목표·허용 파일·완료 기준 작성 → 금지 행동과 Expected Error 지정 → Codex에 계획과 영향 파일 요청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- local:tests/test_day2_meeting_workflow.py</a:t>
            </a:r>
          </a:p>
          <a:p xmlns:a="http://schemas.openxmlformats.org/drawingml/2006/main">
            <a:r>
              <a:t>- local:git diff -- src/course_services/day2_meeting_workflow.py tests/test_day2_meeting_workflow.py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Patch 생성 후 Focused Test 실행 → git diff로 의도 밖 변경 확인 → Claude 또는 새 Session의 독립 Review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- local:tests/test_day2_meeting_workflow.py</a:t>
            </a:r>
          </a:p>
          <a:p xmlns:a="http://schemas.openxmlformats.org/drawingml/2006/main">
            <a:r>
              <a:t>- local:git diff -- src/course_services/day2_meeting_workflow.py tests/test_day2_meeting_workflow.py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5차시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같은 결과 형식 뒤에서 로컬 모델·구독형 CLI·종량제 API를 안전하게 교체하는 구조을 다룹니다. 마지막에는 06_provider_diagnostics.json을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같은 결과 형식 뒤에서 로컬 모델·구독형 CLI·종량제 API를 안전하게 교체하는 구조입니다. 이 기준이 없으면 API key를 Notebook에 적거나 모델 미지원 오류를 fixture 성공으로 숨긴다.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06_provider_diagnostics.json까지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local:.env.example · OPENAI_MODEL</a:t>
            </a:r>
          </a:p>
          <a:p xmlns:a="http://schemas.openxmlformats.org/drawingml/2006/main">
            <a:r>
              <a:t>- local:run_optional_openai_record()</a:t>
            </a:r>
          </a:p>
          <a:p xmlns:a="http://schemas.openxmlformats.org/drawingml/2006/main">
            <a:r>
              <a:t>- local:Ollama qwen3:4b</a:t>
            </a:r>
          </a:p>
          <a:p xmlns:a="http://schemas.openxmlformats.org/drawingml/2006/main">
            <a:r>
              <a:t>- local:06_provider_diagnostics.json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Provider 이름보다 현재 설치·Opt-in·Fallback 상태를 먼저 확인합니다. 표는 강사 PC의 Preflight 결과입니다.</a:t>
            </a:r>
          </a:p>
          <a:p xmlns:a="http://schemas.openxmlformats.org/drawingml/2006/main">
            <a:r>
              <a:t>- 수강생 활동: 자신의 Fixture·Local·Live 경로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06_provider_diagnostics.json에서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local:output/course-labs/day2-v2/06_provider_diagnostics.json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6차시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ollama list로 qwen3:4b 확인 → Provider를 ollama로 선택 → MeetingRecord Schema 검증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local:.env.example · OPENAI_MODEL</a:t>
            </a:r>
          </a:p>
          <a:p xmlns:a="http://schemas.openxmlformats.org/drawingml/2006/main">
            <a:r>
              <a:t>- local:run_optional_openai_record()</a:t>
            </a:r>
          </a:p>
          <a:p xmlns:a="http://schemas.openxmlformats.org/drawingml/2006/main">
            <a:r>
              <a:t>- local:Ollama qwen3:4b</a:t>
            </a:r>
          </a:p>
          <a:p xmlns:a="http://schemas.openxmlformats.org/drawingml/2006/main">
            <a:r>
              <a:t>- local:06_provider_diagnostics.json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기본 Opt-in false 결과 확인 → 선택적으로 Live 진단 1회 → Model 미지원·Timeout Error Code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local:.env.example · OPENAI_MODEL</a:t>
            </a:r>
          </a:p>
          <a:p xmlns:a="http://schemas.openxmlformats.org/drawingml/2006/main">
            <a:r>
              <a:t>- local:run_optional_openai_record()</a:t>
            </a:r>
          </a:p>
          <a:p xmlns:a="http://schemas.openxmlformats.org/drawingml/2006/main">
            <a:r>
              <a:t>- local:Ollama qwen3:4b</a:t>
            </a:r>
          </a:p>
          <a:p xmlns:a="http://schemas.openxmlformats.org/drawingml/2006/main">
            <a:r>
              <a:t>- local:06_provider_diagnostics.json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6차시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검토 전 멈추고, 사람의 승인·수정·거절에 따라 다음 Node가 달라지는 실제 State Machine을 다룹니다. 마지막에는 07_human_review.json을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검토 전 멈추고, 사람의 승인·수정·거절에 따라 다음 Node가 달라지는 실제 State Machine입니다. 이 기준이 없으면 READY를 사람 승인으로 오해해 Notion·Confluence·이메일에 바로 쓴다.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07_human_review.json까지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local:build_interruptible_meeting_graph()</a:t>
            </a:r>
          </a:p>
          <a:p xmlns:a="http://schemas.openxmlformats.org/drawingml/2006/main">
            <a:r>
              <a:t>- local:WorkflowState</a:t>
            </a:r>
          </a:p>
          <a:p xmlns:a="http://schemas.openxmlformats.org/drawingml/2006/main">
            <a:r>
              <a:t>- local:day2_service_lab.ipynb · 7차시</a:t>
            </a:r>
          </a:p>
          <a:p xmlns:a="http://schemas.openxmlformats.org/drawingml/2006/main">
            <a:r>
              <a:t>- local:07_human_review.json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왼쪽의 Approve·Edit·Reject와 오른쪽의 Interrupt Payload를 한 화면에서 연결해 확인합니다.</a:t>
            </a:r>
          </a:p>
          <a:p xmlns:a="http://schemas.openxmlformats.org/drawingml/2006/main">
            <a:r>
              <a:t>- 수강생 활동: Decision Button과 evidence_ids·options Field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local:assets/screenshots/langgraph-interrupt-demo-local.png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07_human_review.json에서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local:output/course-labs/day2-v2/07_human_review.json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7차시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Notebook 7차시 Interrupt Cell 실행 → Thread ID와 중단 Payload 확인 → Reviewer에게 필요한 Field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local:build_interruptible_meeting_graph()</a:t>
            </a:r>
          </a:p>
          <a:p xmlns:a="http://schemas.openxmlformats.org/drawingml/2006/main">
            <a:r>
              <a:t>- local:WorkflowState</a:t>
            </a:r>
          </a:p>
          <a:p xmlns:a="http://schemas.openxmlformats.org/drawingml/2006/main">
            <a:r>
              <a:t>- local:day2_service_lab.ipynb · 7차시</a:t>
            </a:r>
          </a:p>
          <a:p xmlns:a="http://schemas.openxmlformats.org/drawingml/2006/main">
            <a:r>
              <a:t>- local:07_human_review.json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Approve·Edit·Reject로 각각 Resume → Conditional Edge와 최종 상태 비교 → 외부 저장·발송 없음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local:build_interruptible_meeting_graph()</a:t>
            </a:r>
          </a:p>
          <a:p xmlns:a="http://schemas.openxmlformats.org/drawingml/2006/main">
            <a:r>
              <a:t>- local:WorkflowState</a:t>
            </a:r>
          </a:p>
          <a:p xmlns:a="http://schemas.openxmlformats.org/drawingml/2006/main">
            <a:r>
              <a:t>- local:day2_service_lab.ipynb · 7차시</a:t>
            </a:r>
          </a:p>
          <a:p xmlns:a="http://schemas.openxmlformats.org/drawingml/2006/main">
            <a:r>
              <a:t>- local:07_human_review.json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7차시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이번 차시는 개발 환경을 모르는 사용자도 파일을 넣고 결과를 검토할 수 있는 로컬 GUI와 설치 패키지을 다룹니다. 마지막에는 08_export_drafts.json을 직접 확인합니다.</a:t>
            </a:r>
          </a:p>
          <a:p xmlns:a="http://schemas.openxmlformats.org/drawingml/2006/main">
            <a:r>
              <a:t>- 수강생 활동: 차시 종료 시 남길 파일과 Test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핵심은 개발 환경을 모르는 사용자도 파일을 넣고 결과를 검토할 수 있는 로컬 GUI와 설치 패키지입니다. 이 기준이 없으면 강사의 로그인·캐시·경로에서만 되는 Demo를 배포 가능한 제품으로 오해한다.</a:t>
            </a:r>
          </a:p>
          <a:p xmlns:a="http://schemas.openxmlformats.org/drawingml/2006/main">
            <a:r>
              <a:t>- 수강생 활동: 현재 업무에서 비슷한 문제 한 가지 메모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용어를 외우기보다 실제 코드의 어느 부분과 연결되는지 함께 보겠습니다.</a:t>
            </a:r>
          </a:p>
          <a:p xmlns:a="http://schemas.openxmlformats.org/drawingml/2006/main">
            <a:r>
              <a:t>- 수강생 활동: 각 용어와 File Role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입력에서 08_export_drafts.json까지 흐름을 왼쪽부터 읽습니다. 모델이 필요한 단계와 코드로 고정할 단계를 구분해 보세요.</a:t>
            </a:r>
          </a:p>
          <a:p xmlns:a="http://schemas.openxmlformats.org/drawingml/2006/main">
            <a:r>
              <a:t>- 수강생 활동: 모델 판단이 필요한 Node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무조건 상위 모델을 쓰는 대신, 입력과 반복성, 권한을 기준으로 선택합니다.</a:t>
            </a:r>
          </a:p>
          <a:p xmlns:a="http://schemas.openxmlformats.org/drawingml/2006/main">
            <a:r>
              <a:t>- 수강생 활동: 자신의 업무 상황을 표의 한 행에 연결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PPT를 다시 볼 때는 이 장표가 시작점입니다. 읽을 파일, 실행할 파일, 수정할 코드, 확인할 Test를 구분합니다.</a:t>
            </a:r>
          </a:p>
          <a:p xmlns:a="http://schemas.openxmlformats.org/drawingml/2006/main">
            <a:r>
              <a:t>- 수강생 활동: 네 경로를 VS Code에서 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- local:docker-compose.yml · Makefile</a:t>
            </a:r>
          </a:p>
          <a:p xmlns:a="http://schemas.openxmlformats.org/drawingml/2006/main">
            <a:r>
              <a:t>- local:static/index.html · app.js</a:t>
            </a:r>
          </a:p>
          <a:p xmlns:a="http://schemas.openxmlformats.org/drawingml/2006/main">
            <a:r>
              <a:t>- local:Windows EXE · macOS PKG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고정 Workflow, 사람 검토 대기, 수신자가 비어 있는 Local Email Draft를 한 화면에서 확인합니다.</a:t>
            </a:r>
          </a:p>
          <a:p xmlns:a="http://schemas.openxmlformats.org/drawingml/2006/main">
            <a:r>
              <a:t>- 수강생 활동: human review 상태와 send=false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local:assets/screenshots/meeting-intelligence-desktop-local.png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Demo는 입력, 실행, 기대 결과, 예상 오류의 네 화면만 봅니다. 이후 같은 경로를 직접 재현합니다.</a:t>
            </a:r>
          </a:p>
          <a:p xmlns:a="http://schemas.openxmlformats.org/drawingml/2006/main">
            <a:r>
              <a:t>- 수강생 활동: 자신의 화면에서 같은 File 위치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1분</a:t>
            </a:r>
          </a:p>
          <a:p xmlns:a="http://schemas.openxmlformats.org/drawingml/2006/main">
            <a:r>
              <a:t>- 핵심 발화: 명령을 복사하기 전에 Terminal의 현재 폴더와 활성 Python 환경부터 확인합니다.</a:t>
            </a:r>
          </a:p>
          <a:p xmlns:a="http://schemas.openxmlformats.org/drawingml/2006/main">
            <a:r>
              <a:t>- 수강생 활동: 명령 복사·실행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왼쪽은 저장된 결과 파일에서 계산한 검증 요약입니다. 오른쪽 네 항목을 확인하고 원본 구조는 Notebook에서 검색합니다.</a:t>
            </a:r>
          </a:p>
          <a:p xmlns:a="http://schemas.openxmlformats.org/drawingml/2006/main">
            <a:r>
              <a:t>- 수강생 활동: 자신의 08_export_drafts.json에서 네 Field 찾기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local:output/course-labs/day2-v2/08_export_drafts.json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화면의 코드는 실행 Cell의 핵심 13줄입니다. 전체 Cell은 Notebook에서 실행하고, PPT에서는 변수와 출력 위치만 확인합니다.</a:t>
            </a:r>
          </a:p>
          <a:p xmlns:a="http://schemas.openxmlformats.org/drawingml/2006/main">
            <a:r>
              <a:t>- 수강생 활동: Notebook 8차시 Cell 실행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Codex에는 ‘알아서 만들어줘’ 대신 Goal, Allowed, Test, Do not을 한 번에 전달합니다.</a:t>
            </a:r>
          </a:p>
          <a:p xmlns:a="http://schemas.openxmlformats.org/drawingml/2006/main">
            <a:r>
              <a:t>- 수강생 활동: 표의 오른쪽 내용을 자신의 Codex Task에 복사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local:AGENTS.md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한 번의 긴 요청보다 분석, 계획, 실행, Review의 네 Turn으로 나누면 어디서 잘못됐는지 찾기 쉽습니다.</a:t>
            </a:r>
          </a:p>
          <a:p xmlns:a="http://schemas.openxmlformats.org/drawingml/2006/main">
            <a:r>
              <a:t>- 수강생 활동: Codex가 제안한 영향 파일과 Test를 먼저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local:materials/day2/Codex_Claude_대화_시나리오.md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make run 또는 docker compose up --build → 8766 화면과 Provider 상태 확인 → Sample Meet TXT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- local:docker-compose.yml · Makefile</a:t>
            </a:r>
          </a:p>
          <a:p xmlns:a="http://schemas.openxmlformats.org/drawingml/2006/main">
            <a:r>
              <a:t>- local:static/index.html · app.js</a:t>
            </a:r>
          </a:p>
          <a:p xmlns:a="http://schemas.openxmlformats.org/drawingml/2006/main">
            <a:r>
              <a:t>- local:Windows EXE · macOS PKG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6분</a:t>
            </a:r>
          </a:p>
          <a:p xmlns:a="http://schemas.openxmlformats.org/drawingml/2006/main">
            <a:r>
              <a:t>- 핵심 발화: 이제 설명을 멈추고 화면의 세 단계를 직접 실행합니다. 막히면 오류 첫 줄과 현재 단계 번호만 확인합니다.</a:t>
            </a:r>
          </a:p>
          <a:p xmlns:a="http://schemas.openxmlformats.org/drawingml/2006/main">
            <a:r>
              <a:t>- 수강생 활동: Meet Fixture와 Domain Context 입력 → MeetingRecord·MD·Email Draft 검증 → 선택: cd desktop-app/meeting-intelligence &amp;&amp; ./scripts/build-packages.sh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- local:docker-compose.yml · Makefile</a:t>
            </a:r>
          </a:p>
          <a:p xmlns:a="http://schemas.openxmlformats.org/drawingml/2006/main">
            <a:r>
              <a:t>- local:static/index.html · app.js</a:t>
            </a:r>
          </a:p>
          <a:p xmlns:a="http://schemas.openxmlformats.org/drawingml/2006/main">
            <a:r>
              <a:t>- local:Windows EXE · macOS PKG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3분</a:t>
            </a:r>
          </a:p>
          <a:p xmlns:a="http://schemas.openxmlformats.org/drawingml/2006/main">
            <a:r>
              <a:t>- 핵심 발화: 오류는 수업 실패가 아니라 예상된 제품 상태입니다. Happy Path와 Expected Error를 모두 재현해야 완료입니다.</a:t>
            </a:r>
          </a:p>
          <a:p xmlns:a="http://schemas.openxmlformats.org/drawingml/2006/main">
            <a:r>
              <a:t>- 수강생 활동: 두 Case의 Test 결과 비교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복구는 다시 설치부터 시작하지 않습니다. 입력, 설정, 실행 위치, 결과 Field 순서로 좁혀갑니다.</a:t>
            </a:r>
          </a:p>
          <a:p xmlns:a="http://schemas.openxmlformats.org/drawingml/2006/main">
            <a:r>
              <a:t>- 수강생 활동: 현재 오류를 네 단계 중 하나로 분류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재직자는 업무 개선 근거, 구직자는 재현 가능한 제작 근거를 중심으로 같은 결과를 설명합니다.</a:t>
            </a:r>
          </a:p>
          <a:p xmlns:a="http://schemas.openxmlformats.org/drawingml/2006/main">
            <a:r>
              <a:t>- 수강생 활동: 자신에게 맞는 한 열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후에는 이 한 장을 시작점으로 File, 명령, Output, Codex Task 순서로 다시 실행합니다.</a:t>
            </a:r>
          </a:p>
          <a:p xmlns:a="http://schemas.openxmlformats.org/drawingml/2006/main">
            <a:r>
              <a:t>- 수강생 활동: 다시 실행할 첫 File 표시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세 항목이 모두 확인되면 8차시 완료입니다. 결과 파일은 다음 차시의 입력으로 이어집니다.</a:t>
            </a:r>
          </a:p>
          <a:p xmlns:a="http://schemas.openxmlformats.org/drawingml/2006/main">
            <a:r>
              <a:t>- 수강생 활동: 세 항목 체크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오늘의 산출물은 발표 자료가 아니라 다시 실행할 수 있는 JSON, Notebook, App 결과입니다.</a:t>
            </a:r>
          </a:p>
          <a:p xmlns:a="http://schemas.openxmlformats.org/drawingml/2006/main">
            <a:r>
              <a:t>- 수강생 활동: 누락 결과 파일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local:materials/day2/일반인을_위한_회의기록_Agent_설계.md</a:t>
            </a:r>
          </a:p>
          <a:p xmlns:a="http://schemas.openxmlformats.org/drawingml/2006/main">
            <a:r>
              <a:t>- local:materials/day2/공개_한국어_회의음성_가이드.md</a:t>
            </a:r>
          </a:p>
          <a:p xmlns:a="http://schemas.openxmlformats.org/drawingml/2006/main">
            <a:r>
              <a:t>- https://creativecommons.org/licenses/by/4.0/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- local:src/course_services/day2_meeting_workflow.py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오늘의 산출물은 발표 자료가 아니라 다시 실행할 수 있는 JSON, Notebook, App 결과입니다.</a:t>
            </a:r>
          </a:p>
          <a:p xmlns:a="http://schemas.openxmlformats.org/drawingml/2006/main">
            <a:r>
              <a:t>- 수강생 활동: 누락 결과 파일 확인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https://docs.anthropic.com/en/docs/claude-code/overview</a:t>
            </a:r>
          </a:p>
          <a:p xmlns:a="http://schemas.openxmlformats.org/drawingml/2006/main">
            <a:r>
              <a:t>- https://developers.openai.com/api/docs/models/gpt-5.6-luna</a:t>
            </a:r>
          </a:p>
          <a:p xmlns:a="http://schemas.openxmlformats.org/drawingml/2006/main">
            <a:r>
              <a:t>- https://ollama.com/library/qwen3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PPT의 요약보다 자세한 내용이 필요할 때는 공식 문서와 LangGraph 영상으로 확장합니다.</a:t>
            </a:r>
          </a:p>
          <a:p xmlns:a="http://schemas.openxmlformats.org/drawingml/2006/main">
            <a:r>
              <a:t>- 수강생 활동: 복습 링크 한 개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https://developers.openai.com/codex/cli</a:t>
            </a:r>
          </a:p>
          <a:p xmlns:a="http://schemas.openxmlformats.org/drawingml/2006/main">
            <a:r>
              <a:t>- https://docs.langchain.com/oss/python/langgraph/interrupts</a:t>
            </a:r>
          </a:p>
          <a:p xmlns:a="http://schemas.openxmlformats.org/drawingml/2006/main">
            <a:r>
              <a:t>- https://www.youtube.com/watch?v=6t7YJcEFUIY</a:t>
            </a:r>
          </a:p>
          <a:p xmlns:a="http://schemas.openxmlformats.org/drawingml/2006/main">
            <a:r>
              <a:t>- https://modelcontextprotocol.io/introduction</a:t>
            </a:r>
          </a:p>
          <a:p xmlns:a="http://schemas.openxmlformats.org/drawingml/2006/main">
            <a:r>
              <a:t>- materials/day2/공개_한국어_회의음성_가이드.md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2분</a:t>
            </a:r>
          </a:p>
          <a:p xmlns:a="http://schemas.openxmlformats.org/drawingml/2006/main">
            <a:r>
              <a:t>- 핵심 발화: 수업 후 전체를 다시 실행할 때는 여섯 단계만 기억하면 됩니다. 각 단계의 세부 정보는 차시별 Replay 장표에 있습니다.</a:t>
            </a:r>
          </a:p>
          <a:p xmlns:a="http://schemas.openxmlformats.org/drawingml/2006/main">
            <a:r>
              <a:t>- 수강생 활동: 재실행 시작 시점 선택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local:materials/day2/day2_service_lab.ipynb</a:t>
            </a:r>
          </a:p>
          <a:p xmlns:a="http://schemas.openxmlformats.org/drawingml/2006/main">
            <a:r>
              <a:t>- local:desktop-app/meeting-intelligence/README.md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[강사용 진행]</a:t>
            </a:r>
          </a:p>
          <a:p xmlns:a="http://schemas.openxmlformats.org/drawingml/2006/main">
            <a:r>
              <a:t>- 권장 시간: 30분</a:t>
            </a:r>
          </a:p>
          <a:p xmlns:a="http://schemas.openxmlformats.org/drawingml/2006/main">
            <a:r>
              <a:t>- 핵심 발화: 질문은 차시 번호, 명령, 오류 첫 줄, 기대 결과의 네 항목으로 받습니다. 공통 오류부터 화면으로 복구합니다.</a:t>
            </a:r>
          </a:p>
          <a:p xmlns:a="http://schemas.openxmlformats.org/drawingml/2006/main">
            <a:r>
              <a:t>- 수강생 활동: 질문 또는 Exit Check 제출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https://www.oppadu.com/tools/design-systems-site/brand/musinsa.html</a:t>
            </a:r>
          </a:p>
          <a:p xmlns:a="http://schemas.openxmlformats.org/drawingml/2006/main">
            <a:r>
              <a:t>- local:materials/day2/2026_Day2_강사용_상세교안.md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c92ae0cebd42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68bc92dff224304" /><Relationship Type="http://schemas.openxmlformats.org/officeDocument/2006/relationships/slideLayout" Target="/ppt/slideLayouts/slideLayout1.xml" Id="R8c2911f0a3b74e2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c2911f0a3b74e2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a5b2047b14a23" /><Relationship Type="http://schemas.openxmlformats.org/officeDocument/2006/relationships/notesSlide" Target="/ppt/notesSlides/notesSlide1.xml" Id="R3a054f19465144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ad8bd91d084225" /><Relationship Type="http://schemas.openxmlformats.org/officeDocument/2006/relationships/image" Target="/ppt/media/image.gif" Id="Rce5e403739774146" /><Relationship Type="http://schemas.openxmlformats.org/officeDocument/2006/relationships/notesSlide" Target="/ppt/notesSlides/notesSlide2.xml" Id="Rf163ce74a4804e4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053b13a1b14ec6" /><Relationship Type="http://schemas.openxmlformats.org/officeDocument/2006/relationships/image" Target="/ppt/media/image.png" Id="R9d644af170584e1e" /><Relationship Type="http://schemas.openxmlformats.org/officeDocument/2006/relationships/notesSlide" Target="/ppt/notesSlides/notesSlide3.xml" Id="R159b557c827f424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247b4c021244a4" /><Relationship Type="http://schemas.openxmlformats.org/officeDocument/2006/relationships/notesSlide" Target="/ppt/notesSlides/notesSlide4.xml" Id="R928388ce9bc74e7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ba801f06b842f3" /><Relationship Type="http://schemas.openxmlformats.org/officeDocument/2006/relationships/notesSlide" Target="/ppt/notesSlides/notesSlide5.xml" Id="R277e8daffad147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fd6daaf63647a1" /><Relationship Type="http://schemas.openxmlformats.org/officeDocument/2006/relationships/notesSlide" Target="/ppt/notesSlides/notesSlide6.xml" Id="R0c259d9600c845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0a42b3b2c24d9c" /><Relationship Type="http://schemas.openxmlformats.org/officeDocument/2006/relationships/notesSlide" Target="/ppt/notesSlides/notesSlide7.xml" Id="R352867396dc043e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8533b7b2c24103" /><Relationship Type="http://schemas.openxmlformats.org/officeDocument/2006/relationships/notesSlide" Target="/ppt/notesSlides/notesSlide8.xml" Id="R3b70d3141b67498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8c7af74af74238" /><Relationship Type="http://schemas.openxmlformats.org/officeDocument/2006/relationships/notesSlide" Target="/ppt/notesSlides/notesSlide9.xml" Id="R3f5ea102686e43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89f8111d494589" /><Relationship Type="http://schemas.openxmlformats.org/officeDocument/2006/relationships/notesSlide" Target="/ppt/notesSlides/notesSlide10.xml" Id="R0b16098b3f0547f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cc72cf91640d1" /><Relationship Type="http://schemas.openxmlformats.org/officeDocument/2006/relationships/notesSlide" Target="/ppt/notesSlides/notesSlide11.xml" Id="R7c592474d6714f8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5270cf2ba546d5" /><Relationship Type="http://schemas.openxmlformats.org/officeDocument/2006/relationships/notesSlide" Target="/ppt/notesSlides/notesSlide12.xml" Id="R426bdb747f1f43b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19b31e2b2f4184" /><Relationship Type="http://schemas.openxmlformats.org/officeDocument/2006/relationships/notesSlide" Target="/ppt/notesSlides/notesSlide13.xml" Id="Rd1121031df03468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b51c51def4dc7" /><Relationship Type="http://schemas.openxmlformats.org/officeDocument/2006/relationships/notesSlide" Target="/ppt/notesSlides/notesSlide14.xml" Id="R4da8355771894bc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76683029f43e4" /><Relationship Type="http://schemas.openxmlformats.org/officeDocument/2006/relationships/notesSlide" Target="/ppt/notesSlides/notesSlide15.xml" Id="Rabe768cce996422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23ac4e9482403f" /><Relationship Type="http://schemas.openxmlformats.org/officeDocument/2006/relationships/notesSlide" Target="/ppt/notesSlides/notesSlide16.xml" Id="R7dbfcfa779c540d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6d2a4ab9c248e6" /><Relationship Type="http://schemas.openxmlformats.org/officeDocument/2006/relationships/notesSlide" Target="/ppt/notesSlides/notesSlide17.xml" Id="R5453994368e741e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8b8f3d61ae4bef" /><Relationship Type="http://schemas.openxmlformats.org/officeDocument/2006/relationships/notesSlide" Target="/ppt/notesSlides/notesSlide18.xml" Id="R5185aa40e2f6441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8bf07b994a4876" /><Relationship Type="http://schemas.openxmlformats.org/officeDocument/2006/relationships/notesSlide" Target="/ppt/notesSlides/notesSlide19.xml" Id="R6942fa4926c44985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1146072134f63" /><Relationship Type="http://schemas.openxmlformats.org/officeDocument/2006/relationships/notesSlide" Target="/ppt/notesSlides/notesSlide20.xml" Id="Ra60b672c3d47411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2eb3be68d641ae" /><Relationship Type="http://schemas.openxmlformats.org/officeDocument/2006/relationships/notesSlide" Target="/ppt/notesSlides/notesSlide21.xml" Id="Rc1c9f905caef467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2e9219bae54139" /><Relationship Type="http://schemas.openxmlformats.org/officeDocument/2006/relationships/notesSlide" Target="/ppt/notesSlides/notesSlide22.xml" Id="R2a76b89a8d4b4de1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9e788b917046c4" /><Relationship Type="http://schemas.openxmlformats.org/officeDocument/2006/relationships/notesSlide" Target="/ppt/notesSlides/notesSlide23.xml" Id="Rfdc965d540b741e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3738d1e9440f1" /><Relationship Type="http://schemas.openxmlformats.org/officeDocument/2006/relationships/notesSlide" Target="/ppt/notesSlides/notesSlide24.xml" Id="Rba5786cccadf482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a69bc2c684ee3" /><Relationship Type="http://schemas.openxmlformats.org/officeDocument/2006/relationships/notesSlide" Target="/ppt/notesSlides/notesSlide25.xml" Id="R73cc28c9fe1f446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94620a0a6f4006" /><Relationship Type="http://schemas.openxmlformats.org/officeDocument/2006/relationships/notesSlide" Target="/ppt/notesSlides/notesSlide26.xml" Id="R1bbe3f58b5054135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ec7b47b3404b46" /><Relationship Type="http://schemas.openxmlformats.org/officeDocument/2006/relationships/notesSlide" Target="/ppt/notesSlides/notesSlide27.xml" Id="Rd34554a126f7496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590dd7ddc64bab" /><Relationship Type="http://schemas.openxmlformats.org/officeDocument/2006/relationships/notesSlide" Target="/ppt/notesSlides/notesSlide28.xml" Id="Rd0039e1bd21b4659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861865a01741ef" /><Relationship Type="http://schemas.openxmlformats.org/officeDocument/2006/relationships/notesSlide" Target="/ppt/notesSlides/notesSlide29.xml" Id="Rd4659288147644d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da18c7e3f04aec" /><Relationship Type="http://schemas.openxmlformats.org/officeDocument/2006/relationships/notesSlide" Target="/ppt/notesSlides/notesSlide30.xml" Id="R8f7bbe172c8f49a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39b502df594a83" /><Relationship Type="http://schemas.openxmlformats.org/officeDocument/2006/relationships/notesSlide" Target="/ppt/notesSlides/notesSlide31.xml" Id="Rfe64b7fb65b24df0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c195cbe7a849d7" /><Relationship Type="http://schemas.openxmlformats.org/officeDocument/2006/relationships/notesSlide" Target="/ppt/notesSlides/notesSlide32.xml" Id="R1be8bceae43e42d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40c9ff0893446a" /><Relationship Type="http://schemas.openxmlformats.org/officeDocument/2006/relationships/notesSlide" Target="/ppt/notesSlides/notesSlide33.xml" Id="R257005cc461e4f3f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3f85fd896446c5" /><Relationship Type="http://schemas.openxmlformats.org/officeDocument/2006/relationships/notesSlide" Target="/ppt/notesSlides/notesSlide34.xml" Id="R3e91508b7b6c46d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5641f6fb594bd1" /><Relationship Type="http://schemas.openxmlformats.org/officeDocument/2006/relationships/notesSlide" Target="/ppt/notesSlides/notesSlide35.xml" Id="R91c58875beef4d48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ba969e2388478c" /><Relationship Type="http://schemas.openxmlformats.org/officeDocument/2006/relationships/notesSlide" Target="/ppt/notesSlides/notesSlide36.xml" Id="R3be3bbbd34ed4f1b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f52ae717f4017" /><Relationship Type="http://schemas.openxmlformats.org/officeDocument/2006/relationships/notesSlide" Target="/ppt/notesSlides/notesSlide37.xml" Id="R319b7485faab43e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678a85e5af47cc" /><Relationship Type="http://schemas.openxmlformats.org/officeDocument/2006/relationships/image" Target="/ppt/media/image2.png" Id="Ra8bdfcaceb284005" /><Relationship Type="http://schemas.openxmlformats.org/officeDocument/2006/relationships/notesSlide" Target="/ppt/notesSlides/notesSlide38.xml" Id="R4324ef24d08c4e86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21fd073a4f46dc" /><Relationship Type="http://schemas.openxmlformats.org/officeDocument/2006/relationships/notesSlide" Target="/ppt/notesSlides/notesSlide39.xml" Id="Rbdd0cc3140d14e90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a107171e40455f" /><Relationship Type="http://schemas.openxmlformats.org/officeDocument/2006/relationships/notesSlide" Target="/ppt/notesSlides/notesSlide40.xml" Id="R90f29d9d758a4fe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2bd820fd3e45da" /><Relationship Type="http://schemas.openxmlformats.org/officeDocument/2006/relationships/notesSlide" Target="/ppt/notesSlides/notesSlide41.xml" Id="Rdcb4aee88c2a4c8c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577579655e4d6a" /><Relationship Type="http://schemas.openxmlformats.org/officeDocument/2006/relationships/notesSlide" Target="/ppt/notesSlides/notesSlide42.xml" Id="Rf719670023964f9d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42934de904479" /><Relationship Type="http://schemas.openxmlformats.org/officeDocument/2006/relationships/notesSlide" Target="/ppt/notesSlides/notesSlide43.xml" Id="R41e63ea1659c4b4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aaa1503be94c5e" /><Relationship Type="http://schemas.openxmlformats.org/officeDocument/2006/relationships/notesSlide" Target="/ppt/notesSlides/notesSlide44.xml" Id="R51c88fa24066479a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da8d9777e9456c" /><Relationship Type="http://schemas.openxmlformats.org/officeDocument/2006/relationships/notesSlide" Target="/ppt/notesSlides/notesSlide45.xml" Id="Rbe46c05878474921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db864a44e24eab" /><Relationship Type="http://schemas.openxmlformats.org/officeDocument/2006/relationships/notesSlide" Target="/ppt/notesSlides/notesSlide46.xml" Id="R91259e947db444b0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9072596c9e4a23" /><Relationship Type="http://schemas.openxmlformats.org/officeDocument/2006/relationships/notesSlide" Target="/ppt/notesSlides/notesSlide47.xml" Id="R7001bd1a3f3a443e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09bb3e79f640df" /><Relationship Type="http://schemas.openxmlformats.org/officeDocument/2006/relationships/notesSlide" Target="/ppt/notesSlides/notesSlide48.xml" Id="R0b80eb9fafd0406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ec96a23cfd4522" /><Relationship Type="http://schemas.openxmlformats.org/officeDocument/2006/relationships/notesSlide" Target="/ppt/notesSlides/notesSlide49.xml" Id="R9f160ace844b42e6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e31fbd51b74ce9" /><Relationship Type="http://schemas.openxmlformats.org/officeDocument/2006/relationships/notesSlide" Target="/ppt/notesSlides/notesSlide50.xml" Id="R21682dccad8046b1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bdcb38e6304aa6" /><Relationship Type="http://schemas.openxmlformats.org/officeDocument/2006/relationships/notesSlide" Target="/ppt/notesSlides/notesSlide51.xml" Id="R60bd830544c74c52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3a6bbba95a446a" /><Relationship Type="http://schemas.openxmlformats.org/officeDocument/2006/relationships/notesSlide" Target="/ppt/notesSlides/notesSlide52.xml" Id="R30ddbca9fc134339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25b362105d4355" /><Relationship Type="http://schemas.openxmlformats.org/officeDocument/2006/relationships/notesSlide" Target="/ppt/notesSlides/notesSlide53.xml" Id="Rb4b4777803294fd5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7593a52be149a2" /><Relationship Type="http://schemas.openxmlformats.org/officeDocument/2006/relationships/notesSlide" Target="/ppt/notesSlides/notesSlide54.xml" Id="R4ade21112d3649ec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6ea81d34749bb" /><Relationship Type="http://schemas.openxmlformats.org/officeDocument/2006/relationships/notesSlide" Target="/ppt/notesSlides/notesSlide55.xml" Id="R3b85564e1595433f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596ed68a6f459a" /><Relationship Type="http://schemas.openxmlformats.org/officeDocument/2006/relationships/notesSlide" Target="/ppt/notesSlides/notesSlide56.xml" Id="R1c4b18b702494e46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022ce5731428e" /><Relationship Type="http://schemas.openxmlformats.org/officeDocument/2006/relationships/notesSlide" Target="/ppt/notesSlides/notesSlide57.xml" Id="R3e978d7348074dbf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07e0689d7741f2" /><Relationship Type="http://schemas.openxmlformats.org/officeDocument/2006/relationships/notesSlide" Target="/ppt/notesSlides/notesSlide58.xml" Id="R39834369533f4b2d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bd41fc0b674bb5" /><Relationship Type="http://schemas.openxmlformats.org/officeDocument/2006/relationships/notesSlide" Target="/ppt/notesSlides/notesSlide59.xml" Id="R56dae0adc4574068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d1661f48b84129" /><Relationship Type="http://schemas.openxmlformats.org/officeDocument/2006/relationships/notesSlide" Target="/ppt/notesSlides/notesSlide60.xml" Id="R46c8f050e6474310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08552127134462" /><Relationship Type="http://schemas.openxmlformats.org/officeDocument/2006/relationships/notesSlide" Target="/ppt/notesSlides/notesSlide61.xml" Id="Red22379232134d61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6be6a5a0124ace" /><Relationship Type="http://schemas.openxmlformats.org/officeDocument/2006/relationships/notesSlide" Target="/ppt/notesSlides/notesSlide62.xml" Id="Rae543dc4cfd94434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e2f9434404417a" /><Relationship Type="http://schemas.openxmlformats.org/officeDocument/2006/relationships/notesSlide" Target="/ppt/notesSlides/notesSlide63.xml" Id="Rd5136be2e9004827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6e21c222645ec" /><Relationship Type="http://schemas.openxmlformats.org/officeDocument/2006/relationships/notesSlide" Target="/ppt/notesSlides/notesSlide64.xml" Id="R22513b278943464a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146c0d23224323" /><Relationship Type="http://schemas.openxmlformats.org/officeDocument/2006/relationships/notesSlide" Target="/ppt/notesSlides/notesSlide65.xml" Id="R5c9f816da8804da1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b7c75717840e0" /><Relationship Type="http://schemas.openxmlformats.org/officeDocument/2006/relationships/notesSlide" Target="/ppt/notesSlides/notesSlide66.xml" Id="R0ed4c60fd9604619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16b6d280f49f7" /><Relationship Type="http://schemas.openxmlformats.org/officeDocument/2006/relationships/notesSlide" Target="/ppt/notesSlides/notesSlide67.xml" Id="R4ed6d2f0409c4161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f179d4b75144c8" /><Relationship Type="http://schemas.openxmlformats.org/officeDocument/2006/relationships/notesSlide" Target="/ppt/notesSlides/notesSlide68.xml" Id="R6365a8d107604c02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0b5b3a70f4c91" /><Relationship Type="http://schemas.openxmlformats.org/officeDocument/2006/relationships/notesSlide" Target="/ppt/notesSlides/notesSlide69.xml" Id="R208c113ea17349df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6b88d82664797" /><Relationship Type="http://schemas.openxmlformats.org/officeDocument/2006/relationships/notesSlide" Target="/ppt/notesSlides/notesSlide70.xml" Id="R05bfd116b3a449b0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9997db727f4162" /><Relationship Type="http://schemas.openxmlformats.org/officeDocument/2006/relationships/notesSlide" Target="/ppt/notesSlides/notesSlide71.xml" Id="Rcadd6adf0d074a3f" /></Relationships>
</file>

<file path=ppt/slides/_rels/slide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7ee246b6a44a9b" /><Relationship Type="http://schemas.openxmlformats.org/officeDocument/2006/relationships/notesSlide" Target="/ppt/notesSlides/notesSlide72.xml" Id="Rb765d2832115442c" /></Relationships>
</file>

<file path=ppt/slides/_rels/slide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4a8b450eee40ba" /><Relationship Type="http://schemas.openxmlformats.org/officeDocument/2006/relationships/notesSlide" Target="/ppt/notesSlides/notesSlide73.xml" Id="Ra902cec74f7f48f2" /></Relationships>
</file>

<file path=ppt/slides/_rels/slide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38a2f3af634f47" /><Relationship Type="http://schemas.openxmlformats.org/officeDocument/2006/relationships/notesSlide" Target="/ppt/notesSlides/notesSlide74.xml" Id="R8e7eb00876ba4f15" /></Relationships>
</file>

<file path=ppt/slides/_rels/slide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34bdc352654ce2" /><Relationship Type="http://schemas.openxmlformats.org/officeDocument/2006/relationships/notesSlide" Target="/ppt/notesSlides/notesSlide75.xml" Id="R77080f866f5b4ac7" /></Relationships>
</file>

<file path=ppt/slides/_rels/slide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1d01b584fd42da" /><Relationship Type="http://schemas.openxmlformats.org/officeDocument/2006/relationships/notesSlide" Target="/ppt/notesSlides/notesSlide76.xml" Id="R6eb924d9aa8d4074" /></Relationships>
</file>

<file path=ppt/slides/_rels/slide7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5b9fb18eba4453" /><Relationship Type="http://schemas.openxmlformats.org/officeDocument/2006/relationships/notesSlide" Target="/ppt/notesSlides/notesSlide77.xml" Id="R743ea4a617f24c06" /></Relationships>
</file>

<file path=ppt/slides/_rels/slide7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ba9739cc7c4e9a" /><Relationship Type="http://schemas.openxmlformats.org/officeDocument/2006/relationships/notesSlide" Target="/ppt/notesSlides/notesSlide78.xml" Id="R07ef377fae0842ff" /></Relationships>
</file>

<file path=ppt/slides/_rels/slide7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d718f73fef4bf1" /><Relationship Type="http://schemas.openxmlformats.org/officeDocument/2006/relationships/notesSlide" Target="/ppt/notesSlides/notesSlide79.xml" Id="Rd1ac1b4602f944a0" /></Relationships>
</file>

<file path=ppt/slides/_rels/slide8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848d84eee9415f" /><Relationship Type="http://schemas.openxmlformats.org/officeDocument/2006/relationships/notesSlide" Target="/ppt/notesSlides/notesSlide80.xml" Id="Rf0f6cc3a23be4f98" /></Relationships>
</file>

<file path=ppt/slides/_rels/slide8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4d99c79d6344d4" /><Relationship Type="http://schemas.openxmlformats.org/officeDocument/2006/relationships/notesSlide" Target="/ppt/notesSlides/notesSlide81.xml" Id="Redd098456eee4afe" /></Relationships>
</file>

<file path=ppt/slides/_rels/slide8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b1184a2bb9491c" /><Relationship Type="http://schemas.openxmlformats.org/officeDocument/2006/relationships/notesSlide" Target="/ppt/notesSlides/notesSlide82.xml" Id="R69f91b0c68b6478d" /></Relationships>
</file>

<file path=ppt/slides/_rels/slide8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bdfb911e034ee1" /><Relationship Type="http://schemas.openxmlformats.org/officeDocument/2006/relationships/notesSlide" Target="/ppt/notesSlides/notesSlide83.xml" Id="R98bf9a291fb2479f" /></Relationships>
</file>

<file path=ppt/slides/_rels/slide8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dd89900a64312" /><Relationship Type="http://schemas.openxmlformats.org/officeDocument/2006/relationships/notesSlide" Target="/ppt/notesSlides/notesSlide84.xml" Id="R08285c3cfc3542b3" /></Relationships>
</file>

<file path=ppt/slides/_rels/slide8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30763bb7104343" /><Relationship Type="http://schemas.openxmlformats.org/officeDocument/2006/relationships/notesSlide" Target="/ppt/notesSlides/notesSlide85.xml" Id="Rf7bc494dabcd4126" /></Relationships>
</file>

<file path=ppt/slides/_rels/slide8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4a50de056a4b52" /><Relationship Type="http://schemas.openxmlformats.org/officeDocument/2006/relationships/notesSlide" Target="/ppt/notesSlides/notesSlide86.xml" Id="R93b23243e22f469c" /></Relationships>
</file>

<file path=ppt/slides/_rels/slide8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578e86e3c74a59" /><Relationship Type="http://schemas.openxmlformats.org/officeDocument/2006/relationships/notesSlide" Target="/ppt/notesSlides/notesSlide87.xml" Id="R031fefcc7f204ef3" /></Relationships>
</file>

<file path=ppt/slides/_rels/slide8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6b7d41f114582" /><Relationship Type="http://schemas.openxmlformats.org/officeDocument/2006/relationships/notesSlide" Target="/ppt/notesSlides/notesSlide88.xml" Id="R9d6182c5f5884779" /></Relationships>
</file>

<file path=ppt/slides/_rels/slide8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064c804eda4d8a" /><Relationship Type="http://schemas.openxmlformats.org/officeDocument/2006/relationships/notesSlide" Target="/ppt/notesSlides/notesSlide89.xml" Id="Rba47745d99bb47b3" /></Relationships>
</file>

<file path=ppt/slides/_rels/slide9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bbc1e7b8d4d3e" /><Relationship Type="http://schemas.openxmlformats.org/officeDocument/2006/relationships/notesSlide" Target="/ppt/notesSlides/notesSlide90.xml" Id="Rebfa459404e84469" /></Relationships>
</file>

<file path=ppt/slides/_rels/slide9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f825edde8d4afb" /><Relationship Type="http://schemas.openxmlformats.org/officeDocument/2006/relationships/notesSlide" Target="/ppt/notesSlides/notesSlide91.xml" Id="Rd49aee8f8fa24216" /></Relationships>
</file>

<file path=ppt/slides/_rels/slide9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6923cd1044b3a" /><Relationship Type="http://schemas.openxmlformats.org/officeDocument/2006/relationships/notesSlide" Target="/ppt/notesSlides/notesSlide92.xml" Id="R3bef758f07234040" /></Relationships>
</file>

<file path=ppt/slides/_rels/slide9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f8eab9b9e14002" /><Relationship Type="http://schemas.openxmlformats.org/officeDocument/2006/relationships/notesSlide" Target="/ppt/notesSlides/notesSlide93.xml" Id="R3c3fa4f15c6b42d1" /></Relationships>
</file>

<file path=ppt/slides/_rels/slide9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b6e8b2d9c49ed" /><Relationship Type="http://schemas.openxmlformats.org/officeDocument/2006/relationships/notesSlide" Target="/ppt/notesSlides/notesSlide94.xml" Id="Rca4818dc78c94a72" /></Relationships>
</file>

<file path=ppt/slides/_rels/slide9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2b2b53aa114216" /><Relationship Type="http://schemas.openxmlformats.org/officeDocument/2006/relationships/notesSlide" Target="/ppt/notesSlides/notesSlide95.xml" Id="R1fb8fc2a40424d55" /></Relationships>
</file>

<file path=ppt/slides/_rels/slide9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4148155001457a" /><Relationship Type="http://schemas.openxmlformats.org/officeDocument/2006/relationships/notesSlide" Target="/ppt/notesSlides/notesSlide96.xml" Id="Rc8c1bff09820434d" /></Relationships>
</file>

<file path=ppt/slides/_rels/slide9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a6abf8b2124ddd" /><Relationship Type="http://schemas.openxmlformats.org/officeDocument/2006/relationships/notesSlide" Target="/ppt/notesSlides/notesSlide97.xml" Id="Re046c534b86d46ae" /></Relationships>
</file>

<file path=ppt/slides/_rels/slide9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dcbede26b423e" /><Relationship Type="http://schemas.openxmlformats.org/officeDocument/2006/relationships/image" Target="/ppt/media/image3.png" Id="Rc76639475a374011" /><Relationship Type="http://schemas.openxmlformats.org/officeDocument/2006/relationships/notesSlide" Target="/ppt/notesSlides/notesSlide98.xml" Id="R43668dc1df5c49d3" /></Relationships>
</file>

<file path=ppt/slides/_rels/slide9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1b8989c19648c6" /><Relationship Type="http://schemas.openxmlformats.org/officeDocument/2006/relationships/notesSlide" Target="/ppt/notesSlides/notesSlide99.xml" Id="Rd982c5803d724d12" /></Relationships>
</file>

<file path=ppt/slides/_rels/slide10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760a72063b4967" /><Relationship Type="http://schemas.openxmlformats.org/officeDocument/2006/relationships/notesSlide" Target="/ppt/notesSlides/notesSlide100.xml" Id="R6f8804ca6ae64360" /></Relationships>
</file>

<file path=ppt/slides/_rels/slide10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ecaa549ff444a" /><Relationship Type="http://schemas.openxmlformats.org/officeDocument/2006/relationships/notesSlide" Target="/ppt/notesSlides/notesSlide101.xml" Id="R723e64a56dc34000" /></Relationships>
</file>

<file path=ppt/slides/_rels/slide10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4a8a3e1c204854" /><Relationship Type="http://schemas.openxmlformats.org/officeDocument/2006/relationships/notesSlide" Target="/ppt/notesSlides/notesSlide102.xml" Id="R14da629f4ded41f5" /></Relationships>
</file>

<file path=ppt/slides/_rels/slide10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11551ee6fa485a" /><Relationship Type="http://schemas.openxmlformats.org/officeDocument/2006/relationships/notesSlide" Target="/ppt/notesSlides/notesSlide103.xml" Id="Ra2f431398ab2406f" /></Relationships>
</file>

<file path=ppt/slides/_rels/slide10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eb7a0f12834853" /><Relationship Type="http://schemas.openxmlformats.org/officeDocument/2006/relationships/notesSlide" Target="/ppt/notesSlides/notesSlide104.xml" Id="R549accafa92c4987" /></Relationships>
</file>

<file path=ppt/slides/_rels/slide10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060653ec444b07" /><Relationship Type="http://schemas.openxmlformats.org/officeDocument/2006/relationships/notesSlide" Target="/ppt/notesSlides/notesSlide105.xml" Id="R28c4388b049f4e10" /></Relationships>
</file>

<file path=ppt/slides/_rels/slide10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6168f204cf4740" /><Relationship Type="http://schemas.openxmlformats.org/officeDocument/2006/relationships/notesSlide" Target="/ppt/notesSlides/notesSlide106.xml" Id="R36f71780141c48e9" /></Relationships>
</file>

<file path=ppt/slides/_rels/slide10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03cfb68b1747c2" /><Relationship Type="http://schemas.openxmlformats.org/officeDocument/2006/relationships/notesSlide" Target="/ppt/notesSlides/notesSlide107.xml" Id="R0ed07656ae754a8a" /></Relationships>
</file>

<file path=ppt/slides/_rels/slide10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1c64f6fa634fbc" /><Relationship Type="http://schemas.openxmlformats.org/officeDocument/2006/relationships/notesSlide" Target="/ppt/notesSlides/notesSlide108.xml" Id="R2549da32b94944cd" /></Relationships>
</file>

<file path=ppt/slides/_rels/slide10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4fe46051264d64" /><Relationship Type="http://schemas.openxmlformats.org/officeDocument/2006/relationships/notesSlide" Target="/ppt/notesSlides/notesSlide109.xml" Id="Rab72c4fdf69044ea" /></Relationships>
</file>

<file path=ppt/slides/_rels/slide1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f5d677f1545f3" /><Relationship Type="http://schemas.openxmlformats.org/officeDocument/2006/relationships/notesSlide" Target="/ppt/notesSlides/notesSlide110.xml" Id="R23e383525a264b4e" /></Relationships>
</file>

<file path=ppt/slides/_rels/slide1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973b806e0a4919" /><Relationship Type="http://schemas.openxmlformats.org/officeDocument/2006/relationships/notesSlide" Target="/ppt/notesSlides/notesSlide111.xml" Id="R23f3e9f0eada433d" /></Relationships>
</file>

<file path=ppt/slides/_rels/slide1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3bf9ecd22402e" /><Relationship Type="http://schemas.openxmlformats.org/officeDocument/2006/relationships/notesSlide" Target="/ppt/notesSlides/notesSlide112.xml" Id="R0e5f5acba917413d" /></Relationships>
</file>

<file path=ppt/slides/_rels/slide1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340767e4d94383" /><Relationship Type="http://schemas.openxmlformats.org/officeDocument/2006/relationships/notesSlide" Target="/ppt/notesSlides/notesSlide113.xml" Id="Rce35e156c28f46e8" /></Relationships>
</file>

<file path=ppt/slides/_rels/slide1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299528f1d4c4e" /><Relationship Type="http://schemas.openxmlformats.org/officeDocument/2006/relationships/notesSlide" Target="/ppt/notesSlides/notesSlide114.xml" Id="R85d94f09977b48d3" /></Relationships>
</file>

<file path=ppt/slides/_rels/slide1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a1cd80937e4ddd" /><Relationship Type="http://schemas.openxmlformats.org/officeDocument/2006/relationships/notesSlide" Target="/ppt/notesSlides/notesSlide115.xml" Id="R05b24230c37b43a7" /></Relationships>
</file>

<file path=ppt/slides/_rels/slide1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83e3873c024893" /><Relationship Type="http://schemas.openxmlformats.org/officeDocument/2006/relationships/notesSlide" Target="/ppt/notesSlides/notesSlide116.xml" Id="Rbc5a1eaf97304b96" /></Relationships>
</file>

<file path=ppt/slides/_rels/slide1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1a04a9bd194132" /><Relationship Type="http://schemas.openxmlformats.org/officeDocument/2006/relationships/notesSlide" Target="/ppt/notesSlides/notesSlide117.xml" Id="R3b3d42773f2c4b1d" /></Relationships>
</file>

<file path=ppt/slides/_rels/slide1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6410efdd464d8c" /><Relationship Type="http://schemas.openxmlformats.org/officeDocument/2006/relationships/notesSlide" Target="/ppt/notesSlides/notesSlide118.xml" Id="Rb3bd0599be014a14" /></Relationships>
</file>

<file path=ppt/slides/_rels/slide1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2308dd9ac543d4" /><Relationship Type="http://schemas.openxmlformats.org/officeDocument/2006/relationships/notesSlide" Target="/ppt/notesSlides/notesSlide119.xml" Id="R3f0084716d7c443b" /></Relationships>
</file>

<file path=ppt/slides/_rels/slide1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87dfdad9f54af8" /><Relationship Type="http://schemas.openxmlformats.org/officeDocument/2006/relationships/notesSlide" Target="/ppt/notesSlides/notesSlide120.xml" Id="R00187d68a3b44e0a" /></Relationships>
</file>

<file path=ppt/slides/_rels/slide1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68e7a018b4ad4" /><Relationship Type="http://schemas.openxmlformats.org/officeDocument/2006/relationships/notesSlide" Target="/ppt/notesSlides/notesSlide121.xml" Id="R5964d28adb6440cb" /></Relationships>
</file>

<file path=ppt/slides/_rels/slide1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084ceb3d7f4d2d" /><Relationship Type="http://schemas.openxmlformats.org/officeDocument/2006/relationships/notesSlide" Target="/ppt/notesSlides/notesSlide122.xml" Id="Rb570cb78f96e4a54" /></Relationships>
</file>

<file path=ppt/slides/_rels/slide1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e706dce014b8f" /><Relationship Type="http://schemas.openxmlformats.org/officeDocument/2006/relationships/notesSlide" Target="/ppt/notesSlides/notesSlide123.xml" Id="R2911b3df6da74d10" /></Relationships>
</file>

<file path=ppt/slides/_rels/slide1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8032b6e9d645f0" /><Relationship Type="http://schemas.openxmlformats.org/officeDocument/2006/relationships/notesSlide" Target="/ppt/notesSlides/notesSlide124.xml" Id="R691d98c044bf42fa" /></Relationships>
</file>

<file path=ppt/slides/_rels/slide1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b56baec0f54c71" /><Relationship Type="http://schemas.openxmlformats.org/officeDocument/2006/relationships/notesSlide" Target="/ppt/notesSlides/notesSlide125.xml" Id="Rba27848f7a0b4659" /></Relationships>
</file>

<file path=ppt/slides/_rels/slide1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eac3104d4445a3" /><Relationship Type="http://schemas.openxmlformats.org/officeDocument/2006/relationships/notesSlide" Target="/ppt/notesSlides/notesSlide126.xml" Id="Ra6b9bd83f9c84692" /></Relationships>
</file>

<file path=ppt/slides/_rels/slide1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9617dffe9a45cf" /><Relationship Type="http://schemas.openxmlformats.org/officeDocument/2006/relationships/notesSlide" Target="/ppt/notesSlides/notesSlide127.xml" Id="R5ad530fda95742c3" /></Relationships>
</file>

<file path=ppt/slides/_rels/slide1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06f29ec2f4739" /><Relationship Type="http://schemas.openxmlformats.org/officeDocument/2006/relationships/notesSlide" Target="/ppt/notesSlides/notesSlide128.xml" Id="R0aba540d6a78450c" /></Relationships>
</file>

<file path=ppt/slides/_rels/slide1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0a23f5d5bc4ea6" /><Relationship Type="http://schemas.openxmlformats.org/officeDocument/2006/relationships/notesSlide" Target="/ppt/notesSlides/notesSlide129.xml" Id="R0c54d025b14342f5" /></Relationships>
</file>

<file path=ppt/slides/_rels/slide1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fa684765c14258" /><Relationship Type="http://schemas.openxmlformats.org/officeDocument/2006/relationships/notesSlide" Target="/ppt/notesSlides/notesSlide130.xml" Id="Rabe49fdf1516443f" /></Relationships>
</file>

<file path=ppt/slides/_rels/slide1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f70f373cc4487c" /><Relationship Type="http://schemas.openxmlformats.org/officeDocument/2006/relationships/notesSlide" Target="/ppt/notesSlides/notesSlide131.xml" Id="R6a1c6f6567fd42f8" /></Relationships>
</file>

<file path=ppt/slides/_rels/slide1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1e5d3f5704eac" /><Relationship Type="http://schemas.openxmlformats.org/officeDocument/2006/relationships/notesSlide" Target="/ppt/notesSlides/notesSlide132.xml" Id="R079e790e26304bb4" /></Relationships>
</file>

<file path=ppt/slides/_rels/slide1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af061314d34ef5" /><Relationship Type="http://schemas.openxmlformats.org/officeDocument/2006/relationships/notesSlide" Target="/ppt/notesSlides/notesSlide133.xml" Id="R1e01d3d21d104961" /></Relationships>
</file>

<file path=ppt/slides/_rels/slide1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b72529ea054214" /><Relationship Type="http://schemas.openxmlformats.org/officeDocument/2006/relationships/notesSlide" Target="/ppt/notesSlides/notesSlide134.xml" Id="R94d0a99289d14256" /></Relationships>
</file>

<file path=ppt/slides/_rels/slide1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b85c5afdf47e4" /><Relationship Type="http://schemas.openxmlformats.org/officeDocument/2006/relationships/notesSlide" Target="/ppt/notesSlides/notesSlide135.xml" Id="R6566e8456aa14aee" /></Relationships>
</file>

<file path=ppt/slides/_rels/slide1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88ffb782f84385" /><Relationship Type="http://schemas.openxmlformats.org/officeDocument/2006/relationships/notesSlide" Target="/ppt/notesSlides/notesSlide136.xml" Id="R7af43c3c525e408a" /></Relationships>
</file>

<file path=ppt/slides/_rels/slide1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6478ad7784408" /><Relationship Type="http://schemas.openxmlformats.org/officeDocument/2006/relationships/notesSlide" Target="/ppt/notesSlides/notesSlide137.xml" Id="R34c20e935381450a" /></Relationships>
</file>

<file path=ppt/slides/_rels/slide1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b92265265b4d23" /><Relationship Type="http://schemas.openxmlformats.org/officeDocument/2006/relationships/image" Target="/ppt/media/image4.png" Id="Rbfda34dd9bf64242" /><Relationship Type="http://schemas.openxmlformats.org/officeDocument/2006/relationships/notesSlide" Target="/ppt/notesSlides/notesSlide138.xml" Id="R4cf132dd0c794713" /></Relationships>
</file>

<file path=ppt/slides/_rels/slide1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68396f98484a8b" /><Relationship Type="http://schemas.openxmlformats.org/officeDocument/2006/relationships/notesSlide" Target="/ppt/notesSlides/notesSlide139.xml" Id="R0de57ee473384c31" /></Relationships>
</file>

<file path=ppt/slides/_rels/slide1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6bf61e0d8c476c" /><Relationship Type="http://schemas.openxmlformats.org/officeDocument/2006/relationships/notesSlide" Target="/ppt/notesSlides/notesSlide140.xml" Id="R227f68db216f4820" /></Relationships>
</file>

<file path=ppt/slides/_rels/slide1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ba2cd210d6497b" /><Relationship Type="http://schemas.openxmlformats.org/officeDocument/2006/relationships/notesSlide" Target="/ppt/notesSlides/notesSlide141.xml" Id="R6444a4d8c1194c32" /></Relationships>
</file>

<file path=ppt/slides/_rels/slide1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4d18cbb3d4db9" /><Relationship Type="http://schemas.openxmlformats.org/officeDocument/2006/relationships/notesSlide" Target="/ppt/notesSlides/notesSlide142.xml" Id="Rf1e513fc672745a1" /></Relationships>
</file>

<file path=ppt/slides/_rels/slide1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d3f6a5593d4f59" /><Relationship Type="http://schemas.openxmlformats.org/officeDocument/2006/relationships/notesSlide" Target="/ppt/notesSlides/notesSlide143.xml" Id="R979c5d39f0154352" /></Relationships>
</file>

<file path=ppt/slides/_rels/slide1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6791fc708d426a" /><Relationship Type="http://schemas.openxmlformats.org/officeDocument/2006/relationships/notesSlide" Target="/ppt/notesSlides/notesSlide144.xml" Id="Rd6dafa39f0dc445d" /></Relationships>
</file>

<file path=ppt/slides/_rels/slide1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aea466ed1f4f23" /><Relationship Type="http://schemas.openxmlformats.org/officeDocument/2006/relationships/notesSlide" Target="/ppt/notesSlides/notesSlide145.xml" Id="R8eb3f73ead144bf3" /></Relationships>
</file>

<file path=ppt/slides/_rels/slide1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20c3942d9d4e98" /><Relationship Type="http://schemas.openxmlformats.org/officeDocument/2006/relationships/notesSlide" Target="/ppt/notesSlides/notesSlide146.xml" Id="R06bf8cc99acc455c" /></Relationships>
</file>

<file path=ppt/slides/_rels/slide1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b7977c59ee49f0" /><Relationship Type="http://schemas.openxmlformats.org/officeDocument/2006/relationships/notesSlide" Target="/ppt/notesSlides/notesSlide147.xml" Id="R2bb60ee8bc094d03" /></Relationships>
</file>

<file path=ppt/slides/_rels/slide1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101fdb5bba4b22" /><Relationship Type="http://schemas.openxmlformats.org/officeDocument/2006/relationships/notesSlide" Target="/ppt/notesSlides/notesSlide148.xml" Id="Rfe0d4bcf843e4c42" /></Relationships>
</file>

<file path=ppt/slides/_rels/slide1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f8bcce47d41bd" /><Relationship Type="http://schemas.openxmlformats.org/officeDocument/2006/relationships/notesSlide" Target="/ppt/notesSlides/notesSlide149.xml" Id="R4d16fde59acd416e" /></Relationships>
</file>

<file path=ppt/slides/_rels/slide1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a46a7b68664cd6" /><Relationship Type="http://schemas.openxmlformats.org/officeDocument/2006/relationships/notesSlide" Target="/ppt/notesSlides/notesSlide150.xml" Id="Rd11ded8829ac4dbb" /></Relationships>
</file>

<file path=ppt/slides/_rels/slide1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64a921a4d447d" /><Relationship Type="http://schemas.openxmlformats.org/officeDocument/2006/relationships/notesSlide" Target="/ppt/notesSlides/notesSlide151.xml" Id="Re10482fc914946e7" /></Relationships>
</file>

<file path=ppt/slides/_rels/slide1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da279560944da8" /><Relationship Type="http://schemas.openxmlformats.org/officeDocument/2006/relationships/notesSlide" Target="/ppt/notesSlides/notesSlide152.xml" Id="Re30b111220c94c01" /></Relationships>
</file>

<file path=ppt/slides/_rels/slide1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72fa6f1f104d4c" /><Relationship Type="http://schemas.openxmlformats.org/officeDocument/2006/relationships/notesSlide" Target="/ppt/notesSlides/notesSlide153.xml" Id="R61d36ad83dc44f63" /></Relationships>
</file>

<file path=ppt/slides/_rels/slide1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7baea1659b436a" /><Relationship Type="http://schemas.openxmlformats.org/officeDocument/2006/relationships/notesSlide" Target="/ppt/notesSlides/notesSlide154.xml" Id="Rbf4f9d54df8d4234" /></Relationships>
</file>

<file path=ppt/slides/_rels/slide1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f2dca520684a38" /><Relationship Type="http://schemas.openxmlformats.org/officeDocument/2006/relationships/notesSlide" Target="/ppt/notesSlides/notesSlide155.xml" Id="R73d8899ed6bf49e1" /></Relationships>
</file>

<file path=ppt/slides/_rels/slide1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87bfc684741a8" /><Relationship Type="http://schemas.openxmlformats.org/officeDocument/2006/relationships/notesSlide" Target="/ppt/notesSlides/notesSlide156.xml" Id="Re7093e8b87d241e0" /></Relationships>
</file>

<file path=ppt/slides/_rels/slide1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6f439e3c3c460b" /><Relationship Type="http://schemas.openxmlformats.org/officeDocument/2006/relationships/notesSlide" Target="/ppt/notesSlides/notesSlide157.xml" Id="Rf5580ac530ed47de" /></Relationships>
</file>

<file path=ppt/slides/_rels/slide1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0e794c5a5f4c09" /><Relationship Type="http://schemas.openxmlformats.org/officeDocument/2006/relationships/image" Target="/ppt/media/image5.png" Id="Rdd926ef8c91d4f0f" /><Relationship Type="http://schemas.openxmlformats.org/officeDocument/2006/relationships/notesSlide" Target="/ppt/notesSlides/notesSlide158.xml" Id="R381b7e80b6264b74" /></Relationships>
</file>

<file path=ppt/slides/_rels/slide1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dfc2bd8e3b481b" /><Relationship Type="http://schemas.openxmlformats.org/officeDocument/2006/relationships/notesSlide" Target="/ppt/notesSlides/notesSlide159.xml" Id="Rf39d693d2a5f4112" /></Relationships>
</file>

<file path=ppt/slides/_rels/slide1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fb6c4e594f4c45" /><Relationship Type="http://schemas.openxmlformats.org/officeDocument/2006/relationships/notesSlide" Target="/ppt/notesSlides/notesSlide160.xml" Id="Ra588a1bbdb3243ff" /></Relationships>
</file>

<file path=ppt/slides/_rels/slide1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c7cac75ac420b" /><Relationship Type="http://schemas.openxmlformats.org/officeDocument/2006/relationships/notesSlide" Target="/ppt/notesSlides/notesSlide161.xml" Id="R65f81d131e424ecc" /></Relationships>
</file>

<file path=ppt/slides/_rels/slide1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399b64ddf450b" /><Relationship Type="http://schemas.openxmlformats.org/officeDocument/2006/relationships/notesSlide" Target="/ppt/notesSlides/notesSlide162.xml" Id="Ra0d3796ed56044f7" /></Relationships>
</file>

<file path=ppt/slides/_rels/slide1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9d5c74bb0f48c8" /><Relationship Type="http://schemas.openxmlformats.org/officeDocument/2006/relationships/notesSlide" Target="/ppt/notesSlides/notesSlide163.xml" Id="Re502d359875547c5" /></Relationships>
</file>

<file path=ppt/slides/_rels/slide1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a2a597055947a7" /><Relationship Type="http://schemas.openxmlformats.org/officeDocument/2006/relationships/notesSlide" Target="/ppt/notesSlides/notesSlide164.xml" Id="R8e7d9ac83b254d67" /></Relationships>
</file>

<file path=ppt/slides/_rels/slide1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47460f40824719" /><Relationship Type="http://schemas.openxmlformats.org/officeDocument/2006/relationships/notesSlide" Target="/ppt/notesSlides/notesSlide165.xml" Id="R5acdda1fd2b54fe7" /></Relationships>
</file>

<file path=ppt/slides/_rels/slide1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acecac4d5743ca" /><Relationship Type="http://schemas.openxmlformats.org/officeDocument/2006/relationships/notesSlide" Target="/ppt/notesSlides/notesSlide166.xml" Id="R891c3df5755b49e5" /></Relationships>
</file>

<file path=ppt/slides/_rels/slide1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591547a2604d67" /><Relationship Type="http://schemas.openxmlformats.org/officeDocument/2006/relationships/notesSlide" Target="/ppt/notesSlides/notesSlide167.xml" Id="R75bb383d495c4283" /></Relationships>
</file>

<file path=ppt/slides/_rels/slide1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c9cf9383604864" /><Relationship Type="http://schemas.openxmlformats.org/officeDocument/2006/relationships/notesSlide" Target="/ppt/notesSlides/notesSlide168.xml" Id="Rdc518eeedaf5444b" /></Relationships>
</file>

<file path=ppt/slides/_rels/slide1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abcacf80a34149" /><Relationship Type="http://schemas.openxmlformats.org/officeDocument/2006/relationships/notesSlide" Target="/ppt/notesSlides/notesSlide169.xml" Id="Rbb2f2d635d9749bc" /></Relationships>
</file>

<file path=ppt/slides/_rels/slide1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9fad905a4d448b" /><Relationship Type="http://schemas.openxmlformats.org/officeDocument/2006/relationships/notesSlide" Target="/ppt/notesSlides/notesSlide170.xml" Id="Rac2d98e3ae724ed0" /></Relationships>
</file>

<file path=ppt/slides/_rels/slide1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c5e9671c04176" /><Relationship Type="http://schemas.openxmlformats.org/officeDocument/2006/relationships/notesSlide" Target="/ppt/notesSlides/notesSlide171.xml" Id="Raf38825cd02b4b3a" /></Relationships>
</file>

<file path=ppt/slides/_rels/slide17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bd7786e36d469c" /><Relationship Type="http://schemas.openxmlformats.org/officeDocument/2006/relationships/notesSlide" Target="/ppt/notesSlides/notesSlide172.xml" Id="R45b5f44a7d034ede" /></Relationships>
</file>

<file path=ppt/slides/_rels/slide17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05f927c674f7b" /><Relationship Type="http://schemas.openxmlformats.org/officeDocument/2006/relationships/notesSlide" Target="/ppt/notesSlides/notesSlide173.xml" Id="R014af7f45f6743b4" /></Relationships>
</file>

<file path=ppt/slides/_rels/slide17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41243ab83433d" /><Relationship Type="http://schemas.openxmlformats.org/officeDocument/2006/relationships/notesSlide" Target="/ppt/notesSlides/notesSlide174.xml" Id="R75188513243446a6" /></Relationships>
</file>

<file path=ppt/slides/_rels/slide17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e32f6febb4873" /><Relationship Type="http://schemas.openxmlformats.org/officeDocument/2006/relationships/notesSlide" Target="/ppt/notesSlides/notesSlide175.xml" Id="R3d41fdc1c6c94d29" /></Relationships>
</file>

<file path=ppt/slides/_rels/slide17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a47fc87ea94fb3" /><Relationship Type="http://schemas.openxmlformats.org/officeDocument/2006/relationships/notesSlide" Target="/ppt/notesSlides/notesSlide176.xml" Id="R1b6f42b5a3c948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64D881-8E93-4A1A-8388-F67C18545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4CBCA-5E07-42EB-B300-E9C6A144B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1500"/>
            <a:ext cx="685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IPA · LLM AGENT &amp; 업무자동화 40H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51DDEF-F6BB-4809-B21F-ECD84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066800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73472E-6022-4FD8-97BF-378DCF64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62150"/>
            <a:ext cx="1028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회의 기록 Agent 제작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BC9E97-61FF-46AE-9B72-DA828936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19450"/>
            <a:ext cx="10287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세 입력 · 원문 근거 · Human Review · Local App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002145-17B1-4126-8965-3779F9E2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148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733323-1E35-4BF0-B9F3-FBB9B40F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95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결과물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553F71-97D3-4D6E-91EC-B4DFBC3D6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006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Notebook · MeetingRecord · Desktop App · MD·Email Draft</a:t>
            </a:r>
          </a:p>
        </p:txBody>
      </p:sp>
    </p:spTree>
    <p:extLst>
      <p:ext uri="{BB962C8B-B14F-4D97-AF65-F5344CB8AC3E}">
        <p14:creationId xmlns:p14="http://schemas.microsoft.com/office/powerpoint/2010/main" val="67627135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5F5CDA-E723-4DE9-B495-DFB2ADA48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09AAA3-8174-42B0-BF2D-D936A0DF0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완성 서비스 Preview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2DA729-9097-4BCD-8B18-BDB40D08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FBA2C-878D-4011-9A1D-9409B1D25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01542D-0B84-48E7-85D5-A2BF90D76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002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5e403739774146"/>
          <a:stretch xmlns:a="http://schemas.openxmlformats.org/drawingml/2006/main"/>
        </p:blipFill>
        <p:spPr>
          <a:xfrm xmlns:a="http://schemas.openxmlformats.org/drawingml/2006/main">
            <a:off x="1695450" y="1239441"/>
            <a:ext cx="8801100" cy="495061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2324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99BA59-0859-4EF4-B820-3BCD1D4E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FE5B76-FE3E-480E-964D-0206F790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기록 Agent 제품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B3C247-B448-45F6-AC65-7301C01A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D143A6-CB23-4A00-99F7-D786D304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041701-68D5-4C51-A2BC-19BCF951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003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644af170584e1e"/>
          <a:srcRect xmlns:a="http://schemas.openxmlformats.org/drawingml/2006/main" l="0" t="11481" r="0" b="11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1000" y="1314450"/>
            <a:ext cx="11430000" cy="4953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9ABAAE-EEFE-455F-AA33-D9B4799EB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391150"/>
            <a:ext cx="114300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0085363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288E026-E824-427F-AA33-59B78EAE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6962C9-1AA5-4CA7-A94B-13F334CC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오전 운영표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41BECB-3C2E-4DDD-B162-CF5B71A0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384E21-0B31-44A1-A6F2-4CDBAE61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0FE6F6-16B6-44C3-A2B1-815F7AA5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501ECE-99AD-40A5-A3CC-CDC829E8C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A81D7F-ACB1-4464-8B41-2D6076FC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시간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3FE260-A9BF-4A0A-9E3E-A1660DE70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859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63A569-8010-41D2-8064-2A90BD29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02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CE9BDA-98D6-4A9A-A04E-87FCBADF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4859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84E3C2-0F52-4642-88BA-FE755B73E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6002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주제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AAEBD1-B9EE-44FD-B537-6C195831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485900"/>
            <a:ext cx="3543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3797D0-BBF0-487C-87D8-F75B00B14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00200"/>
            <a:ext cx="327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7A1F01-0A4C-4241-A586-B3F3D36FE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2C23F7-C4F4-4276-88F6-2C64AD1CC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1924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09:00-09:50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CB715A-033F-4C58-AD24-A0DD68D3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14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5E3648-617D-4944-8FB6-6E550C2FC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14550"/>
            <a:ext cx="876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79045B-F582-4B65-84F0-A43DA826B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00250"/>
            <a:ext cx="4095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74B529-7A36-420F-AA94-5D91B506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14550"/>
            <a:ext cx="3829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 Agent Architecture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511402-654C-4B65-95F3-C7A763E4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00250"/>
            <a:ext cx="35433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D59E46-E8BC-45F1-9F3E-D82674C2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14550"/>
            <a:ext cx="3276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D44C17-2B4C-4382-9AF3-3CF633FD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2190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9005BA-2AD3-42F5-879E-D32D5EFE3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1924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09:50-10:40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4C998D-4096-4D98-9E6C-95BB7620E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90850"/>
            <a:ext cx="114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13FA54-7944-4052-91A0-E2EDE6D2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05150"/>
            <a:ext cx="876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8332E4C-E659-4B10-9157-0502F9D3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9085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DA19552-AB68-4AAB-BC0B-0B0EF465D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105150"/>
            <a:ext cx="3829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Route · STT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66EC05-445B-440B-96DE-C93DB4FA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990850"/>
            <a:ext cx="3543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2BC01B-585B-4DA9-AC19-273CD976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105150"/>
            <a:ext cx="3276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02_inputs.json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E74830-599C-4E1B-A49E-47B55538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2190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DCD5D4-13D2-4FBD-A7BF-A7106305B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1924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10:40-11:30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74D40A-BF79-456B-B064-E1729DBCE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981450"/>
            <a:ext cx="11430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74FBD9-51B6-44ED-B3AE-8882EF8D9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95750"/>
            <a:ext cx="876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6BF1E03-E898-483D-850C-1DF02A7E5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981450"/>
            <a:ext cx="4095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7D5C77B-CA76-4179-A186-C0F4BBCE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95750"/>
            <a:ext cx="3829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 Context · MCP Policy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A4EE9F-4AB3-4DD4-AC43-BC4C4B30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981450"/>
            <a:ext cx="35433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A476C3B-D732-463C-A84E-B888A781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095750"/>
            <a:ext cx="3276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03_domain_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context.json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9912006-2074-4E9D-8C6C-CABF293C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2190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F20A934-EF39-41DC-BFEF-6F80F737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924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11:30-13:00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8EA6870-0F91-4EF6-BD18-F9ECD44B7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72050"/>
            <a:ext cx="114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6760914-AF90-4FA7-8A45-09BE610C5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086350"/>
            <a:ext cx="8763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Break · Lunch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7698A19-2F42-41AC-8DEB-550FFE15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972050"/>
            <a:ext cx="4095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303CB6-0E2A-412D-859D-9BA12D3C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086350"/>
            <a:ext cx="3829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오전 결과 저장 · 점심시간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28103A0-EFB0-44EE-92EA-1B1BED330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72050"/>
            <a:ext cx="3543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801DA95-7D77-41FD-9E79-D54F1A7B8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86350"/>
            <a:ext cx="3276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12:55 복귀</a:t>
            </a:r>
          </a:p>
        </p:txBody>
      </p:sp>
    </p:spTree>
    <p:extLst>
      <p:ext uri="{BB962C8B-B14F-4D97-AF65-F5344CB8AC3E}">
        <p14:creationId xmlns:p14="http://schemas.microsoft.com/office/powerpoint/2010/main" val="19361471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C27B44D-8E3F-4065-8B46-B44CE4634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C84888-C9A3-4366-9D18-4518F18DF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오후 운영표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69A91B-B38D-42D9-AFC5-B64591B6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28A3B-3BDC-456C-8CE9-580F0CDF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87164A-13FA-47A8-A242-C466F168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2F46ED-9A1F-4266-812C-54E0E363F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1D12C5-44F1-422C-B9C3-7490CBDA4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시간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8BD584-9332-4C9F-AFB4-EEAE9BD32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85900"/>
            <a:ext cx="1143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9C6102-C639-4A94-886E-C74DE40F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0200"/>
            <a:ext cx="87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7C7061-4FDE-4BDF-A8E8-171D82CB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48590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7FEAE5-02C3-4493-9C31-01938D00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60020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주제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B726F7-6851-4AA2-98A1-CE5EBF9B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485900"/>
            <a:ext cx="3543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271FB2-D816-419D-8016-865E7E6E9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600200"/>
            <a:ext cx="327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D2527E-C052-4811-B2B9-105A6E5D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BE298F-4E43-4053-844B-AEF6ED2C6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13:00-13:50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D28E18-57CB-4CC6-BE5A-0E8061233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14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5CD608-AEF7-42A0-A605-A3612A3F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1455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8FDF9E-8D09-4262-A823-4F0C6EA2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0002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501E0E-3B60-447B-8F1C-B2C1F120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1455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Schema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1D008B-533C-411D-818D-F8FB0A2E2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000250"/>
            <a:ext cx="3543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1DEAED-FFC3-4275-9A9D-B8F0F030E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1455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04_meeting_record_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contract.json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633077-174C-44D0-9FCF-1793546F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02793C-DE88-4F9A-8C8B-72923883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13:50-14:40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87DB98-DEC4-4459-8D38-C3EFC4082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90800"/>
            <a:ext cx="114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093530-0E69-4407-97EA-65245531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0510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F91A57-27A5-4716-A981-6AEED253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59080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25623D-ABD4-4216-9351-B49B164C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70510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 Workflow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E40287-D0C7-4ED6-90D2-8B23E91D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90800"/>
            <a:ext cx="354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D2CD95-5B1F-43AF-A74C-890C0D7A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0510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05_workflow_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runs.json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D746159-BD93-45BC-AA96-204B0B48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64898C-2546-4FDD-86F9-CEF57D07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14:40-15:00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68814D-343C-4005-8C66-38BC9CE9E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181350"/>
            <a:ext cx="114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17E468-FDC0-4B4A-AF9C-C1A849A0D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29565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Break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0BB951-0B07-45CF-8E99-21326879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1813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ACB0EE-3360-4CC9-8F19-F41B33C72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29565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 · 결과 파일 저장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82ED856-01C8-4C95-AC51-1571DF88A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181350"/>
            <a:ext cx="3543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40B380-C546-4D82-956F-FE66DC933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9565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 재개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A2924E3-7973-4CCB-9670-E032997E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2BD713C-996D-44AE-A97B-045F3FB7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8620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15:00-15:50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9D2C36-343A-4A80-916A-91C611F1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771900"/>
            <a:ext cx="114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971DB57-7F26-4FBE-83EF-DEAD8E2B1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88620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B8F00FA-E8C0-4BF9-A9FC-5667D7E0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77190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E63EF2-D4C2-4A93-BECF-1B119DE3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88620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 Provider · Cost Guardrail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A24E228-83B2-4F82-8194-0AFB2196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771900"/>
            <a:ext cx="354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C95A32E-4C40-4A6A-A81E-8F478932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8620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diagnostics.json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A8EB6FC-349D-43F5-9730-3D704E4DB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276EE14-5BC7-4FD4-8E2F-3573F631E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15:50-16:40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EEA2D0-8C75-456F-9663-6F86DF91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362450"/>
            <a:ext cx="114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DC57CDE-08A4-471C-9B0D-557374301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47675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C37358A-29D0-4C8D-B9BD-BA83FD6F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3624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A28A135-546F-4967-9A45-12BEC3C18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47675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 · Human Review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2B7A902-85B7-432A-A4B5-705113C16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62450"/>
            <a:ext cx="3543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41B8D32-1B55-4E6F-8750-3432710A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7675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07_human_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review.json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1886F28-CEF5-4EDA-B5DB-5656A60EC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190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0E65DDB-6172-4305-B5DC-D41373ACB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16:40-17:30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F8CFA80-DAE2-4CC9-AB50-589CA2CCE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953000"/>
            <a:ext cx="114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76480DB-23AC-411B-9A44-1A2B80238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06730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20C2232-A185-4810-A4DC-6325AE524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95300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A4DC243-01D3-408E-99BE-BD23AB23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06730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Package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EFDD414-48C2-4EC9-B16D-8350E5D9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53000"/>
            <a:ext cx="354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762553D-3A86-441D-BB89-4A7D9F365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6730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08_export_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drafts.json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854D332-27D8-4D00-81B4-1199E064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2190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5923320-33CD-42C7-B3E8-955AD3689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57850"/>
            <a:ext cx="1924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17:30-18:00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D831D8D-0CCB-474C-BED4-9900B551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543550"/>
            <a:ext cx="1143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37601C5-815E-4C00-83CE-B791A755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657850"/>
            <a:ext cx="876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Q&amp;A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6B1C89DB-AFB9-4B37-8FEA-92CD23771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543550"/>
            <a:ext cx="40957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7864E58-0A1F-4B43-833E-084FD4E36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657850"/>
            <a:ext cx="3829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실습 복구 · 질문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388EE11-6171-4C2E-89DD-48CD7A45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543550"/>
            <a:ext cx="35433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DEB89DC-4185-4B8C-9988-C0C10D5D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57850"/>
            <a:ext cx="3276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Error 첫 줄 · 기대 결과</a:t>
            </a:r>
          </a:p>
        </p:txBody>
      </p:sp>
    </p:spTree>
    <p:extLst>
      <p:ext uri="{BB962C8B-B14F-4D97-AF65-F5344CB8AC3E}">
        <p14:creationId xmlns:p14="http://schemas.microsoft.com/office/powerpoint/2010/main" val="13305253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D7CB573-D76F-40B7-A85F-1DAD7B507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8D286D-C263-4925-875A-4A70E88B7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 설치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F69E1F-8D9D-4901-B84E-FFAED85F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EBD39B-3DFC-4BBC-BC4C-B8B660ED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F6EDC-C5EB-4D20-AE39-4CE837B31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99256-6F62-4DF4-B0D7-7EB09C84A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BB7CE9-9D8A-4800-B2E8-31E691A71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46E24C-26ED-4456-967C-31B44646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85900"/>
            <a:ext cx="6572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D3B148-1461-423B-9603-913CE9D7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00200"/>
            <a:ext cx="630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Program ·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F0CFB1-69C3-4947-BAE0-5E42BC274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859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5F5050-48FE-405A-855E-DD9C9A80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600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사용 시점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FEA6CD-816E-495E-89CE-D68E4CBA3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619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72ADD-D9E9-4664-9CC4-333D1DFB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021563-DF61-4587-B52E-FE1EE7705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00250"/>
            <a:ext cx="6572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33A4D9-4E69-404F-935D-A105995AC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14550"/>
            <a:ext cx="6305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· Python 3.12 · VS Code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C23487-AE8D-4D15-946D-010F983E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00250"/>
            <a:ext cx="27813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329BA1-CBB0-49EC-BA34-D2A49DA4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14550"/>
            <a:ext cx="2514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차시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5EFF9C-44CC-4FCA-8B95-4BCE4B975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161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9EE05F-10BC-439E-9F5D-4209F0B6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762DE9-8557-490F-8F5B-EFF14B42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90850"/>
            <a:ext cx="6572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C9FA3D-8285-4CE7-96F6-9DF06FCE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05150"/>
            <a:ext cx="6305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clone · Jupyter Kernel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68EFC9-70FA-4F66-BDE0-0298458F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990850"/>
            <a:ext cx="2781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4F3EAB-CD2C-4691-B80A-0E54FBABA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105150"/>
            <a:ext cx="2514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 실습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361A5E-B532-48E9-A8FF-6EBAE880B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619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1588C9-A150-42FA-B86F-F60C144BC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8EB938-4DC3-4390-B583-C93E4F54F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81450"/>
            <a:ext cx="6572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009376-1DED-4754-B7CD-110E62640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95750"/>
            <a:ext cx="6305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 Desktop 또는 Colima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D30EB0-7850-4E3E-B709-5A6D55849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81450"/>
            <a:ext cx="27813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CCB452-0387-4060-B346-920B4C839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095750"/>
            <a:ext cx="2514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 Desktop App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92F066-C890-45C7-B8FB-3A3C42D6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61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F3FB6F-0DEA-4FE1-A97E-71CC2424C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권장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A4E2ED5-BC32-4C9F-A220-FE54BA403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72050"/>
            <a:ext cx="6572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4EA653C-CE6C-4958-8D1A-8923663A8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086350"/>
            <a:ext cx="6305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ffmpeg · ffprobe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FCDFDA-BA70-4307-B8C7-51D0947F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972050"/>
            <a:ext cx="2781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22C3A7-0E57-4DB6-8DF8-E85DED0E8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086350"/>
            <a:ext cx="2514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 공개 음성</a:t>
            </a:r>
          </a:p>
        </p:txBody>
      </p:sp>
    </p:spTree>
    <p:extLst>
      <p:ext uri="{BB962C8B-B14F-4D97-AF65-F5344CB8AC3E}">
        <p14:creationId xmlns:p14="http://schemas.microsoft.com/office/powerpoint/2010/main" val="20213671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CD1F36C-F24A-41F1-8E0D-E2B784B6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45CD29-4A04-4671-BA38-244F96CB9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 설치와 Login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0ADD3E-7960-4F35-ADAB-8E7F0CD13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28A691-280C-494D-A317-7CF6486C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5E6D0C-26E8-4785-9979-D9AF610D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D6E621-E584-4F82-A79B-C906ABFD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DBFCAD-0989-46F6-AC8D-96BC5781C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구분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5E0908-3CB6-44DC-AD70-195574C9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85900"/>
            <a:ext cx="6572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F91C1E-5401-4730-B840-C74EBA86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00200"/>
            <a:ext cx="630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Program · 설정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6C9A7E-4D95-4628-840D-8AE28B9BA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8590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674EE0-40A1-45EA-8D3B-E36872B0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60020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사용 시점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AED661-533C-4094-96ED-19D9DD68B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619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FFCA34-47F8-4307-9386-0BE7FA8D4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C65993-CCB8-491A-B7AF-9B98767A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00250"/>
            <a:ext cx="6572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C37373-DA66-4F13-8124-842DB696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14550"/>
            <a:ext cx="6305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qwen3:4b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755BF5-802A-41B8-B927-F1E6CD80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00250"/>
            <a:ext cx="27813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9D7A8C-0445-450D-960F-C8C3A21E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114550"/>
            <a:ext cx="2514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무료 Local LLM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6EAA8A-CF5B-4857-80B6-2CC9B451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161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7BDF01-89CB-4521-BE4E-BDBF4AA8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B3487F-95C2-46F8-A132-8EF4DF02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90850"/>
            <a:ext cx="6572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C1A21E-F513-44C6-9005-4550AD716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05150"/>
            <a:ext cx="6305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ChatGPT Login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CA5E4E-35A0-4961-9883-3D5232886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990850"/>
            <a:ext cx="2781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B0225B-46BE-434E-9978-106F8D28E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105150"/>
            <a:ext cx="2514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 실습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60A5B0-11C8-4508-93FF-AEA38599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619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6EE40F-C85A-44A3-9E38-6AAD5390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Claude Code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E40852-104F-4DB2-A194-8BCE4F5D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81450"/>
            <a:ext cx="6572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6D2048-E297-4F1B-BFCD-5E404194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95750"/>
            <a:ext cx="6305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/login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1E846E-F273-47E6-8B93-C7F94D3D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81450"/>
            <a:ext cx="27813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08BFF7-0F90-4F7B-BFAB-405926FA3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095750"/>
            <a:ext cx="2514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독립 Code Review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E198F6-EA7D-4D5A-8EC4-7C6DB1862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61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C6B6E9-5BB1-4110-9637-E19BB71CC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OpenAI API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FB2A68-4B70-4CC8-B98E-DF87EA3C0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72050"/>
            <a:ext cx="6572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6390E1-DE97-4F35-80E4-798925F2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086350"/>
            <a:ext cx="6305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+ Live Opt-in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41B1EB-E4D4-43EA-B221-1C46BB1BC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972050"/>
            <a:ext cx="27813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395112-E3FD-462D-B19B-981C783D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5086350"/>
            <a:ext cx="2514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 Live 실습</a:t>
            </a:r>
          </a:p>
        </p:txBody>
      </p:sp>
    </p:spTree>
    <p:extLst>
      <p:ext uri="{BB962C8B-B14F-4D97-AF65-F5344CB8AC3E}">
        <p14:creationId xmlns:p14="http://schemas.microsoft.com/office/powerpoint/2010/main" val="9096117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0D3978-F6E8-49BC-8B38-B0033AA2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D0A5F2-B3B0-45E0-AE53-7D835599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1~2차시 실습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FCFA90-6EF5-43A3-9004-9CE68D4CD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9A8C5A-C906-4E4A-BA98-748EF954A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F90610-47A0-4582-A75B-18530355A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FF6EEE-E094-4F77-82EE-09871F0B5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BDFABD-241E-45F7-8082-9F61A6537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7E3064-7092-4763-83C5-FCEF52410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287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6B8983-E00D-44BB-A6D9-FBA07035F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543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116DA0-16E5-45A6-B27F-EB30DCD3D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287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29603B-9AE0-41C0-9FB2-D2689E80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54305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직접 실행 · Codex Task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1EBABE-06A1-4A75-8FB0-7646B64B4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2875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9E9F7D-2FA1-41C2-977E-6DC162E08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54305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AF41FD-3A5A-4EB7-943D-5C45B60B8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6192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C162D7-9CED-48FD-B580-3037D154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 구조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34601F-298E-4AE5-866C-4D716A11E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943100"/>
            <a:ext cx="32385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D8E01D-E46C-466E-A8A4-66485E0E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5740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day2_service_lab.ipynb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day2_meeting_workflow.py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A5D9A-5289-4666-98B5-6BEA4701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43100"/>
            <a:ext cx="33337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751953-0D95-4583-92E3-CD6182CC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05740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Router 규칙 실행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없는 발송 차단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최소 실행 구조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CBBD20-7160-4CAD-A4BC-AACF5EE46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43100"/>
            <a:ext cx="27813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AAF3F1-185F-429F-BE28-7AFA26B1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5740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6개 Layer · 7단계 Graph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발송 요청 승인 대기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854EE2-3A0B-42FC-A974-CCAED1D9A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6192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A1CE00-F2D7-4925-BC1C-2E251981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33C6B1-69A1-4961-B9A4-3A75829E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829050"/>
            <a:ext cx="323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A8AE8B-7695-4514-B3DA-DC859D1E5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공개 회의 MP3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Sample TXT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day2_public_audio.py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 2차시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F69FC9-C2F2-4786-BE45-95D40861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829050"/>
            <a:ext cx="33337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0AE73C-1EF9-4E84-B096-540D4EB2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4335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공개 음성·Sample 선택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TranscriptEnvelope 생성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Input Adapter Test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6FCCD9-1867-4110-97B0-00F50A02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29050"/>
            <a:ext cx="27813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E90DAE9-AC32-4B25-8CE8-2F56A2AEF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94335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02_inputs.json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Input Adapter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혼합 오류 차단</a:t>
            </a:r>
          </a:p>
        </p:txBody>
      </p:sp>
    </p:spTree>
    <p:extLst>
      <p:ext uri="{BB962C8B-B14F-4D97-AF65-F5344CB8AC3E}">
        <p14:creationId xmlns:p14="http://schemas.microsoft.com/office/powerpoint/2010/main" val="2762198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1467DC-34C6-459E-9ABD-8E00D7FD2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769D35-F9B6-458B-A097-AC42EB03F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3~4차시 실습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383A37-5919-4D61-B165-3CC08F525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33FF47A-EDB6-437A-AD6B-6541F5BEE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2501A6-D7D8-4A9B-AC60-AA6B48A1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D9EF88-2B74-4B34-9F16-BC928952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372102-F7D4-418C-93EF-3DBAC82D1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D9325A-E3DF-4188-9AA7-F7C661E5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287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9FC10A-1F0A-462F-96DB-6DE6F401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543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6C41AC-50F4-4B82-A807-E4A1E367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287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9D1DBC-BC95-46A4-B238-10785DB31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54305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직접 실행 · Codex Task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B62B8C-E685-4489-BFE7-5F99C1250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2875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DD5CDE-9EA4-4C5F-A687-2DF27853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54305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4544E8-DC7B-415D-800D-D8443A3E2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6192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4DA10A-502C-4DCF-9545-C268C8C00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D8E459-F156-4F88-83EB-CD865DD7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943100"/>
            <a:ext cx="32385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630678-BCE7-4407-936B-FF0F2CCFB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5740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day2_service_lab.ipynb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build_mcp_retrieval_plan()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172013-3C93-46FC-826B-4ABBB10A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43100"/>
            <a:ext cx="33337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C484BA-B024-49DF-A197-919CA606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05740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 Context 작성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Read Plan 생성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MCP Policy 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83245-1DBA-4913-A415-A65ADA2D4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43100"/>
            <a:ext cx="27813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2FAE0F-1A1B-49A7-ACA9-113B1FE11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5740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03_domain_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 Plan 1건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Connector 미실행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FA5978-652B-4AAA-BEA9-06701D1D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6192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EA85A5-B0B9-4DFF-8EB5-01A03FD17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9D2887A-B062-44D8-9978-DA848425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829050"/>
            <a:ext cx="323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5E4DBB-241A-4FDA-BB0F-7AA88CD8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day2_service_lab.ipynb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validate_record_evidence()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F6D210-94B4-4550-92DD-6520E620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829050"/>
            <a:ext cx="33337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575C12-13C3-4975-A86E-BEA3E3AB8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4335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생성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 근거 Validation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Schema와 Validator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BDCB1CF-8B87-40F4-81D2-9D754D80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29050"/>
            <a:ext cx="27813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C6D94A-2332-42FA-BF62-879652C8A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94335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04_meeting_record_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contract.json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생성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없는 근거 ID 차단</a:t>
            </a:r>
          </a:p>
        </p:txBody>
      </p:sp>
    </p:spTree>
    <p:extLst>
      <p:ext uri="{BB962C8B-B14F-4D97-AF65-F5344CB8AC3E}">
        <p14:creationId xmlns:p14="http://schemas.microsoft.com/office/powerpoint/2010/main" val="1860296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A193E50-81E3-443B-B9C0-67DC305F3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0CB901-5F79-434B-A741-CBE264BA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5~6차시 실습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C8B3C6-77CA-41CC-992A-036F196F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7F83B8-940A-42AE-A6B3-5D9426376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784192-8825-4431-9A3D-B3C15098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8F0790-F464-432F-8263-532D2077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8E6353-BA07-4984-9FFE-DE4CEC1B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6D21E4-7206-4C01-B2B2-0F2A00DD9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287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43AA23-FB21-42B0-9B80-EC8DDE1C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543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ED8E9-7840-4905-9D88-8B1ABB74F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287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3D603-584C-4D2E-B9B0-971666A14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54305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직접 실행 · Codex Task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849400-1F95-4AFC-B98C-1766572D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2875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1D4AA5-C8F5-445F-8557-179C1CE4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54305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70C03C-1C3C-40C6-A65E-327EFB37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6192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08AA98-F5B4-4950-AA3B-738FCCDF2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A8EE6C7-8EC4-4607-AC25-84EC237A3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943100"/>
            <a:ext cx="32385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E7C6DF-A975-4279-B458-70027AFF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5740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day2_meeting_workflow.py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test_day2_meeting_workflow.py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CDA572-4480-449F-B2A1-1733EDE7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43100"/>
            <a:ext cx="33337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4923CA-8F46-48FA-9176-1C729BF45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05740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 Spec 작성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Patch·Test·Diff Review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세 Scenario 구현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0A85F9-D537-4A5A-8513-79B2D9AAB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43100"/>
            <a:ext cx="27813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F6D895-433C-4C3F-A205-48570997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5740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05_workflow_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runs.json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Scenario Test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 모두 차단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21C1F9-0BA2-4AC8-8265-AE2139BCC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6192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541392C-A75B-4D65-A091-1ED01190E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9AF1D1-4636-4702-B5E6-FC367DD01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829050"/>
            <a:ext cx="323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0A7A39-9ED1-4C6A-B0B3-BEED3F9A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run_optional_openai_record()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qwen3:4b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8EDB47-6115-4320-98A3-B198A3478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829050"/>
            <a:ext cx="33337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2C7063-D3D7-4811-937D-5E1AB81BC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4335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qwen3:4b 실행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OpenAI Opt-in 진단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Provider Adapter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4CBFD5-1E2E-4958-B89E-671B87CF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29050"/>
            <a:ext cx="27813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8A2151-6D85-4F4B-BFBC-776FFDC8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94335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diagnostics.json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Ollama·OpenAI 진단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 이유 확인</a:t>
            </a:r>
          </a:p>
        </p:txBody>
      </p:sp>
    </p:spTree>
    <p:extLst>
      <p:ext uri="{BB962C8B-B14F-4D97-AF65-F5344CB8AC3E}">
        <p14:creationId xmlns:p14="http://schemas.microsoft.com/office/powerpoint/2010/main" val="101467860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8DF5B7-608C-4B63-B51B-CB84C9D0B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99B51A-762B-4159-9080-B77E96C6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7~8차시 실습 지도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377F75-87B5-48AF-84CB-2149841F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80CBDB-65B8-4E34-8FD6-D88177B8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80D207-2BB1-4626-95F8-37429ADDE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1AC79-BE52-4E92-A43C-BD9B3FD77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6FAD7-9FC7-4255-894A-A85D3C458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9E48BB-BD6F-4206-9CC2-ED812A7BE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287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8570CF-9462-4566-B6E9-C2AF3DD9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5430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2FBE5A-79D4-4D3B-BF87-42ACA5B5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28750"/>
            <a:ext cx="3333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D37337-5153-4D66-BE4A-70E76D880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543050"/>
            <a:ext cx="3067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직접 실행 · Codex Task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51B597-7452-4426-BDA1-499FE81A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428750"/>
            <a:ext cx="2781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C97D64-04D0-4178-A544-41FE95BFD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543050"/>
            <a:ext cx="2514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17F1F6-CEFA-464E-B703-71CAB3CD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6192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4C9225-7C4C-43D3-AF8C-C16CFE80A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59E611-7029-41DD-999E-0F30AF695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943100"/>
            <a:ext cx="32385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90DE2F-01F9-4C5F-926A-5B44A5C0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05740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WorkflowState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day2_service_lab.ipynb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BF339C-E072-4B4E-A765-7178FE91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943100"/>
            <a:ext cx="33337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23626D-5323-4905-9986-A1FF7F3D8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205740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Graph Interrupt 실행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 Resume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Review State Machine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BD2FD9-CCD4-485F-B977-54D398D7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943100"/>
            <a:ext cx="27813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CB62E9-3E19-4C5A-BDD6-B61F1015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5740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07_human_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최종 상태 3종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A90F9A-FF21-4FC8-A3B7-A68A9399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16192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5E019B-2960-4C85-BDAC-415B8197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3525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139EC6-3A83-4977-90E5-B7A180A6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829050"/>
            <a:ext cx="32385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A94D59-D2DD-4922-9AE3-D8C68E0A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943350"/>
            <a:ext cx="29718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docker-compose.yml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Makefile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index.html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app.js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546726-1331-46A2-BA4D-032A5572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829050"/>
            <a:ext cx="33337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B6D2150-86F5-467E-9BE5-3F112B499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943350"/>
            <a:ext cx="30670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 App 첫 실행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입력과 Local Draft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App 통합 Test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0BA6E6-0102-4995-9228-93626B46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29050"/>
            <a:ext cx="278130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CB2D77-D634-465A-9DA3-93BF188F9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943350"/>
            <a:ext cx="25146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08_export_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drafts.json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App 실행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MD·Email Draft</a:t>
            </a:r>
          </a:p>
        </p:txBody>
      </p:sp>
    </p:spTree>
    <p:extLst>
      <p:ext uri="{BB962C8B-B14F-4D97-AF65-F5344CB8AC3E}">
        <p14:creationId xmlns:p14="http://schemas.microsoft.com/office/powerpoint/2010/main" val="208795739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2F87D3-CEF7-4A2E-A8C1-6CE65AADC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38A2E3-1365-4E2C-8853-061DBFF2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1차시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3D2282-A572-48F7-819E-EFC2FED50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09:00-09:50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22F41A-6E15-4D92-A81C-6594788A3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Meeting Agent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854537-7446-4A00-81A9-1B22705F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LLM · Workflow · Agent · Human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0281C1-AD2C-4E38-9995-DDEE0BD9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7A0403-DE9E-4E2E-A9EC-E62566178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0-13분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A4367-FC22-4E40-A43D-ECD6AD073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52A179-CD62-4E33-8D81-407FFD706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13-21분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B97132-B4D9-4177-8591-C0E9E9B4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3D3FA-E339-4B44-ABC4-2BC090129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21-43분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264588-41DC-4B4B-AE0E-143171DA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6FD1D1-E1D8-4C17-B367-A24207A13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43-50분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22D5F5-E55A-44BE-93B5-73A23684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34A154-B5E7-487C-A2E4-F932D592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01_architecture.json</a:t>
            </a:r>
          </a:p>
        </p:txBody>
      </p:sp>
    </p:spTree>
    <p:extLst>
      <p:ext uri="{BB962C8B-B14F-4D97-AF65-F5344CB8AC3E}">
        <p14:creationId xmlns:p14="http://schemas.microsoft.com/office/powerpoint/2010/main" val="214332710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F09269-B985-47E7-8766-2B31323E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E92DE-702A-4E9B-9FE7-F0EC2105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LLM·Workflow·Agent 역할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1D560C-8D7F-414A-966A-8BEF6FE4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B1391B-5339-4122-971E-08C5B2274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E59F52-863B-45FA-9464-F2DF8E0F1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DE4776-EC1B-46FA-9417-236689C7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번의 생성, 고정 절차, 상황별 판단을 구분하는 제품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9647B3-47D7-4D86-8CE9-D071EB0F2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201B85-5290-4DD2-B317-8FBCB999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6F9C31-24C1-4E88-A922-DEC200C86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 한 번을 Agent라 부르면 비용·오류·승인 위치를 설명할 수 없다.</a:t>
            </a:r>
          </a:p>
        </p:txBody>
      </p:sp>
    </p:spTree>
    <p:extLst>
      <p:ext uri="{BB962C8B-B14F-4D97-AF65-F5344CB8AC3E}">
        <p14:creationId xmlns:p14="http://schemas.microsoft.com/office/powerpoint/2010/main" val="43496402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9554D12-945D-4274-B4AA-EB0557B5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AAB2C5-A6D8-40BE-971F-F1FB8C84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판단량과 실행 방식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EA16D9-046A-49BD-B4FA-81F23315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B7C6F1-856C-4A70-9747-586876C9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183CB1-7A10-4C75-A64F-1FCB763E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036193-AF3F-403D-AB7A-885123EE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D81AA2-4F53-4478-8179-3A6786750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7D9851-2C3F-45D4-BCF6-2811DBD3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52B4C-A1F8-4A6D-A214-77EFA0265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7B401-FEFB-4822-92B6-6C3AF0EE0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6F72EF-F3AC-4FBE-8BE2-986C6211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B7974-D169-40D7-96C8-6F1A99836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B5235F-6BC1-401B-BAAC-BB6AC7E60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B0E0F7-BDD9-44AC-B24C-D9A935A77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F14DDE-6DC5-449E-8BDD-125E5D7F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주어진 맥락으로 한 번의 결과를 생성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ECC054-5B8A-47E6-8F84-55AC39B0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17A20C-21B3-4178-9C32-844F51889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route_execution_strategy()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5948F8-B7C2-49D0-8946-BCDDC2AE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B579F3E-B786-49FE-B24D-A17EDE05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6CE81C-C3F6-4B04-991E-D95846D3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3DF3710-CBDA-4508-BC6E-C192EB8E9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순서·검증·오류 처리를 코드로 고정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4BB35C-9A1F-4859-9B8F-4523B1F9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5C733E-D335-4C28-9075-60E0A279F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run_meeting_workflow()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D78085-6807-409B-8330-CB363D9B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508A6F5-A8BA-4415-8E37-53681CA7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279DF0-ADB3-4771-A631-7EE7F4DC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D64C6A-B191-4E2E-B781-AFC9CBE4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상황에 따라 Route·Tool·다음 행동 선택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8202CD1-3F26-4873-BB0B-24AEC462E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3435946-FCAB-4EED-8089-BEFC2CE80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compare_execution_strategies()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3A552E2-7512-4898-A120-A418F32A5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91FE50-1871-4D02-8ACE-E4E0946B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9353D3-7DCE-4F62-ABA7-147CD109D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D9C71B7-7A70-4877-83D5-D4AADB7A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 전 Approve·Edit·Reject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44521A-8C49-41A2-9C7B-029E436A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22366A-8B08-42FF-85C6-144334DB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start_*() · resume_*()</a:t>
            </a:r>
          </a:p>
        </p:txBody>
      </p:sp>
    </p:spTree>
    <p:extLst>
      <p:ext uri="{BB962C8B-B14F-4D97-AF65-F5344CB8AC3E}">
        <p14:creationId xmlns:p14="http://schemas.microsoft.com/office/powerpoint/2010/main" val="20130709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6DB8783-0361-4881-B4DA-6C2D7F17E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D6A33-7CD3-41A2-B89B-6215EAA79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기록 서비스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2B4188-2D60-413C-8D68-662A743E7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459926-2C95-4A2C-8308-5BAE3D3E6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1617B3-63DA-41DF-88FF-2DF10EAAA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65D4D7-6EF0-4E9A-838C-30E11B4E4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175AB7-42D4-471D-9A3C-37AF95266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082B2A-443F-48A2-A234-9A9BD48A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8C6AE8-8754-456A-AD0E-4C226EA0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37A07F-913D-44EA-8221-5B55D9962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AA411D-F5A0-408B-8C6A-3B1BE9877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008311-82B0-45E3-9A09-B0CE6700E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사용자 요청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777263-6B0C-4F5C-99C6-45E75306B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A970DA-EEA0-4961-9E00-98C778BF6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C7320D-405E-4E4A-BD8C-055AD543D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유형 판단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5E578E-E239-4692-BAC0-501336FC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C9272B-65F8-4E84-8EF2-958F0A36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42AC92-410F-4F17-B280-BAE2EB4E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고정 처리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221A33-6E07-47FE-A4EE-88107A65D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DBCDD6-563C-45A3-88D5-351CA573A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27ED32-ABB2-4A96-8D21-949AD0F5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필요한 사고만 LLM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359B0F-20B8-4F4F-BAAC-880E6F1C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CA3BBA-EDD7-4826-B526-0CBC89C3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E03268-050A-4723-937C-34CB8E8D9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확정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B1E1FA-FF92-454E-BE31-C6F25D2D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01_architecture.json</a:t>
            </a:r>
          </a:p>
        </p:txBody>
      </p:sp>
    </p:spTree>
    <p:extLst>
      <p:ext uri="{BB962C8B-B14F-4D97-AF65-F5344CB8AC3E}">
        <p14:creationId xmlns:p14="http://schemas.microsoft.com/office/powerpoint/2010/main" val="1239206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DE816F-B735-491C-832D-3D6CFBDAF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690C70-EF44-45C5-A002-5D4521C47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유형별 선택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41CD3B-2B82-4E3A-9EEC-7DFB465B9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5797C-A19D-4E7D-B82F-6FB61AE22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7CC7EA-A6E6-4444-A66D-9BCE10EF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F3BF4B-3488-41B8-8491-670960F1A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9C4BEC-5E3C-4A64-A89A-006BF99AD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971346-2A49-4A82-B780-1DD91BF1D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CE79C5-89C8-470B-8B79-163FD9C30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43F6E9-3DCA-447F-96F3-62D267C7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917063-AEB5-4A7A-8CBE-144C774C3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7A2B0D-A455-4C83-9110-B05DF185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AA2E7-6B2A-4E5E-86B3-4F6587366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번의 요약·변환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9C0955-20A4-4AC4-A800-F8037A864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BC2B9F-58B5-4850-9B93-673AC01B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EBE1B4-EFDD-4DF4-BB3D-4A101D3CE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BBF6ED-F190-431A-A1E3-3E312B59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도구 선택 없음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1E6264-4C6C-4C2D-91CD-051027295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728371-52DE-4D6B-8FFF-C2019C547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항상 같은 처리 순서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021474-16F5-4BC2-A7DE-170294630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D2CA5C-88BC-4EF1-B0C3-A4C66FF5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07485B-A02B-4DF8-8158-7A80B211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A46905-D123-4BC2-A519-0617A23BF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단계·오류 규칙 고정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9BE95F-AAC1-4792-802F-7F1528D25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A0A663-C546-409A-8699-F9D46952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자료·도구·다음 행동 선택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69C3F4-7FB7-4906-BD62-EEBF44B8F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34D62D-E83C-4518-AF4C-B4D6437A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D66451-9CFE-42EC-A5E5-DE46F629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A62114-2666-4460-8E8C-3F70DEF6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정책·비용 상한 필요</a:t>
            </a:r>
          </a:p>
        </p:txBody>
      </p:sp>
    </p:spTree>
    <p:extLst>
      <p:ext uri="{BB962C8B-B14F-4D97-AF65-F5344CB8AC3E}">
        <p14:creationId xmlns:p14="http://schemas.microsoft.com/office/powerpoint/2010/main" val="138792995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2CBBCE-F88C-48CA-BA4C-F65256AA4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914554-E4C0-48CB-B24D-B2C22876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Router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13C2E7-6848-430E-980B-D87CFFA25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79952B-04A5-4763-842A-16FBE429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A316D9-8B71-4BA9-840F-DCC4BC29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35D5DC-2FB1-4A44-8634-95560F67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02E6B6-C23C-4FAA-9171-579A1BDC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047895-C77F-4AD6-9517-BE86945C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498B6E-62BA-4BAA-AF9E-3E7312F5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488051-3527-496C-AEE9-5C2082172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550E52-4843-4D36-A5A6-216776235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읽기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E5786C-5523-4F0C-A717-B8249B7C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3BB072-C2F7-47F9-93C7-E4567BEF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materials/day2/일반인을_위한_회의기록_Agent_설계.md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B1163B-5DD4-434B-BF73-A42D73319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073290-C61F-4CD5-898E-1B522FA5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EA8B1A-5EEE-4508-BF4F-B5BD3B972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3C0FD4-58A2-4FA7-A0D1-1A0A77561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1차시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7C18178-3800-474E-8856-822C94C46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9EEF52-2CE1-4FA6-BE52-47B3D75F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913CE7-977F-4650-A883-8E07E175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B5519F-2705-410D-B6DA-6CE276A8E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src/course_services/day2_meeting_workflow.py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0325EF-62B6-4DD7-8C6C-6F689486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AF1A296-4972-499B-B06A-0FFE7561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940C2B-CE09-43FF-9639-4E419221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80C7EA4-69B1-4575-893C-F8E37E26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-k rule_router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9B3E27-AA0E-4A5C-BB22-E7B89496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A37072-1D5D-4164-A2CD-1FBDAFBD8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3.12 · VS Code · Jupyter Kernel   ·   Repository clone · workspace root 확인   ·   materials/day2/day2_service_lab.ipynb 실행 준비</a:t>
            </a:r>
          </a:p>
        </p:txBody>
      </p:sp>
    </p:spTree>
    <p:extLst>
      <p:ext uri="{BB962C8B-B14F-4D97-AF65-F5344CB8AC3E}">
        <p14:creationId xmlns:p14="http://schemas.microsoft.com/office/powerpoint/2010/main" val="18866042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8C55A7-C5E0-4417-849D-3E5780555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21D2AC-3CF7-4349-AEB9-7B1766450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분류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D751BD-76E7-42A6-821A-CE87BD174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2987CB-948C-4829-9AB7-DF321FA6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5351E4-E357-4250-8BEB-C0F84D90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CBF351-87B2-4B88-9118-FF9067C7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71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3F7C45-9438-4C4D-9B81-45F1B65B8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3448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요청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CAC752-2392-4E4F-98C8-CDFCA05D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5049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C3CA57-81CF-483C-AF28-BAEB00502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6192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 방식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7F2DC1-E8CF-4D60-84DB-58B785DF1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504950"/>
            <a:ext cx="4400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AAF239-5F72-49FB-A109-26C27F09F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19250"/>
            <a:ext cx="413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 이유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524717-9C49-4166-8250-CD985751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3714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ED3975-AD62-4F4A-A336-7A8C0476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33600"/>
            <a:ext cx="3448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요약·To 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5F196F-D1BF-4C10-85F0-CB8527A4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1930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A2D792-3D2F-4AFD-9DF4-9E9C77535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33600"/>
            <a:ext cx="2590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0A7842-C96A-4E74-B20F-4C962DF0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019300"/>
            <a:ext cx="44005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61F6FE-B242-4AA6-A2D6-F12591BD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133600"/>
            <a:ext cx="41338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반복 순서 고정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17486D-9BCB-4B68-BB2C-184E533A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714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4D106D-A542-40C7-946D-759718F12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3448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Notion·Slack 맥락 검색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977263-4C47-4AEF-88DA-4D9849B9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219450"/>
            <a:ext cx="2857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F5C6EF-6D21-43D3-B3E7-2DA2C909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33750"/>
            <a:ext cx="2590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 Router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CC6982-4A01-4271-AC2E-095B207B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219450"/>
            <a:ext cx="44005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1E7935-9B43-4D12-A195-1D8A49A3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333750"/>
            <a:ext cx="41338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자료·도구 선택 필요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53F665-9898-4CB3-82E4-0A2D82CD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3714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90C07B-D4A7-4BC8-9F12-312AE8364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3448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자동 메일 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82801A-847C-49F6-A21B-788C90D7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419600"/>
            <a:ext cx="28575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F05D56-55C2-42C9-B0DE-CAD5508CD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533900"/>
            <a:ext cx="2590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524C2B-F24A-4D5B-BFFB-98436A9D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419600"/>
            <a:ext cx="44005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A95391-90A8-4EA7-8A54-9FB900B67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533900"/>
            <a:ext cx="41338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전 실행 차단</a:t>
            </a:r>
          </a:p>
        </p:txBody>
      </p:sp>
    </p:spTree>
    <p:extLst>
      <p:ext uri="{BB962C8B-B14F-4D97-AF65-F5344CB8AC3E}">
        <p14:creationId xmlns:p14="http://schemas.microsoft.com/office/powerpoint/2010/main" val="67999382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282499-2497-40DC-931B-3317529F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5FB246-1515-488C-B394-F1EDF2D8B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A3018F-5C47-427A-9BDB-B08C70C4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E92209-E6C5-4C71-86DB-ED2E5615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F7C787-67E7-4EB2-A89E-673FFC3D6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73F63E-4B5C-4C89-AAEF-056B1334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B0D4D2-035E-450D-813A-6D175F607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BB2AF0-411B-4124-B1F7-95DAFACB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1차시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FDE57-6DA4-4711-8528-ADE81A20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F4D3F3-5F03-4447-B801-833A13F8E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92A017-78E8-44F8-8BB8-793C5623D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jupyter lab materials/day2/day2_service_lab.ipynb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77DF49-EBC8-4BDD-896A-91A6CDF25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D686A8-31BB-430E-8EA5-7F0FC4A8A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214B4D-0750-4DB2-ACBE-039189C01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유형·선택 방식·선택 이유가 함께 반환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77143D-E5B0-4F1C-AEA1-72CEFA369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399CA4-0F00-4DB8-80AE-C193D719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C0244C-704C-4D53-A1FD-4E90D284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없는 게시·발송 요청은 APPROVAL_REQUIRED</a:t>
            </a:r>
          </a:p>
        </p:txBody>
      </p:sp>
    </p:spTree>
    <p:extLst>
      <p:ext uri="{BB962C8B-B14F-4D97-AF65-F5344CB8AC3E}">
        <p14:creationId xmlns:p14="http://schemas.microsoft.com/office/powerpoint/2010/main" val="199213456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3B6A1C-374B-4721-B4C9-7E1F2FEDC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D9AE53-ADA6-497B-A46B-216B8799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30A5FF-60E3-4B78-A664-CE63B5E4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5070A-737B-4CF8-A8EC-56D4E0D8D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055131-2FE0-4389-A70C-624C62B5C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718DFE-DFDF-403A-9C30-35B38A27E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6E6728-805E-4FDE-9E5D-0CCEF6D0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2B3E37-B220-4F40-86A9-96CB7FC16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rule_router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00A0BD-2277-45ED-A6C2-E6245EFF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768363-A211-46CF-811D-55B7F685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107F1-2A8D-4DE6-AB53-56990700E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F79BF2-96A4-48AD-A015-30F5501B5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A60759-6464-4343-AC40-2E82721AE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CBC9D3-F4B1-4F4E-98F8-7E983C59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09352A-D565-4FD7-9325-97760175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C3A487-261C-4D11-9886-C090D5979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719A10-8B16-47EA-BF78-900C0A89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14C970-CBFB-4967-BA55-A187670D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A12544-8ABA-4139-810C-C69DAF565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EBAB66-7DB1-4942-B4B2-C61F221A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</a:t>
            </a:r>
          </a:p>
        </p:txBody>
      </p:sp>
    </p:spTree>
    <p:extLst>
      <p:ext uri="{BB962C8B-B14F-4D97-AF65-F5344CB8AC3E}">
        <p14:creationId xmlns:p14="http://schemas.microsoft.com/office/powerpoint/2010/main" val="208559750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9443EA-AD8B-454E-AEAB-182DC2ADD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1660BD-11E0-420E-916B-0D8833236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419098-0C3F-4866-A426-CD825C8D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AA0995-382A-482B-870B-AE1131B57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C80AB6-8CDF-4F90-A496-D7EC36227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070EA5-3EAB-4660-8DCE-48FBF39F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D80164-A430-4576-9848-675C3E5D9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"layer_count": 6,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"fixed_graph": 7,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"agent_views": 2,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"human_review_required":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"external_write":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B29EA5-F329-4F43-BDBC-E39BE4848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C3B340-400C-469E-8B3E-B4547326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3129D2-7017-4DA7-AFF4-4CA246B00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F9D0AC-BAAE-4CC6-A2AD-D0262DD1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layer_count · fixed_graph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79FBFD-1246-499A-8FAA-F5FB12A7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CC369-21B4-4F15-BB4D-27E0FC963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3BCD1-7CE6-4B9A-8A9C-9146D01A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agent_views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596B23-24E5-4E5A-B6F1-BD638CF90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33404D-AD98-4D0F-9048-9DA329CB4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737182-9FD8-4B42-A69D-5F1C25EE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human_review_required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4A98BA-517D-4D38-81AC-6EA471D3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724F5B-46DE-4B62-9E25-A0F2F968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6B306A-CB06-4A89-824A-20CC5B435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81737748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B54C3F-0D42-410B-9B5E-A28A56AF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4057AC-C731-4719-9E43-1ECBFF8A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900D1C-98AA-4185-9A3E-ADE24647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1F41E9-2FF0-4F80-9A2B-8DBD051C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34BD1C-6132-4C25-BD0E-74776A92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789B4E-6B42-4D1D-8937-BB5B62B00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43C4E7-28BE-41CE-BBD9-E13479EB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D33598-3B1B-4644-BA11-9FC0E3D5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architecture =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"layers": ["policy", "input_adapter", "domain_context",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   "workflow", "human_review", "draft_export"],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"two_meanings_of_agent":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"user_view": "여러 단계를 이어 주는 서비스",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"engineering_view": "상태·도구·정책을 가진 시스템",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},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"fixed_graph": ["policy", "input_normalize", "stt_optional",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        "structure", "evidence", "human_review",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        "export_draft"],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"invariants": {"human_review_required": True,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       "external_write": False},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len(architecture["layers"]) == 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4074AF-9A67-4334-B43E-1EC156ADE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save_json("01_architecture.json", architecture)</a:t>
            </a:r>
          </a:p>
        </p:txBody>
      </p:sp>
    </p:spTree>
    <p:extLst>
      <p:ext uri="{BB962C8B-B14F-4D97-AF65-F5344CB8AC3E}">
        <p14:creationId xmlns:p14="http://schemas.microsoft.com/office/powerpoint/2010/main" val="143916506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50F747-BE11-4FAC-AA48-DA7BFBAD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AED5F-4DDC-4148-B65A-9A0488C3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최소 실행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0462A1-9B5B-4E2A-AE3A-A484F755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CEEECC-7EC0-4066-9AAD-21E6B9E1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27C82-9D30-4675-A8B9-EF1A2CF4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CFEF93-428F-43B6-9A8D-848830BC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5DD5C6-94B7-4D25-91D0-B0FE459C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125380-C481-4C70-A646-AE4A3B64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828812-B744-46B4-8AEC-5B7A2DBB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B3BBDF-B5C1-4522-B08E-558DC90C9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F32043-20B6-48E8-9ACC-B7C238BD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2D1B18-2E90-4D57-8391-205BB868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C5F52B-15FC-4872-AED1-E1DE8C7A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세 요청 유형 Router의 최소 구조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CBE16F-8C41-427E-A49E-F89025C0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EF99EC-0448-49C4-AA1F-CAE40A6FA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4592E3-E570-469D-A1ED-424BBC1F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F1F78D-8E17-4BF4-B6E5-279FFE0E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day2_meeting_workflow.py와 해당 Test만 수정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B628BE-A560-4EDA-9BCB-257BBF99A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8BBE0A9-9DEA-47C5-A495-3AE3B759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299E057-5D83-4E67-B934-0222AD94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DA8128-760A-408D-8F9C-37C8B4CC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필수: Happy Path와 승인 없는 발송 차단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00D0B7-034A-4AD5-BB52-85FB96C82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EC0C89-226D-4452-8FD2-682411031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23FCC3-7F01-4C6A-8083-FBD7E9ED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B30C13-7DEF-4957-B814-C2B98D2D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.env·외부 API·자동 게시 변경</a:t>
            </a:r>
          </a:p>
        </p:txBody>
      </p:sp>
    </p:spTree>
    <p:extLst>
      <p:ext uri="{BB962C8B-B14F-4D97-AF65-F5344CB8AC3E}">
        <p14:creationId xmlns:p14="http://schemas.microsoft.com/office/powerpoint/2010/main" val="142193455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FAA699F-5C1C-45DE-8002-B2F963358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DB840A-8B70-416B-A9A6-C23E4EA0F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8DDBC-B564-429F-9845-543B0CD1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FE885-C6A6-4A2F-A791-45349548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A84EFE-8ECB-4AB2-A087-754830E9E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760B1-5FBE-43F7-9DB6-5A169552D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C530EB-2652-446A-B3D2-45AF54BD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260BAB-545E-41C0-B316-414D22434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src/course_services/day2_meeting_workflow.py의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6E3585-1AF1-49E2-9E24-A53CC916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C1B904-4A76-49EF-9DEB-3A3E26EE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A74B29-8017-4344-BB05-ABAB0BC39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요청 유형 Router의 최소 구조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058704-9747-4FB2-B0CF-A57C4F3D2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D14586-7A0A-4DA7-8227-7F7B87453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4872C5-D7BB-483C-ADD0-7F09856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rule_router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72F1E1-05A3-40C6-B5A4-9C59E409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2B787F-1053-4859-B9B9-F60557C17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CC5CA3-8C3E-4AE0-9F45-29BC640C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10650201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14D6DC-148D-4341-87D5-07DDE7E3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E75BB7-17CC-4571-8151-A1B73EFD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Router 규칙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3E3427-BDDD-4309-B755-2DF85C665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618E0-55CE-4324-B166-3197032D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654E1-5C2D-46B2-97CE-A3BB44946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153128-1E2A-48B3-90F5-AB4AA4F8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1FA134-21D5-45BA-94DB-9104A9C58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5E27B3-C5B1-4D91-8C55-8C86FC02D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 1차시 Cell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11B17B-F9D9-4111-8A70-99DDADCD4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3ABE53-AF71-4750-B09C-4C846F3C4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5C318F-AC0E-4002-8C15-3C9D5232A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fixed_meeting_record·context_retrieval·one_off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897C3A-B5A0-42B7-90C7-DFF611EB1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A136B6-84DD-40EB-8B5A-071EA09F4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497B3E-B84C-4009-BC1F-F02C91FED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 저장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57C034-286A-44D4-944F-96BD7F7C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8B4636-39F0-4DE0-B798-6F0866B7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01_architecture.json</a:t>
            </a:r>
          </a:p>
        </p:txBody>
      </p:sp>
    </p:spTree>
    <p:extLst>
      <p:ext uri="{BB962C8B-B14F-4D97-AF65-F5344CB8AC3E}">
        <p14:creationId xmlns:p14="http://schemas.microsoft.com/office/powerpoint/2010/main" val="806796105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E47EF5-FA1F-4305-BEB4-56F68A9A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C3AB54-D405-4222-98E4-9F291819D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없는 발송 차단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413CCB-1A3D-4447-BA66-1634343F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C84F0-4B1C-4ECD-9980-53519715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D05ED3-2585-4BEB-839B-54140D87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25B0E3-AED6-4D66-83B5-FE868088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6D5BB-DE89-4A0F-8280-CF3F80B1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36E949-0799-4C73-9ADB-3FAF86BA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자동 이메일 요청을 Blocked case로 추가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9A7CD3-30B6-4A55-9C06-F20BBEE48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101F3-90F7-4707-92B1-DF013D0E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12B500-9B28-470D-85E1-53B1EAB45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external_write=false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3E5BDFE-189F-4304-82F9-B03CD5D26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14DC78-53C5-42E4-9261-21117469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E4C1E2-4438-468E-AB15-28BEACA3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 재실행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703030-8533-4BCB-99C6-1A2FBEF0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FC3908-4B22-409D-B7C5-6D39F8DE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01_architecture.json</a:t>
            </a:r>
          </a:p>
        </p:txBody>
      </p:sp>
    </p:spTree>
    <p:extLst>
      <p:ext uri="{BB962C8B-B14F-4D97-AF65-F5344CB8AC3E}">
        <p14:creationId xmlns:p14="http://schemas.microsoft.com/office/powerpoint/2010/main" val="307463111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A5C7F4-B7F1-437F-8D83-D3E47E1BE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4FE258-F5D4-478A-861F-3D04E74BB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4D4817-B947-4138-A5FB-7CA255E06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191140-9119-4272-8DAA-BEC1C687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14E6AB-8442-41A9-A2FC-89FDF523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5782A1-D181-4601-A9C5-318C7299D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F14E0-A0A4-4F63-A02B-55BD55D2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80E99A-BBCD-4B2A-B748-63F096A5B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DF2943-44DA-4D06-935D-9B4551B8C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A10293-90ED-47A1-BADD-3064B8148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980DFD-EA2E-418E-8611-9236EB35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B5A807-8024-4341-AF71-BA2A26C34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94732E-D5D6-4429-87D5-3F13684E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2A18DD-4F5E-4168-9166-4ADE9DC45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7D0C3D4-49F0-4193-9AE7-941BE6B4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유형·선택 방식·선택 이유가 함께 반환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71AE2F-0C02-40C5-BA62-80B542DAC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1F06B4-F1B6-4C0C-8A8F-5E64992E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8A8043-4962-4B87-8223-792D33AE6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51B01A-ECD7-4373-A868-62E25FAA7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D83D7B-569B-4531-A0B6-947349DD8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D9C438-1649-44D5-BF53-9992127F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없는 게시·발송 요청은 APPROVAL_REQUIRED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56673D-4D79-418E-8CCB-46470BF3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006A9C-AFD7-4C0B-86E1-D6CA79A4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A287BA-E633-4AE4-B0BC-4029C69B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BE4514-0127-42D8-88EF-3B4BE65F3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BA988DA-23B5-4A16-9620-31E5D665B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223D8F-2B89-4317-BDC3-D2B11F71B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저장·발송 요청은 Human Review 대기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62F6C2-44B5-43C2-942E-417F900E8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9F11BF-5835-4CAC-AF33-C4B1B8B5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대기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9AE2595-4716-4A70-930E-18CB2AADC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998295-3CAC-4901-A653-5000F035C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F9C2A-463C-4830-9F5B-0F1A4CF9E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AA16DA7-50EF-4840-B231-4DB8FC700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01_architecture.json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85B1D4-FB06-4D9E-8D24-154BE7D42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995CE23-67E3-490B-B4CC-6B2E7417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43985240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54CF5-D2EE-4C91-ABCB-8A38ED4E7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20FC82-D6F0-48FA-B2C1-01A5C9E0A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BE384B-EB1A-4E09-9D35-44BCA8C20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786B49-E12A-4A43-8A16-3B980DF92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3EB79B-65F5-449E-98E0-C2DC01FE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22EB6E-5CE2-474C-AABB-D83E993D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E4F90F-6E72-44EC-BEA5-1C66B351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E36B4-D1D5-45BC-9297-429A5C616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문장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D3F537-94D5-4374-8E76-10EF6D3E3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BBDC9-AD9C-43EC-B4CF-8E1AEA4F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9307BF-855A-4AEB-B6B7-1B66D2AD8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Router 규칙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68388E-B2AB-401F-8CA7-497C0E52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4AEB5E-8F4E-4A19-99A4-88383A4B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AEEB24-8AEA-41EE-AFDD-521CFED6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 이름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167245-7706-492C-9243-7A201E85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22E95B-A3C0-4819-B5D4-86ED01C95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72A4BB-3AC8-4720-BB4A-82921A1F1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 검토</a:t>
            </a:r>
          </a:p>
        </p:txBody>
      </p:sp>
    </p:spTree>
    <p:extLst>
      <p:ext uri="{BB962C8B-B14F-4D97-AF65-F5344CB8AC3E}">
        <p14:creationId xmlns:p14="http://schemas.microsoft.com/office/powerpoint/2010/main" val="179856096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4FC027F-4D70-4109-AA1D-7A8A7FF0B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1EB319-9507-4BAF-B934-1A0487902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Request Router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9CBB61-2E5F-4096-8271-81B0E616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34424F-25CE-4C19-B6C0-2010EFA0E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193A9-50CA-4ECF-871F-EE4B96708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A528EB-263C-491E-936C-F472C4D7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24859D-8F51-4F39-9CE7-31F58DF58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C15A49-926D-49EC-B8D8-B85CEF399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8EEC6B-F5F3-466E-ACBB-32E81B261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255E97-2102-4D69-A198-2EA21461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F6B01D-24AC-41B0-A955-E7312B45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9C8AE2-608D-4E1E-9362-D19A6673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A0A430-173A-4442-BC14-66E13BAC6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FC722D-A54D-4C30-809C-22395735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3887EA-49A6-4046-A76D-B2A0DEC9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반복 업무의 LLM·Workflow·Agent 분류표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AA05AD-AFDB-42ED-A006-EF05FDA0D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36A976-E47B-4D48-A318-25E93476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B9614C-54F7-466B-9E61-0D372F14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2CB7DB-078D-40ED-A4E9-534A5843A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0C5412-0671-49DF-96CA-44E35FA57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F1FD05-CC7C-4C54-B22A-70756238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 이유와 Guardrail이 있는 Architecture README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CB7395-B602-42E2-8DDB-1B3E1BBF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E0BF62-74F8-4839-B1AC-6D2060F88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84419264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03B175-2CD0-41CB-A7E9-1F243177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9EAB2C-E811-4BFC-9DC5-71D0473C8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435268-8404-41D3-9F07-1E511EBF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7D2F34-9A1A-47DB-AA29-1A888A51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5D9E03-DF1A-410C-9815-49F2948C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F63E0E-CA1D-4A16-B42B-BD93383E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0D7597-00EA-4BA6-9084-2987007C8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8FD9AE-E7CC-412A-99ED-2CCF62CA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1차시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29EEEE-E6A4-4F24-9691-419EE300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76238E-6009-47E2-9129-27012BA6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1F0591-F233-4C61-BA6E-969DF67B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rule_router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32144D-DCF3-4007-97B9-F8A1DB44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32E48D-417C-4B84-8C34-3CA6FE7A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C193B-AA45-4DB5-B896-44FA4FA4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 · 요청 유형·선택 방식·선택 이유가 함께 반환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552835-BC11-47C6-9084-3796D9C81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844343-8482-4EDF-A0C9-73B31691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86ABF2-A73C-4A7F-9B0B-7C9B369E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세 요청 유형 Router의 최소 구조</a:t>
            </a:r>
          </a:p>
        </p:txBody>
      </p:sp>
    </p:spTree>
    <p:extLst>
      <p:ext uri="{BB962C8B-B14F-4D97-AF65-F5344CB8AC3E}">
        <p14:creationId xmlns:p14="http://schemas.microsoft.com/office/powerpoint/2010/main" val="137138868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2BBFC3-B82A-4D38-A737-F5B035520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1차시 · 09:00-09:50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B67E06-2E9A-4D5F-B6E9-2380C4BC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BD8335-1006-4A79-8FBF-96CF481F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48791C-2060-4DDD-B6D2-35743387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9D2060-F18A-44F4-A728-4A3CAD15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2B2D99-B62E-4E4C-9787-984D2689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B1501E-D58F-4FC8-9181-236E9EBDF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5BF774-63FD-41F2-8620-53954A19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실행 방식 설명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85609A-25B2-4C76-BC73-5DDBC9C33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BFEFF7-FEEA-4C3A-8B3D-7D6D14B0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84441F-9842-47EE-8FBC-1160C41A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Router Test 통과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6D01AE-ED16-4E37-9F78-28EAC7CD0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E04995-D403-4C62-88D1-575D60E3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AA40AF-5591-4D2B-A710-17181E428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B0B324-9BC0-4C17-8FFA-599E869C5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78C266-55C7-42E4-BC26-E191C42D1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Input Route · STT</a:t>
            </a:r>
          </a:p>
        </p:txBody>
      </p:sp>
    </p:spTree>
    <p:extLst>
      <p:ext uri="{BB962C8B-B14F-4D97-AF65-F5344CB8AC3E}">
        <p14:creationId xmlns:p14="http://schemas.microsoft.com/office/powerpoint/2010/main" val="1748871446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815FEA-66FA-442E-9294-10ECA0B4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F33C5-685F-4D80-927C-2426CDE0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2차시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3514D-8270-4536-A0A6-11692399C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09:50-10:40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A2A17C-FE0E-4F11-AFE6-0C1C43373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Input Route · STT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964C4D-7DFB-4105-AB6E-F29208E3A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Google Meet TXT · ClovaNote TXT · Audio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F2678E-BCE4-4B71-9968-988859F3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07F8AB-44CA-4EDE-B6A8-CF751AA3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0-10분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03BFB5-C6BF-4D02-AF8D-FD215F09B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80B490-BBB4-4C87-9F77-40B3286E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10-20분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9422B6-E695-4938-A6FF-BE4E45BB3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8FB704-6A14-41BB-A3C5-23E618FAE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20-45분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281FE8-1C2F-4EC1-BBD2-E605F4C9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A804A5-8CBB-49B4-BB50-3159D60C5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45-50분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106A99-142A-4696-95A4-E199225A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179033-B266-4663-9B35-8E82EB0D3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02_inputs.json</a:t>
            </a:r>
          </a:p>
        </p:txBody>
      </p:sp>
    </p:spTree>
    <p:extLst>
      <p:ext uri="{BB962C8B-B14F-4D97-AF65-F5344CB8AC3E}">
        <p14:creationId xmlns:p14="http://schemas.microsoft.com/office/powerpoint/2010/main" val="5134040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2E5645-EA3A-40D4-940D-2560FA48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FE51BE-7C66-4153-B533-53BCD274C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입력과 공통 Format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233773-43CC-4695-8152-9A5CCFE0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205BD1-6D53-433A-AE99-D742AC58C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B85C37-CEA5-4A36-B044-7A6AF6A6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E4D233-4AE4-46C9-A227-D1B66019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이미 존재하는 전사는 그대로 사용하고, 녹음 파일에만 STT를 적용하는 입력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54896-EBCA-4633-B816-C31DEB164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8E4E8C-A3EE-4667-A601-109CABA13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F8DEA9-5B26-411E-A4C6-06E58CDAE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이미 있는 텍스트를 다시 STT하면 느리고 화자 정보도 잃는다.</a:t>
            </a:r>
          </a:p>
        </p:txBody>
      </p:sp>
    </p:spTree>
    <p:extLst>
      <p:ext uri="{BB962C8B-B14F-4D97-AF65-F5344CB8AC3E}">
        <p14:creationId xmlns:p14="http://schemas.microsoft.com/office/powerpoint/2010/main" val="141448614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0E4A87-FB8A-4286-8C83-D2962554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FBC8E0-0941-4F73-84CA-74C1AF32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텍스트 우선, 음성만 STT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5EE5F9-A9E9-4336-97B9-C3E0BD22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17A88-C0B6-43D9-A690-A275B1B3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5E9A98-E9FB-44EA-AEED-8AF4C655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371FDC-1FE8-48FC-96C9-DADFAB7B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05AA60-F140-468F-944B-F4405E2BE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89AEFA-4968-4FBC-BB87-83668446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386CCA8-D3C1-4619-B393-8F3913D58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B91FF5-36BF-4474-B538-45E94A57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F6D245-12E3-4B34-B77A-12C36C54E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8A8ECE-8647-45D9-BDDC-85125EF3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4176D4-7AC0-4F33-BDD9-335ECE753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98DADA-7120-485E-AF21-832BBF77E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96697F-3DED-4AAF-917D-949854F8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다른 형식을 공통 구조로 바꾸는 코드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90DA41-518E-4662-A575-997E0438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DD013B-9F8C-4992-BA99-EDD93B66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normalize_source()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8BA42E-82A1-4F5D-BC3E-1AF066E5E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EC42A6-1CB9-4456-8CDF-4E33AB5EA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5514EA-F394-4649-B91D-303A91406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B09329-FE75-4C98-8EFC-24E0DC81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음성을 텍스트로 바꾸는 처리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7953F2-4FDE-451D-BA3F-E3F64D76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EBCE764-6FE5-4222-A666-FCFDF7E5A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adapt_audio_stt()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BE7B6F-7090-46C2-88DD-CED6C273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184444-3717-406B-8D95-5D344659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 mode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2DAAC19-EB7A-4468-8679-F4A0FC756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0FF45F-4CBB-469C-A846-DF928704E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전사가 어디서 왔는지 남기는 필드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497F1D-F7CE-49AA-A474-E832A0EC1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CF90B4-510E-4F8B-B547-FB76D4674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SourceInput.source_mode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1AE83B-242C-4083-987F-769A1565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0D8233-D627-4F18-943B-06F2B4D2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Provenance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002BE8-5C2C-4CA5-910F-64F5F4506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85369F-01A5-4FC1-9AF0-D892EB161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출처·시각·변환 이력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28A34F5-1010-40D4-9B3E-168632801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F7D352-9BA7-4D45-9B45-19F5405DE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TranscriptEnvelope</a:t>
            </a:r>
          </a:p>
        </p:txBody>
      </p:sp>
    </p:spTree>
    <p:extLst>
      <p:ext uri="{BB962C8B-B14F-4D97-AF65-F5344CB8AC3E}">
        <p14:creationId xmlns:p14="http://schemas.microsoft.com/office/powerpoint/2010/main" val="117622198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5190ECA-2619-4C43-A6C0-E2CDC4578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A16303-1320-439B-9343-080F244C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Meet·ClovaNote·Audio Input Route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A5043A-5BAF-4A03-A1CF-6653C4AA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2BBE01-FF64-49CA-8F1E-0AC1F7BC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9B3F40-E194-46A0-A825-B77731549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4EF697-744E-4228-81E2-44733F0FE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8F60F7-FF8C-45CD-A686-A4AADA105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274854-D7EB-49F1-A152-F4106DF14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BC8D49-0D92-4C33-B1F3-74C231EC0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0D8490-0D48-4BCC-9EA9-D5F21D861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59FC23-5579-4D11-8F94-D23BF5DC4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939419-5088-46DB-BBA3-8A332555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선택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11F66-AC3F-4FC6-8BE6-29077274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AE7DB3-468A-407E-A342-EFBFBA21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CF761C-D538-4713-827C-C87130899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파서 또는 STT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FCC928-9320-4EDB-A756-D86190F20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CE27A1-CE0C-4860-809C-4E621FAA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B36931-D20B-4E70-B90B-BB48FFA5D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화자·시각 보존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2B7098-AD13-43BE-A8D4-1843A492B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6D03B8-0D60-4CF0-8603-EF289921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B55805-D285-4D8D-AFBF-F3AC7A189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출처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6BFB43-7E8C-4EBF-A26F-38C68F47A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A9CB35-AE08-4D36-A9D2-B52F53CBD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9DD28D-3BE8-4FA4-AC8D-C090C34B9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공통 계약 검증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C804093-4055-4F7E-9633-F6E25B618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02_inputs.json</a:t>
            </a:r>
          </a:p>
        </p:txBody>
      </p:sp>
    </p:spTree>
    <p:extLst>
      <p:ext uri="{BB962C8B-B14F-4D97-AF65-F5344CB8AC3E}">
        <p14:creationId xmlns:p14="http://schemas.microsoft.com/office/powerpoint/2010/main" val="1218562229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C3ABF7-103A-4697-B445-C22E84DA9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D63801-B4D2-44EE-84B0-3A7F56FC9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유형별 처리 방식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8EC18-505E-47D2-848B-41427209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1FFE7C-6EDF-41D9-9BD2-A98AF9B06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36438D-CDCC-48C1-9619-CFCD5EFA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DFA92F-0117-4A54-84DA-5BA9E2C2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6C33E0-83D8-4E85-830C-A5A41670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897272-D623-4B48-8DA3-24D4E2B1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E09309-1C4F-48C0-862F-6C28A536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CE5943-8041-40BC-AF51-D5E17A66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25DF16-001F-4D03-BE5C-068245CB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C6776C-AF76-4C06-99BF-F1F8CB30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7C317F-0472-4FBA-972C-BA998945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 전사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02063C-C5F7-42E6-BEC2-0C7E6CA4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FB3060-F6AE-4C1B-A888-973022C19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TXT Parser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FE0FDF-59E6-4976-A164-63A43E0F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5F354-144F-4476-9E3F-1A677D53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화자·시간 유지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E7F7FD-0E70-468E-BF93-E08C7CA0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72D603-37FE-4ED6-98FB-46D78E4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ClovaNote 내보내기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24F049-9DD9-4895-B404-D4923E5F1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7D219D-1C81-4315-8A97-520C6A6E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TXT Adapter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9452FC-4BDA-4E3C-99A1-9DD55BCF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223D71-B2E2-4342-860D-61C8AD245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참석자 번호 매핑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1A1604-A336-4033-ACE8-611D67C5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36A216-5C31-49E9-A1B0-2AFA05CA8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녹음 파일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81A0E6-7F86-4DE3-9D75-9A46D830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E22F05-8008-4EF2-B2DC-1D9B64C1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STT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DF3F51-C14B-464D-8F36-428939E8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EF8BC4-0B5E-4B40-9753-F940384E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Timestamp Segment 생성</a:t>
            </a:r>
          </a:p>
        </p:txBody>
      </p:sp>
    </p:spTree>
    <p:extLst>
      <p:ext uri="{BB962C8B-B14F-4D97-AF65-F5344CB8AC3E}">
        <p14:creationId xmlns:p14="http://schemas.microsoft.com/office/powerpoint/2010/main" val="1192015762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52DBCB-2DB6-4738-A05E-E1545093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EBBE87-F890-46F2-BAE4-2373E365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073491-D118-4DD0-8BED-C03F5A2F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65D2A7-C095-4C0D-8E7E-8E4ED3FAD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E7488F-BE5A-4AB9-95E0-3B77DAE78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E19D48-D4D5-4B52-822C-914E0F1AA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C54379-A26D-404B-9DB7-18EAC8C3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6DDBDA-4A54-4639-A73F-64378B33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6B1623-166C-4C01-953D-0C1ADA4AB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4FBA4C-8C42-4DBE-A165-5DEE2F38D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610531-D8D1-47D6-B013-7FFE6EE8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E5285-656B-496A-ACC6-FE3654E1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73E271-925A-4965-8DED-D8743CD9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data/day2_public_audio/sources.json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F5BA96-3857-4DC3-BC31-9760880A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CB660C-90CC-42D2-94D3-56AA4C7B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2FC3E0-3E4A-49BE-836F-201C9733F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9F2434-7E4C-4014-9494-5A9A7601C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meeting_ko_ccby_excerpt_10m.mp3 · Sample TXT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808167-745B-4A75-A42E-0F2D09382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8B9E3C-5306-4B03-B433-B22D9B54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089628-A2E1-465A-A6F3-56E536D8E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9F31A8-6FDA-40F3-AE94-359872BA6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scripts/day2_public_audio.py · Notebook 2차시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0F4ABD-2AFC-4D8A-9D2C-54A0F7A4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35FA166-831C-42C4-B2EF-88206376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6C3BED-D258-4789-8B15-D05BC71ED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1E72F4-9F21-44D1-B8DE-76036080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-k source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C8B5DD-8F52-4709-99D5-AE0998FA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FD8F9D-679B-43DE-8377-3FD6A2D5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ffmpeg · ffprobe 설치 확인   ·   공개 10분 MP3 또는 비식별 Sample WAV   ·   텍스트 편집기 · Notebook 2차시 Cell</a:t>
            </a:r>
          </a:p>
        </p:txBody>
      </p:sp>
    </p:spTree>
    <p:extLst>
      <p:ext uri="{BB962C8B-B14F-4D97-AF65-F5344CB8AC3E}">
        <p14:creationId xmlns:p14="http://schemas.microsoft.com/office/powerpoint/2010/main" val="197654731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0C0764-22BE-40C0-9CBD-299C7E730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011C4B-0CC5-4523-A54B-38309A4A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 Adapter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B4B5A1-65C6-4111-8299-F39A9C300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0E9853-5A58-46C7-B6E6-77A8DE63D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07C833-865C-47BE-9F4C-52006905E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038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bdfcaceb284005"/>
          <a:stretch xmlns:a="http://schemas.openxmlformats.org/drawingml/2006/main"/>
        </p:blipFill>
        <p:spPr>
          <a:xfrm xmlns:a="http://schemas.openxmlformats.org/drawingml/2006/main">
            <a:off x="5334000" y="1695450"/>
            <a:ext cx="6096000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947B3-8DF5-4082-8E05-194AEA54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화면에서 볼 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B4D1EF-D3CE-477F-9974-F62036A0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41D714-8A7D-41FD-8AF0-4F6262089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400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FBCE61-B80F-4FC9-9AD5-2D68CA346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114550"/>
            <a:ext cx="304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공개 MP3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 경로·라이선스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5F401A-F714-43D0-BF7D-5688FE16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79347E-2276-4924-BCCA-FCF28D9B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671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F01058-306B-4E11-9FF1-B3D652A4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3181350"/>
            <a:ext cx="304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Input Adapter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공통 TranscriptEnvelope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1D638F-6DD3-41BA-A18E-F4DF4A0B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8E4E8B-BE76-4C77-88F5-0EA1C112F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339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5BB445-FF8D-4648-ADEF-019E7326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4248150"/>
            <a:ext cx="3048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출처·Segment ID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 Metadata</a:t>
            </a:r>
          </a:p>
        </p:txBody>
      </p:sp>
    </p:spTree>
    <p:extLst>
      <p:ext uri="{BB962C8B-B14F-4D97-AF65-F5344CB8AC3E}">
        <p14:creationId xmlns:p14="http://schemas.microsoft.com/office/powerpoint/2010/main" val="96741230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06374C0-388D-4072-9352-04492A24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1E9F4B-D4E3-452F-B8EA-477908A8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56AEA9-C049-411A-A2D1-11F53A7E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CBDC0F-3F4B-486E-A9FB-E22A7B725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8B129A-0325-402D-8E65-58FC9E1E8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B5C915-8276-4C64-98D2-EBA197EC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F12994-4D4E-4E20-8CFB-FD414B070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CD1E09-3ADC-4F68-AE54-346F6B44A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meeting_ko_ccby_excerpt_10m.mp3 · Sample TXT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173A1A-A217-4B31-BC77-23973D86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AB8229-A4BD-4ED5-A4CA-4AFD99585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CDA79F-8025-48DE-AB91-9CB215FD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scripts/day2_public_audio.py resolve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6D7811-A01F-4D82-8E12-6156D567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C76382-5777-48CC-9ED3-2AED26B76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626AC-D7A1-4367-9798-06B8A2675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각 입력의 출처 유형과 발화 구간 ID 보존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AF82CB-9A0E-4888-AEF1-94714F7BC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1D755E-21A8-4DAA-A850-05286EB0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6E9CDE-5E9E-45E7-948D-1DEF1D79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 STT 실패 시 다른 음성의 전사로 대체 없음</a:t>
            </a:r>
          </a:p>
        </p:txBody>
      </p:sp>
    </p:spTree>
    <p:extLst>
      <p:ext uri="{BB962C8B-B14F-4D97-AF65-F5344CB8AC3E}">
        <p14:creationId xmlns:p14="http://schemas.microsoft.com/office/powerpoint/2010/main" val="876255879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AE7D9A-5720-4F7C-9B08-9424AF7D5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F78499-740B-47F6-97EB-315CB8E2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756FE6-5C3D-448C-9AE6-7BFA67B8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9615CD-7DCE-4891-995D-EBE7DC0C2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F09B36-DAF8-4715-A5AE-C5D07CE0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2B24D4-15ED-45A4-B68D-825FC7B84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08E8D3-8FEC-431C-A2B0-46426AE5B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247E09-2E5C-4476-AECF-7EE3F5482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three_source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source_mode_mixing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022BEC-0907-462A-B936-52CF59531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7D750B-52B5-48C0-9F15-CF0BA397F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0797B4-1A5F-4A46-A9B8-AA576166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361330-35A4-4164-9624-00409F60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784380-CC70-46DE-84EE-0D94563B8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4CA322-1C7E-41B8-8425-53BB45A7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849203-43DA-4978-98D9-285137B1A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A08A21-E08E-4F7B-BC26-7F009916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6F920-AAE4-451B-9496-DDBBB453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8D580C-8DEC-4A24-B75B-3005367B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945E57-19BC-4B6A-A7AA-F6A8A5D4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0688D0-AEF7-4A7C-B5CE-44C75BBB9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02_inputs.json</a:t>
            </a:r>
          </a:p>
        </p:txBody>
      </p:sp>
    </p:spTree>
    <p:extLst>
      <p:ext uri="{BB962C8B-B14F-4D97-AF65-F5344CB8AC3E}">
        <p14:creationId xmlns:p14="http://schemas.microsoft.com/office/powerpoint/2010/main" val="61741444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9602E0-804E-4AFC-870F-78BF9869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E90F8-DD9A-47A6-B293-E99E166B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C709AD-6CD3-4147-8E90-246AD6DD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65EAB8-961A-4289-A585-E537CC8E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58961-3EE9-49C0-8E90-9FEAD441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AA25C4-70DC-4613-9B90-08C2AD4BA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ED5FF1-AC71-4C27-97D7-FFC61E52C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"source_mode_count": 3,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"segment_ids_preserved":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"stt_metadata": "reviewed_fixture_stt",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"mixed_input_error": "SOURCE_MODE_MIXING_FORBIDDEN"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2CE24F-BAA8-42BA-9F6D-13B91F6B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00D47E-3387-48AD-B375-1797D4C83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3659CB-6678-4018-9383-4CA441878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3CDB65-5D5A-480D-A8C6-D27CF516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source_mode_count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9268F8-DA7B-48CC-842B-1E0DDF848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6AE8EC-1C5B-46DC-AEEB-E905560B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F3FAAE-03EC-4D4D-AE7A-5AFF3229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segment_ids_preserved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DA5788-A72F-4B6C-85EE-B9987CBA0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D2F2EC-E071-468C-9EF7-AEA0ADFB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ED9872-89BD-4CD9-B146-7A4F2F3B8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stt_metadata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C10411-1AD9-4174-901C-E72317E5E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8091E1-727C-42A4-A556-B4BE196BE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E828DA-DAFB-4770-8656-A36035F8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mixed_input_error</a:t>
            </a:r>
          </a:p>
        </p:txBody>
      </p:sp>
    </p:spTree>
    <p:extLst>
      <p:ext uri="{BB962C8B-B14F-4D97-AF65-F5344CB8AC3E}">
        <p14:creationId xmlns:p14="http://schemas.microsoft.com/office/powerpoint/2010/main" val="505245213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55A36F-74B6-4C2E-91DC-B6AF3D072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D5A688-98F6-4E60-A2E3-57AAFAA2B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1DD822-94F7-4087-9C4D-28F8AE4D8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92BC88-A6EB-47EB-80CD-A9BE68D7B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F766D-4A32-488B-9B17-6B37F248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D89C8-4F3A-42AA-841D-D8F323837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B87CDC-CDA4-4630-A765-39A539F37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1E3DB5-0014-44B3-BC65-AF25BD4DF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# Notebook 앞부분: sources → envelopes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input_result =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"contracts":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name: {"source_mode": item.source_mode,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   "first_segment": item.segments[0].model_dump(),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   "stt_metadata": item.stt_metadata}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for name, item in envelopes.items()},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"boundary": source_mixing_error_example(),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len(input_result["contracts"]) == 3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input_result["boundary"]["error_code"] ==        "SOURCE_MODE_MIXING_FORBIDDEN"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CEAD27-5BD8-47A2-BFD5-D68C1FEEC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save_json("02_inputs.json", input_result)</a:t>
            </a:r>
          </a:p>
        </p:txBody>
      </p:sp>
    </p:spTree>
    <p:extLst>
      <p:ext uri="{BB962C8B-B14F-4D97-AF65-F5344CB8AC3E}">
        <p14:creationId xmlns:p14="http://schemas.microsoft.com/office/powerpoint/2010/main" val="281890388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A0353F-3B02-413C-A0F9-C2AAC63E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6776F-DDDC-456F-9BE3-4F1BE037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Input Adapter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D6C9BC-050C-4D8D-9E4D-64721C2DE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9033A1-68BB-4BFD-A215-7EC53DD2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147DF4-5BAE-4700-8611-837E1D0F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28E8C-7D43-4A80-8044-5E24F087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11D0DA-B198-4015-A2D1-0B1DD331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AD714A-2A6A-4977-A8BB-6C6970C62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618B50-CCE8-4AC3-A787-E7D754AA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2AA0ED-0905-4C27-94C4-A5269E85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3EEFA4-D5A1-4316-B6A2-BD6A95D4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AE8AA6-F1AF-44CB-B5CF-B3DEED200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A3B271-7300-4EB2-9308-FA9C1F176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세 입력 Adapter의 공통 TranscriptEnvelope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378C4-BD39-4E96-BE97-4ABF8AEB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DBD4A9-E8F5-4464-AB6C-931540BBF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4E265C-C2C6-40CB-96D1-0D70C02A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7E7C22-1B1B-4A34-B56D-7F52D0CF1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Input Adapter·Test·비식별 Fixture만 수정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22F464-5C97-46D3-8BF6-9592C044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F9E04F-9610-4BEA-A764-EB757451E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C50765-ED11-45A1-84A1-1757C1152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1A1C34-E246-4CE1-810C-B2B11ECD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빈 TXT·손상 음성·입력 혼합·무음 대체 금지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193D12-D1F3-471D-964C-BC43D20A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C6D740-3E06-42FE-A76D-666690DE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8874D1-FDDB-4BCD-AEDC-B5FC1AA7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0A65BD-7C54-420C-B91E-BD37B12A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다른 회의 전사 대체·외부 API 자동 실행</a:t>
            </a:r>
          </a:p>
        </p:txBody>
      </p:sp>
    </p:spTree>
    <p:extLst>
      <p:ext uri="{BB962C8B-B14F-4D97-AF65-F5344CB8AC3E}">
        <p14:creationId xmlns:p14="http://schemas.microsoft.com/office/powerpoint/2010/main" val="53817506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67EBCB-6824-4088-BDBB-382D0112D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362143-FF28-46A7-B707-DBF55A4E8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952A38-A7D4-48B3-8E27-3B73159BA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F14989-4961-441A-A056-52F5E158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985125-B16B-4663-AE1D-B93D90A81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6E9391-C012-4FE9-BCA6-3689DF8E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59BDEF-CFDE-4743-8569-03E63EFB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18B66E-F379-49BF-A144-7638988FC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scripts/day2_public_audio.py · Notebook 2차시의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E68D73-7D47-4F27-9404-1C06BBB7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74C7AF-7D2D-4E2E-878C-0E09672E2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3C89A4-6A94-42E1-BCE4-8F463B067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 Adapter의 공통 TranscriptEnvelope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A41725-1CE8-49D2-974A-743C087E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4539BD-E3D4-4356-8CA2-5764F25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4B5E57-2D5B-44E1-B87B-9243BBC2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three_source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source_mode_mixing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CF996A-0C42-4E76-AE21-3D249A2BF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1F9C12-AA46-4959-AC7A-30649A6A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A19A29-85C9-4B33-9BE2-1FD7B9E3C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mixed_input_error</a:t>
            </a:r>
          </a:p>
        </p:txBody>
      </p:sp>
    </p:spTree>
    <p:extLst>
      <p:ext uri="{BB962C8B-B14F-4D97-AF65-F5344CB8AC3E}">
        <p14:creationId xmlns:p14="http://schemas.microsoft.com/office/powerpoint/2010/main" val="7444592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A4A2755-42F6-4425-A7E1-9A8B0398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71E7E7-95EA-4EC0-8756-EF5391674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공개 음성·Sample 선택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42369D-050D-4FF1-B5AE-1112A9DB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BE4BDA-2A54-4D84-968E-696FD6144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4F1B9E-AEFB-48E3-9621-A29C4A35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EA8CAC-E671-4E8E-AD19-432E372A3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4248BB-8CFA-4F85-B43E-5B6B8BC57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05BC17-8A6B-4AE1-AF13-939790000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scripts/day2_public_audio.py resolve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A3D39-A959-42D5-90E3-E27A4D29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E31584-2876-4A3F-BE71-A9A7A8957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3ACF94-2A3C-4965-81CC-AB01332A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선택된 입력 경로와 SHA-256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D0945C-ADA4-4784-898D-D5DDAADB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7705DB-7E61-40AB-BA28-5FA732BC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96A9E9-2859-4DDB-AD73-9203E4FD7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라이선스·출처 표기 위치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56E0E3-3790-4628-B7EA-1C776B04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BDADEC-F926-4867-B2A1-B1263810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02_inputs.json</a:t>
            </a:r>
          </a:p>
        </p:txBody>
      </p:sp>
    </p:spTree>
    <p:extLst>
      <p:ext uri="{BB962C8B-B14F-4D97-AF65-F5344CB8AC3E}">
        <p14:creationId xmlns:p14="http://schemas.microsoft.com/office/powerpoint/2010/main" val="657414406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662850-1F09-4560-8DB7-C638C4D5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8D2ABE-384C-4348-8E06-38CA1BDA8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TranscriptEnvelope 생성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0654D0-CCAB-4699-929E-FA64EFE2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4BC867-F62A-438E-B249-8F7948FA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71BC7C-9B3A-436F-AEBB-823FC0F8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E18ED6-8281-4E97-9DC2-78E08C25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ED8BE7-08D5-45C5-A9C6-22B90757F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7F128E-B51F-436B-8F59-10D47CCB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 2차시 Cell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3182C8-0F3C-4F19-A0EC-D388F6768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FE7F08-6685-4D6F-BD82-38B2FCDD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C36B5F-524D-4B56-9BCE-7B73DCC15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입력의 source_mode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53B036-3C0A-4280-8879-599A07895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D809D9-7F91-4ACD-BF77-2476E94E2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02EAFE-6C2E-40C3-8D6D-23B15376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혼합 차단 Error Code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AF4111-211F-4990-92F9-174D97AE6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C5E9D-EE05-4724-B504-137A2CBF7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02_inputs.json</a:t>
            </a:r>
          </a:p>
        </p:txBody>
      </p:sp>
    </p:spTree>
    <p:extLst>
      <p:ext uri="{BB962C8B-B14F-4D97-AF65-F5344CB8AC3E}">
        <p14:creationId xmlns:p14="http://schemas.microsoft.com/office/powerpoint/2010/main" val="52638399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97EC236-8425-40B5-A030-D7880E952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99DA61-089B-4F2B-8F27-82AA7FDB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AC2D53-1BF0-47FC-88EB-4B9F7442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B5EF3-366F-4C9C-BEAC-F0BD50DCD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0E5956-C9B9-4D0E-88DC-7BD838D7A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EB1FC-30EF-4ADF-BBC6-CF895594D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E1DF7E-61B3-4122-B4AE-BB9E43CEB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A79650-7400-47A2-BE4B-6053C418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1EBF73-7AAC-4A23-B3C4-78194F09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04634F-0671-4A48-93B3-EC7C85AF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17D10D-01C1-4EBC-8D53-D93E4F75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F090A5-87CA-42F7-9907-FB590D89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C90A3-1A9D-4297-9BB1-8A0B3B64F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ED9F36-6DF9-44E0-A8C4-C46D1BD1E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E7E08B-1AC4-45FC-96EA-2BB00A00C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각 입력의 출처 유형과 발화 구간 ID 보존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BDBEBE-1515-488C-B18A-66FA32EF4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197AE7-2C2D-4B67-8B16-4A0894C7B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01367D-BE63-4F96-9701-0627B2918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B5765E-8BE8-4EE6-AFEA-BFAAE144D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D89A63-95C2-48EF-9D0B-8E4F2E102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9C9288-28FB-4ED4-B918-06FE002C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 STT 실패 시 다른 음성의 전사로 대체 없음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855BFA-59A8-4322-9CD3-451AE88D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C0B4BB-8CE7-4113-9206-FA1E89FA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819F45-D853-40B4-9374-0791EBF48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8C62FD6-D6F8-47B1-9667-48A6C333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E57DDC-F523-4F3D-AD4C-D083F174D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1A502E-6684-4859-A519-31F34CA8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단계의 외부 서비스 호출 없음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74A62B-CD58-427A-9AD8-83625388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E8EF966-C9E0-449F-AE31-B877ECF2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로컬 결과 생성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5CC957-3E85-40CF-B683-3BE3E4F94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20CDC2-BB88-4B47-9E54-0F2093E39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80144B8-6929-4ECC-AE7D-CA1C9B94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4E3840-141E-4AF8-AF07-F061486A7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02_inputs.json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713988-33C9-469B-A9CF-3CDA6848F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089342-0DB9-4C23-88F2-9FDC663B3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1425862616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8633A9-7DC7-4F31-BAA6-26644DE09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72644A-3CE4-4B7A-BB81-DECA752E8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E318BB-D334-4212-8C79-195B92BF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BD4FA6-3B86-4B26-B1D5-5ADAD0B24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E2C703-6D82-4242-8A85-BC4CE707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9C0D66-E26F-4092-BEDE-D319643C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1979F6-3471-4B30-A068-7D5BBF28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44FBFF-2167-4644-90D7-30464A020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확장자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8C0EA3-9251-4C7B-B246-4CEE0A18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0ACC7E-E315-4B82-A304-6696AF133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2C8445-95D4-40CC-BC5F-E4789D43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ffmpeg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D4C5CB-0B56-49B3-BFEF-1317371A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7EE9DC-A663-4CEC-9B33-D5078D63D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EB0E10-80A8-49FE-AB10-820D6AE0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 Mode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A6005-1BB1-434A-9E2C-04ACA71C3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7C8840-DBEC-43E2-85D1-3D618219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4274EB-507C-4BF5-ACCA-C0E27423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Sample 경로로 재시작</a:t>
            </a:r>
          </a:p>
        </p:txBody>
      </p:sp>
    </p:spTree>
    <p:extLst>
      <p:ext uri="{BB962C8B-B14F-4D97-AF65-F5344CB8AC3E}">
        <p14:creationId xmlns:p14="http://schemas.microsoft.com/office/powerpoint/2010/main" val="670393304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999FF6-48B0-4713-B555-D712324E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32DB3B-162D-4772-829A-36DD90DE1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Input Adapter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2D535B-E285-447C-8EEC-957C90E09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9E07DF-EF5B-4239-BF90-67CCAA18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55F7C7-F3AB-4E3A-A59B-0A93063C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3CCBB0-72CF-4F17-9802-127CE080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677FB0-D041-49A5-9336-C03A9CE4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D6B982-DD53-49B2-A7D2-C2A920592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7CEF2A-1972-4958-8111-0F744B9A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FDFCBD-A781-4236-9966-82FA787D1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6E424D-9355-4AF0-B21A-45228B497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223C67-8133-4C1C-B1CA-921954F02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97EE93-5AE2-4374-8C90-3CF0B8DC2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77ECBF-6E5D-4AD2-BC5B-F68EABEA8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551057-47C4-42CE-9038-661E6B25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Meet·ClovaNote·녹음의 단일 업로드 화면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65BD28-701F-4939-95E7-B01ADB21A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F07A069-681B-4999-96A0-0E298B2C2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F09704-9E61-4A34-AAAF-E31C7D38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C0C264-4561-4DF7-9D27-C9793156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64DC3C-E910-4102-9D2C-2F07DA9B2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1A492E-42AF-4F45-B507-DC08AD177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Adapter와 Input Validation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233F00-CBAF-49FB-B42A-5F2CD74C7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988017-C319-423E-9E3C-EF66D48E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137042422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B56792-7925-481A-A1AF-94E0AB9AA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B23925-6193-4051-BF8A-FB2F8C5C9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4C35F6-8411-4A6F-80F7-EEA7003EF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D8D36F-CED0-447A-8EA9-E213651A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31932E-D766-4D9A-8BE0-B2DDF7F0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CCAC94-AB8E-4567-886E-250342D27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D9EF8A-1645-49F0-922A-1DC5A066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DAD14-25D7-44C9-B2E7-F220A74B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meeting_ko_ccby_excerpt_10m.mp3 · Sample TXT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87F35D-D297-45B2-8FD6-22F9E5EB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B5CF49-8C3B-4093-8D99-2636EB19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601854-0BDE-4CA2-8266-FA95E2E32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three_source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source_mode_mixing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F70BD7-23C1-48D2-9670-12304AE6C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FF302B-E7DF-4FA1-A2A6-F1FF4288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541B05-F99E-4E0F-81AD-29636048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02_inputs.json · 각 입력의 출처 유형과 발화 구간 ID 보존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781C1E-A6C2-4217-878F-C419F73B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350D6A-EC3F-4C83-BE85-F49DFE18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BC7A2B-F31C-4199-A49D-206F6DBB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세 입력 Adapter의 공통 TranscriptEnvelope</a:t>
            </a:r>
          </a:p>
        </p:txBody>
      </p:sp>
    </p:spTree>
    <p:extLst>
      <p:ext uri="{BB962C8B-B14F-4D97-AF65-F5344CB8AC3E}">
        <p14:creationId xmlns:p14="http://schemas.microsoft.com/office/powerpoint/2010/main" val="1209426126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171198-1A63-43DB-8C03-C015DE8A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2차시 · 09:50-10:40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9DD679-AAD3-4767-B979-0FA577F0E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FA5290-6646-4F7C-8B6B-32C7DF8E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D8D07B-E917-431E-9856-69B37A61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58623-1647-4C5A-9561-F8AC8095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49FAD6-8942-4481-92C1-217975C9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243A8F-0BFE-4E51-8DA8-435899A5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C6A56C-37E9-402D-82CA-93971D9A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 차이 설명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47D038-CAFD-48B6-B845-FFDF9EFB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A503F4-A5C5-4565-90BA-1DC075B8C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F7E6AF-679B-4093-9339-6A7ADC33D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4DF48C-4877-4599-AAE2-6D9AC5FE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995C93-7E6D-4CC8-90A9-3F9CC704B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D1AE1F-BFCF-4271-A09E-1C23B0096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02_inputs.json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3CC779-E28F-4DFB-A5F9-1D25EF0A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9A4762-FD0D-4CBF-9DC0-D9BC4D592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Domain Context · MCP Policy</a:t>
            </a:r>
          </a:p>
        </p:txBody>
      </p:sp>
    </p:spTree>
    <p:extLst>
      <p:ext uri="{BB962C8B-B14F-4D97-AF65-F5344CB8AC3E}">
        <p14:creationId xmlns:p14="http://schemas.microsoft.com/office/powerpoint/2010/main" val="1119615236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D7BBCC-C682-4233-ADBE-384201D1B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5187E0-FB86-4AFD-B209-40C8722F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3차시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D677E-16BB-4E65-8D66-246D7327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10:40-11:30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69ABEC-BF55-4CD0-8981-330826B7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Domain Context · MCP Policy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842DC5-5EAA-494D-98C1-0C1221619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업무 용어 · 이전 결정 · Read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29B0B6-8D47-4DED-B0C9-412CBB40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1E925F-0696-4D12-AB6B-ADFC7ADA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0-12분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26A82B-1845-455A-9CC0-FE97E75C1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549A8C-5013-490E-B45D-D229DFDD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12-22분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2B3AB5-6795-43C9-8378-270B9816E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2366B1-0F27-41D5-81FB-3899ED019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22-47분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269E47-82B2-4A61-9220-31F185D63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402EF5-4731-48CA-AB7D-1FF630047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47-50분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D4182B-C90E-4356-8A13-E615FC32D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808478-CD8F-4FFC-A210-F84D92952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03_domain_context.json</a:t>
            </a:r>
          </a:p>
        </p:txBody>
      </p:sp>
    </p:spTree>
    <p:extLst>
      <p:ext uri="{BB962C8B-B14F-4D97-AF65-F5344CB8AC3E}">
        <p14:creationId xmlns:p14="http://schemas.microsoft.com/office/powerpoint/2010/main" val="1562742190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D081E4-FE81-4CB2-8F17-57047567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62E7BF-DE07-4275-B58F-39A557D3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업무 맥락과 검색 범위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546D50-7726-4648-86EF-FECB9FC7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DDA088-BA44-489F-B372-C2FDB0DC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D4317A-183B-47EC-A9F2-5B66698F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B85E15-BA01-4757-AA7C-EA771025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산업 용어와 이전 결정을 제공하되, 외부 도구는 필요한 범위만 읽는 정책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3CFA26-ECF7-4B6D-A211-4EBE1590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F0E614-2269-4D3B-B3B8-D3E30156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93A8BA-686F-40F3-9938-65D2DF6DD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Notion·Confluence·Slack을 많이 읽는 것과 필요한 근거를 잘 찾는 것은 다르다.</a:t>
            </a:r>
          </a:p>
        </p:txBody>
      </p:sp>
    </p:spTree>
    <p:extLst>
      <p:ext uri="{BB962C8B-B14F-4D97-AF65-F5344CB8AC3E}">
        <p14:creationId xmlns:p14="http://schemas.microsoft.com/office/powerpoint/2010/main" val="950191950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63E9012-52A4-4265-91A7-2B91D28C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67F659-8AD5-46A9-BB9F-F77AFEAF5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발화와 사전 맥락의 분리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5E76D0-1449-4A2E-9AFD-65ED57EA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12C28-EC09-44FF-95D0-E9FBE0C8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72EE33-8B10-482B-951B-97A4D2EF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177C44-B334-4F9B-91E5-F202BFA5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2933B2-F96C-4A79-9385-BC451C0C4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369AA9-8D1A-49DB-8334-9928320C8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97267C-393E-41F9-848D-F33D71BF5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70867-1EB4-4362-8997-7188ADE8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3E27EF-EFE8-4C12-A210-3045F6740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7A220F-05B1-4217-8C14-0F8BCC0E2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FD8505-488D-4EC7-A7FE-67DCC4D17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 context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3AB27E-E6A6-40DF-8EEB-533CF0C2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066481-F06D-416C-A063-ED6AD74C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업계 용어·제품·의사결정 기준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1882B0-62F5-4643-AF96-60126D31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29ED2B-E288-4560-B62F-C6BF128C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D54B34-8CEF-4539-A72D-871EE64F4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900EBD-7138-4AEB-A485-22D5828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703696-4A3A-442E-89D7-76F915250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F1A9CA-2F98-4902-BE95-154BB9EF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AI가 외부 도구를 호출하는 연결 계약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0138EB-44DB-4F04-BA14-E3674D52D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48DD8E-8DFE-45C0-8EE6-ADB9157A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build_mcp_retrieval_plan()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60B47E-EFD1-4425-B6C8-B4D5443C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D3E9CDF-9003-437C-9C84-8D910051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Retrieval policy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0CFC54-F617-4883-A05E-F7AF4759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80AF22-EB43-405C-9747-5564DCF9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무엇을 언제까지 읽을지의 규칙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BCDFD4-7DAA-47BA-89DB-E948CB333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FD9971-79DB-4E5A-AE5E-7157FEB10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MCPRetrievalPolicy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F67F20-3E41-4FBF-B755-51FC79D9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10F1066-AC44-47D1-8433-1F05DE7E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Least privilege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5999A3E-FFF6-496E-899A-8FA36A28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BA39FC-BDBF-48C5-8358-6477184D9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필요한 읽기 권한만 주는 원칙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99D7C8-15DC-48AB-9D2C-7878C0A4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6AB4017-7E17-4CD5-A1EC-917056FC5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test_mcp_retrieval_plan_*</a:t>
            </a:r>
          </a:p>
        </p:txBody>
      </p:sp>
    </p:spTree>
    <p:extLst>
      <p:ext uri="{BB962C8B-B14F-4D97-AF65-F5344CB8AC3E}">
        <p14:creationId xmlns:p14="http://schemas.microsoft.com/office/powerpoint/2010/main" val="392111845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71D8BE0-18E0-4861-9957-2BCEBD03F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AF440-953A-4904-8147-F8F98582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Read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C28B8F-AC08-474C-9B82-A0F22AECB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D83BB8-B28B-41F3-A472-C5F90353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63BE7B-A2B2-4C8E-A613-FC2516C0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DB9AFC-678D-4E5A-AB3A-4269661E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51496-AFB9-4CE6-887E-49C14952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F04413-54CD-4338-96B1-E28EEE814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CED59C-9F31-4881-BA02-097957B2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A4A755-4FB3-4188-8912-DCD23187E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A63DD3-0A23-4102-A426-4EAE821AC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8D25F-1A57-4075-BA08-23219703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도메인 설명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814502-09FE-44F9-9F59-7280B4F5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C78DBB-1E83-4255-91D2-856DD2AC7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20C7E4-7068-4339-A6DF-A985FC1BB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최근 범위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142425-2A65-402E-B6C3-0F16045C1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D97B2C-EECC-4EB8-8E13-AC5AB4F6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140E59-B987-4778-A6CD-72DC356F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읽기 계획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948C60-817C-4BD4-A834-06D1419A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5F650B-2A82-476E-B2E2-FE9EBA1AF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E24406-9188-485C-8DC5-6F2CF0E12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 수집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BC61CD-4A5F-4E03-B1A6-B5445461B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498737-02A1-45A0-B9B2-C5AE9A78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8DE010-A012-4EB3-B4FC-E907875A6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민감정보 제외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86AED2-B6F3-4E3F-AB55-FD36BB2A1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03_domain_context.json</a:t>
            </a:r>
          </a:p>
        </p:txBody>
      </p:sp>
    </p:spTree>
    <p:extLst>
      <p:ext uri="{BB962C8B-B14F-4D97-AF65-F5344CB8AC3E}">
        <p14:creationId xmlns:p14="http://schemas.microsoft.com/office/powerpoint/2010/main" val="266216512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10E373-285E-41FA-BB9C-0302600F7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91B751-0949-45FB-84A0-366D83F0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Connector별 허용 범위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56DDFE-4819-497D-B1DA-CC80F146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86E9C9-949E-451D-976C-93000C2B1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7341E-D135-401D-B357-A594744B8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2CB2B8-9CC5-4EF7-8352-B95003036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29B61B-CB10-47B4-A169-A03234D05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F3B047-4699-470D-B6AF-307623D08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0A46A5-EBE6-4BB2-B849-8937AA51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2581B-3B44-47CA-8FFB-A54366DD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393E5E-3994-4C38-B147-0EFDFEF7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797D62-DCBF-4CD4-83EC-FFC24669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F5EBF7-EDAA-46CD-B264-ECEDFC44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산업 용어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E60B1C-F26B-4477-BF7A-70AC991D5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BD9DFE-EF0E-4620-85CA-57B2D6E7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E04AA2-75E2-421E-B0B1-4B07C490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1B04A1-6F28-466E-9380-254E7113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뜻과 사용 기준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A5E95A-3920-4E57-B237-B7B7B1ECA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445FBCA-DCD7-424B-9F7F-45052C279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이전 합의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519631-202C-4F5F-BC96-84CAEC93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18FC94-F0B2-41B2-9CCC-17CBEAAAF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Prior Decisions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45A69A-B3B4-4B55-B5F8-775AB3E96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A56C0D-6308-4688-A769-375C0FA2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발화와 별도 표시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2D94C9-8918-4394-928C-2C44CF46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018280-D4B9-4030-8B20-86586BCE4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자료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7C7371-47EF-474D-AD8B-06F6DC102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F49426-6108-4860-B30C-6E0E6F7B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Read Policy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10FE59-E231-42B0-9A30-DCA579281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72711D7-3457-4963-B86C-63F2BB1A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기간·공간·개수 제한</a:t>
            </a:r>
          </a:p>
        </p:txBody>
      </p:sp>
    </p:spTree>
    <p:extLst>
      <p:ext uri="{BB962C8B-B14F-4D97-AF65-F5344CB8AC3E}">
        <p14:creationId xmlns:p14="http://schemas.microsoft.com/office/powerpoint/2010/main" val="332209942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9FBB72-CA56-429B-A9D3-BAA1A907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875838-FFD1-4D3D-A4C1-0123DE1B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Context·Policy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B59A60-1FC8-401B-9DAE-EEB803DAB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20B338-519C-44B1-904C-9524A870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D42F75-3AB9-4FAC-9D50-33540CB08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351C6D-83CA-4876-82C0-5096E9D6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5110CC-746D-491E-9B1A-436A8B80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AC343B-C31E-46E3-B477-987EC6E2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B383C0-1D36-4C5F-A0C5-4B0C2B2C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6D125F-D044-4953-BF59-26F152C3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E92F0D-93E4-404F-B5FF-EFDBE0151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가이드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D7D1BC-F461-4850-8568-AFD088524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E358DD-1630-499D-8B84-84386295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materials/day2/Codex_Claude_대화_시나리오.md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A0FC1C-D323-442D-B93C-DF669C8D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292BD5-661A-4718-8BEB-476C18CC0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56E9ED-2E4E-4A86-B94C-7E4996D43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060440-AD3F-4013-8234-641CFD5B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3차시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0F5593-F999-4A2A-A51F-41A0F84DE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4D9472-7957-436A-B64A-3E6E4678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840934-BB14-422A-AB4F-7E8147A25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AA3C56-AD8D-4DBA-8CDC-CB680C52D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build_mcp_retrieval_plan()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113F29-672E-4D10-BE44-E32258E9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918215-E582-4351-B563-D2A7DA686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0FCD60-1860-4802-87FC-800EF917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B408C2-3897-4660-AD05-30763CCFB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output/course-labs/day2-v2/03_domain_context.json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5888DB-99E8-4A8B-948E-CC2F9358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9CBC3D-E309-43AB-BEF3-92B5026A6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Notion·Slack 계정 불필요   ·   비식별 Context Sample   ·   Notebook 3차시 Cell</a:t>
            </a:r>
          </a:p>
        </p:txBody>
      </p:sp>
    </p:spTree>
    <p:extLst>
      <p:ext uri="{BB962C8B-B14F-4D97-AF65-F5344CB8AC3E}">
        <p14:creationId xmlns:p14="http://schemas.microsoft.com/office/powerpoint/2010/main" val="1177715635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2E53C5B-3A71-4082-A892-81724EF82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C168E1-4D9E-45D9-BDEC-27515D84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Read-only MCP Plan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4E1F0B-37AC-4680-8236-23F05210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049BC0-7EA1-47D7-9A46-A5AEA90E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FAE134-8F86-4C5E-870C-B71B3137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6CA6D-9BBD-42A3-A36E-8C29882AD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286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DDAE57-23DA-4B7F-B86E-90A9C738B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Connector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62B9A5-43A4-4069-AE14-5E5F9F0B5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466850"/>
            <a:ext cx="4095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3992C0-9ED2-42AA-BD92-E6483E9FA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581150"/>
            <a:ext cx="3829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허용 범위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F36D75-5D65-40C6-B17A-3E038393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4668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5CA9D0-4AF3-48F4-B1DF-70EE6D9F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5811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4F300C-ED41-48FA-A2E0-3187190AD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466850"/>
            <a:ext cx="2019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EEF24E-42AA-41D2-BD81-E62F56424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15811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B684FA-8E3C-4070-89FC-629F49AE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286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9D98FE-4ACE-4C78-88F2-8FF5EC11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019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CC19B7-0E12-4852-B7BB-981B57BE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981200"/>
            <a:ext cx="4095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04D62C-D19C-4A1F-8102-A7599665B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095500"/>
            <a:ext cx="3829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최근 14일 · CX PoC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9DEAC1-A22B-4A49-AC37-98E8282A1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981200"/>
            <a:ext cx="2571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149C5D-D1DC-4C10-9A20-D3046C3C2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95500"/>
            <a:ext cx="2305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PLAN_ONLY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8666A6-6F89-42F7-8D3E-3A976DC4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1981200"/>
            <a:ext cx="2019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8E02F5-84B2-4A51-B879-E5D8C7438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095500"/>
            <a:ext cx="175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E6EE35-465F-4D3D-AB09-798920306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2286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E92962-80BB-4C75-BE95-7C5B9C29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2019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Confluence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A50F2D-1EE5-474F-AE9A-DFC074C79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181350"/>
            <a:ext cx="4095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ADEAE7-50D6-45B7-BBAE-BF12C934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95650"/>
            <a:ext cx="3829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CX PoC Project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CB9E51-9018-4087-A86F-D38FDA848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181350"/>
            <a:ext cx="2571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AF2E2C-F69A-484E-A5E6-80938E6A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95650"/>
            <a:ext cx="2305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PLAN_ONLY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12A131-6404-41CF-AD8B-1938A0D8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181350"/>
            <a:ext cx="20193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460C0A-B5AD-49A2-A512-98CF896C0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295650"/>
            <a:ext cx="175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F5D97E-9930-427B-9F26-3AAC536A8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2286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9EDFCF5-8B80-4239-BBA7-68CA8C927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95800"/>
            <a:ext cx="2019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Slack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C372FD-7B4E-46D7-B8CE-04D1FED51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381500"/>
            <a:ext cx="4095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FEBFEF0-D4B5-4BD3-A77C-0054775A1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495800"/>
            <a:ext cx="3829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#cx-poc Channel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F5DE8D-21C6-47DE-8C86-B9328ED9A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381500"/>
            <a:ext cx="25717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92FA8F-6ED2-44C2-BDDB-C39662E34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95800"/>
            <a:ext cx="2305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PLAN_ONLY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175E680-335C-414F-B756-4B08FA41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81500"/>
            <a:ext cx="20193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B52540-9333-430C-A4E2-94A69AD4F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495800"/>
            <a:ext cx="17526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1452380678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EAF7C3-02E3-41D4-A2B6-89144B0E1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A18F40-8C63-40E4-B27F-3F21DE96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E1632E-CC6D-4D3C-991B-AE86BB9D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0F313C-FE47-4333-ACDD-028C6EE8E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F3EA0C-EB9C-4C0A-9F97-762E21484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9C0A7D-A4DF-4527-B274-692FEE5B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EF4DE6-7CC8-4F5C-84FC-397180EE2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6B4814-9E33-44CB-A46F-A4B47E29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3차시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92E247-7681-45BB-A164-9055AEF5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E983F8-F6A6-43F5-9E8D-DAE790167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4CAF9D-199E-4201-BD1B-5452CDCB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jupyter lab materials/day2/day2_service_lab.ipynb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E68F9E-35B6-467C-BF6C-AC7A3C3CF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53263F-0541-4B3B-AE59-FC644C3F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8D5480-67C7-4D6B-846A-FF75AA3C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Connector·기간·Scope·선택 이유를 가진 Read 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5338F0-CCCB-4C2F-8297-0F7CDCF3C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892778-B96C-4F2F-9FBF-8F463B19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A5616D-FAA6-4E1C-9E7A-763BD5C8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범위를 벗어난 Channel·기간·고객 문서는 POLICY_BLOCKED</a:t>
            </a:r>
          </a:p>
        </p:txBody>
      </p:sp>
    </p:spTree>
    <p:extLst>
      <p:ext uri="{BB962C8B-B14F-4D97-AF65-F5344CB8AC3E}">
        <p14:creationId xmlns:p14="http://schemas.microsoft.com/office/powerpoint/2010/main" val="1336968381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2052A8-F03C-45D6-9353-7D949361E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480766-23B5-430F-A3D6-8D1DCEA0E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9C2188-FAB5-4FBC-8056-566C91A9C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F00347-04A9-4C4B-87F7-50CCA733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3BE5B4-E14D-43C0-9B61-AAD17DAD6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FE309C-6551-4727-9F79-4D24760B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73CCBA-BF20-4B59-A500-2D552F4A6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BEB00F-3A38-4DE1-9072-585FA849B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mcp_retrieval_plan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43726E-FB76-4BC9-80D1-6562CEB9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AF22DD-C571-4D73-B1F8-C1C5EBF72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ED0934-3032-4F6A-A877-5832CA330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1D4B31-4EEC-433F-A1A4-E00BB9973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22C88E-C761-49B0-90D1-C097450E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60BCDC-82CF-444E-8A5C-CE606019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4A0E89-DE77-43E0-903C-33F36CA36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86F56A-E139-4159-B3DB-33EA1918D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99CCD4-A494-4632-8215-9B38FA77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0076A2-1811-4506-85F4-C650FF317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6C4B4AC-AC09-4497-836A-7D05DEE31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A79B44-D61D-4108-AD62-1CDDE873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03_domain_context.json</a:t>
            </a:r>
          </a:p>
        </p:txBody>
      </p:sp>
    </p:spTree>
    <p:extLst>
      <p:ext uri="{BB962C8B-B14F-4D97-AF65-F5344CB8AC3E}">
        <p14:creationId xmlns:p14="http://schemas.microsoft.com/office/powerpoint/2010/main" val="1026006343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B62F9B2-8368-4CDE-8100-751D7142F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71B6E2-6510-4708-8378-DFAA5187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ED65A1-6706-4E2D-8F00-B991320E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FAAD21-07D9-49AF-A0A2-92ECC7B4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345E50-F322-4279-A8FC-A070BDFE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E80A19-F676-4D43-BC82-34BE4F88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0347AB-0D3B-4200-8A21-003777D7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"status": "SIMULATED_POLICY_PLAN",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"connector_count": 3,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"lookback_days": 14,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"scope_allowlist":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"max_items": 5,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"executed": false,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"external_write":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27BC61-B768-4721-8A88-B4CA6DC5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8A6E7E-9D1D-4080-BE60-DDD8AC70C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897E22-A6FB-402F-B7C8-48042A2B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5F65C9-C5DE-4668-B2AB-B7F7187F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connector_count · lookback_days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F87342-6EEC-4828-B82F-99DC1FB0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648560-CA18-4542-AE52-7C065859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F03F17-B400-4A79-9348-DB771A5E1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scope_allowlist · max_items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3EC861-055C-406B-828B-AA02EF336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A44EA3-766C-499D-889D-D8C5E2E2C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50308-C5E9-4045-BEFB-15498A652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executed=false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52AA47-D283-43A6-AD54-202D8E99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3604AA-04D4-404D-BB7D-10DFB58A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02CAFE-19EE-49C9-9F05-24BEF372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016890779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EFD2F3-3FF7-41BA-A4F9-E0CDA5FD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642276-B29A-4F2F-8CAD-F28CE4BB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50AE99-B1D7-4C1D-9B10-2ADD458F5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8CEA66-726A-4B0B-9641-13080E9C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461E14-0EAF-4A56-B161-D0503B72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DAB407-A4FF-4CF2-B7C4-1EE024396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F70BD7-138A-4F15-B06A-BC0070C5E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B7D484-BA66-4BD3-A68E-7DA3EB39D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policy = MCPRetrievalPolicy(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allowed_connectors=["notion"],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explicit_user_authorization=True,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lookback_days=14,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allowed_scopes={"notion": ["CX PoC"]},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max_items_per_connector=5,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context_result = build_mcp_retrieval_plan(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envelope=envelopes["google_meet_text"],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domain=domain_context, policy=policy,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context_result["executed"] is False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context_result["external_write"] is False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AFD441-E323-46F1-B992-DA4A525C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save_json("03_domain_context.json", context_result)</a:t>
            </a:r>
          </a:p>
        </p:txBody>
      </p:sp>
    </p:spTree>
    <p:extLst>
      <p:ext uri="{BB962C8B-B14F-4D97-AF65-F5344CB8AC3E}">
        <p14:creationId xmlns:p14="http://schemas.microsoft.com/office/powerpoint/2010/main" val="599247683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895E38-766D-487B-A674-6179AB59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3AEE51-BDC9-4352-B459-1D8AAC4C2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MCP Policy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815A64-93A0-4C7A-88AD-D86FBC328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3F658D-0ACE-4929-A7F1-79E09EB6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EEF338-497F-4416-A731-32D61288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B4A777-A08E-40B0-8539-27BE24D3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EAABEC-83F0-4039-8EE5-36DA5CEAD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52594B-92CB-48D5-85B0-2748FA10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14AA7E-82D4-4739-9905-0D5ECC96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351F37-1853-476D-A5C1-16170F2C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A9E71A-6F28-40AA-BDCE-CA93BB146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C9549D-B052-45B4-AACC-2F77A3F5D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C12DD8-3305-4885-9965-5A34A4AF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필요한 회의 맥락만 찾는 Read Plan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17B76A-1C00-4F8E-99AD-79499A0D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AA1D33-246F-4E15-BC71-35F428EC6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09816-D0B8-48CC-971C-06A0B880B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FA5994-510C-4916-980C-35241914A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Read Plan·Policy Test·비식별 Fixture만 수정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1EB19B-EB0D-40A8-85BB-E23852C0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5AA2E2-0A1F-405F-8387-F1EF7BF56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DE7E729-634F-4FB7-BFF4-A5C00A824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F3E31E-6812-4113-A440-D7E5A86D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Connector·14일·Scope·최대 5개·Write 차단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D0501D-8988-4925-BDD5-91FCF7ADF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45F1FB-2F03-403C-ADB2-89E99FB2B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B220D3-5AAB-4D24-BB57-F4406D7EC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9FDECC-8700-4FCC-880F-966E44AF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실제 Connector 호출·Private DM·Write Tool</a:t>
            </a:r>
          </a:p>
        </p:txBody>
      </p:sp>
    </p:spTree>
    <p:extLst>
      <p:ext uri="{BB962C8B-B14F-4D97-AF65-F5344CB8AC3E}">
        <p14:creationId xmlns:p14="http://schemas.microsoft.com/office/powerpoint/2010/main" val="396009233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57A07F-24AB-4BCC-AA0D-58FAEC68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E23A61-3664-4A31-A90B-594B9D1C7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C24122-E9EA-43C9-8A7C-EA2B6B53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821EC6-293F-4F99-BA5B-2C75B774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F35361-2199-42DD-90F6-2E9030C2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AF8202-C054-4AA1-8C53-B2A6C721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5ACFBF-BEF9-42C5-BA8A-45D39135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B1FF2A-B876-4A6B-9F96-8CA6096A1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build_mcp_retrieval_plan()의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B3BCA8-5BDD-40B1-A717-FE04D99F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F1F77C-3BB9-4F23-AAA1-70D0E368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3DCADF-008D-492F-B06A-41465948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필요한 회의 맥락만 찾는 Read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2A6181-952E-44BB-A7E0-7F881CC6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51574-B264-4F5A-BBAB-1F0A8B77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75097F-C572-47DA-BBF2-35E7FFF5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mcp_retrieval_plan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433673-C3DE-4D35-A04B-25D75953D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F9C2E4-0811-4B1C-BDF5-9009BA20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5464BF-577B-49E1-A315-C259B0DF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705757500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8F0DD8-0491-4A7F-AEE6-49B53262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0387F0-D8D3-4ABA-BF5F-583A5AFC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 Context 작성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235DDB-85FB-4715-8246-A5B4D8C3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D03C69-20E2-46AE-BB1D-4853F8A5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B06A7D-47B0-4DED-B605-D7D8FF327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8F1FB2-1C20-48AA-92F7-4714D865C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7A18F8-2394-46D4-BEF0-A0563BC6E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60A18A-C643-42B2-84EA-09268854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자신의 산업·업무 목적 한 문단 작성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FBB6B0-E915-41D8-8166-862355A83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6B63EE-2E7F-4674-9355-9AB20FD32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FE9916-C747-41D0-8D3E-D1D6B87E1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용어 3개와 이전 결정 2개 입력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B57A2A-665A-4764-B02D-CB1D0337F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4027FF-B1D0-4BB3-9161-AA5B9194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C4BF71-8BE9-4CCA-9CE8-3535E7016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발화 근거와 사전 맥락의 표시 차이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2566E8-3B89-4C39-882E-9A3954C87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F2C1C2-E8C2-496E-A8C6-8EB4F4DA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03_domain_context.json</a:t>
            </a:r>
          </a:p>
        </p:txBody>
      </p:sp>
    </p:spTree>
    <p:extLst>
      <p:ext uri="{BB962C8B-B14F-4D97-AF65-F5344CB8AC3E}">
        <p14:creationId xmlns:p14="http://schemas.microsoft.com/office/powerpoint/2010/main" val="61892988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C1BBAE-0383-4D12-AD56-2D6C22077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4DCE56-B040-4B33-B86A-BB684E6C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Read Plan 생성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927B9-D9EA-4E0B-9980-6EBDBDD3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1DD3DE-4A27-415E-B54A-453A8BD9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9D3050-34AC-4348-85BD-1FC6411A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0154C5-4687-4682-BCF8-B6AB4777A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EBFE6A-04E1-4DB7-B4E3-B37D7407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97B85D-E6C0-48AC-BF67-461949F0D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Connector와 14일 범위 설정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6DC582-6AD2-4765-9BA6-104FE2EB1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4D94D8-160F-42CC-87DC-6BE6F0D6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6601A6-4E87-431A-9558-884ABF05E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Project·Channel 지정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6F83EB-AF02-4C20-9686-3C56AE24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1D68C4-9EB0-4B61-8FA0-69D6C90C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CFAEF8-333C-47C0-962B-1F5776E39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 Plan만 생성되고 실행되지 않음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8B4DBF-18B9-4224-817C-A45FFCF1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5AAD0E-9F80-4295-B2D8-AD1565AB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03_domain_context.json</a:t>
            </a:r>
          </a:p>
        </p:txBody>
      </p:sp>
    </p:spTree>
    <p:extLst>
      <p:ext uri="{BB962C8B-B14F-4D97-AF65-F5344CB8AC3E}">
        <p14:creationId xmlns:p14="http://schemas.microsoft.com/office/powerpoint/2010/main" val="266244940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284DA4-DBC4-452F-A980-C18605B82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79A1F0-9414-48F7-ADB2-84F1BFBEB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C272A8-0D81-4344-A7A7-6D48C5322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978DD-4140-4A07-9FF3-73E5FFFE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F5283E-E964-441B-8140-95D9C4C4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C1A775-3CDB-44B2-A3E1-534FE5AEC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3C8AE6-E8AA-4093-810F-B0A2CCEA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7BE4F5-1A93-496E-9990-AB4EAE2D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CFBA8F-201D-4901-AC22-E0A8E404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62CCDD-8F31-4726-95AF-53A3AA42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9EA245-4DA5-4E08-A542-980E50A4C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D7F6AB-B0C1-4A77-B5A6-9A3368CD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8F6889-9137-4E35-8D8F-23D1FCBDD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5FF112-1B23-4379-94F9-DC1471308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FB79F5-7115-4547-9A2A-BBD5559A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Connector·기간·Scope·선택 이유를 가진 Read Plan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12F112-2D24-4273-9C29-33328C272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45806B-4D52-4172-9BDD-683B97280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F237B8-BB20-432D-B127-75B25830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8CB89D3-4DA9-44A4-AAAB-C20F79AF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055B25-BA8C-425E-B98B-98CE5B8A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D09F77-F420-4F8B-8D78-FF153D856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범위를 벗어난 Channel·기간·고객 문서는 POLICY_BLOCKED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9F0953-EC59-4A7A-8035-D1603DC40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DFC325-0638-4DD3-B94B-E92A3EC7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70CCF6-FE4C-45D8-8EB4-A1BD45FC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0CBD6C8-31DF-493B-A82B-FD06C697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79CFED-0D21-434A-9AEC-27A4BA9D4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2FC6E55-71AC-43EA-B51E-C9F96E6BE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Connector 미실행 · Read Plan만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1B65A6C-7C6C-43E9-93C0-A8A361F8B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6AF01D-0666-4FFB-BE23-95A197424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PLAN_ONLY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9953024-0F3D-42F3-8634-0CBC587C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4FCA42D-388C-44EC-B801-83BA1F52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4FA2E7-D76C-49D1-9539-7EF946A7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434228B-C642-4EA3-9C4F-E4658717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03_domain_context.json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FCA4A2-E09B-4AED-8785-D5359EEE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D4BA54-4017-42EC-B2AA-25947425B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466716975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1FD7B2-1E06-4FE2-829F-37F6ABDD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5FB2F8-18D7-495A-81EF-DA3659C07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A37E70-9ED2-4521-9FAF-1F694782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14F2AC-A05B-4D4B-80EC-F4BC1596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5B7F71-62C5-45F4-8E84-F2BCD956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6B2BF6-F461-4145-B697-5B7220D8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23D468-C2BF-4640-BE94-040CE1EE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C17C99-D8F9-4D17-898C-F2AA6A73A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사용자 승인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DC82A8-94D8-4A45-956E-0FD6B995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D744A7-7C23-4AAA-A500-56CFF0EAB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0587BD-58CA-4BE0-BCDD-08E72582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Connector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02D9B7-9A7D-44C6-BE44-6C30CCFCB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22A024-CD11-451C-A4E3-3AC789C8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777813-81A5-45BD-B488-72BBF57C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기간 축소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667A23-6E12-4772-8369-83B37EBD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D646D0-BF36-4F42-99CD-25426791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0D13E6-BB50-4829-8ED4-384D7739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Scope 재입력</a:t>
            </a:r>
          </a:p>
        </p:txBody>
      </p:sp>
    </p:spTree>
    <p:extLst>
      <p:ext uri="{BB962C8B-B14F-4D97-AF65-F5344CB8AC3E}">
        <p14:creationId xmlns:p14="http://schemas.microsoft.com/office/powerpoint/2010/main" val="331629327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DF94B5-426A-47DB-ADE9-699E7EA6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BD1DF6-6E51-4DF8-B864-B30BB98AC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 Policy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512ED4-4615-4EE8-BB44-56724D19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BEABFA-CB18-4B3D-9EB7-897A73D0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7E7247-A486-420E-8F18-23D14139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65A5F1-5E1D-4CB7-848F-3C13504CF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118128-17EE-49D6-9DA5-D417DEB0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48098C-ED7B-4D4F-9137-00627271C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F0EA4F-27B9-4DBC-A267-295EA2B5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EAAD0E-3778-4086-8E95-2970FBFC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2CE7CD-CCE3-4177-AC68-95F54755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507C4C-A159-4167-BB26-9F88DAC1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BFBF04-251D-432C-8E05-18437970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57F677-2896-4449-A21B-0408A51A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A94E69-1B7E-497C-87B5-69D44CB1C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팀 지식 검색 범위를 통제하는 회의 Assistant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4ADA29-A81F-4B59-9922-6A36D8F3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F67782-18ED-44D8-B1B1-21B62564B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8A9C52-CE42-440B-92AB-1B46919BD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E569A1-CB76-4A4B-A7CA-064169D05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A89AFB-325D-46DA-8EFC-F4515A05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90AF5F-C6EF-4853-8A2C-547E094CF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Least Privilege가 반영된 MCP Policy Spec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802981-999A-48F3-A478-47C5889D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E59600-FEC9-4A4B-A880-663E396B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1397795765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4BDF88-0341-4D93-9019-2E1C003FC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C72AC1-B3DB-4539-BD44-2F1B31C9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8A2F16-AF9C-4B7B-A0CF-F9C833EB4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8A0F26-6577-4459-94DA-D5962114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DFBCA0-5DBB-4C4D-807E-98DF83AC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6BDFBE-6714-4049-9259-C86AB94F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DE877F-40C2-4A99-92AE-082889470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DF63DA-B564-4D61-A0FC-1D2299AB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3차시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A5758B-8BD9-4F6B-95FD-E76FF3EE4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89F3E2-3F9D-4F64-B16E-7D6332511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808DF5-20A6-42A1-BCB6-7B5F9982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mcp_retrieval_plan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23954C-D6B9-4D48-ABBC-FE128A65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56A4BD-5D73-4ED5-A4FA-C34A2AB7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DC51F2-9076-4E75-BE33-C7DE4688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03_domain_context.json · Connector·기간·Scope·선택 이유를 가진 Read Plan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1654E6-92C8-4CBA-A7B6-B015BCF6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AA6165-1C33-40C0-A8E4-310AA5D80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912786-4FC8-4FAB-8D52-D83A5801B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필요한 회의 맥락만 찾는 Read Plan</a:t>
            </a:r>
          </a:p>
        </p:txBody>
      </p:sp>
    </p:spTree>
    <p:extLst>
      <p:ext uri="{BB962C8B-B14F-4D97-AF65-F5344CB8AC3E}">
        <p14:creationId xmlns:p14="http://schemas.microsoft.com/office/powerpoint/2010/main" val="119755407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F89972-31E4-451A-9300-D762D835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3차시 · 10:40-11:30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8D4C64-F5B0-46CC-89F4-A12DFCE8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BF2EC5-392B-4C40-A5D7-AEEAD3D7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DFB390-B25E-46E7-94CA-9454AC81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80E260-30D3-4368-810A-6ED19AD5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D00720-3622-4381-88B3-2F8FF4085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1DCB12-01C8-4B66-A079-9AF1ED51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3EFED0-1BEE-4B3F-ABC8-E4A2F3A51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 Context 작성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005D9C-EAF3-4B06-BE8F-8BE817E45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8A687C-651F-4051-A3E7-FD7032D4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7F5DDA-1236-476B-AFA6-4D3E69497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 Plan 생성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FCEFEE-C2DE-4016-9BB7-00837E15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F090F6-B37C-4F54-8F0E-44C0A26F4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DF9CDA-BCB2-4537-91C5-95526AB5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 JSON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A29FCC-C06D-445F-8082-81D6FDF93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68B088-CE4A-4844-82C0-547A76E2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MeetingRecord Schema</a:t>
            </a:r>
          </a:p>
        </p:txBody>
      </p:sp>
    </p:spTree>
    <p:extLst>
      <p:ext uri="{BB962C8B-B14F-4D97-AF65-F5344CB8AC3E}">
        <p14:creationId xmlns:p14="http://schemas.microsoft.com/office/powerpoint/2010/main" val="1017759441"/>
      </p:ext>
    </p:extLst>
  </p:cSld>
</p:sld>
</file>

<file path=ppt/slides/slide7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A8F109-F059-4531-A21B-7D220A99E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E1FA97-0E1C-494D-A63F-D9007B06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4차시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153CC6-BD16-4809-9A58-FDBC95508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13:00-13:50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75758-2127-4C5C-8672-8041BEA3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MeetingRecord Schema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318E4-FAFA-410D-8D51-34B87942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Summary · Perspectives · To Do · Insights ·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4938FD-7EF8-4EA8-970A-0D0B8CADF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45941A-F328-4863-91A2-EE0B9496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0-10분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F34455-F958-4C8E-9F17-95DF37C4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6066E2-D4C2-4ECA-B7C7-F147459F5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10-20분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329F29-177A-4A01-A2D1-63C9607C1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E60322-A467-4380-AFE8-BBC070D5E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20-48분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2B66EC-46DE-4B34-B70A-2E0DD81A9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4F11DD-AC89-4955-A049-DE916A7E9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48-50분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61A98F-6A1D-4158-ADA6-AEED42205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6F8F28-9730-4E09-ADD0-B48BDC1F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04_meeting_record_contract.json</a:t>
            </a:r>
          </a:p>
        </p:txBody>
      </p:sp>
    </p:spTree>
    <p:extLst>
      <p:ext uri="{BB962C8B-B14F-4D97-AF65-F5344CB8AC3E}">
        <p14:creationId xmlns:p14="http://schemas.microsoft.com/office/powerpoint/2010/main" val="1445354458"/>
      </p:ext>
    </p:extLst>
  </p:cSld>
</p:sld>
</file>

<file path=ppt/slides/slide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EE608E-C6A6-424D-92A3-582B9FE45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2F6CAF-76CA-4488-A827-D7A924D81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기록의 공통 결과 형식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F104AC-9F8E-4981-889F-9557AFF6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0E0E68-DEBE-4699-9835-EC4BB38A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E9DE06-CBE2-4A42-A6A7-0FAB3FEE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003920-C0ED-4191-A5C7-B9C4A8AE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요약·관점·할 일·인사이트를 원문 구간과 연결하는 재사용 가능한 결과 형식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61EE9A-2183-4E2C-9927-FBB301C5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FDF88D-86ED-43DD-AF09-4F0C2C98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0FC08F-21FA-4B2C-A1CB-FF81BA97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담당자·기한·감정 상태를 추측하면 회의록이 아니라 조직 리스크가 된다.</a:t>
            </a:r>
          </a:p>
        </p:txBody>
      </p:sp>
    </p:spTree>
    <p:extLst>
      <p:ext uri="{BB962C8B-B14F-4D97-AF65-F5344CB8AC3E}">
        <p14:creationId xmlns:p14="http://schemas.microsoft.com/office/powerpoint/2010/main" val="581620368"/>
      </p:ext>
    </p:extLst>
  </p:cSld>
</p:sld>
</file>

<file path=ppt/slides/slide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4D326A-A340-4F9F-8361-D4BACC7D4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B9BBE-4450-4397-ABF3-F3311A880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자유 문장과 Structured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E07833-B897-461E-9902-CBDCBC84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B0F686-0201-4840-9937-C10EEA51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EFDF1D-7973-49A8-A1F3-2D8700E5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FE92D5-6F00-465B-9A01-C5612B2D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8A986-701E-441C-BA2B-8BE652933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CA621D-82B7-433C-A9EB-A117F90BD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4BCEF-E8FC-4288-96A1-B6580181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F1420D-2732-4F18-9892-5082A2191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A3FDE2-3C1A-49B0-8B82-CD84EA2E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A96297-BFB5-4598-929F-82CC655D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5AACC-45AB-4A4D-9098-1EDFF7CA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160E74-3D0B-44B5-BB7E-4B39829C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563ABF-3B1D-47C7-A4CF-B6CD40B3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 필드와 형식의 약속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A6B223-ADB8-45DC-A4BA-8DB2193D0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2EF222-B8B0-46C1-88AD-335107CB3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BD0779-0F7F-409B-8D37-CD5C31C1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B9A743-A77C-4F2B-BBF7-B29655F8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649596-3370-4BAE-93BA-2B86E9B21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612038-8603-48C8-80A4-22502A01C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결과를 뒷받침하는 원문 구간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E9DACF-BE5F-4E1A-8E9F-DD2A8691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D88F9D-2E2F-48A5-A2D7-E1B40B3A9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 Validator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15C275-87DA-4E37-88EE-74694A85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90FAAF3-BB47-493F-ACC1-2924963A1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Nullable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5D08F4-2491-4275-ABEA-A532FBA0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4DB39B-8A2D-443C-9E72-F4B11A2B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확실하지 않은 값을 비워 두는 설계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12BE6-3EF9-428B-AB97-E04D8478C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25EBCAC-D863-4BC9-B419-D69EDCC5B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TodoItem · owner / due date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C14AF8-E77C-4A09-B2A1-5420DC3DC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C881DE8-3BEF-4579-B03B-DAE7B4F6E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Well-being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CEF49A-9424-4FFE-AD39-D4539A80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796BA04-F755-4F66-A4FC-082E9CCC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부하·갈등·미해결을 단정 없이 표시하는 검토 관점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C05FD42-8AEB-4E5F-A23D-E2B9568DA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32EA4F-7F2B-43DB-9928-0AAE478C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· well-being risks</a:t>
            </a:r>
          </a:p>
        </p:txBody>
      </p:sp>
    </p:spTree>
    <p:extLst>
      <p:ext uri="{BB962C8B-B14F-4D97-AF65-F5344CB8AC3E}">
        <p14:creationId xmlns:p14="http://schemas.microsoft.com/office/powerpoint/2010/main" val="553623720"/>
      </p:ext>
    </p:extLst>
  </p:cSld>
</p:sld>
</file>

<file path=ppt/slides/slide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2F49B3-FB1C-4BB0-AFB5-759D7D1EE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91B013-0BC3-45F3-8141-389EFA30F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생성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6D28DD-4962-4911-BE97-E24C1D66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E3769F-9AD6-4301-85B1-71241FAB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D6A823-2061-4F6D-8C18-ADD8F9EF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F9783-F914-4DA1-8F2E-2E6C6D6B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DD232-4B37-4C9C-9F88-5F870250F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D4D741-559C-4F0F-9830-9022E0E4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53AE04-2CAB-408E-820B-59916A07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CA4574-CA7B-418B-A7AB-B12519BA4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404C26-6D68-4B80-8B90-2A121C41F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8D4870-679C-4F2B-97DA-C3B538EEC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목적·맥락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544C59-5ED8-4AB4-985A-EBBCF806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C10406-97C4-4A3D-AFD5-50C4B1C2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6437D5-210F-4FAA-A499-D9A0E138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발화자별 관점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2D0642-8B51-4417-9627-FE0F3FE8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FA5E79-0C1B-47B7-936F-E382CC4D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8558DE-8F4E-4D95-A1A3-DB016C0DE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결정·To 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B775BB-3C25-491E-BFF7-6AE516574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AC397C-5C83-4138-9CB2-12A5FA07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F87E9A-51AC-40FE-BC9F-107657A4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단중장기 통찰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B24DDB-15CB-4980-AADF-13F062888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08D51A-674B-411A-9503-357C0028D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801968-DDE2-4D8E-9D1C-592B38DEF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evidence·null 검증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D9EBE1-95A8-4D78-B148-3331317F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04_meeting_record_contract.json</a:t>
            </a:r>
          </a:p>
        </p:txBody>
      </p:sp>
    </p:spTree>
    <p:extLst>
      <p:ext uri="{BB962C8B-B14F-4D97-AF65-F5344CB8AC3E}">
        <p14:creationId xmlns:p14="http://schemas.microsoft.com/office/powerpoint/2010/main" val="1919346911"/>
      </p:ext>
    </p:extLst>
  </p:cSld>
</p:sld>
</file>

<file path=ppt/slides/slide7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09B6D3-105A-42E9-91D7-6B73509A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4E2F15-D627-425C-91F0-3A3023E5C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Field별 작성 원칙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9FAFF9-45AD-4F89-8F8B-96E22FB6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33F3B2-EE81-4489-9A33-C2884866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D06B75-4ABC-4A3B-B38C-E2AABE6FB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FE0093-1A1E-4705-A9CC-30492F74D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151879-AE4A-40B5-AF11-56BE2AF1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71C793-D8B7-4F99-B140-3FAE7E33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49F7EE-416D-49FB-9FAD-4197C5C1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1B08D0-6E90-44BF-A670-DDBF4412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E2E9A7-49AD-4A80-88FB-14809E95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CA4C35-B668-4DA1-821A-E0C67ADB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AFDADA-8B1E-48FF-9039-6637944E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요약·결정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33A3B7-C0A1-40FD-B803-8B7464FC0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778848-CC7E-4255-AA33-982DE7B5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 근거 필수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C0933E-0CBB-43C5-BC80-A4310EE73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F2C63E-6969-4EA5-85CA-D73CDC7E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evidence_ids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CC7F7B-1970-4DB6-B398-138C67AD4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6D17AE-DFB2-4B61-B4AD-879BA499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담당자·기한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6CAE7B-64E2-48E5-9622-A3D331D9B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080D92-87DA-40CF-939B-F98821AA4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추정 금지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CD67E1-5371-4797-8EA1-3B47B884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A23027-D311-4879-BFF5-C892D7142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모르면 null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30600E-91D7-4DDC-A6E9-97C1E8DD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CD66B2-5512-47B7-BAF5-97DC85994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Well-being Signal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D039C4A-AE01-4F71-89D0-EA9D68452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5245FB-2663-4144-868F-3973B65A4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진단 금지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F938F6-481A-4CE2-8BEC-82EE193A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8BD9C72-EF55-44D0-AC7B-DF1620B6C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발화와 완화 방안</a:t>
            </a:r>
          </a:p>
        </p:txBody>
      </p:sp>
    </p:spTree>
    <p:extLst>
      <p:ext uri="{BB962C8B-B14F-4D97-AF65-F5344CB8AC3E}">
        <p14:creationId xmlns:p14="http://schemas.microsoft.com/office/powerpoint/2010/main" val="1852453497"/>
      </p:ext>
    </p:extLst>
  </p:cSld>
</p:sld>
</file>

<file path=ppt/slides/slide7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5B3565-81F5-4F3C-B009-4A514345E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5592E7-5568-4053-B5EB-642B9D8C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Schema·Validator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28E98E-3F7D-4372-9307-D0981073F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160B6B-2015-415B-B195-2C080928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712A6-09A1-4DE8-8653-EE1BC449B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A2D03B-FA7B-4644-964E-28FCB06F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15C1C3-60C3-4AFC-9CCD-19EB435D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E5CD1E-1593-46BE-9482-A12377502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18A460-A1DE-43FB-BA0B-3E178313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A542B3-3710-40E9-9847-37B74FF8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E9B51A-6FAD-44CA-B7CB-3C2A16D2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C05E84-39F9-4C08-98A6-689B47582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2CFAA4-DA21-45A9-AEF2-22023AD89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· TodoItem · HorizonInsights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CB44F4-D1F5-4B68-927F-C3E1813CB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6FF528-6E01-4957-8F18-F6BF5840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17F1DE-1F78-4092-9C6F-F542A50C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E44D31-FBB5-45F9-B620-9416EB36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4차시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6A88EA-A1AF-4DDA-9610-CA12E15E3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E14E2D-D4F4-42FB-B6D9-229E121A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A8B0D3-D24A-4C43-8869-B63D64C0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38451B-2BD8-4CA7-9A98-05E0C29C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validate_record_evidence()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4571F2-7C1B-4D70-8F52-0550426C4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FB1370-5B19-4CFB-8325-ECA430C4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972F64-A182-4F48-B216-50ACD05C2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20845F-EA8C-4138-ACB0-072A5097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04_meeting_record_contract.json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8A6C47-B1E9-46CF-8C8D-7CE9CB0E3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74A991-FF55-4F2E-817D-21E1C544E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Pydantic·LangGraph 설치   ·   Notebook 4차시 Cell   ·   세 입력 중 하나의 TranscriptEnvelope</a:t>
            </a:r>
          </a:p>
        </p:txBody>
      </p:sp>
    </p:spTree>
    <p:extLst>
      <p:ext uri="{BB962C8B-B14F-4D97-AF65-F5344CB8AC3E}">
        <p14:creationId xmlns:p14="http://schemas.microsoft.com/office/powerpoint/2010/main" val="973110091"/>
      </p:ext>
    </p:extLst>
  </p:cSld>
</p:sld>
</file>

<file path=ppt/slides/slide7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E3A2AA-29FF-4286-AF28-0527F83F0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4DB912-385F-4730-9710-405293E6B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Validation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9F7FEC-C0C4-418F-BEA7-D96CC81FE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3335F6-B53D-4996-8BFB-A48D3968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A092B-A883-4494-B64E-59AB6E50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9057E8-ABA4-4037-B9DF-E22A7EF2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66850"/>
            <a:ext cx="6191250" cy="426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B0F591-D7A5-4A9A-88CB-8AE4F4EC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14500"/>
            <a:ext cx="5676900" cy="373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"meeting_summary": "배송 지연 자동화 범위 합의",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"summary_evidence_ids": ["s003"],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"todos": [{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"owner": null,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"due_date": null,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"evidence_ids": ["s006"]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}],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"human_review_required":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"external_write":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CAC349-CCB4-4C8D-BFC9-BEAF090E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7145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별도 오류 입력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0F064B-5B66-45CE-97E7-CCD1319FE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47900"/>
            <a:ext cx="42672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E198F4-E962-494B-BD4C-54C44E71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71750"/>
            <a:ext cx="3695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700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s999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511607-2DF7-437C-B4A4-E78338F7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24200"/>
            <a:ext cx="3695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TODO_1_UNKNOWN_EVIDENCE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E2D59-60AD-44E2-8631-A679C0B80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672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확인 원칙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DB05FB-EC10-4CBF-9C83-9B984EEA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62500"/>
            <a:ext cx="42672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모르는 값은 null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사실 Field는 Segment ID 필수</a:t>
            </a:r>
          </a:p>
        </p:txBody>
      </p:sp>
    </p:spTree>
    <p:extLst>
      <p:ext uri="{BB962C8B-B14F-4D97-AF65-F5344CB8AC3E}">
        <p14:creationId xmlns:p14="http://schemas.microsoft.com/office/powerpoint/2010/main" val="2060686172"/>
      </p:ext>
    </p:extLst>
  </p:cSld>
</p:sld>
</file>

<file path=ppt/slides/slide7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97B31C-3F13-4DBF-93EC-CDEEC0A4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627849-4036-4D5E-8741-BE58FCEA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702955-8543-4B0C-ABDF-C60A9063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0AEA5F-D38D-499B-AAF9-B5063B25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405D7F-FDB5-4672-867A-C49D66CA2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079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350A30-E183-4C7F-9041-14FD93C83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DA0BE4-52E4-455E-A48D-7F545F39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49468F-D38A-482F-A644-4165FDC01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4차시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18B000-FAE4-485A-BC12-AA110D809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12E7AE-4F80-4CAE-8770-A05D25BED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7AD2FF-0C95-4FB5-B579-6976EF7AD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jupyter lab materials/day2/day2_service_lab.ipynb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EE5F97-7453-4478-8FF9-E8CFCADE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5AC751-E67C-4A6C-9BA7-BB29739FC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07ADC2-C07E-4BB2-8CBB-37BBCA1E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사실 Field가 실제 Segment ID와 연결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82DD7F-22CB-48C1-99CC-EB64879C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1CAD5B-FAEB-4391-AFAE-342495CC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235AC1-C5E3-4FF7-9C22-52E6867C4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없는 근거·임의 담당자·추가 Field는 Validation 실패</a:t>
            </a:r>
          </a:p>
        </p:txBody>
      </p:sp>
    </p:spTree>
    <p:extLst>
      <p:ext uri="{BB962C8B-B14F-4D97-AF65-F5344CB8AC3E}">
        <p14:creationId xmlns:p14="http://schemas.microsoft.com/office/powerpoint/2010/main" val="1291721751"/>
      </p:ext>
    </p:extLst>
  </p:cSld>
</p:sld>
</file>

<file path=ppt/slides/slide8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358365-91FF-4553-8D68-13E3A5D7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1E84C9-7A63-4782-BAB3-DF59DCC3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C104D8-5DF6-4C6E-AFB9-147643701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892792-D9C8-45A5-A3EE-91265571E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18CB5F-C373-47BF-8E15-93BECBB7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64FA10-FD28-489A-89E9-5EF3AF2F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F11A49-8245-46DD-8F15-05D4D5527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6736D5-F4EF-45F7-8902-2B9F1340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meeting_record_matches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969EF-9B3D-4C05-9BEB-B28412E95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C125E2-4330-4E82-8B68-DFED0C4B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E4B44C-62AE-4B5A-81A7-6FACD6253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43F896-5A4C-4293-A2EB-3CB334476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4FB7BA-D3A1-41C3-8730-F455CEAEC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26A98-525D-4987-95D3-D74099AD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6CCFF4-3B92-4042-9CA8-A0C3B7194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028E1A-7D12-4286-AA51-6C114D4B7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78711F-E73C-49F6-86FD-27D56C06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6520EC-DBF1-43A9-8EC2-47136572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E6BA856-9F7F-46D3-8392-160B348C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A97F17-2C07-43C6-A4A9-8718D1556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04_meeting_record_contract.json</a:t>
            </a:r>
          </a:p>
        </p:txBody>
      </p:sp>
    </p:spTree>
    <p:extLst>
      <p:ext uri="{BB962C8B-B14F-4D97-AF65-F5344CB8AC3E}">
        <p14:creationId xmlns:p14="http://schemas.microsoft.com/office/powerpoint/2010/main" val="1686733739"/>
      </p:ext>
    </p:extLst>
  </p:cSld>
</p:sld>
</file>

<file path=ppt/slides/slide8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60700F-E279-472E-9931-0F9FFD3F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FFC579-BEAB-4E5A-A713-978EC2380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A4D18D-FBE0-469F-964D-BF405FFFA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10D27B-A82D-4B78-8C56-1C527182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912FB-3722-45F2-89C5-6AF9490F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658A94-FD54-45C8-86C5-4B16D22CD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517C5B-CF08-4E24-99D7-11C556B2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"schema": "MeetingRecord",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"field_count": 14,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"evidence_errors": [],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"human_review_required":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"external_write":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9832E3-FCEB-461B-A9EF-DBABF4D6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2AB1A6-8D29-4651-8C28-EB886E63A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DAFC79-003A-4EFF-AC66-5DF7CFE1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81B7A7-CA85-491A-BF52-A3360AF8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· field_count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4DD532-4224-4D18-8AF9-E80335CAE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6168FE-F970-4BBD-AB76-9D9EC4D1E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4D8E72-B18E-4CF9-9F22-8B2E1671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evidence_errors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520E55-F2FF-4E85-8989-6B59DAC8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5A9799-3144-4EC9-97AA-9C944F9E6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72B268-0D81-4886-90AF-BEED6E8E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human_review_required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F87DB3-4A4D-4B9F-AD02-730C637D5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08C94B-6456-427E-B485-3F34A36A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5B3CD2-5C73-4A62-AF22-1FD952B0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164138109"/>
      </p:ext>
    </p:extLst>
  </p:cSld>
</p:sld>
</file>

<file path=ppt/slides/slide8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58EF79-E0B5-4D50-88CE-3DB84892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1BB9E6-844F-43F0-826A-4319162DA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007CDA-A423-4622-A170-11E1CFAAD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79F877-8BFD-42B2-BF58-95CA2093D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4750D4-DA7E-43AC-A1CF-B8B44DD91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8FD9DE-1F58-41EC-BD2E-425EE0298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344430-114E-47B8-A316-40322D37F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D81219-765B-488C-8794-148D7538F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result = run_meeting_workflow(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sources["google_meet_text"],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domain_context,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review_decision="approve",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retrieval_policy=retrieval_policy,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record = MeetingRecord.model_validate(result["record"])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envelope = TranscriptEnvelope.model_validate(result["envelope"])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errors = validate_record_evidence(record, envelope)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errors == []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record.external_write is False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record_contract_result = record.model_dump(mode="json")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1A4DEB-79CA-433F-96FE-C9DCA7E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save_json("04_meeting_record_contract.json", record_contract_result)</a:t>
            </a:r>
          </a:p>
        </p:txBody>
      </p:sp>
    </p:spTree>
    <p:extLst>
      <p:ext uri="{BB962C8B-B14F-4D97-AF65-F5344CB8AC3E}">
        <p14:creationId xmlns:p14="http://schemas.microsoft.com/office/powerpoint/2010/main" val="1476928243"/>
      </p:ext>
    </p:extLst>
  </p:cSld>
</p:sld>
</file>

<file path=ppt/slides/slide8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B158040-AF30-4B11-A073-F031D43A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5EE0B7-8A9F-4BCA-B607-C7E21FC81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Schema와 Validator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3105DA-E19E-4765-9A9A-406852C8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67ADC5-7AAA-4F7E-A6F0-5CE2E9E92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DE4B7C-491F-42C3-9A34-888C0C77B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898DF-C24A-46E8-8755-CC86779C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B8B2F-CDCD-42BE-AF63-59FD30EF6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0DF6AF-5FFE-4856-826C-13B665CF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4903D7-CCDA-495C-B30C-2FE4E42C1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1CB308-D319-4C28-9A96-BFA65439F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1A847B-730F-401D-AD01-D5EBFE67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E546D7-721C-45DE-B31E-9EDD9FCA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918CEF-B43E-4998-980D-63FB4105E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MeetingRecord Schema와 근거 Validator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269F28-922A-4EA6-A78C-3DF0183C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2F4EF6-12C9-474C-8B32-EA5AA7B9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3C3C4F-9072-4F88-9B23-B20800380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555949-6C34-4802-91F6-30A9FEA9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MeetingRecord·Validator·해당 Test만 수정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207888-5348-4597-8099-C97E529D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78CA39-E86A-4C5C-AFC0-94ADBF4D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C4401A-35D8-473B-951B-E7DA6E52A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06BAEA-29F7-4394-B196-3AC818619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Unknown Evidence·임의 Owner·Extra Field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8604960-ECA4-44C6-A348-14CE2F64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9E8F35-800A-4D20-B2C0-67EF4DC95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DF7448-03B4-4C99-931D-02E9E294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A85950-3E09-4F32-AD77-D73E26780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임의 담당자·기한·개인 성향 추정</a:t>
            </a:r>
          </a:p>
        </p:txBody>
      </p:sp>
    </p:spTree>
    <p:extLst>
      <p:ext uri="{BB962C8B-B14F-4D97-AF65-F5344CB8AC3E}">
        <p14:creationId xmlns:p14="http://schemas.microsoft.com/office/powerpoint/2010/main" val="584347263"/>
      </p:ext>
    </p:extLst>
  </p:cSld>
</p:sld>
</file>

<file path=ppt/slides/slide8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4BC870-7304-4B25-BC1F-74425509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FEF6FF-344A-449C-9055-CF3ED996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D25B2-2F77-4E94-87A4-4717995A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5AF2FA-DD88-469E-A2FA-1D237CED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72BFD6-EBE3-459C-87FC-12DA81CF2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06039-A01C-43D8-B09A-58E0FCFF0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E1264F-BBDA-4FD3-B0EF-2E35E3AD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ADECD2-C7F5-4F83-9972-135DBD13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validate_record_evidence()의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5ABAC-8FEC-403D-964D-8CD7A1A84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6EF823-5648-4EFE-85FD-CFDA37B18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DD28CF-DB2F-4619-AC51-C8049AE31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Schema와 근거 Validator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780B5C-9448-4312-98D6-15A44C31F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0F636A-9F42-4953-A2B7-E74BF92E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6D5DE9-97CE-490E-A71A-D69728BA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meeting_record_matches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9F5D0D-1D8C-4888-BD12-880D9D92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5007B5-338B-4538-B658-25B54952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1AB71F-7090-4B51-8A5D-D2B309DC9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692955963"/>
      </p:ext>
    </p:extLst>
  </p:cSld>
</p:sld>
</file>

<file path=ppt/slides/slide8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4B28D6-0696-4F51-8C71-748F04C61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F85618-298C-4DDC-9D75-26408217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생성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CC0BF8-6DFF-426B-B47B-5397BDC0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35E03-0473-44EE-9D34-C078652E3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902612-64D8-4941-89B9-FDBA362A2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03F7A0-496F-4514-B4DA-55EC0800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5BD29F-FD1B-4294-988C-8B96DE8D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AA3F7-F693-4B97-A553-0B40566F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 4차시 Cell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18ECA2-3AD7-4CF9-84A1-29A6CB38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80F0AB-50F1-484C-8849-435D9ABF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63DAC4-5142-4EDE-88CB-35E2B673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 Field와 nullable Field 구분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0E2016-55A2-497A-B452-E2549BFC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6BF881-1E30-4EAD-BF5A-4677DEFB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E0946D-4F39-4E33-9FCE-B187BE6C0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MeetingRecord Sample 저장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220F10-57D7-4BEC-A10A-2E622D563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ACFC70-07BA-44C2-BC73-1B565033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04_meeting_record_contract.json</a:t>
            </a:r>
          </a:p>
        </p:txBody>
      </p:sp>
    </p:spTree>
    <p:extLst>
      <p:ext uri="{BB962C8B-B14F-4D97-AF65-F5344CB8AC3E}">
        <p14:creationId xmlns:p14="http://schemas.microsoft.com/office/powerpoint/2010/main" val="1940445034"/>
      </p:ext>
    </p:extLst>
  </p:cSld>
</p:sld>
</file>

<file path=ppt/slides/slide8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5EE2E8-D00B-4048-99C9-43F385A9B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B083C4-5749-4A9E-9F35-56B413E8A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원문 근거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B4681B-CAB5-47AA-88F8-28C6DCBCE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598EEA-A674-4E2E-B3E2-31054D974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044930-28F7-4612-B679-936E2421B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E1B323-0CF5-4203-BEE5-02FD12658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7BEB5-866B-4EA5-932A-0A7C072F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C91245-5144-4524-8E79-1F55F462C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존재하지 않는 evidence id 입력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C59787-5F4F-472D-B551-3894D86A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CB275A-42C4-4DE3-92CE-0E0A2B4AD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2CC19D-59B6-42C7-9576-B921D4BD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UNKNOWN_EVIDENCE Error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01B5D5-F608-422F-8A72-46C58E272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D50166-DAE4-4528-AFBB-75EF23F35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84531A-C93B-4713-8530-04D08432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담당자·기한 null 정책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A2460E-CD2A-4BC7-B346-C391EAEE9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580317-1033-42F2-BBF5-655BAAE0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04_meeting_record_contract.json</a:t>
            </a:r>
          </a:p>
        </p:txBody>
      </p:sp>
    </p:spTree>
    <p:extLst>
      <p:ext uri="{BB962C8B-B14F-4D97-AF65-F5344CB8AC3E}">
        <p14:creationId xmlns:p14="http://schemas.microsoft.com/office/powerpoint/2010/main" val="390898175"/>
      </p:ext>
    </p:extLst>
  </p:cSld>
</p:sld>
</file>

<file path=ppt/slides/slide8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BA283A0-CA17-4B75-B308-3F23CFFC4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E161A-9F3D-4E06-BC31-CD622FD8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D00758-8E9F-4C50-9C37-C32FADD6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31C58E-65E7-4A79-81B6-916199841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0698D-B2D1-42D2-B898-2505E99A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ADA978-2DEC-4E49-B674-7D2F8AD8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DC47B7-4DE6-4D6B-A386-B980CD74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F81F05-227A-4472-B0A0-1C15CC1BA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5C630-5E83-495A-95AD-02E66330F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ED9268-BAD5-44F9-BDEC-F8329AD1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E86865-6E2A-4D83-A2F7-1A7C6B81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5B1E64-9C47-40B2-A7E5-1BCCF58F5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499067-3B68-44BF-94AC-E91226C5A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B0F4A-5258-4F62-847A-B55027F2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2FBFC0-6952-470F-AD40-D8FCF85C8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모든 사실 Field가 실제 Segment ID와 연결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53A12-A3AB-410D-AC80-88D7DB7C8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4066F4-330E-41C3-9609-98AF0B226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2E6084-4344-402B-99E2-6B3F4989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771088-E002-4C5B-9FF0-B90C4013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F6912B-F2E4-4FEF-8629-9AE557D3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F84C96-7F47-47F3-9283-0DB3381E3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없는 근거·임의 담당자·추가 Field는 Validation 실패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A11AA4-A8B9-4B54-B876-D7849F61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8CDC55-02BA-4EAA-BBD0-21F91E62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7658A7-7CD9-4CAB-B6E0-D89BC9760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961E523-E831-421E-B8B6-A602AF67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3F708D-8376-4E0D-B2B6-7F471063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83BED5D-1A62-488B-AAA9-79BE76243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검증된 MeetingRecord도 Local 결과로 유지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3D194C7-1A22-4BFB-80C9-A3B2D3B9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EBF7BD-B308-4B3C-9A6C-9519D125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Validation Only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D1953AF-A6B4-4E6D-AD77-A277A347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6A1567-4F7F-462D-A9F5-9B66F8D1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C504552-A8E5-4C8B-800E-0ADE21A0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4EF167-8460-4E1B-96F5-CF7CE3339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04_meeting_record_contract.json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11213F-6A93-45DE-9392-9FBA464DA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AC3A61F-74E7-400B-8491-5582A8D7E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819458216"/>
      </p:ext>
    </p:extLst>
  </p:cSld>
</p:sld>
</file>

<file path=ppt/slides/slide8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037A32-F5BF-4B06-8EAA-6FEFC89B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6E0AE2-3707-4F36-9273-3C1F0E27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C68282-19B9-431E-A924-9B9EC8FC1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A44F46-DB6F-446A-ADF6-A539F4DC8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3D9101-2E50-409C-BFE4-BC6D7B56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5DB4CE-A660-4FC8-B52B-BB39C409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A22B20-865D-461F-BDAF-1DC0543D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96B3DD-1DA4-41DD-9BC1-887B07CE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Error 위치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0A72F3-BF63-45D8-81A2-DE8E3C832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ECE09-A348-4E9D-AE8D-773D857C9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1AEB23-595E-4C82-810C-BE5A8AB63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 ID 목록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314B58-FF51-4C0C-B915-3E5EBCCC2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681985-0FB9-496F-BD43-E78492FC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FDFAD-3701-47D4-A2A9-A6B998A02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nullable Field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BBB205-34C3-4E54-A2A0-1A651C84B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C23937-91F8-4057-AA1B-EEA5657F6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81BFD5-B434-4BF5-839D-2B8410A9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재검증</a:t>
            </a:r>
          </a:p>
        </p:txBody>
      </p:sp>
    </p:spTree>
    <p:extLst>
      <p:ext uri="{BB962C8B-B14F-4D97-AF65-F5344CB8AC3E}">
        <p14:creationId xmlns:p14="http://schemas.microsoft.com/office/powerpoint/2010/main" val="185514329"/>
      </p:ext>
    </p:extLst>
  </p:cSld>
</p:sld>
</file>

<file path=ppt/slides/slide8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796C56C-2E78-46F9-B0F0-DF70017C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483204-C408-4F57-A66E-64A484035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968C4F-825D-42F3-A20A-26EBD53DA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CAE8D9-ED7C-4D9C-B2D1-C44E198B3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55C18A-540E-4995-BBCC-A0138D96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089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CB2809-B6C1-48AC-A168-66043CE9D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5CC2FE-295C-40E1-92E6-BED475553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E58965-37A0-424A-AF96-34E6837C8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C6F9BB-62A4-4175-9E38-F3B82164B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B1B2DE-510D-45AC-8050-5490695A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067452-8C19-42DE-8424-40DBB912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DE96F5-38A7-410E-8BD6-CE76A90A9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BEE5A9-1130-4F65-8132-F86B0531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87E31DB-4E6E-4FAA-A0C3-2C8ABC873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A77473-B9D7-4B2F-B1F0-90D5BA24D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도구가 달라도 같은 결과를 쓰는 Data Model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057A9A-348C-4AE2-96DA-AF82502BE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822E0B-1B11-4CA5-B258-638C2330E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FEC840-E7E9-4176-BC94-423CF0840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C5A328-25CD-4856-8110-BAADA834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849347-16BB-4C39-9D3F-2FC639DC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060007E-1777-44E7-9FEE-D642DB25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Structured Output·Evidence Validator 구현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33A382-8B54-443B-9FE7-D9DE6312C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A6212D-EA16-4C7F-90F4-6DB94BF3E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122506105"/>
      </p:ext>
    </p:extLst>
  </p:cSld>
</p:sld>
</file>

<file path=ppt/slides/slide9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C3D0C5-71C9-4977-9175-EE5DB27E4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14A19C-B55F-4C0C-8F4E-63CF3211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D13958-54EB-401E-A796-269728FF4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D3638D-686E-4B85-8A71-CD2DF4091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EF495C-0581-42F9-9FAA-E39B9FB3A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A81DCE-EEA5-45CE-AE5B-22AC5CC9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82C2B-962B-4276-ACD4-E9B8D5F4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2BE6D2-8230-45B6-AAD9-4D178FF7E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materials/day2/day2_service_lab.ipynb · 4차시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AD43D4-3599-49B9-BD7C-33727B07E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98D0B7-88A3-4CEF-AF0C-851BF7A8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F8C44A-73EC-4D3D-973C-E52B7370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meeting_record_matches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CF6F83-F78B-4836-956D-8AA56697B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CCD743-5D9C-45E7-91F9-E3E8B55C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2AD05F-D1AC-446E-8CBB-DAD06A885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04_meeting_record_contract.json · 모든 사실 Field가 실제 Segment ID와 연결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ACAEA6-ACEC-4792-9F0E-4E234929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3DD39A-F2BC-4C9F-B09D-43D6760CB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152DB2-4CAD-4235-9EF0-08FA16D9F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MeetingRecord Schema와 근거 Validator</a:t>
            </a:r>
          </a:p>
        </p:txBody>
      </p:sp>
    </p:spTree>
    <p:extLst>
      <p:ext uri="{BB962C8B-B14F-4D97-AF65-F5344CB8AC3E}">
        <p14:creationId xmlns:p14="http://schemas.microsoft.com/office/powerpoint/2010/main" val="368171571"/>
      </p:ext>
    </p:extLst>
  </p:cSld>
</p:sld>
</file>

<file path=ppt/slides/slide9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11DF6-9ADB-494F-B1FD-6B475F9F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4차시 · 13:00-13:50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DCB29B-1D0F-487B-B296-79574B7F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4468F3-A7A5-4B1D-BC70-36ADC38BE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07FD96-83A6-41D6-8CEA-0E76AB8F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C41595-7E21-42C0-9F94-A9D09037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D8AB08-33DE-4DC4-9E94-06CB36A1B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FBCDED-8212-499B-BF5D-B4B2E89E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3A6BB1-B789-4FBE-AA7D-CCDF70F0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필수 Field 설명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C384BF-C359-438E-954D-524EBC72E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45D66D-5066-42DA-83A3-110A10187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F1573-B38E-4462-91AE-726FA155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Sample Record 생성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A91389-E842-44FF-A622-A41744E69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EF7937-D1F5-4326-9F64-5B1B22D2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EBC3B6-9FE6-46CF-B991-636BC7095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근거 오류 차단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2C8E17-887A-4360-B6E1-0CC2B2C4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D7A8BE-28EB-406A-8781-554E2633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Coding Agent Workflow</a:t>
            </a:r>
          </a:p>
        </p:txBody>
      </p:sp>
    </p:spTree>
    <p:extLst>
      <p:ext uri="{BB962C8B-B14F-4D97-AF65-F5344CB8AC3E}">
        <p14:creationId xmlns:p14="http://schemas.microsoft.com/office/powerpoint/2010/main" val="1008121436"/>
      </p:ext>
    </p:extLst>
  </p:cSld>
</p:sld>
</file>

<file path=ppt/slides/slide9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F765BA-C53C-44B2-89DD-265CCF3B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C9CBF5-3EEB-4E7B-AA07-B9415233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5차시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AED15-8628-48F4-80C0-4962E5D2F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13:50-14:40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0F8923-D4A9-4067-BF18-03652FF9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Coding Agent 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53EDA7-283B-4957-B3B0-EE8678F7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Scenario Tree · Task Spec · Test · Diff Review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CDEE2B-61BA-4CCB-AB89-8D3D1FF9F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7C0819-66F4-4E41-8754-0170B5EA2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0-10분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F95399-B4CC-47A1-8572-D8FF3547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2AB4AA-C741-438B-8546-E7337CF3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10-20분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ED0F3B-87B1-4016-84C6-75DDEA81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46DB6F-C70C-4DCA-8C5E-076AC9BF9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20-45분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9F1B5C-5238-4C87-98B6-163ACEEAB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360137-E957-418A-91F3-F958FC95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45-50분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254638-107F-49CB-829F-6ACF63A1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C0EC8B-1EA0-4721-B80C-7B599735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05_workflow_runs.json</a:t>
            </a:r>
          </a:p>
        </p:txBody>
      </p:sp>
    </p:spTree>
    <p:extLst>
      <p:ext uri="{BB962C8B-B14F-4D97-AF65-F5344CB8AC3E}">
        <p14:creationId xmlns:p14="http://schemas.microsoft.com/office/powerpoint/2010/main" val="1811483267"/>
      </p:ext>
    </p:extLst>
  </p:cSld>
</p:sld>
</file>

<file path=ppt/slides/slide9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10E282-C672-4162-BA56-760E17B83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AF3566-8A43-4952-9C78-B3AF9A010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Agent와 작업 계약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8465B5-6918-4A6C-8A53-B1AEEFA01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778112-29E3-49E6-881E-CAF46E24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41A183-4345-4EED-84CB-FCB3C62D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014B0E-7D13-48F5-800D-279D1D4EF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상위 모델에게 목표·허용 파일·Test·금지 행동을 함께 전달하는 개발 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0184C1-5A20-4067-A2A5-DD9CB27FB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5EB4A5-BBA6-46E8-A36C-AD1E1BF0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C8FF47-49FE-47CA-8CD4-E1FFA79A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상위 모델은 설계 파트너이지 통제를 넘길 대상이 아니다.</a:t>
            </a:r>
          </a:p>
        </p:txBody>
      </p:sp>
    </p:spTree>
    <p:extLst>
      <p:ext uri="{BB962C8B-B14F-4D97-AF65-F5344CB8AC3E}">
        <p14:creationId xmlns:p14="http://schemas.microsoft.com/office/powerpoint/2010/main" val="1130383144"/>
      </p:ext>
    </p:extLst>
  </p:cSld>
</p:sld>
</file>

<file path=ppt/slides/slide9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C7D4C50-B7F7-47D1-99EF-306CF2E7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0DF74A-C56A-42C0-B948-E424C9CA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Scenario Tree · Harness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4B14C5-62F2-4F20-BD96-DC07F32E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C58788-198D-4543-AD32-8D6DFAB5A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F119B6-0F06-421A-BEFB-BF777F20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CB77DC-B1CE-49DB-A240-4CD37C97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612D9B-56DA-4320-8350-2EACDA64C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F6FE1A-4C9E-4B09-B291-12E646817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8E2A5B-97AF-42E7-88B6-63F03F748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07938A-FBD2-484A-B0F0-2E138D02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E2548D-8D2F-457E-B376-50BEBF83A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FF624D-27A7-4694-BBCA-307348BC5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4B832D-56D3-4EC5-9CA9-B8655585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Scenario Tree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E3B2DD-97C5-4CD2-9064-6317412E0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A3A723-F3D7-4D75-BDC8-2901522B3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입력·목적·오류 조건에 따른 여러 경로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77F1C3-7CC3-444B-8448-C87CF54E5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DE68EA-CEC8-4C6E-97EB-C76828A6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Codex_Claude_대화_시나리오.md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31F3A1-2C60-4F32-B000-4BFA751A6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4695E5-C444-4BAF-9770-25850ABD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Harness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B15865-E2EF-41D0-80B6-A12DA9D3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FB85FF8-3B20-49B9-82FB-3DE65F6A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Goal·Allowed·Test·Do not을 묶은 작업 계약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032A08-C09C-43C3-AFD2-0C745169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36A2B2-0D4C-4941-B688-8568C130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AGENTS.md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F9DAFF-C6BE-432C-864A-FF604D68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7CDDA7-4421-4A6A-B45D-299D10245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2D010D-61F7-4557-A13B-8E97BB707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158630-F215-43ED-80BF-BE9ADDB57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 수정·Test·Review를 수행하는 Coding Agent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E1AFE83-1F51-41C6-A91A-EE9A67F13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48E2F9A-1CB6-4829-9CB2-85D74D68B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87BF47-18E6-4843-A4A7-5A39711E1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5D2CE6E-AF47-4FF0-B827-AB43F5A3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Independent Review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61E07A0-11FA-45E6-A837-3CF1C6F0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7F1D88D-76C6-4D80-92A8-10281028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다른 Session의 누락·권한·Fallback 검토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69E3C3-AA94-467E-A5FD-BAC28B24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80A248-7C50-4197-A02B-6C4FFBBA7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Cross-Review</a:t>
            </a:r>
          </a:p>
        </p:txBody>
      </p:sp>
    </p:spTree>
    <p:extLst>
      <p:ext uri="{BB962C8B-B14F-4D97-AF65-F5344CB8AC3E}">
        <p14:creationId xmlns:p14="http://schemas.microsoft.com/office/powerpoint/2010/main" val="229453642"/>
      </p:ext>
    </p:extLst>
  </p:cSld>
</p:sld>
</file>

<file path=ppt/slides/slide9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DEDBB61-4051-4CC4-A7F7-8D0965B86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5FF0EB-1014-4130-9E9C-EDF9DFF2C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Harness 기반 개발 순서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2C1E9F-A003-48D8-8A56-CF3E1498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BA220A-51EE-4C35-92BA-94BA1BAA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850F29-E441-46AD-AD04-7B3684CBF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488E6E-9B61-4391-92C1-D84575730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1154A-2A51-4C51-94CF-96F9DEA3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0B94EA-6B2B-473D-96F2-91C2A52F0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D3980D-25AE-49DB-A39E-DD08FEF7D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A4F97D-F0D6-4396-BCC9-E22B275C1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1198B3-4DED-44E4-AD34-EC6C3B871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B6A49F-A12E-40F9-A06C-E051D94E0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시나리오 3개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4DA154-3775-406C-99F4-38D528EE8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6A9235-7D56-465A-BDE8-D82864BD3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4357F2-FE7E-4E4B-A6C0-54B232991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조건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7A6B6D-CD8E-4BB9-9582-0185AB469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BDC406-7349-44FE-A452-91EBC6697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31A9DF-B241-4A06-A91D-4375AC9F9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최소 diff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FC287B-A4DE-4EF3-B2AF-7A9D78B4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03D611-7DAD-4C97-ACFA-84B6FB458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3B0F09-E55F-4A2B-82F5-2A5F9944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Claude 독립 리뷰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4B9F12-C30A-4CFF-A69D-6B051A349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F87865-0DDD-4C00-9DE7-AAB870A0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5FE5E2-B6A3-4990-A749-08398336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merge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058970-9687-4C9E-A874-1DA8A17A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05_workflow_runs.json</a:t>
            </a:r>
          </a:p>
        </p:txBody>
      </p:sp>
    </p:spTree>
    <p:extLst>
      <p:ext uri="{BB962C8B-B14F-4D97-AF65-F5344CB8AC3E}">
        <p14:creationId xmlns:p14="http://schemas.microsoft.com/office/powerpoint/2010/main" val="1031302630"/>
      </p:ext>
    </p:extLst>
  </p:cSld>
</p:sld>
</file>

<file path=ppt/slides/slide9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1E85B1-234F-42A1-8693-F3C85B4A4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8C1E0B-39B6-42E3-818E-64E0A4324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대화형 요청과 Task Spec 비교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CE339E-2057-4B9C-87E8-915608548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F24D9C-FFB5-414F-9FF9-1FCC8F9F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68F3AC-2A80-490C-9ADE-78F95CB8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D999E7-BCFE-4755-B79B-8CB17B3D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C6A05A-F5B1-4502-8639-1AB34231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3F4906-0431-46F9-9A66-5CB471F3A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5C46E6-7477-4B61-91CE-FEBACAF7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AE71C2-3368-42CF-9520-C5CB455F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0D289E-E834-48D4-B489-F7B11E5A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32F0C3-69AD-48EC-8BCB-A9A02F125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B5017D-EFB9-49C2-9E17-0E621D2F6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자유 대화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A0465D-9497-459D-99BC-9C172678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8B4A07-D3B4-4E67-ACCC-5C3D16278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탐색·아이디어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412207-1C70-4AE9-8316-D6BEADF8F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762FA2-4985-4D05-B569-9573D2810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빠르지만 재현성 낮음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498222-5FE1-445B-B982-FAD6240E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4177AB-C991-4DF6-89CA-00B7122FA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단계형 요청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820DC1-2EB0-4EC7-B664-618051E64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23EB93-F896-4A0C-A7EF-1CBB1A1CF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설계→구현→Test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143380-BF5D-464D-B069-E0A295AC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D9074-30F0-46B4-8DAB-32A51BB2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중간 확인 용이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7B95C6-26EE-44EC-8687-15E086A13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3B8B9F-7A76-4CE7-A2A6-C15037194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 Spec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F6C2B41-1AED-41D2-876F-2AAD0A84F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59C322-FA8C-4AEA-9A0B-C0E3E7C17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목표·범위·Test·금지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0A928E-6C4D-4F1D-A38F-C41E951C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267FF6-53AE-4BDB-B02A-10204B7EA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반복·Review 적합</a:t>
            </a:r>
          </a:p>
        </p:txBody>
      </p:sp>
    </p:spTree>
    <p:extLst>
      <p:ext uri="{BB962C8B-B14F-4D97-AF65-F5344CB8AC3E}">
        <p14:creationId xmlns:p14="http://schemas.microsoft.com/office/powerpoint/2010/main" val="966177042"/>
      </p:ext>
    </p:extLst>
  </p:cSld>
</p:sld>
</file>

<file path=ppt/slides/slide9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5EA236-872C-4305-9088-11B4BB0E9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630568-214C-4B0E-8F73-81DA08F2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 작업 파일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BF0930-DBD6-4B42-85B4-1ABACECD3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2D3CD8-097C-40F1-939A-DFC1E02F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042539-51C1-431A-9B9B-7590E0263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AECFAC-D3C1-4061-9A45-620927FF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7F0530-DB2E-4F4F-A4F2-347D502D7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75C09-D0ED-4D75-94D2-238FFB0E8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323C38-E929-474E-95BA-38A1E2FE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8BB8D2-2951-4A10-B075-80676BD0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0A1153-40B4-497F-8506-CBA7DEBF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대화 예시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F44CF8-F596-4C86-8F92-765772529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1912FB-6A5D-4616-9B68-0AF7C4EC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materials/day2/Codex_Claude_대화_시나리오.md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720A99-C32B-4EEE-B8A2-07AEBF16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C1A833-B3EA-4A05-AC35-455CE568F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711303-6D0E-4EF8-9B73-42FC3E3E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32B1B6-BE3D-4ADB-8EF5-66C7F2DE6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src/course_services/day2_meeting_workflow.py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D02850-747A-4A38-955F-C2E996D2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1D1909-9984-457C-8EA2-D919D1AE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FF92738-7E5F-4FA0-93AF-E337B57C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248D0F-3BF8-42E2-9DC0-8E591777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tests/test_day2_meeting_workflow.py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43E60B7-0974-4EA2-9090-68DCA7AD1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3035C5-998A-4512-B96A-CFE5EFFC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7BB494-B5EA-4CD5-AD80-E55CD547D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5FD393-5887-482A-904E-951F17333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-- src/course_services/day2_meeting_workflow.py tests/test_day2_meeting_workflow.py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BF8DC1-FDE5-4AC2-B99D-774D4031E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73B5AA-57D7-41D8-88D7-860B476B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App 또는 CLI Login   ·   Git Repository · 현재 Diff 확인   ·   API Key·실제 회의 데이터 제거</a:t>
            </a:r>
          </a:p>
        </p:txBody>
      </p:sp>
    </p:spTree>
    <p:extLst>
      <p:ext uri="{BB962C8B-B14F-4D97-AF65-F5344CB8AC3E}">
        <p14:creationId xmlns:p14="http://schemas.microsoft.com/office/powerpoint/2010/main" val="1384768172"/>
      </p:ext>
    </p:extLst>
  </p:cSld>
</p:sld>
</file>

<file path=ppt/slides/slide9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AF9A75-35F6-4605-9A6A-059CA25EF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28AAC3-2FD8-48AB-9B1B-74146C7E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진행 화면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E05674-15BA-43F9-ACAF-E70B51030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E24E99-BF73-4389-87E8-D137EF30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720779-2F01-48EF-8B46-1C096D35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098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6639475a374011"/>
          <a:stretch xmlns:a="http://schemas.openxmlformats.org/drawingml/2006/main"/>
        </p:blipFill>
        <p:spPr>
          <a:xfrm xmlns:a="http://schemas.openxmlformats.org/drawingml/2006/main">
            <a:off x="1695450" y="1296591"/>
            <a:ext cx="8801100" cy="495061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655068"/>
      </p:ext>
    </p:extLst>
  </p:cSld>
</p:sld>
</file>

<file path=ppt/slides/slide9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D52831-2BB3-4E74-A8F0-698E8E25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5AFE16-B18F-435E-90CF-C9EB6D248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94DE03-1698-460D-B63D-A32436C7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A3171-1A6D-4922-A092-9DECDA90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655698-33ED-45B8-95F5-F0668094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099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8E655F-45DD-40B4-A885-4E86EFBE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B5660B-0236-4FD2-8B7C-66CF163AD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3D4633-B6C4-4435-9AEA-D2A5DAF2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src/course_services/day2_meeting_workflow.py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41741E-6124-4079-A75A-BDC6584F7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0B4384-EE37-49D7-B358-FA38A9FED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F39999-C8B0-4676-AFFC-5F117B147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3C729E-8961-465F-A6B4-699620D3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6FC8CD-8788-40CB-8608-52BC4E49F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C6D6C7-2970-4A5C-A9E4-AEA0BA3BB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Scenario가 같은 결과 형식과 각기 다른 Input Route 사용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423374-35D4-4383-9AB4-8C0E33466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6E0A30-60ED-4D35-A5DC-D9F48B339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405F2C-1952-4A39-AF8B-D24B82F05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 미실행·Secret 변경·외부 게시 추가는 Review Hold</a:t>
            </a:r>
          </a:p>
        </p:txBody>
      </p:sp>
    </p:spTree>
    <p:extLst>
      <p:ext uri="{BB962C8B-B14F-4D97-AF65-F5344CB8AC3E}">
        <p14:creationId xmlns:p14="http://schemas.microsoft.com/office/powerpoint/2010/main" val="143052734"/>
      </p:ext>
    </p:extLst>
  </p:cSld>
</p:sld>
</file>

<file path=ppt/slides/slide10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93E08B-4590-4284-8944-70D61C7F5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94D242-7F88-4B6C-8265-2D6FA1566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D127CB-8E55-4325-A2B3-456C9DF26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B7CEB6-03FC-48CF-A191-FA6E76B3B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52901D-E788-42D0-94CA-3D34FBED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2FB059-8867-4096-AED4-1762B170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C646EC-98BA-4309-85B0-0D1186D1C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61E834-BB34-4781-B461-729C10FD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D59A7F-20BD-4588-B4C9-0D87E696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CEEA6B-4CCA-4065-9FA7-F0FEB6E6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BFF994-6345-47F3-BDD6-21A2CDABB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FFFE16-56B5-43EB-9074-BC47ACCF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B9639A-3A6C-46F9-B843-2C8FEE70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41823E-E887-45FB-B447-D1092985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5AAC69-342F-4857-A60A-ABEF6DEF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871565-288E-4CE0-A30B-804ED097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380463-BF91-459A-9A56-3B5138611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B41A08-F1F8-44FE-ACD0-BBB51412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0B29BA-9A02-4BFA-97C4-91FB028C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93F7DA-7854-4BEC-B316-0B522093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05_workflow_runs.json</a:t>
            </a:r>
          </a:p>
        </p:txBody>
      </p:sp>
    </p:spTree>
    <p:extLst>
      <p:ext uri="{BB962C8B-B14F-4D97-AF65-F5344CB8AC3E}">
        <p14:creationId xmlns:p14="http://schemas.microsoft.com/office/powerpoint/2010/main" val="1043723623"/>
      </p:ext>
    </p:extLst>
  </p:cSld>
</p:sld>
</file>

<file path=ppt/slides/slide10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39EA50-B1A9-4301-86EE-246D92A2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5AFDDB-8BF2-40F9-A1F4-412948A1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2E078-40CD-4BA7-B576-59D45B27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61944-8C0C-414A-821C-A3541D4F7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738C0A-F246-425F-9E07-97A652C45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6E8E24-D91B-4DCC-927C-EAE22F18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C05F0-EDC9-43FC-84C8-A6E070D8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"acceptance_tests": 4,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"scenario_count": 3,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"all_draft_ready":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"all_external_write_false": true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E48850-BDA3-4216-8891-BDD3921A6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3A5349-F918-460A-83ED-078B0C767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64CE75-056F-4B89-BBA8-ECEBAF25F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D7E231-5C9A-4F7C-B893-B7CB0CF0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acceptance_tests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85D783-76E3-46BE-8F5C-28316D74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2AAD3A-46E4-4037-B7D7-A8B07D184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224982-50CE-4635-80AC-479915D1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scenario_count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532BF4-8BA0-4060-9E00-8ADB2FD9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236C45-DDD4-4258-9F71-D54CC85FB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C44323-F5B7-4FE1-8E15-14D430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all_draft_ready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963BBF-45E8-4488-835F-0F1F48B0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B61D80-CDE4-46F2-A021-A3D7B01E1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98B9AA-8338-4803-87F3-AC00A23A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all_external_write_false</a:t>
            </a:r>
          </a:p>
        </p:txBody>
      </p:sp>
    </p:spTree>
    <p:extLst>
      <p:ext uri="{BB962C8B-B14F-4D97-AF65-F5344CB8AC3E}">
        <p14:creationId xmlns:p14="http://schemas.microsoft.com/office/powerpoint/2010/main" val="740443700"/>
      </p:ext>
    </p:extLst>
  </p:cSld>
</p:sld>
</file>

<file path=ppt/slides/slide10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505805-A191-41EB-A0FA-00EE2A3A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0EE0D6-A9AA-4587-A71A-C66CD42B5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17EC1F-AD8D-4A8B-94A6-D5DAB4658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3A0D59-ECEF-4AB7-B29D-2897708A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A6D311-190F-4A56-824C-787D89D77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6D7EA4-7B31-4D43-9274-5BBA0F33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4C8AA9-3578-4A51-840D-0A471CED6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41197E-3F14-4D64-BC70-2ABE3F0F7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coding_agent_brief =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"goal": "세 입력 → MeetingRecord",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"allowed": ["workflow.py", "test_day2_meeting_workflow.py"],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"tests": ["three source", "unknown evidence", "human review"],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"do_not": ["external write", ".env change", "auto merge"],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workflow_runs =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name: run_meeting_workflow(source, domain_context)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for name, source in sources.items()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all(result["external_write"] is False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for result in workflow_runs.values())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workflow_result = workflow_runs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F634D-6C80-4D48-9743-7A886AEC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save_json("05_workflow_runs.json", workflow_result)</a:t>
            </a:r>
          </a:p>
        </p:txBody>
      </p:sp>
    </p:spTree>
    <p:extLst>
      <p:ext uri="{BB962C8B-B14F-4D97-AF65-F5344CB8AC3E}">
        <p14:creationId xmlns:p14="http://schemas.microsoft.com/office/powerpoint/2010/main" val="890157389"/>
      </p:ext>
    </p:extLst>
  </p:cSld>
</p:sld>
</file>

<file path=ppt/slides/slide10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B44A8C-7B62-4DDC-B315-EA337AC1B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C1273F-113B-40EA-9FC8-96B739CBF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세 Scenario 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19CA6B-B9FB-4B99-B0EE-60CBC8E9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598E11-A8E7-4DB2-A826-A74034C2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8E6AEF-5494-4770-A9F6-852C10E82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D94BF1-A3BC-4FA5-872D-D5BA4FB73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652439-6938-4873-BDC6-B4041E6E1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335C27-CA30-4442-A041-650599D1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D25E7C-5107-4CA3-995F-7968C39D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74C52C-6CED-4139-B945-F705639B8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CC7703-0FCC-4111-B8E6-B31A40E6C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CF0C84-84A6-4A53-80FD-42E786971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BF203F-942B-4AA2-B071-37BA5A9B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세 입력을 MeetingRecord로 변환하는 최소 변경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1D4BEC-CF7B-42F2-9218-827E78B8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B8220C-F1A5-4661-B961-D8C55688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682EC1-842E-4725-8E44-F8BFBA3C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DD13803-DBA3-4ABF-9A1A-BD72E87E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Workflow Source·해당 Test·비식별 Fixture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9FDD23E-86E8-4A50-BBF7-970A1751E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C154EF1-B75E-4D9C-80EE-AC963D80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BE9B14-AF26-4BC2-9A47-8343C513D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E5CBFD-59D9-4C1F-99C8-326FC6AEB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세 Input Route·Unknown Evidence·Review 상태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09C4AF-C705-4553-997B-2AE9C08C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1FB83-E925-4A91-BD0D-CA086133F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E28ADC-60B3-4801-B6B6-3C41B45B2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182E0D-032E-4752-A159-571E0623C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외부 저장·메일 발송·.env 변경·자동 Merge</a:t>
            </a:r>
          </a:p>
        </p:txBody>
      </p:sp>
    </p:spTree>
    <p:extLst>
      <p:ext uri="{BB962C8B-B14F-4D97-AF65-F5344CB8AC3E}">
        <p14:creationId xmlns:p14="http://schemas.microsoft.com/office/powerpoint/2010/main" val="733132900"/>
      </p:ext>
    </p:extLst>
  </p:cSld>
</p:sld>
</file>

<file path=ppt/slides/slide10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6737D5-1229-4864-AA22-A1ACECAB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A6E274-4CDB-4969-B80B-8E40ECEE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E35C4A-AD96-415B-9C1A-540E9CA7D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EEFEB-D5C8-4F10-9211-49ACF35D5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16322C-9317-4AD6-AD69-BD11EBC98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EF920-5AFC-4135-B59D-624541257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2BC3F0-B82C-4B7B-8D96-5FF4142B0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4EA79F-6AE8-48D5-B838-F5739552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tests/test_day2_meeting_workflow.py의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13A378-919B-4E47-9F70-9F2B3F14B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CFC82A-8D12-49BA-878D-CCE8C603B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BB653-BC12-4A62-9A33-998B9269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입력을 MeetingRecord로 변환하는 최소 변경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F1E736-3A8D-4DF9-823A-94D8763E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D7C3CF-02F3-4222-862E-04D72513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1481BB-E4BB-4A62-972C-2D7C39CF2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D64D42-7A41-47FE-8844-AEB4D374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6B7DB4-AB32-4373-B620-846D19B5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3700AB-D4B6-45BC-97ED-213E98CA3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all_external_write_false</a:t>
            </a:r>
          </a:p>
        </p:txBody>
      </p:sp>
    </p:spTree>
    <p:extLst>
      <p:ext uri="{BB962C8B-B14F-4D97-AF65-F5344CB8AC3E}">
        <p14:creationId xmlns:p14="http://schemas.microsoft.com/office/powerpoint/2010/main" val="388959762"/>
      </p:ext>
    </p:extLst>
  </p:cSld>
</p:sld>
</file>

<file path=ppt/slides/slide10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93027C-FFC9-4323-92D8-018DF56E8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F38BCF-5A99-4DA7-970E-DD1DF82B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 Spec 작성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09A554-D99F-47D6-AB0F-B42F9820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118B6-8EA0-40EC-A172-24FBD3BA3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BFCFEF-4D5B-47BD-B6AB-D9F49778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77D15C-B589-45D9-A855-D0F0C6C8D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31B73A-95EE-416A-809D-7CC1925E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9A33CF-476D-4AC0-B0A8-BAA2D404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목표·허용 파일·완료 기준 작성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35D22-172D-4A11-9213-A277A3EA7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3CA2DA-335E-4618-AED0-480C52931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B22C86-E4A2-469D-B041-BEB524C6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 행동과 Expected Error 지정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7B32E8-D5DD-4117-9AEB-EE8FDBE30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65BE64-1802-425F-AA37-50BBEFCAF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1A5DA1-A2DE-4B9E-96E2-F718908C4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Codex에 계획과 영향 파일 요청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B69048-6542-48FC-822A-FED64CC25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3E35B2-1F86-4D07-82C9-41AD13F5A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05_workflow_runs.json</a:t>
            </a:r>
          </a:p>
        </p:txBody>
      </p:sp>
    </p:spTree>
    <p:extLst>
      <p:ext uri="{BB962C8B-B14F-4D97-AF65-F5344CB8AC3E}">
        <p14:creationId xmlns:p14="http://schemas.microsoft.com/office/powerpoint/2010/main" val="393129303"/>
      </p:ext>
    </p:extLst>
  </p:cSld>
</p:sld>
</file>

<file path=ppt/slides/slide10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E2B58E-5814-49E3-8364-CF8F402B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B50AC-B830-4AB0-BBCC-800D3717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Patch·Test·Diff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9175FB-44C9-4C54-8A69-2A9411B0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D3F4A5-8170-42A6-BF43-BFC4B951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9B57DC-3F2F-43CD-B242-57C5CD8C3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7F0A70-948C-40EA-8D7D-7DCC18041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854D6A-DBB8-41A9-9658-A7C89DAC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9A7069-84FE-43AA-9226-F3268613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Patch 생성 후 Focused Test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35F8AE-9FC4-4AC4-AC5B-7EF972AE8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0F3830-A6DD-413E-A194-F35FB687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1B1416-3F4F-4766-9F8D-7F079684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diff로 의도 밖 변경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6B7022-08C3-4A89-9C51-42BAF5385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1EF52A-1D00-42AE-B982-E80E0EA5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472D60-45C1-47BB-8235-237985AD3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Claude 또는 새 Session의 독립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0B3A1D-16FE-45E7-8E38-45098D64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BFB250-E082-4728-B7F3-9A225A066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05_workflow_runs.json</a:t>
            </a:r>
          </a:p>
        </p:txBody>
      </p:sp>
    </p:spTree>
    <p:extLst>
      <p:ext uri="{BB962C8B-B14F-4D97-AF65-F5344CB8AC3E}">
        <p14:creationId xmlns:p14="http://schemas.microsoft.com/office/powerpoint/2010/main" val="1602800574"/>
      </p:ext>
    </p:extLst>
  </p:cSld>
</p:sld>
</file>

<file path=ppt/slides/slide10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ADB8E0E-2DDA-40B1-ABEA-08E5392D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BDDA0C-68DC-42D7-8A09-868F0D01D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C4B08F-1871-4F31-AD66-70661EF7D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248826-3F27-441B-BD52-0040829D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AA6ACC-EA20-4413-B3B7-27510B9BE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89280B-7AD6-44A5-802F-67F04FD5B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4E84DC-CC4F-436F-961B-2E6E70C4B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FBF688-CCA2-4D67-AC4D-FB81C2FFC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0BB910-0907-4687-9D0F-8FF549A6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191218-1650-4D08-8618-CBCDE826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B9E308-8196-411B-9ACE-8B6D7229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7B3275-762A-4BE0-94F9-71997D6E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88E84F-4A88-4339-90D6-9111D8563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1B9090-9F23-41F5-810C-D9E74E2F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2A3237-52D5-48C0-ACB9-6BE9B5EAE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Scenario가 같은 결과 형식과 각기 다른 Input Route 사용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44D681-0C59-49CF-B9B0-67BC1883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D51F67-AAC5-4B5D-A210-F7C31684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F2011F-F87B-4AB1-B326-227746468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D95A5B-5E93-4C9B-BD59-4FC1AE16C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4D2830-0EEB-452A-9732-616D2EA79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618F95-70F8-4A66-8DC0-95AAF2EA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 미실행·Secret 변경·외부 게시 추가는 Review Hold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10C473-0D74-4C87-8E90-407BCC6E3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87E0C9-0CED-42D6-8CDC-4A85BB5D7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DB5277-7D7F-43BD-9562-3F0B6E36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46F82A-6B72-4583-A4EA-F4463A4C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1C8150-8613-4CA9-BE37-74F19A6C8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1DFEDC0-90A7-47F6-95DB-A4C129D1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자동 Commit·Merge 없이 Diff만 제안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A875F4-248A-4F4F-AE5D-CEE478F5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473E2B-58EB-49AA-AED0-6F1349D8A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Merge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31A7F1A-98F2-43FB-8757-EA2518B23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5C22A4-645F-4596-B7A4-1D962EF72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263FA4F-1C25-4C92-919A-FC63C58AC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5BE586E-919E-47BB-9C3E-DB6F1D96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05_workflow_runs.json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32D75D2-6C83-4655-AD58-E6E882671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55F26D1-7A50-4D92-951D-D0AE6F74C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2045547873"/>
      </p:ext>
    </p:extLst>
  </p:cSld>
</p:sld>
</file>

<file path=ppt/slides/slide10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116AF7-6D63-441A-8630-5B290295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F361D4-4A1F-4CDE-ABD7-4C30E09E4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30BD43-D372-493A-A9BD-00581BE3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BD5F1F-9634-49B2-9593-3F103BCF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C6C261-1743-4A6B-BAA5-8DA75AA0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4A6D8A-AA83-4A15-8273-83DCF7BF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290D59-D25F-4688-918A-3447612F7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1CE4B3-0C8A-4D85-A998-78ADDBDE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status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81C683-2568-4A30-9B1D-8C52139D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8DDB3A-06E0-4488-AFB2-69D0DBA04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9FB90F-51E1-4961-848C-43921FB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 범위 축소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E1AD9A6-E1B7-4A7D-A498-1191944C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F37AF7-1FA7-41E5-85AE-42D3C0DD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4B09B9-F57C-4C49-A648-878C9490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8BEFDA-A686-4884-856B-E8205B9B2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D6F066-AD1D-41EA-B3A8-3FF4724CF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6D9B44-9202-428D-9E7A-ED64013AD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Diff 재검토</a:t>
            </a:r>
          </a:p>
        </p:txBody>
      </p:sp>
    </p:spTree>
    <p:extLst>
      <p:ext uri="{BB962C8B-B14F-4D97-AF65-F5344CB8AC3E}">
        <p14:creationId xmlns:p14="http://schemas.microsoft.com/office/powerpoint/2010/main" val="729898011"/>
      </p:ext>
    </p:extLst>
  </p:cSld>
</p:sld>
</file>

<file path=ppt/slides/slide10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E1C5BB-FBC8-48AE-85F2-B8D10165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352B8B-AB73-4F88-BA36-B045D8C4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Coding Agent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A4066-25F1-4437-A45D-565EAAD15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2E199-4F80-488A-A26F-B4A0B93F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9FC17C-8A53-4B6E-A94C-38270B28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7D325F-6AE7-424F-AD49-D1C731001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10BD38-4EFD-4D0D-87DA-76F79457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F09BC0-E3B5-4BF0-81C8-BC49A6964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EFCFE-3E34-4EB9-B07F-42CF9CB78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86B864-DEA8-4F65-A321-1A8DD2AC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A72CEC-2173-42ED-A355-E68D891BF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252BE7-14A7-4515-A522-2E067E7EE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D35FE5-289D-41A8-B11F-E49D1821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CB24B4-4F01-437F-A729-95D848E2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A43B5-ABDE-48E4-ADE5-50FA9887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회사 Policy가 포함된 반복 개발 Task Spec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DD226E-C4C8-424D-9CAD-00BB2143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F318CC-EC7A-4862-BD1B-89C3BB3A2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64065D-CF39-41ED-8506-91C0215F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7503B8-CA57-4C5E-87BF-C51EDDD85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7614D04-1939-42EE-87BE-7D9E5767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76A1DF-E0C1-4FC7-AC5B-31FC2240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Prompt가 아닌 Test·Diff 기반 AI 협업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F29CD8-DBC6-4F38-8C5C-35FD9F2C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ECB2AB-3D8E-40A7-B2A3-786FA731D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177265841"/>
      </p:ext>
    </p:extLst>
  </p:cSld>
</p:sld>
</file>

<file path=ppt/slides/slide1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D56EA1-616F-4939-9923-B1A99D35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C81D1B-F402-4F8A-B45E-FD6BF09AD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FC8FF9-0BF5-4FC7-8FEB-E4FEE262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79CC3E-7874-4AB9-9916-D37A6D1C9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7AF1A9-5A99-4F70-AE12-24C28D55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9F6B2A-01F0-4634-A67E-6F7B12937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CE289E-0215-4369-B4B9-0912D63B0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A60731-5992-4FAA-B354-67B7695B1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src/course_services/day2_meeting_workflow.py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76E5E5-8C18-4FE5-BC58-14C37937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C76547-25B4-43BB-A428-CD63774E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C2C861-C5CE-4775-BF93-AEA26B47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3BB282-6468-40EB-BC62-D466F170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BB1C42-FBB3-48A1-9EB8-930DA5F3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7E259E-B866-4FF8-B706-614C1C762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05_workflow_runs.json · 세 Scenario가 같은 결과 형식과 각기 다른 Input Route 사용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325E13-4C0C-48BC-80D2-D089E430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E13ED0-AFCE-4166-BEA1-A04479E84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6B1B49-48C9-4E17-84B3-95D53EC09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세 입력을 MeetingRecord로 변환하는 최소 변경</a:t>
            </a:r>
          </a:p>
        </p:txBody>
      </p:sp>
    </p:spTree>
    <p:extLst>
      <p:ext uri="{BB962C8B-B14F-4D97-AF65-F5344CB8AC3E}">
        <p14:creationId xmlns:p14="http://schemas.microsoft.com/office/powerpoint/2010/main" val="2126327486"/>
      </p:ext>
    </p:extLst>
  </p:cSld>
</p:sld>
</file>

<file path=ppt/slides/slide1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C72002-19D9-4E57-8553-E52C34DF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5차시 · 13:50-14:40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36858C-E6A0-4255-A0AF-9DB0D8FA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79A032-9A28-4A41-83A2-FDA500C8F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4C3EE9-07F4-445E-8B08-CBACDB935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E49C62-68F4-4255-B982-36484AB6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83315-BF45-4526-88DF-BA4A29E9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715737-DD67-42EF-80D0-D87AC8507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C03B8-E5D3-4A03-809B-3D439C863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Task Spec 작성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FA813D-E11B-414C-BCE0-5E54AFF45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D88BDC-921D-4A0B-911B-2605091CA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6B120E-999B-4379-82B6-6BD91F599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 통과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F39A9C-3134-4EDA-800B-A8D6C404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F2C63C-5D3C-496E-9250-FE625083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A94E45-3736-45AC-9238-1E1B2A6DF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사람 Diff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139E18-950B-4288-BDC8-05BF7CBDF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343AE5-04E0-4C76-9271-D3C2FFB4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LLM Provider · Cost Guardrail</a:t>
            </a:r>
          </a:p>
        </p:txBody>
      </p:sp>
    </p:spTree>
    <p:extLst>
      <p:ext uri="{BB962C8B-B14F-4D97-AF65-F5344CB8AC3E}">
        <p14:creationId xmlns:p14="http://schemas.microsoft.com/office/powerpoint/2010/main" val="1421717056"/>
      </p:ext>
    </p:extLst>
  </p:cSld>
</p:sld>
</file>

<file path=ppt/slides/slide11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39E889-0780-451E-AAC9-53ED4A130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F7A13B-1F06-416E-BBF9-D1BEF31A1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6차시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563DD3-5EFB-4A78-8377-8845098A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15:00-15:50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B98740-AB46-4543-9A49-2950C58C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LLM Provider · Cost Guardrail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157C7-A361-4A75-9173-96BF6369D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Fixture · Ollama · OpenAI API · Codex · Claude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1C1B13-31C0-493A-BB2B-34325765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E900D1-F241-44CE-B69C-4AD921388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0-12분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972EBF-8B72-4910-A43E-3CFFDD76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E4F341-B537-4A2E-8F14-D702BF7EE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12-22분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39CC42-C674-4117-B3D0-733110935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177524-D5AA-48FD-BAE2-134DADC59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22-47분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E2E027-0AE7-4C83-ABF1-95A51515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AAC9CF-E957-431D-B60B-858CC9816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47-50분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2CF227-1FD8-4702-BFAA-D9C6238E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2EBA1F-EBD0-4417-B105-4718B97A6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06_provider_diagnostics.json</a:t>
            </a:r>
          </a:p>
        </p:txBody>
      </p:sp>
    </p:spTree>
    <p:extLst>
      <p:ext uri="{BB962C8B-B14F-4D97-AF65-F5344CB8AC3E}">
        <p14:creationId xmlns:p14="http://schemas.microsoft.com/office/powerpoint/2010/main" val="889168445"/>
      </p:ext>
    </p:extLst>
  </p:cSld>
</p:sld>
</file>

<file path=ppt/slides/slide1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ADB087-EE71-4A24-99BB-45717C45D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B8A07E-F55B-41AA-B90D-ECBC0EFE8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Model Provider와 실행 비용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8C20BB-130D-4B92-A5DF-7339895C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2C8E6F-21D6-4498-8957-1F7BED496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741E33-75B1-44A7-B69D-218A6C5B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D7D0B4-A19E-4437-A676-7B3534C7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결과 형식 뒤에서 로컬 모델·구독형 CLI·종량제 API를 안전하게 교체하는 구조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2F0526-13F5-446A-88D0-73C9F99C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C51EC1-2C59-41ED-8676-736C8B8B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3F7AE1-0FEF-49DC-963F-42D92FA1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Agent는 여러 번 생각하고 도구를 호출해 단일 LLM 요약보다 비용·지연·오류 면적이 커진다.</a:t>
            </a:r>
          </a:p>
        </p:txBody>
      </p:sp>
    </p:spTree>
    <p:extLst>
      <p:ext uri="{BB962C8B-B14F-4D97-AF65-F5344CB8AC3E}">
        <p14:creationId xmlns:p14="http://schemas.microsoft.com/office/powerpoint/2010/main" val="1008430520"/>
      </p:ext>
    </p:extLst>
  </p:cSld>
</p:sld>
</file>

<file path=ppt/slides/slide1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8B04BA-AA15-493A-AF66-574EC6F67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BEE594-3C14-4822-A7DB-C61DE2EF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모델과 실제 사용 모델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5AC5CC-5F44-4D76-9787-46A328D78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A09BE-026C-4556-B8CE-E198F261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DD4EAD-B0CD-40ED-BA2E-05A69603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A2818B-85BA-4EB5-AFC3-2A3CDE80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14D58B-4FB0-45F6-865D-67859360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638C7-059D-4303-B95F-4C5E398A5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93A9EE-6AFA-4262-996C-4DE6EDA6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E35571-2915-4B93-BA9B-54116F3A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BA7ECF-5402-42CF-B95F-02F92DAE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F16ED6-F59A-4E62-842B-CCD779DA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315449-D5AA-4F4F-9DC8-CC6501A9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6FE6E2-D6BA-4F99-A14A-A38EF1841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A90783-8DA4-4E86-A4B1-43FC56574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모델을 실행하는 서비스나 로컬 엔진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58CCA9-EB60-4F15-AB1D-57989B122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B59F6F-4237-466C-A335-838D3ED25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diagnose_provider_options()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876B5E-7102-4F09-A740-73927E02D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3631C2-DAA6-40A1-9DD7-2FCA0261B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API opt-in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9D75A4-C94F-4BD4-81EB-2578DB5B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2641B7-4D4A-4D43-9AB5-ED4FF0FE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키·비용·전송을 알고 명시적으로 켜는 경로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201434-9389-4A46-90AA-F286B6701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A135D0-3B5E-427B-97E4-C5A288C9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run_optional_openai_record()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F848D7-5F5A-4BC6-85C2-B898F60F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3E0BAE-F9BF-49D3-83AF-08365B637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5FB149-B85D-4DFD-A1EC-F03396B44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3C39CC-5A27-4C4F-BA95-B4091E2C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실패 시 정해진 대체 경로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FF5DDA-C63F-422C-ADD9-BD6FF16A5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1247EBD-7C41-4385-B4D8-7C57E063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fallback_reason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7ACF0CA-D38C-4BE9-8FFC-E7A13C9E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8F93E5-D19A-459F-BD46-AE5F95B7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Budget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4736D74-E0AB-4D66-8343-ECA167D8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327EB9D-AD94-4B91-A936-C62EE0336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호출 수·token·시간 한도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C7C00FB-9A84-4938-A487-976371DA8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AE3FD7-F41F-4275-892F-9CCD9448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06_provider_diagnostics.json</a:t>
            </a:r>
          </a:p>
        </p:txBody>
      </p:sp>
    </p:spTree>
    <p:extLst>
      <p:ext uri="{BB962C8B-B14F-4D97-AF65-F5344CB8AC3E}">
        <p14:creationId xmlns:p14="http://schemas.microsoft.com/office/powerpoint/2010/main" val="903003770"/>
      </p:ext>
    </p:extLst>
  </p:cSld>
</p:sld>
</file>

<file path=ppt/slides/slide1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364657-8A9F-40CB-AD78-F4FB1166A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4A929-D426-439C-A3FE-1924B788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선택·Fallback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B0821F-C13D-47C0-8FB9-A327C4FD2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C10F68-05DB-42F6-B91B-CED33387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CCA1AC-D394-4454-9C7C-4D96D27C5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78CCD7-10A0-4931-8AAE-98CDFFF63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F0E197-9C4E-4D9F-8091-62D0655E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BE565-BDDB-499D-8F75-14B6503E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93ADF6-97DB-4D22-82AB-D8419B90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40A027-33EE-4AC6-8C8B-F1E465855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14B169-F387-4508-87E7-B3FA4E0BC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E38F5-D77A-4911-B4EC-C0CACCE8D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진단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0F0D7C-1B97-4C6A-B250-B940F221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545293-B2B7-41BD-8E6A-22FADB9E4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A3418A-5B1F-4ADF-94FA-B829C8A56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model 가용성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F1C156-7F5E-4457-A887-52AA99F4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0C3C75-49B6-4F23-BA0E-05EF59D7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16092D-C468-4849-9350-6BB7FEF5E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비용 한도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1060A1-5722-4D5D-B8AA-76E7DE3BA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D78710-A68B-49D2-847C-89AA5C81E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BB8289-17AC-4559-938C-AA1A1EE10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검증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0DA13B-F669-4B35-83B4-C52B2350F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41D23A-D2E7-42AA-9FA0-B69B7ED0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1326C21-3445-4E3A-A001-BB113EB47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 reason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5AF3004-FFB3-4252-9025-E3126559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06_provider_diagnostics.json</a:t>
            </a:r>
          </a:p>
        </p:txBody>
      </p:sp>
    </p:spTree>
    <p:extLst>
      <p:ext uri="{BB962C8B-B14F-4D97-AF65-F5344CB8AC3E}">
        <p14:creationId xmlns:p14="http://schemas.microsoft.com/office/powerpoint/2010/main" val="652643934"/>
      </p:ext>
    </p:extLst>
  </p:cSld>
</p:sld>
</file>

<file path=ppt/slides/slide1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EAFBBC-6F71-4E43-B70B-253EB91F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E05323-AF9F-4CAB-A78D-BBB393F59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무료·구독·API 선택표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0B977F-88C4-4CFE-AA21-AD4F6EE1E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8337C2-A366-4D30-A867-3F36BAD4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84CA07-D13E-45A7-ABE2-E491B936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D10BD4-E8C0-44E9-911F-0D3185F0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D0A85D-A052-4121-8503-4B671B7C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259D6A-DAE4-4891-A5EC-34D297A3D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7C5067-0C11-405E-808D-8B4457604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F3F9C5-8801-45CC-A6BF-CC09880A8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336B9-7BBB-40FB-B375-55999C6C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BA99C8-4A81-4CFA-858F-43BDE2DA2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4F7A4E-BF64-4FF3-B8B0-AE30D930C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9BE973-0320-4394-8C5D-DA5628A8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693DB9-726D-42DC-B9B8-4CC8CF65F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무료·결정적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38561F-FBBD-4A3B-917B-E79ABD1E1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B65BB1-8CEB-44C4-AA1E-DFC2FECC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수업·회귀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7359E4-943A-4F05-91D4-BF7377CD9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342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AF7C92-0A8E-4832-BC7D-CFB0A2D7A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3162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7B48AB-C7EC-42D4-8403-CDDE20C04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971800"/>
            <a:ext cx="2571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72242D-9446-4DBD-8C1B-A101BE52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86100"/>
            <a:ext cx="230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로컬·무료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4BE80D-B83B-47A5-876F-75A94467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71800"/>
            <a:ext cx="4972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4CE1952-4802-494D-845B-59F21EC1B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86100"/>
            <a:ext cx="4705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개인정보·오프라인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634200-B2EE-46EA-A71E-31B7AE4D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3429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58A76D-1152-49AF-8DE8-3BFA128EA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3162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OpenAI 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67F99D0-25F6-45E0-9695-F8998498C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86200"/>
            <a:ext cx="2571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BDEBEC-4040-496E-93E6-90B7BAAC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00500"/>
            <a:ext cx="230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종량제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8E84969-72F6-404B-8E3C-C58F43BD7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A5027AF-54F0-4485-9D09-1F9D403A2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고품질 반복 처리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DFFB98-4531-4B61-9B9B-0D924156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3429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5B77F0C-1197-446C-9789-B8B4848D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14900"/>
            <a:ext cx="3162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Codex·Claude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AB7CF7-D267-4418-BE10-556F3171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800600"/>
            <a:ext cx="2571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F5EE56-189A-44C1-A77A-4EEBB2D7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914900"/>
            <a:ext cx="230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구독·Login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A01A03E-E3A6-4D67-ABA7-912FEA8D4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00600"/>
            <a:ext cx="49720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609E0D-2D9E-4BB2-B8A4-EB492829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14900"/>
            <a:ext cx="4705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 제작·Review</a:t>
            </a:r>
          </a:p>
        </p:txBody>
      </p:sp>
    </p:spTree>
    <p:extLst>
      <p:ext uri="{BB962C8B-B14F-4D97-AF65-F5344CB8AC3E}">
        <p14:creationId xmlns:p14="http://schemas.microsoft.com/office/powerpoint/2010/main" val="609225070"/>
      </p:ext>
    </p:extLst>
  </p:cSld>
</p:sld>
</file>

<file path=ppt/slides/slide1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89AE20-769F-4C5C-BFBD-BFE20094F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C9F176-90BF-4F49-B2CE-9937572AB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79C7B2-1764-416C-BAF8-2414466D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74534-EBE5-4046-8E41-D6C84A06F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ED17B-30CE-4777-B952-BFC54EA3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059FDF-6CDD-4E34-A9F3-1EB29E897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12BB6F-0ED8-4E0E-8FD2-FD79A34F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49CFB0-DF73-48CB-8815-360EE38B7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FAA323-76AD-424C-90EC-AF43E485F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66F884-4AA2-4D5A-975C-E1510B4E0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2DB2FD-7B6A-4415-AB49-DA8172AC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설정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412A8A-91CD-49B3-8E44-83642E938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1B7C31-6AE4-434E-AE9C-D19525531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.env.example · OPENAI_MODEL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B88BFB-9C97-4136-A160-BB506B40B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AF29AA-18E9-41BC-8B26-2175A072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Adapter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D9266E-CD39-4D54-88BF-8D0A6BB40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C2E4B7-8CBA-4C8E-A5D1-FD4792D25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run_optional_openai_record()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707833-2AA9-4C81-BB3C-B025CD90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9931C1-3EDE-4D5A-9538-5617A1C3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D84381-0CCA-448E-A7C3-497A8C7FF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707D7A-5CFD-4D1F-A7E8-F70FA317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qwen3:4b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F524DD-286A-4825-B348-845CEB38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E1293F-A8AE-4735-B16A-FE7D2B50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F5BC5C-2E8A-4EC7-B01F-A16BC18E7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022B44-F6BB-4057-BAC9-49A7AC4F4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06_provider_diagnostics.json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F3F9CC-C068-479B-8ABA-5A97BA2C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CE923F-AC10-4068-97FC-88F453D90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· qwen3:4b 설치   ·   Notebook 6차시 Cell   ·   .env.example 확인 · Key 화면 노출 금지</a:t>
            </a:r>
          </a:p>
        </p:txBody>
      </p:sp>
    </p:spTree>
    <p:extLst>
      <p:ext uri="{BB962C8B-B14F-4D97-AF65-F5344CB8AC3E}">
        <p14:creationId xmlns:p14="http://schemas.microsoft.com/office/powerpoint/2010/main" val="723957330"/>
      </p:ext>
    </p:extLst>
  </p:cSld>
</p:sld>
</file>

<file path=ppt/slides/slide1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EC649E3-3D67-4431-9107-52BB68963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7F40E-AFDD-457E-B3E6-05DB13452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진단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7D4321-2BF7-4A59-BD23-A61649CC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09F3D7-AE36-42AB-B621-18B65AFF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F2201-F0FB-4059-B76C-398D19C7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F8C3A6-7CE8-4EDE-9365-52C5D738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879FE-7B25-4F74-A17D-0FBF9A9E8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Provider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5E60C-F27E-4E8C-8A2F-370B7576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8590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3194BE-AD11-4F90-9869-ECABC5215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600200"/>
            <a:ext cx="2209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현재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F9EA6B-936B-4DBC-ADAB-EE0FEF7E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485900"/>
            <a:ext cx="5448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85BCD2-7288-4E60-8445-E418654A1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5181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 경로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FAF160-BE9E-479A-8570-55D995A2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3048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FAC9E3-9C42-4808-99F9-FA01B0FF6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F20FAF-112A-4694-A0C8-7BAF2EC3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000250"/>
            <a:ext cx="2476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914D1C-301C-49AC-8E97-9764170D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114550"/>
            <a:ext cx="2209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AAFF90-ADBB-4B71-AF8E-D5A26A72A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00250"/>
            <a:ext cx="54483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D7514F-AC8C-47BC-8AD6-AA5A6BB7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14550"/>
            <a:ext cx="5181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 완주 · Network 0회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1CA024-8B0F-4743-9DD4-041A73C3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304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B232CD-4878-4F1B-9968-A9B6B645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qwen3:4b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17A37B-4C87-4141-9808-21CC63B16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971800"/>
            <a:ext cx="2476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6C96A6-66BC-4B70-8DCD-B4A76401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86100"/>
            <a:ext cx="2209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INSTALLED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72BF47-A143-4045-AA32-9964B8E8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971800"/>
            <a:ext cx="5448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00F2EA-1D41-4BAA-997C-C514D3BC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86100"/>
            <a:ext cx="5181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실행 · 사용자 선택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4B99E4C-C4DC-4366-8784-1AA512F3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3048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0C8A26-18CB-49C1-A1C2-E11A0F648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OpenAI 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40FC2C1-18BA-4FA5-A3C1-F829ED32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43350"/>
            <a:ext cx="24765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9642387-155C-470B-898D-4F26BF52C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57650"/>
            <a:ext cx="2209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OPT-IN OFF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51E276-69B6-4293-9B13-69B3A32CD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943350"/>
            <a:ext cx="54483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92219C-8094-4C3E-AC2E-555C7E4CE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57650"/>
            <a:ext cx="5181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Fallback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45DCCC-797F-4BC4-B611-17D3FF33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3048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F536DA-5860-48B0-A491-B5E78F3C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29200"/>
            <a:ext cx="2781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· Claude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111323A-7229-436A-B79C-F2D2E899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914900"/>
            <a:ext cx="24765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C8B64F-7AEA-4A24-A621-9C0F10BD5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029200"/>
            <a:ext cx="2209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LOGIN 선택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FCCAC4-E6F5-441F-8FC6-DDBE7907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914900"/>
            <a:ext cx="54483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FC3154-297C-41EE-9934-24E214D75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29200"/>
            <a:ext cx="51816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코드 제작 · Review</a:t>
            </a:r>
          </a:p>
        </p:txBody>
      </p:sp>
    </p:spTree>
    <p:extLst>
      <p:ext uri="{BB962C8B-B14F-4D97-AF65-F5344CB8AC3E}">
        <p14:creationId xmlns:p14="http://schemas.microsoft.com/office/powerpoint/2010/main" val="1469607345"/>
      </p:ext>
    </p:extLst>
  </p:cSld>
</p:sld>
</file>

<file path=ppt/slides/slide1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42C1E0-5807-4F7D-8B1D-139895574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973E36-D479-4E23-A3D8-2848AD0F8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FF6AAB-F2E6-4496-8822-56ED6F0B2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E76134-5028-4B78-96BD-EEECE00A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FDF1F6-6197-4ADD-8CC9-1F1C6EF1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A79296-93DB-4D8B-A057-B3AAFEAF2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D396AC-53AA-4B60-A66B-1DA71F386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AD2A5C-E42A-40A3-8B5E-075E2BC8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run_optional_openai_record()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0F6E7A-4CEC-45AB-BFB6-493825BE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8DE258-3AD6-431E-90E2-76BF111AC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844D0B-2F2E-4276-A995-FDB567387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list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jupyter lab materials/day2/day2_service_lab.ipynb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0A7AF9-447D-4AA8-870B-374DDA4A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9F75C9-8016-448B-83F5-327A605E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AE79AE-83D3-49DB-AF3B-DF30E336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 Provider와 실제 사용 Provider·Model이 명확히 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BE8580-E0F2-40B1-8FB8-D8CBA6A4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C98AE2-6140-49D9-AF07-0C956945A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577B17-015E-43BC-9D32-AA62F4D1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Key 미설정·Model 미지원·Timeout은 일관된 Error Code</a:t>
            </a:r>
          </a:p>
        </p:txBody>
      </p:sp>
    </p:spTree>
    <p:extLst>
      <p:ext uri="{BB962C8B-B14F-4D97-AF65-F5344CB8AC3E}">
        <p14:creationId xmlns:p14="http://schemas.microsoft.com/office/powerpoint/2010/main" val="2023220999"/>
      </p:ext>
    </p:extLst>
  </p:cSld>
</p:sld>
</file>

<file path=ppt/slides/slide1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691FE-19DA-49C4-A786-E75607E73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E67319-7314-4B2A-99AB-1969581D3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52060B-F26D-419B-A786-132C9FCC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7B4E3-DBB3-4354-BE21-C2EA05B28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91B72D-D6A8-48AC-A6F4-DF0EAA1E3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824260-1289-4D63-9AA1-D6F3B12E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044B47-FE6F-48CF-A6EB-0EB60C21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446D7D-87BF-4FFA-9AFC-DE78D73D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openai_adapter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cli_providers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3C6357-2E0E-4ACE-BC47-BC39DBF5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11E051-F063-4FDB-BF1D-CD3B7222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5172A9-7E2F-4B60-A45C-E440CC018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66B1D0-FB05-4D3C-8D48-697B8E97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4F91F4-B8C4-4122-B9C2-36384ACA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D3B2FC-EBB0-4F5F-AFE2-320D0E20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1F9FE5-5E05-4FAA-9E4F-86F9D645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84BFEF-BD29-4B87-A065-EAA5C95D7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DFE8BA-6784-4A99-BAA3-3BF6036B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42DA1-034A-4E83-9C7E-218C2AC5C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FBCC85-4BCC-4CB5-9706-48A236F6D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4DA72E-7CD8-411D-8E5B-C2CF35FB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06_provider_diagnostics.json</a:t>
            </a:r>
          </a:p>
        </p:txBody>
      </p:sp>
    </p:spTree>
    <p:extLst>
      <p:ext uri="{BB962C8B-B14F-4D97-AF65-F5344CB8AC3E}">
        <p14:creationId xmlns:p14="http://schemas.microsoft.com/office/powerpoint/2010/main" val="233684549"/>
      </p:ext>
    </p:extLst>
  </p:cSld>
</p:sld>
</file>

<file path=ppt/slides/slide1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095F7C-AFBA-49BC-8AE6-2E597963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C02D57-4D7C-4C9C-85D3-50A4F67C8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DFE551-D468-47DE-9848-5BDF168A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5A6DA5-7182-4297-B553-AB61B9F5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E4D0B-4E52-488B-9E54-CFCA98474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C11E3A-B312-4CEF-A35B-D734AFB6A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7F2649-82E2-41AF-9B76-29B26C727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"provider_requested": "openai",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"provider_used": "fixture",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"model": "gpt-5.6-luna",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"fallback_reason": "OPENAI_LIVE_OPT_IN_REQUIRED",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"live_opt_in":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E7A76D-CCE2-48F5-B184-4EA4A7512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912FDF-5701-48F7-ADEB-1A58C20B2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42A5D6-126A-4D32-8F3C-B68D27635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87043F-76D9-434F-9C0D-6E0DD0900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provider_requested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3E586-A77C-4AE3-ACAB-5E8EEEFB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6D2D0C-DE46-432F-8C1C-571CF976C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2AE6FB-F301-4C0F-96D8-4492F73D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provider_used ·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A37F83-6141-4AEC-AEE0-A6BCABFA7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FCC7FE-AD0C-4AF4-AA47-5BBAB5464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B9BFB2-1FAE-46A3-B73D-D95B34E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fallback_reason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B2057C-A0EE-4E01-A01B-265BECE3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BCE375-FF31-4626-B602-9F0E80158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30B1CA-34BD-4C7E-B847-9E434318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live_opt_in</a:t>
            </a:r>
          </a:p>
        </p:txBody>
      </p:sp>
    </p:spTree>
    <p:extLst>
      <p:ext uri="{BB962C8B-B14F-4D97-AF65-F5344CB8AC3E}">
        <p14:creationId xmlns:p14="http://schemas.microsoft.com/office/powerpoint/2010/main" val="1906256136"/>
      </p:ext>
    </p:extLst>
  </p:cSld>
</p:sld>
</file>

<file path=ppt/slides/slide1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1CF660-9A2D-4001-A605-1585A7792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B03CBB-0E85-43F8-A0D7-43097A9F5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8B6A77-DC55-450B-B7B6-9B4C9865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6CE5CC-F532-4EE0-A75A-D1D10B089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3C9B46-AFB6-43FC-9DCA-67F47D45E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C95D65-15F4-4EB9-8337-70CAC982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6B98E3-4E84-4EA7-9E3C-01B6B82B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906838-F64B-407A-AF3D-6DF12B58A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RUN_OPENAI_LIVE = False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openai_result = run_optional_openai_record(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envelopes["google_meet_text"], domain_context,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env=os.environ if RUN_OPENAI_LIVE else {},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allow_fixture_fallback=True,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openai_result["provider_used"] == "fixture"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openai_result["fallback_reason"] ==        "OPENAI_LIVE_OPT_IN_REQUIRED"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provider_result =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"openai_default_run_all": openai_result,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"live_flags": {"openai": RUN_OPENAI_LIVE},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016DAB-C817-4D5D-A905-E95BE16B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save_json("06_provider_diagnostics.json", provider_result)</a:t>
            </a:r>
          </a:p>
        </p:txBody>
      </p:sp>
    </p:spTree>
    <p:extLst>
      <p:ext uri="{BB962C8B-B14F-4D97-AF65-F5344CB8AC3E}">
        <p14:creationId xmlns:p14="http://schemas.microsoft.com/office/powerpoint/2010/main" val="807280536"/>
      </p:ext>
    </p:extLst>
  </p:cSld>
</p:sld>
</file>

<file path=ppt/slides/slide1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78C7B8-81F4-4374-8488-3CCB9E3B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964247-2575-4DAA-A0BF-762E95BD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Provider Adapter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B4BB47-6464-44D1-8179-EC658D2D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9B68E-FE67-4A3A-B79F-FCFBF5B17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E31068-7ADB-49BF-96F1-1380234F5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252EAD-0E74-460E-905D-B562DCD0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6A13DE-05A0-40A9-BDA4-005878E3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EBA91-493B-408B-9774-33D8A65B6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FD7EC6-6449-4CD3-83EA-B77F2660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896B96-7347-403C-9FE7-E234A9FB7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52A6FC-853E-444B-BB8B-31CF9327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C855F3-3ABB-432A-B0CA-D2A42131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D7C078-88B3-4B5B-ADCC-A940673D7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Provider 교체 가능한 Adapter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BF7EA2-7DAA-4FE3-8CEC-0BF8B730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3F8A4A-6727-421B-8240-C28C11D1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44E8DF-E951-4F26-8947-CC0934A1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2EA3AB-725A-4BCD-A415-37AD9C224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Provider Adapter·해당 Test·.env.example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33E5C4E-D8A7-450A-BE17-873549B84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946ABC-F6C7-4B8E-9E48-F99C2359E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855041-77B3-4666-B586-BFFE42C4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6A1498-2116-4B19-B772-DA2743AA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미설정·미지원 Model·Timeout·Fallback Reason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7F10EC-6278-4F8D-BC30-27C1722E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5585B9-E981-4A20-AB30-941ED6E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0FEBFC-0190-4F76-8C51-36A0C7BF4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CC475B-1580-419B-A2A9-5D9B34F85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Key·Raw Error·Credential 경로 출력</a:t>
            </a:r>
          </a:p>
        </p:txBody>
      </p:sp>
    </p:spTree>
    <p:extLst>
      <p:ext uri="{BB962C8B-B14F-4D97-AF65-F5344CB8AC3E}">
        <p14:creationId xmlns:p14="http://schemas.microsoft.com/office/powerpoint/2010/main" val="550526658"/>
      </p:ext>
    </p:extLst>
  </p:cSld>
</p:sld>
</file>

<file path=ppt/slides/slide1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F9D817-E3A0-4D72-9F65-B84B2966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C924DD-C862-4595-B51D-669BD5F2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E5B3ED-F0E8-4476-9B6C-3847268B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F5BD48-C1CD-497B-8235-C5ADE53C3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264DDD-F52A-436E-BDF8-02BCCFF8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402447-C1A1-414C-8189-510A62C9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FCD604-74FC-41E6-A8A6-E06A649C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C8D7BF-CF42-4BCF-8551-D748F8898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qwen3:4b의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3F6072-571F-4DF9-BF8D-9F823C4F1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E0CEDD-747C-4BEA-919B-C73A6829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4134B3-E877-4843-B755-91F43623F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교체 가능한 Adapter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A53F83-6B13-4175-AE81-0F87B2E3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344406-E690-4758-9D77-849332AB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84AEBB-96BB-4855-8679-A73B06BE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openai_adapter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cli_providers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A31A4A-DC23-4E4F-B8FC-2AD96C75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A0E39C-2483-4FED-AA5B-6AD3267D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089CD3-FEAE-41A9-B0D7-12D2FF77C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live_opt_in</a:t>
            </a:r>
          </a:p>
        </p:txBody>
      </p:sp>
    </p:spTree>
    <p:extLst>
      <p:ext uri="{BB962C8B-B14F-4D97-AF65-F5344CB8AC3E}">
        <p14:creationId xmlns:p14="http://schemas.microsoft.com/office/powerpoint/2010/main" val="2085843416"/>
      </p:ext>
    </p:extLst>
  </p:cSld>
</p:sld>
</file>

<file path=ppt/slides/slide1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2D4902-AF45-4B43-ADBE-D978C1F1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936BD4-5CBD-477D-9C50-10728603B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qwen3:4b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2C54A3-3ED3-42F6-AB90-E14C040C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008401-8386-4358-9D43-F805870A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6CC15-F5C8-4FEC-85AA-4EE933815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CC75C-0264-4BD5-8AB6-970F0756C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66977-35D2-4C14-B24B-4C84A8EB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8620F8-8D34-423C-997A-0642B756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list로 qwen3:4b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E49B9A-9D36-49EE-8DE9-DFEB65CF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AD3B60-A7F4-413F-B442-52F574BF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B2CBD8-4BF8-41A5-A68B-98861EAFA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Provider를 ollama로 선택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97CFD4-4C35-4E63-9BDE-CA2C8F0B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A07EB2-5642-4406-AC8B-AC39F6B6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B29D4E-B6E3-402D-B4A4-83A4894E8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 Schema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347EA1-3ED8-4CB4-B57F-3976BBD3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8E0CF3-4D90-4BF6-99CD-DB43E985F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06_provider_diagnostics.json</a:t>
            </a:r>
          </a:p>
        </p:txBody>
      </p:sp>
    </p:spTree>
    <p:extLst>
      <p:ext uri="{BB962C8B-B14F-4D97-AF65-F5344CB8AC3E}">
        <p14:creationId xmlns:p14="http://schemas.microsoft.com/office/powerpoint/2010/main" val="2075348557"/>
      </p:ext>
    </p:extLst>
  </p:cSld>
</p:sld>
</file>

<file path=ppt/slides/slide1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2FBC0F-B020-43BF-9136-AA35CB5D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3F01D3-7A76-43EE-A6D2-1850E0FB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OpenAI Opt-in 진단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C791E8-5DD1-4CAD-99AE-09365ED01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C03CA2-4B56-4398-B6F4-2239EB5A8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60270F-818F-4F20-864E-A0E04C6B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680262-8728-409E-B2FD-E48542D6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B4ADBC-6247-4E87-913C-14D12989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4026F0-0CFC-4C3B-B4E7-296AD787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기본 Opt-in false 결과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231F1F-ACFC-456F-BEE4-8A60EDB50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AB087-A144-4F78-9A1F-F6C55726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4E5C4C-8307-4EEA-80EC-EAC7A4B6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선택적으로 Live 진단 1회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E503D-5E79-4242-9569-0EBA2FDA8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B69858-0BE1-4C79-B413-955A7379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A004B6-0C57-45D7-B840-02559D914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Model 미지원·Timeout Error Code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CBC1A2-27B3-4348-91D0-A836339DC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718C31-3019-4E90-86E5-F81DC81EA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06_provider_diagnostics.json</a:t>
            </a:r>
          </a:p>
        </p:txBody>
      </p:sp>
    </p:spTree>
    <p:extLst>
      <p:ext uri="{BB962C8B-B14F-4D97-AF65-F5344CB8AC3E}">
        <p14:creationId xmlns:p14="http://schemas.microsoft.com/office/powerpoint/2010/main" val="424459325"/>
      </p:ext>
    </p:extLst>
  </p:cSld>
</p:sld>
</file>

<file path=ppt/slides/slide1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F74049-1B22-4E4D-AD97-597E7997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FDDCE-C45C-4A10-9E6D-359641111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07F9B3-E053-411C-A8D3-F13356535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CCFD63-59D2-43F8-9DBC-B7553934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58FBF8-31A5-4414-8430-DA1B2F35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DB4CDA-7840-4544-AF08-FCB56FE9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AFBADF-3DCF-4BC7-ADBB-88E42A14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AC70E4-73A9-4D49-9D2B-0A6FE191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D409C0-48E2-4CD1-A1CE-8C4BCA2E9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D8C47B-F866-467F-BC0D-6BDD5B2E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337D9B-93B7-40E2-A72E-A3E3137B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AC2374-0F9B-4784-8BC1-EEA2838F9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3B7A12-1282-430E-A0FE-794ADC5A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9B5A52-5255-4420-A1E6-2BFDED340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5C22C0-4FAC-4CA1-B37C-8BD56E01C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 Provider와 실제 사용 Provider·Model이 명확히 표시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0D2DE4-F25B-4426-99C9-B85CAF954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CDCA54-70C9-4786-8E5F-19CEDBCF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515F5E-8F38-4E0B-B5C8-D8002BFE1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A55C7C-9308-4654-85F5-AA926FB8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2605EB-DF3C-4814-88E6-4498C41AA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4040EA-852E-4710-A2F8-EF6F8A7E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Key 미설정·Model 미지원·Timeout은 일관된 Error Code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2B5700-71AD-4908-BF88-38A2267CA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672F42-257C-4B34-9488-3BBCF0442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C031FA-A58B-4618-A876-3B200E91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682292-ABB3-481E-9279-9579C8AB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A233908-697A-411A-9208-A05D0C102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B1B7CB-4153-4B7F-91D1-FECEF86D6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 Provider는 사용자 Opt-in 범위에서만 호출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DBA123-390E-4BBC-966D-B69BFFC0F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1D98B9-2AD8-4505-ABFF-6107B404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Opt-in Required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B59311-95AE-45E5-9565-984D0EC56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D99B05-1143-4D26-8C87-ADD2721D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95C6648-BCD4-4171-964F-7B5BE408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B5CC366-0D06-4DAA-9335-B44991B00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06_provider_diagnostics.json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32A97D-AC74-486B-9232-91BA333C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E8079A-F0E3-471A-B342-B3F3339D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1388829023"/>
      </p:ext>
    </p:extLst>
  </p:cSld>
</p:sld>
</file>

<file path=ppt/slides/slide1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74C8A2-E8A3-457A-B429-89BF91666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8B848A-A638-422E-AA29-46C02AEB1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E566A3-5536-4C0C-85B6-AB6B8368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5D2529-310C-49AF-BF68-C7A96567D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D5606B-CE12-4AE6-A22B-7658AD406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B46CA-ECEF-40D8-B06E-DE728C32F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D03446-CAC4-4242-8FF8-B65F1BB9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ACD250-F2E8-425A-92E5-EDAE8015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준비 상태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7385A5-C467-4CF6-A45C-3A5B8E2B8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ABD05-C339-40EB-A1A4-CB8F5BE9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E64B30-C43D-4955-9CE1-899C447C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요청 Model 이름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FB817F-CAAA-42A4-97A6-A8F6A244B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A2F9CE-43F0-4A04-9D5A-76E00A36E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B424B1-56F1-40A7-BB65-048DC1C1D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Live Opt-in 설정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C55AED-9514-43B9-BB42-DDCA9A82B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1E6E31-9469-4243-A18D-D3D3542FF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D8D366-811E-4C8D-9520-C349BEB4C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또는 Ollama로 재실행</a:t>
            </a:r>
          </a:p>
        </p:txBody>
      </p:sp>
    </p:spTree>
    <p:extLst>
      <p:ext uri="{BB962C8B-B14F-4D97-AF65-F5344CB8AC3E}">
        <p14:creationId xmlns:p14="http://schemas.microsoft.com/office/powerpoint/2010/main" val="193299072"/>
      </p:ext>
    </p:extLst>
  </p:cSld>
</p:sld>
</file>

<file path=ppt/slides/slide1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4143A5-18CD-4E44-843C-6D23878BC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CD82D5-D1AF-4329-800C-E232804F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6929A-B2AC-47F4-A0E3-12A4AD77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023F4-0DDD-46E2-8E8F-D26AA091D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6816EB-CB84-4B34-A066-DFF6BA3E5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129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32C735-AA31-4732-AEB2-0C0CE0AD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CD24D6-0EC3-4741-80B1-0029AA52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806455-3687-446A-9D1B-BC0BD994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61DE2-8495-4320-A600-C2B14142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EEEB34-15C9-403E-B932-222E088C3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34C19D-DA1D-4DC5-B2CC-1F5E7248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8CC23A-D0DD-4BEF-B873-72D800EC0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F7C525-0212-4E36-B74C-F7972C56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49E295-EAED-4AF1-9E9B-13AE5C944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9B4840-B2C5-429E-B047-860684ED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데이터 민감도·비용에 따른 Provider 선택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65130D-6563-4EB6-9E39-32D29331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17458FB-B16C-4F83-8AC7-2F368435A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0378E1-3804-4C97-BC48-9E01CF30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81A42C-BBA2-4D34-A410-57AFFDF9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DB55F3-A48B-4E9D-B2A5-1AE6B7F9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A4310C-3885-4BBD-A9E5-68CF60990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Adapter와 Deterministic Fallback 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BC715E1-1B66-4B01-9C9B-9724B885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47F503-80C4-4B75-9408-30A0564AF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353972120"/>
      </p:ext>
    </p:extLst>
  </p:cSld>
</p:sld>
</file>

<file path=ppt/slides/slide1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BA4C87-9DB0-4D3D-A8A6-FB6AC3859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676638-A8FF-43EF-B57E-DB3CEB64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17BB65-1BF4-4F56-95BF-08868331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104CFA-ADC4-4DE3-9163-C2166155A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86450E-D209-4656-8630-50811FE65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471C6D-9CBE-4ED4-8BFE-005F83E6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A98B67-A028-40BE-B12C-F6C300DE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ED66FF-E4F4-4189-ADA0-D47BFACF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run_optional_openai_record()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644DE4-CDA6-476D-83E2-5D98C92B6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28331-5C5D-4650-A96C-5F5416C37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A1EE9F-0FD2-4C6F-98CC-945FCE18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openai_adapter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36FDFC-BBB3-4461-BA0D-99B9B7D1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D2492B-5D79-4F4C-9A4E-9F887EC64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C99136-AD92-4D51-865E-0F5564068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06_provider_diagnostics.json · 선택 Provider와 실제 사용 Provider·Model이 명확히 표시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152CA2-F3CA-4070-8656-1C2E898C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BF1020-B235-4EF0-BB70-20BFFC54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8FD3D5-3AD4-4C84-9AA6-4CE4867C1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Provider 교체 가능한 Adapter</a:t>
            </a:r>
          </a:p>
        </p:txBody>
      </p:sp>
    </p:spTree>
    <p:extLst>
      <p:ext uri="{BB962C8B-B14F-4D97-AF65-F5344CB8AC3E}">
        <p14:creationId xmlns:p14="http://schemas.microsoft.com/office/powerpoint/2010/main" val="1389455767"/>
      </p:ext>
    </p:extLst>
  </p:cSld>
</p:sld>
</file>

<file path=ppt/slides/slide1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DAD613-9D6C-476E-AB40-4DED61F65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6차시 · 15:00-15:50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831AE5-4C1A-41CD-BC32-6ACE36A9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3AE025-36A4-4C60-A234-9FE585553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766C82-3528-4C2C-92F4-206FB16F2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906F18-2071-4FCC-9ABE-1DB459666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E975B5-7F5E-44E3-A697-755C286D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62979C-C4F3-4785-B626-FF5F49A05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C9D89A-0AB2-4C97-B323-D2E67497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Ollama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58C9AD-13C1-43A4-888E-945DD856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3F78DA-63B8-4D1D-B2A0-14267F17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C3AE46-318F-4196-AFBA-18D1C366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Opt-in 차이 설명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20932E-2ABF-4AB3-B294-D0B7C9B2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E1552A-C693-42C0-AB80-3435998E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6524FB-5148-4E73-904A-879BCFAD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 JSON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8D95D-05C6-433B-8E40-1F11A394F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F01429-984F-4E21-AECD-6DDC04111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LangGraph · Human Review</a:t>
            </a:r>
          </a:p>
        </p:txBody>
      </p:sp>
    </p:spTree>
    <p:extLst>
      <p:ext uri="{BB962C8B-B14F-4D97-AF65-F5344CB8AC3E}">
        <p14:creationId xmlns:p14="http://schemas.microsoft.com/office/powerpoint/2010/main" val="997689337"/>
      </p:ext>
    </p:extLst>
  </p:cSld>
</p:sld>
</file>

<file path=ppt/slides/slide13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19ADFA-3672-49A1-9B45-C342A246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D2B1F5-676C-47B4-BD1D-4FA197B81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7차시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7BCAC2-F9A0-4950-A590-CC542ACE2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15:50-16:40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5433B4-C596-4C10-B9C8-8052EE1E1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LangGraph · Human Review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B7672F-4C63-40C2-87D7-7353B3B3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State · Conditional Edge · Interrupt · Resume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E3DF9C-8DF7-48AD-A4CD-09B94417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22518F-4D90-46A0-88A5-5F3E7FA2F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0-10분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454E30-99CA-43E5-BD82-49759738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11E5F0-BAD5-4342-9BC9-4AAA0409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10-20분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F04479-3E96-4888-8FB3-7ACD33DCA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97D2B7-077F-4640-9DA7-9C5EC378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20-48분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1E44D-1B69-4F6F-A664-B2CF96771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0DB09D-2ABD-49D5-88F0-4A5AEB29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48-50분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63E0FD-6EA1-4B5A-9F57-9168AFE8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2A13FF-101F-4523-BC98-4CFD9A5AC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07_human_review.json</a:t>
            </a:r>
          </a:p>
        </p:txBody>
      </p:sp>
    </p:spTree>
    <p:extLst>
      <p:ext uri="{BB962C8B-B14F-4D97-AF65-F5344CB8AC3E}">
        <p14:creationId xmlns:p14="http://schemas.microsoft.com/office/powerpoint/2010/main" val="603917460"/>
      </p:ext>
    </p:extLst>
  </p:cSld>
</p:sld>
</file>

<file path=ppt/slides/slide1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60BAC9-640C-4F2D-93A4-C3063D90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A74B6E-EF36-4F94-926D-6833FA25F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Graph State와 Reviewer Decision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099E7D-3C89-4204-887D-5E3C22F2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4C42DB-259A-491C-87FF-A866A867D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06D2C0-B12E-4DB2-A29A-8827C1FB9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E11069-0556-4B81-B71C-AC1A70E20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검토 전 멈추고, 사람의 승인·수정·거절에 따라 다음 Node가 달라지는 실제 State Machine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FF1ACE-5083-44BC-B48A-30E14B8D9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AEA015-9731-4ECF-8AD9-B780A30D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400395-9545-4F58-A845-11B6DBCCB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LangGraph는 AI가 아니라 AI와 코드가 어디서 멈추고 다시 시작할지 표현하는 상태 기계다.</a:t>
            </a:r>
          </a:p>
        </p:txBody>
      </p:sp>
    </p:spTree>
    <p:extLst>
      <p:ext uri="{BB962C8B-B14F-4D97-AF65-F5344CB8AC3E}">
        <p14:creationId xmlns:p14="http://schemas.microsoft.com/office/powerpoint/2010/main" val="2145737421"/>
      </p:ext>
    </p:extLst>
  </p:cSld>
</p:sld>
</file>

<file path=ppt/slides/slide1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96D6F80-5405-4578-A312-55471BDC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AF5924-2CC1-4EB8-A292-9B203C16C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고정 Workflow와 중단 지점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80D688-EEEB-4AC4-8654-4BE10542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35CDB4-A1D1-42EC-93C9-6114FEC4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7184B-290B-451B-B69F-B21D8B153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05CDAC-69D9-4C00-8D4F-F7A698C9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58D12E-5691-41F5-854F-5DC14538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DD62C-41B9-4ACD-93E2-DE5C8D551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72594B-8DF1-40F6-A05F-51B3C8CD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343F1-E852-4062-A158-5261170F3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2A2807-14E9-4A0A-AB81-13D587B2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19772C-CC71-4BF2-9F28-7FDE22F3D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F4E67A-260F-4DA8-9C5F-00FB320D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4B91C8-4CA7-4F38-8831-2031D97C9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D64C5A-C58C-4D15-B063-37FBE44B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각 단계가 함께 사용하는 현재 결과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A8354C-E245-4BBD-918F-8AE94BBE3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F35456-C368-4B8A-B719-276A6D534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B24E1E-7DEE-45C9-80A1-5948EEF1E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673CB1-50D3-4387-ABB5-E71CFEDEE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063807-6FF5-4FFC-9DD4-D089DECD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8895E5-8154-4F04-AF91-1FED923DB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한 가지 Role을 실행하는 단계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DEF4FB-AB21-4552-B88F-6519D6A7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448276-B509-4281-BA7D-64F9C532D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build_interruptible_meeting_graph()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F7D875E-7E64-4FBD-9CD9-C9F1E887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51A790-9A8F-42ED-BC68-05013F8B6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B1798C-208D-4083-833B-20B12C9F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A5790CA-6FF2-4DBE-9C28-671B09E1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Reviewer Decision을 기다리는 중단 지점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B7C74D-9083-4AC8-BCB0-10935FC6B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080066-D6E8-406B-A8B8-5D769DB03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interrupt() · InMemorySaver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5C217D2-312B-4C8D-9336-9D40944E6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08B6DF-721A-4071-96CE-FD622764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Draft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9A053CC-496F-41B7-9DF2-A126DA1F9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CABA0-88F0-41AF-A651-BBD1CDA82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전 외부에 반영되지 않은 결과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2A8721-CB22-47AE-9512-80D817B8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EBED05-C8D6-4836-AAE7-ADCBA079E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resume_interruptible_meeting_review()</a:t>
            </a:r>
          </a:p>
        </p:txBody>
      </p:sp>
    </p:spTree>
    <p:extLst>
      <p:ext uri="{BB962C8B-B14F-4D97-AF65-F5344CB8AC3E}">
        <p14:creationId xmlns:p14="http://schemas.microsoft.com/office/powerpoint/2010/main" val="581675773"/>
      </p:ext>
    </p:extLst>
  </p:cSld>
</p:sld>
</file>

<file path=ppt/slides/slide1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8B04816-95EF-4092-9169-E45745FE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9CA863-A0D4-4F3E-B128-C67F7851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Interrupt·Resume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3BE351-BAFF-4EB7-A6AC-36C818219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F7B8A2-E351-4FB7-A47C-00B6D637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D38928-360B-4176-9B10-F33F33662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939AD1-37ED-4FF8-ADDB-DE219C1FC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899A2A-80FB-4DE2-8936-E6704ACF3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4FF0C5-3CCB-4E2F-A33D-A194C282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AF807C-B995-4707-BA75-ABE15940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CC1D0C-5826-408F-9ABA-1D723C47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2984A1-3E8F-409C-A3D6-71A86162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1B03D9-816D-40FE-9B7B-D54B2E13D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 검증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061E06-F11A-407F-92AA-5CF5F976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D4E557-08B3-48D0-A9BB-F6C255186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B2DF46-48B2-4828-A7AD-A60D374B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Graph 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B9A1CC-EF5F-4E0A-BDF9-C44E13AC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28C0E3-488E-40A8-8715-604CD05CC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17856B-7075-4403-B1FC-F0CBF827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Evidence 검사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424D14-EEB1-4D7A-9E31-978D9425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CA43BB-15ED-4111-8542-14E169DB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CB790A-1DC4-4434-817B-D6E4D250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E53684-DA44-444F-B8F1-AD17CA914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DD93F9B-9070-4F38-8C46-3D34BFA9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17C503F-6B00-4971-A96E-C3A0C94D1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Resume·분기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21489F-0A08-4A08-90F4-B37B3656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07_human_review.json</a:t>
            </a:r>
          </a:p>
        </p:txBody>
      </p:sp>
    </p:spTree>
    <p:extLst>
      <p:ext uri="{BB962C8B-B14F-4D97-AF65-F5344CB8AC3E}">
        <p14:creationId xmlns:p14="http://schemas.microsoft.com/office/powerpoint/2010/main" val="505660294"/>
      </p:ext>
    </p:extLst>
  </p:cSld>
</p:sld>
</file>

<file path=ppt/slides/slide1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E1D567-F4AE-4534-BAC6-3D7E90DA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C349DE-CEB5-456E-9021-47C512E6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 상태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9C4725-3AF2-4CD0-8B43-1BC6AD36B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D83C39-E10D-4F48-8531-714BD1F2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1C6E11-E5A9-4479-BA90-2F7D2E7D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14280B-E359-4D96-982C-9BD20F8A8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A4F0D-E5EE-411E-B0E0-F31AC0113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Decision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D4B6C-14DA-4FA9-BADC-2C1FDC24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E4D351-4301-4817-9AA5-AF5061AD0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처리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1285C2-A73C-4C7C-854A-2C80DAC3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7F9009-FD8C-4879-81F4-B85CA566E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외부 반영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27204C-2166-4D34-8292-F41E8D1A9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51957C-F4F7-42D2-98B9-B992470D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694403-C91A-43AC-B698-F9D43DC09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E1E0C7-66D2-4801-A3FD-EBC460852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초안 생성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52DEAA-6B90-41F9-877E-4164A7DBD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193A45-BC01-4748-8896-C05E40C9A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반영 없음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7D6635-5544-4695-AE15-D6B2D04B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8D3CCD-CEC7-4B44-93EF-07E1B2747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Edit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174B9C-A104-45E7-95FD-191985FE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39FB2F-65A7-4703-86C1-BD9297D5E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 Field 수정 후 재검증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63A140-44B5-4912-AE39-82C2262E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001556-9CCD-45E2-847E-F01B8728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초안 생성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28FD224-A2E5-4C3D-9C21-25949558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345BC2B-363E-4C31-B59B-99E8BDC22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Reject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700DFC-6F40-40E1-95E0-6EDF9DA30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458829-ECDD-43D5-BED4-8B81A34C3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종료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19776D-E4A8-4D57-BC02-C8505C9E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EFFE14-DF16-420C-8D9D-C3113891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초안·외부 반영 없음</a:t>
            </a:r>
          </a:p>
        </p:txBody>
      </p:sp>
    </p:spTree>
    <p:extLst>
      <p:ext uri="{BB962C8B-B14F-4D97-AF65-F5344CB8AC3E}">
        <p14:creationId xmlns:p14="http://schemas.microsoft.com/office/powerpoint/2010/main" val="1309306596"/>
      </p:ext>
    </p:extLst>
  </p:cSld>
</p:sld>
</file>

<file path=ppt/slides/slide1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BF8DDB-0195-4AB6-B698-2A4E66F0A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325588-E6CD-44AD-A8C8-C34BED65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C7D1C8-762A-4FC7-ACA9-BBE95909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F0E8D-CB9C-4FD5-BED7-566E8E4D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A03A65-3BF0-47E7-9EFA-7DEE85FB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EA50DF-3343-4300-A2C3-E953BA8E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CDA3E7-A6ED-44BE-B9BE-9878E17F7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45720D-5646-4443-BE35-3E7B3D7E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F58324A-673D-4DA0-810B-E76A6836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577274-D236-4B1C-996B-8827FEDD1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14847A-906C-478F-B227-FE198F27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Graph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9CC2E3-CAC7-47AC-8DA9-5C53734B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F73980-19CC-449F-A9AE-95AA8049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build_interruptible_meeting_graph()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E2FB07-218F-4AAF-AD3E-C899FC94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E3C161-6C99-4894-82BB-C47DBB05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9472DC-C0B3-4D91-B6CC-BF2A7496E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216C0C-763B-4805-8DE8-244A40F7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WorkflowState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9F845D-8B54-4B34-B002-CF24BDC4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9B439C-F1CC-44D5-B5A1-A05E1B50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56D1A3-76B8-4E66-9DA4-F3F95E20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36345E-C10E-43CC-A507-9F3D9864D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day2_service_lab.ipynb · 7차시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556ED5-EB0A-41A6-99AD-BC116663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BA7290-24D0-46B5-853B-2F0E6AC5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결과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D41091-2F87-4451-8B3D-91CF5E721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992E83-5E58-4375-9171-F1C8642E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07_human_review.json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CFA4BC-CEDC-4DC6-81FB-6E2602A9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A213131-4F79-4012-862B-5F72C946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langgraph·checkpointer 설치   ·   Notebook 7차시 Cell   ·   MeetingRecord Sample</a:t>
            </a:r>
          </a:p>
        </p:txBody>
      </p:sp>
    </p:spTree>
    <p:extLst>
      <p:ext uri="{BB962C8B-B14F-4D97-AF65-F5344CB8AC3E}">
        <p14:creationId xmlns:p14="http://schemas.microsoft.com/office/powerpoint/2010/main" val="2082895191"/>
      </p:ext>
    </p:extLst>
  </p:cSld>
</p:sld>
</file>

<file path=ppt/slides/slide1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B87434-4967-4D32-AE95-97272668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A7A6D-9D8E-4938-83CC-FAB0CDC1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Interrupt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2A21F9-7807-40CF-B3E8-6D8FB4B6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1C9653-FF79-4BE5-947D-6E07C8FE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756288-833E-497C-9AA8-6B54D080C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75C849-2CB9-4CD8-BDAE-40930A40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097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Decision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422CE8-B440-421A-ACD6-5436E79FB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097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Interrupt Payload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da34dd9bf64242"/>
          <a:stretch xmlns:a="http://schemas.openxmlformats.org/drawingml/2006/main"/>
        </p:blipFill>
        <p:spPr>
          <a:xfrm xmlns:a="http://schemas.openxmlformats.org/drawingml/2006/main">
            <a:off x="686422" y="1752600"/>
            <a:ext cx="5466106" cy="3076575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C563BC-835A-4F59-B3C6-C81E1D701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16002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47116C-9EBC-4998-8C26-8FB26FF0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4825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승인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51CE79-A8C1-48B6-B2A7-633C2947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953000"/>
            <a:ext cx="1600200" cy="476250"/>
          </a:xfrm>
          <a:prstGeom xmlns:a="http://schemas.openxmlformats.org/drawingml/2006/main" prst="roundRect">
            <a:avLst>
              <a:gd name="adj" fmla="val 16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14F805-FE3D-40F9-88DA-365DD6434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04825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ABAE92-09DF-4AF8-8D0D-1925A355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953000"/>
            <a:ext cx="1600200" cy="476250"/>
          </a:xfrm>
          <a:prstGeom xmlns:a="http://schemas.openxmlformats.org/drawingml/2006/main" prst="roundRect">
            <a:avLst>
              <a:gd name="adj" fmla="val 16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547BFB-2BD8-4579-AB6A-DE2FED6C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048250"/>
            <a:ext cx="1600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거절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5C28BD-64C5-43A4-B224-0A867A814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62600"/>
            <a:ext cx="510540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C9B5C1-C448-4857-B1DE-87F2B0370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38800"/>
            <a:ext cx="510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 결정으로 재개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6593A3-7CAE-4BFE-B07F-A89A60E9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52600"/>
            <a:ext cx="5048250" cy="424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E42055-58D4-4CA6-BFF1-18F42876F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57400"/>
            <a:ext cx="4438650" cy="3638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"decision": "approve",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"options": [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"approve", "edit", "reject"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],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"evidence_ids": ["s12", "s18"],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"approval_required":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"automatic_email":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25492473"/>
      </p:ext>
    </p:extLst>
  </p:cSld>
</p:sld>
</file>

<file path=ppt/slides/slide1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4D612A-D54B-42DA-AC98-4CD3C849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8919F-2655-4DB9-B0C9-91AC963A8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4E3969-D7BE-47D7-9A5F-656B48E82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172BC7-7772-4CC0-A193-7EE64626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2E9F6A-A9B0-48D1-96FA-83EF7392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139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AC6CCD-A852-4B64-BA1E-906CF41C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5EDD13-E9BF-43F7-8047-DDA660EAC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9AE1C4-B659-4FA2-A433-62E242DC9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58AC22-D287-4032-849B-D9A28EC4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D3EE01-7C4E-4B81-865A-99AC00843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C520E8-4A54-4FF5-A71C-EFB6D85D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jupyter lab materials/day2/day2_service_lab.ipynb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A5659C-82C0-4545-B5B9-54EB55D47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9C296D-5AFB-4A59-83D4-4FA755D4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71D2E7-D7E3-48F9-8290-6996B5942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검토 전 Interrupt, 승인 후에만 Local Draft 생성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974D5A-D30E-4B22-9C2B-FC4691DF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C5C65D-4E88-44E5-9CC4-B3EDB58C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CEE5E4-1609-4AA8-9654-2046FA520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Unknown Evidence·Policy 위반은 Human Review 전 Hold</a:t>
            </a:r>
          </a:p>
        </p:txBody>
      </p:sp>
    </p:spTree>
    <p:extLst>
      <p:ext uri="{BB962C8B-B14F-4D97-AF65-F5344CB8AC3E}">
        <p14:creationId xmlns:p14="http://schemas.microsoft.com/office/powerpoint/2010/main" val="1410005965"/>
      </p:ext>
    </p:extLst>
  </p:cSld>
</p:sld>
</file>

<file path=ppt/slides/slide1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BD550E-1A03-458D-8031-3C6DA1FAA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53B126-D051-4E4B-A879-3FF23497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8DA52D-E4B7-4252-96F6-B2D25D5B8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C2254C-A8E5-4803-9F89-305F6E630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88426A-252C-4E6B-BDCF-EF0F7658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D6FAA9-57E9-4E52-8322-ADFC3CB0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E1B85-DEAE-49F2-B169-3DD5E2F25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63F585-FE61-483D-8E4C-E3EA4DB9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  -k interruptible_human_review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F2F6E8-D668-4FE2-BDC7-13D985365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E60ADA-14B4-41A2-B5ED-9E12C899B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A1CF00-4FE0-431E-95AB-C237CD58A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1380BF-D8E9-46E6-83EC-C0D0AB334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04E98F-88EE-44B3-B8E5-7CC6463B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2ABA8C-F159-4345-8C52-6CF52E550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61AE84-6BF5-462E-BBAD-874788B49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6C7D20-8DDF-4CF5-956A-2A362B721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10C140-BB2A-4588-9370-8D92B5FE9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77A054-B1DE-4E8E-B287-50EAF6DB3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B692A9-2A5E-4416-AB2C-7148ED6F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37DC3A-6F99-46AB-8C1C-140B732E8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07_human_review.json</a:t>
            </a:r>
          </a:p>
        </p:txBody>
      </p:sp>
    </p:spTree>
    <p:extLst>
      <p:ext uri="{BB962C8B-B14F-4D97-AF65-F5344CB8AC3E}">
        <p14:creationId xmlns:p14="http://schemas.microsoft.com/office/powerpoint/2010/main" val="1025121611"/>
      </p:ext>
    </p:extLst>
  </p:cSld>
</p:sld>
</file>

<file path=ppt/slides/slide1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75ADF5-34F9-4591-A380-3F794498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8FFA6-7D98-4DBF-B007-BD8262F7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223FC2-96A4-4A7C-9169-471919822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902FAD-BFB7-4E92-8411-D280811E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24642-092D-44FA-8351-F7DC877D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94712-E1D8-47DB-8607-27C4279FE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3D848C-06AB-460A-9517-33463BD9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"graph": "LangGraph",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"checkpointer": "InMemorySaver",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"pause": "interrupt()",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"thread_id": "day2-approve-review",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"resume": "Command(resume=...)",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"approve": "DRAFT_READY",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"edit": "DRAFT_READY",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"reject": "REJECTED"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E76604-AA41-469D-9970-EDC2AE5B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6EE5A3-C6FF-41B9-A6DE-84B98556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290A3E-B904-44CD-8D59-06B1921F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2BFD0C-4ADD-4071-B008-D8726A19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pause=interrupt()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C3D8E7-3379-481D-8629-EFD41146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C215F6-9936-48E8-85AA-F71F02EA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4D253D-77E1-4878-B111-8DB18F857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checkpointer · thread_id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F291A2-3670-48A9-80E4-9D8DB91B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DF7D84-F048-41CA-A56B-EB1158BF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D72E55-E00F-44D0-ACBC-B05DFE61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resume=Command(...)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AA4D18-5DFD-485D-9A39-81B17700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D6E900-D75E-4B93-B7F7-56194DB5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17C2E8-A3E6-40B0-9680-7A63CE427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 · edit · reject</a:t>
            </a:r>
          </a:p>
        </p:txBody>
      </p:sp>
    </p:spTree>
    <p:extLst>
      <p:ext uri="{BB962C8B-B14F-4D97-AF65-F5344CB8AC3E}">
        <p14:creationId xmlns:p14="http://schemas.microsoft.com/office/powerpoint/2010/main" val="399461629"/>
      </p:ext>
    </p:extLst>
  </p:cSld>
</p:sld>
</file>

<file path=ppt/slides/slide1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63F759-3803-4227-95B6-72902A8AA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99E14C-5CBD-4078-B383-BBAD278F1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931767-841C-4E5E-B727-72B504BB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274295-0E4F-4BD0-B101-90CA8A522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B16E8C-EC98-40C5-8553-CE1FB13F2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79CC99-CED3-4496-8A5D-5E0209B8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786A68-FFA0-471C-80D2-BF3A7D93D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CF518-FB1F-4771-A031-38289734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decisions =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name: {"start": run["start"], "resume": run["resume"]}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for name, run in interruptible_runs.items()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human_review_result =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"graph": {"framework": "LangGraph",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  "checkpointer": "InMemorySaver",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  "pause": "interrupt()",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  "resume": "Command(resume=...)"},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"decisions": decisions,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statuses = [decisions[name]["resume"]["status"]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for name in ("approve", "edit", "reject")]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assert statuses == ["DRAFT_READY", "DRAFT_READY", "REJECTED"]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A6A210-240C-4E9D-A28A-9177FF289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save_json("07_human_review.json", human_review_result)</a:t>
            </a:r>
          </a:p>
        </p:txBody>
      </p:sp>
    </p:spTree>
    <p:extLst>
      <p:ext uri="{BB962C8B-B14F-4D97-AF65-F5344CB8AC3E}">
        <p14:creationId xmlns:p14="http://schemas.microsoft.com/office/powerpoint/2010/main" val="1541105633"/>
      </p:ext>
    </p:extLst>
  </p:cSld>
</p:sld>
</file>

<file path=ppt/slides/slide1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B98DE0-0B8E-4080-8AD3-2CF763EF5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FCE413-CDB1-4200-8C64-0517912A5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Review State Machine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6005A8-2748-4EBF-96E5-CD13E9C4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843630-E532-46B0-BCC8-2DE66BDD7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03EDF4-307E-440F-8A81-27A1BF1E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2E7DA0-4D09-44E5-B365-188B6C8F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27E377-F177-4F4A-8602-12A1CC1D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C85F2F-ACAC-438B-9DE8-DE0B62C1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C16992-046A-4877-B956-9F1C3E86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BA4535-D29D-4C5F-93F3-567B5B2C5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31A701-433F-4C19-9A04-C352A513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633A7E-370F-4940-9466-6F63D61B4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6E8B5B-8B92-435C-86E0-9236FB884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실제 interrupt·resume Human Review Graph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9974D4-03D9-436A-9FF1-EDD473E8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255B21-A2E7-4523-BFBB-9C1EC2B3F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0D5F02-01A8-48D5-892F-370F6AE4A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C2B723-8610-4089-B631-B8944D3EF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Graph 함수·해당 Test·Notebook 7차시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679B9B-E8AA-4C9E-A903-5673CC10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49BF17-6868-4165-836F-CFAA63D7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0D6534-C9B4-4D0A-BBE3-E7AA8962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910830-BA64-4F58-9169-7A059715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Interrupt 전 Export 없음·세 Decision·완료 Thread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574A4E-6BA5-4E72-B057-096014C72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07BA3A-D98D-4321-AA0D-8621DB476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116316-2DE8-4EEF-A37C-E9F44F10E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EB83F5-203C-48F9-907B-5F0604AC7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승인 전 외부 저장·발송·Thread ID 변경</a:t>
            </a:r>
          </a:p>
        </p:txBody>
      </p:sp>
    </p:spTree>
    <p:extLst>
      <p:ext uri="{BB962C8B-B14F-4D97-AF65-F5344CB8AC3E}">
        <p14:creationId xmlns:p14="http://schemas.microsoft.com/office/powerpoint/2010/main" val="1004862703"/>
      </p:ext>
    </p:extLst>
  </p:cSld>
</p:sld>
</file>

<file path=ppt/slides/slide1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96D0AB-E0FF-4262-A813-1ACD14E2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1FE731-9F31-4F4E-AFEC-C842979C9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B04BE-8BC6-4C39-A828-7B5F6A93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CDF917-9C3C-4D87-910E-E6D879DD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A18938-51E4-4286-9EB0-341A1CAA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0DBE4C-5A56-4DAE-BF34-E5702DCB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4461CE-85B7-4F7A-B731-A1B408C14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D4E71F-1C1B-48D9-960D-AADCB267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day2_service_lab.ipynb · 7차시의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4526A5-3AF5-49FC-B2B2-C2601EE4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63D0D3-5315-4212-A09F-D71325D6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0D7901-EB68-4706-BF16-3C6112FC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실제 interrupt·resume Human Review Graph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B8A8DB-3906-4581-A06E-DCB354ADB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6D6180-0AA7-488D-A9A1-5432D08F7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1A5CD3-AC22-4B87-8CEC-17656D94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interruptible_human_review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E30E1C-080E-4DC9-BB5B-7DBC7B44C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5415C2-3030-4576-9FB2-B43592433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C0495E-D5F0-46EF-A519-2B7A9430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approve · edit · reject</a:t>
            </a:r>
          </a:p>
        </p:txBody>
      </p:sp>
    </p:spTree>
    <p:extLst>
      <p:ext uri="{BB962C8B-B14F-4D97-AF65-F5344CB8AC3E}">
        <p14:creationId xmlns:p14="http://schemas.microsoft.com/office/powerpoint/2010/main" val="591005955"/>
      </p:ext>
    </p:extLst>
  </p:cSld>
</p:sld>
</file>

<file path=ppt/slides/slide1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0E3C41-1EC4-4E42-A238-7BA6CB621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FF86E6-78F0-4E0A-A4DA-EF02F0370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Graph Interrupt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B4C80E-F216-4D14-9B06-B5053058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7E858-7EEF-4D6E-9A03-90A256E5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19559-5E5D-4F1E-9A7A-A36A11A4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15B2B8-AB22-4088-9D07-19F15B304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797A54-4E28-4C88-9B35-CB1EDE92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E8B758-5C18-47B0-A833-4A91AFCC5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Notebook 7차시 Interrupt Cell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F1A867-8AB6-4D12-BC6F-CA6F1E217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C6FF71-BD36-40E0-9092-BA3F53401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AF5282-3CD8-4DF7-902C-D49717DD0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Thread ID와 중단 Payload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E9EE9D-F471-4B05-829B-C06ACDB4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FB55AE-8CC4-48BC-AA60-534AAB8C3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8E825A-0523-42D9-8E66-8DD679B83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Reviewer에게 필요한 Field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817EE7-381D-4F30-8AFF-7F7E24BD7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65433-E8C4-40CC-A613-D20CE2132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07_human_review.json</a:t>
            </a:r>
          </a:p>
        </p:txBody>
      </p:sp>
    </p:spTree>
    <p:extLst>
      <p:ext uri="{BB962C8B-B14F-4D97-AF65-F5344CB8AC3E}">
        <p14:creationId xmlns:p14="http://schemas.microsoft.com/office/powerpoint/2010/main" val="629291671"/>
      </p:ext>
    </p:extLst>
  </p:cSld>
</p:sld>
</file>

<file path=ppt/slides/slide1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2CF431-5818-4283-9903-3755E22E7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280DA0-0677-46D3-B04A-5C8D17C55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 Resume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E630B-15D1-424C-9C83-E82B1256D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FDC310-FCA8-4FDF-9287-A0530BC71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D00B64-81A1-4FAD-9446-0A0397C5D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26A5F-96CB-4BA4-836D-41897BFC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727471-A7D3-4C63-BF41-63C43174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6895C-DCAD-41B7-9E7A-7F5D8DB94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Approve·Edit·Reject로 각각 Resume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F543CB-7950-4C7F-88DF-78E57C12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EE9DEB-1622-4D59-B4A6-733470543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BDEB3D-371C-4562-A57E-3C2F019A5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Conditional Edge와 최종 상태 비교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A00820-0E57-4806-A195-2AA72B11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B82F0A-B6C2-4F6F-82AE-E6971305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CA7245-45E0-426B-8C14-014F1BDCB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 없음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F21035-8EDF-4C22-BE37-7E7804E1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B59372-2DF8-4C49-B286-DD4700F3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07_human_review.json</a:t>
            </a:r>
          </a:p>
        </p:txBody>
      </p:sp>
    </p:spTree>
    <p:extLst>
      <p:ext uri="{BB962C8B-B14F-4D97-AF65-F5344CB8AC3E}">
        <p14:creationId xmlns:p14="http://schemas.microsoft.com/office/powerpoint/2010/main" val="2091991795"/>
      </p:ext>
    </p:extLst>
  </p:cSld>
</p:sld>
</file>

<file path=ppt/slides/slide1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F9225E1-534E-4091-B649-2B72AD011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B11E9D-8C09-40C9-94AC-ED88A82F4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375E20-9D0F-44DE-AF0A-C45BA0AE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6D40C2-9448-4A58-BB4E-8AA68F069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87765-6BE3-4E56-B0AB-E7D2A110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F786F7-D2A9-4B7B-867D-5816350DA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4C7589-A398-42AD-BE55-41B70B96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F1BB0C-256B-47F9-B75A-7446022EC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A64EDD-13F6-43DA-A7C4-020E7DD2E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62BC76-B2F4-4681-AFCC-76D22F8CC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F3387F-139D-4BF3-9900-CF40EE3C6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F3A1DC-607D-4E7B-B4B7-5580E08A5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D9AA08-8B82-4B99-9E77-304FAA6B0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28A2F9-FC3E-4EAC-8D9D-81D39573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796C46-EF56-401C-BE6A-FC832071C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검토 전 Interrupt, 승인 후에만 Local Draft 생성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9B0259-9875-4683-A361-FCE56050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9892E3-1222-4908-A404-836CFB858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D87569-7000-4B4D-84FD-974CB6B44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0297CD-8E63-4E61-943E-C74BC8B9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E2AA55-1494-4EB9-8D7E-238ECF0E1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182060-DF78-4574-B998-F3F9EDB4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Unknown Evidence·Policy 위반은 Human Review 전 Hold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2D0B8E-8BB3-4AB3-95EA-BDC06E0A9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FCF6957-4C48-437F-8FCF-F20E07D34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0A737D-2C53-4F8B-A035-2DF5B2D84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38D242-2E68-4E4E-9928-F604A5826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867FFD-A98E-4340-BAFF-D19BD6A34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86F3C6-41AA-4132-A973-326D603F2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 뒤에도 Local Draft만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5E5F31-44B1-4A35-BA53-461404000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EA9D99D-0768-4160-BCFD-401700DB0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external_write=false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49D64D-CA5B-4A03-BC5F-A5448B456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2B13B19-975A-4E07-8A34-8CDF11CC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7B5176-F407-49EF-95A3-C3042D764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1199778-1860-4441-81C2-82EB3A8A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07_human_review.json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2D3CE75-0E27-4CB6-8FBF-CE95B1327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24C476-77EF-4B31-B8BD-A6792E7CE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1593405198"/>
      </p:ext>
    </p:extLst>
  </p:cSld>
</p:sld>
</file>

<file path=ppt/slides/slide1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7CDC12-78B0-4FC6-9BE7-76A4F9C3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CF5079-2A79-4350-89ED-AF9EB1568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628BBC-BD89-457D-ACBD-B31EFF74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0DD45-B83B-4D36-B659-ECB21723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08B089-8E29-4B6E-9147-BB8FF6F00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C3AD2-02C8-462B-AA8E-641108F4E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8E2F2D-82D7-4658-BF68-902750B2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00FA86-75D5-49FB-BAEF-27D5FEC6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Thread ID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4EC21-2521-4C2F-80DC-225CD67D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A7355A-63F1-475F-A3D6-12FCDCDF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B4E3D3-E58F-4F9A-BB5E-886C495B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 Payload 필수 Field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A3D964-F632-4F8D-B312-F5F07C28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5ECF12-DE73-4235-9F0F-6A9259F5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44567E-2752-4C79-9D9A-D2E89A76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Thread ID로 Resume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6A06C6-C2EF-499E-A95F-D17274D3C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0B9750-3ECA-4DCE-A10B-4D2F84724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32FE72-F303-4A2C-8022-D69555CEF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Approve·Edit·Reject 최종 상태 비교</a:t>
            </a:r>
          </a:p>
        </p:txBody>
      </p:sp>
    </p:spTree>
    <p:extLst>
      <p:ext uri="{BB962C8B-B14F-4D97-AF65-F5344CB8AC3E}">
        <p14:creationId xmlns:p14="http://schemas.microsoft.com/office/powerpoint/2010/main" val="1569508094"/>
      </p:ext>
    </p:extLst>
  </p:cSld>
</p:sld>
</file>

<file path=ppt/slides/slide1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86D94E-CE99-41FA-B87B-E89C7BE4B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E54865-E68D-499D-86C6-66A2E13FE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D01A40-82BB-409E-972E-F3677BDB3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EFE8BD-7804-4F63-89BD-3024C15E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DDD301-6194-47D4-B746-FBCDD39BB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149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AA6A96-3796-4C7A-9002-1E9DA4BF4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CFEB4A-E4E4-41AD-95F4-26CF547C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A0B9EF-CDA7-4E31-A150-BF85875D2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D59DA0-2050-4B72-BD3D-C59EDC04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2792D7-80EF-4307-A8EC-D4E93503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E32F04-B8A9-49D8-ABC2-7B2CCB97D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E1D86E-9B99-4795-8CAD-70143994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930D1F-CBAC-4892-8562-05F9BF54A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35CEEA2-BF2B-43DA-BAFA-90258B85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24668D-37BE-4540-BD3C-BCFEC547F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메일·문서 반영 전 Reviewer 승인 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864853-8B42-4D7D-81AC-C22033F7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6D7338-14A2-41D5-B388-EF03C35B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82F445-9C1D-4585-B3B2-5A7BE6F07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1A5002-76C5-4126-829B-6DE2FCDF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7EED8C-5232-4DF0-9DA7-E220A2C4A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654883-F3C6-4453-AB7A-A534A67A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Interrupt·Checkpoint·Conditional Edge 구현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0ABD6A-A305-4741-98D4-0C022E996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C3D2E2-A3D1-41C4-9204-AF0352CB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1496336307"/>
      </p:ext>
    </p:extLst>
  </p:cSld>
</p:sld>
</file>

<file path=ppt/slides/slide1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CD3214-71FD-4383-9371-92EA1130E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100771-1B00-4AC6-AA51-E37103BF9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38761E-E762-4F75-954A-8F759CCB4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A1CBC0-875D-407B-BDFD-8B7A7C95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3CEB2C-A897-4F84-9390-6B3EA68CE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4CE73-F11D-4B12-9FBD-263F4E7B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570BCA-4768-4DFC-A147-26ED2367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1A24EF-0EF4-4D86-A66C-F3B8146AC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WorkflowState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B14A4E-89A6-4EEA-A176-4C2E0D1D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5205EB-9878-44E7-A9B1-0BD9DA144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0FE617-DF3F-4890-A626-69091F6C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python -m pytest -q tests/test_day2_meeting_workflow.py \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  -k interruptible_human_review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208E92-9CAE-450C-A794-A0398201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F96094-9EF7-4DE5-BA17-224FE22A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DD08BB-9A54-4BE0-A40D-BBB4E6D0D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07_human_review.json · 검토 전 Interrupt, 승인 후에만 Local Draft 생성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B93BD4-7012-4E20-A762-1D00F6D1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6A9CFD-88FD-479A-8886-FAB3BDCE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A66E5A-BFEA-42D1-BE53-65E06684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실제 interrupt·resume Human Review Graph</a:t>
            </a:r>
          </a:p>
        </p:txBody>
      </p:sp>
    </p:spTree>
    <p:extLst>
      <p:ext uri="{BB962C8B-B14F-4D97-AF65-F5344CB8AC3E}">
        <p14:creationId xmlns:p14="http://schemas.microsoft.com/office/powerpoint/2010/main" val="1879282408"/>
      </p:ext>
    </p:extLst>
  </p:cSld>
</p:sld>
</file>

<file path=ppt/slides/slide1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062FA6-0E70-4198-A1C5-3F3F40557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7차시 · 15:50-16:40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B7BC81-E9BA-4CC4-9B9E-9767A41E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915B29-6025-4E24-BEA0-E86F500F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6D2DEA-3EB4-41BA-999D-7EF1FDA0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D7867E-0D1C-49DF-A458-61EBFDFC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D27A5B-9F88-4E68-9752-05A77C686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F20FE4-BC53-499C-9A47-6F23B660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2F080-1C66-49F9-9E9F-E1667E21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Interrupt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29F494-F852-4E89-89EB-A09ABA76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F1A825-345E-4703-BF18-1E88D589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25935A-8201-46C7-AF2C-EA6088C4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Decision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707187-D0A4-495A-972A-6D83F1C5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44FA2-BB1C-4688-850A-2FFC8C81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F1D65E-67BD-4838-84A6-70FA33315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 JSON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6BDC56-7621-424B-83C9-456053B2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6EDFF5-5834-4587-8737-BA5E7E3C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Desktop App Package</a:t>
            </a:r>
          </a:p>
        </p:txBody>
      </p:sp>
    </p:spTree>
    <p:extLst>
      <p:ext uri="{BB962C8B-B14F-4D97-AF65-F5344CB8AC3E}">
        <p14:creationId xmlns:p14="http://schemas.microsoft.com/office/powerpoint/2010/main" val="1756904322"/>
      </p:ext>
    </p:extLst>
  </p:cSld>
</p:sld>
</file>

<file path=ppt/slides/slide152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168CA8-89FB-4BDE-9AFF-E0A582AB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7226BA-BD36-4F3F-8A9F-1D8DEB8B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DAY 2 · 8차시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32F978-E0BE-46FD-A86E-2ADD89048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9715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16:40-17:30  (50분)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26018D-C234-44DA-A025-2F1E947C2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33550"/>
            <a:ext cx="10287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48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Desktop App Package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5D7587-9028-466F-BA66-06581ECD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48000"/>
            <a:ext cx="10287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Local GUI · Docker · Windows EXE · macOS PKG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E207D7-FBE0-4111-94E2-50B8D5C69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4D3E1C-27D8-4FE1-90F0-6BAEA803C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0-8분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622A99-46D2-45CF-A10E-D9D78153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핵심 이론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DBF0EF-55F5-44A0-BC02-CE7A6F4C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8-18분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AB9B0A-0A7A-462D-B197-7986CA4AB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강사 Demo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681297-6C56-4B9D-BF9D-AC79530C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18-48분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49C332-37F6-46F9-ACD5-DD20C443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소프트웨어 실습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4A319E-7D3A-4BD2-9A68-CDA93057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3434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48-50분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68EA65-38A7-4A6A-A6C1-C5A2E5227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4762500"/>
            <a:ext cx="228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5327D8-9FA5-49A8-B29B-7A9AFF0BE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1040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완료 결과 · 08_export_drafts.json</a:t>
            </a:r>
          </a:p>
        </p:txBody>
      </p:sp>
    </p:spTree>
    <p:extLst>
      <p:ext uri="{BB962C8B-B14F-4D97-AF65-F5344CB8AC3E}">
        <p14:creationId xmlns:p14="http://schemas.microsoft.com/office/powerpoint/2010/main" val="1548766857"/>
      </p:ext>
    </p:extLst>
  </p:cSld>
</p:sld>
</file>

<file path=ppt/slides/slide1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8A709-A80E-4133-A1A5-7ABC3978E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BEA7BF-448A-4D98-A784-A797C805C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일반 사용자용 실행 화면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BF6E6A-902B-471F-AB36-E5787851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D0DD94-C334-489D-B509-D1424ADEF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3BC565-C6E2-41D4-B6A6-A72592E1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2CC15D-D596-4C53-9C76-9A61E7BDF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714500"/>
            <a:ext cx="10210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개발 환경을 모르는 사용자도 파일을 넣고 결과를 검토할 수 있는 로컬 GUI와 설치 패키지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A2541B-BC40-4169-BB16-117A8D193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548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CF8326-80AC-4DC5-8F7F-FF781E5F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6004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핵심 관점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D3225E-6E81-4E56-9341-B9FF9555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94488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일반인에게는 Notebook 성공보다 설치·첫 실행·오류 복구·결과 저장이 서비스의 품질이다.</a:t>
            </a:r>
          </a:p>
        </p:txBody>
      </p:sp>
    </p:spTree>
    <p:extLst>
      <p:ext uri="{BB962C8B-B14F-4D97-AF65-F5344CB8AC3E}">
        <p14:creationId xmlns:p14="http://schemas.microsoft.com/office/powerpoint/2010/main" val="726928703"/>
      </p:ext>
    </p:extLst>
  </p:cSld>
</p:sld>
</file>

<file path=ppt/slides/slide1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71D11E-E0B4-4EAB-B9C9-5D40C799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6DF2B7-7AC1-48AB-A731-2302F8FE2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패키지 용어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2BD8C4-ED7A-4D74-BCA3-28FC07EE5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97C7B9-00F1-4414-933F-BCADF01A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818B84-CF87-4325-A4ED-3AFD3B26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85562B-F1A4-4E62-B393-EE94EB077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E49B41-A9DB-47C0-9F98-4B34C312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430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용어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6D46F4-2024-4F9F-BB69-A8401E2B4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4287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777EA3-E4A1-4331-BE58-6F1A797EB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43050"/>
            <a:ext cx="3543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수업에서의 의미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D3DB87-B1F2-46B3-92F4-FD6A8D03A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4287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D12606-12BD-4853-8E65-28FD851C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5430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 · File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24B640-CAFA-457C-B6A0-226587D0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CBA359-3C63-44F8-AE95-7E62CF2E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2DD3F3-89DF-4B3C-A05F-D29F73723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431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CB1630-AAB7-429F-B498-246EC4D0C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574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일반인이 입력과 결과를 다루는 로컬 프로그램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11BFCA-14D0-4FAB-9339-07BC78B6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431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43A0F1-0682-4544-8F32-6CAD1115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574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README.md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5ADC02-3F77-4B9D-92E4-EEE8D466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6A7B83-D661-4A57-9F29-012B99EB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Container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BA2E90-A1F6-4D22-BB6E-A77BAF528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146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BE4A7C-D61F-48BF-9DE1-09B029A1D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289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같은 실행 환경을 묶은 단위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62AF7B-9D4D-4E7C-8458-8252EF7C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9146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1126C2-B461-46A3-9B64-79FD2AC5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0289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docker-compose.yml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33F281-6240-46BB-98AC-AE331E1A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21907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8038EB-1AAD-4981-A796-567EBE15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0050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Integration plan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45E09D-6F5D-4BF4-9828-6A87E1DE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86200"/>
            <a:ext cx="38100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7B89523-9106-455E-BABB-12CB1199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00050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승인 후 어떤 외부 도구에 쓸지의 계획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0F7211-1CB0-4B93-8327-F087925DD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86200"/>
            <a:ext cx="4972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BB058E-8392-4CC5-98BC-12C7980F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0050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static/app.js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BF4264-0C7F-47C9-907D-87B6A3950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2190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D14ECA-06A6-4B8C-AEAD-BFA91158F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72050"/>
            <a:ext cx="19240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Unsigned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1538442-EB3D-4530-8D30-E9A3551AD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57750"/>
            <a:ext cx="38100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214E78B-6DEF-4F51-ADE2-E5A95E21B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72050"/>
            <a:ext cx="3543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조직 코드 서명이 아직 없는 교육용 패키지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8E94D3-B219-4BC1-ADC7-F53999D4C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9720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F40E16-A29E-4D79-852D-5183D0A0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972050"/>
            <a:ext cx="47053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dist/*.exe · dist/*.pkg</a:t>
            </a:r>
          </a:p>
        </p:txBody>
      </p:sp>
    </p:spTree>
    <p:extLst>
      <p:ext uri="{BB962C8B-B14F-4D97-AF65-F5344CB8AC3E}">
        <p14:creationId xmlns:p14="http://schemas.microsoft.com/office/powerpoint/2010/main" val="176029690"/>
      </p:ext>
    </p:extLst>
  </p:cSld>
</p:sld>
</file>

<file path=ppt/slides/slide1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309856F-3C88-4345-9A7F-988EE577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55DE3B-1069-4A50-9112-916E408A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입력부터 Local Draft까지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C59279-2798-44F2-ADD6-C1DF442F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C54563-49CC-4D69-BF9C-8A912D1A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989FA2-7FCC-440D-98F5-59B713A14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CA8551-F7E1-4B3A-8950-B05EC8789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518E28-2797-4BF7-BED9-24FDCF35C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5A9FF4-7597-4658-A087-D11107716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3F5767-2D21-4FA2-88A0-2E19EDB9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0"/>
            <a:ext cx="112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7A8CD5-F155-48AC-9B3D-F230A4A18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84AFCE-504C-471A-94CD-379D27AB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7C748B-AB64-4EA7-8023-C5394168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파일 입력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C91F85-07FC-4346-9806-D69F18BD7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32746E-6BA4-404D-B92D-1C0B6E7BC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160ACD-ADE7-4677-B45A-1AA7D423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Domain Context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665716-5F07-4D2F-B974-0B161680A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B66138-3351-4804-96DC-5F1AC0558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C64D06-4C1F-4634-89E7-A325A8D2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Workflow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BF7F99-CBFF-47B9-B66E-C0AF7967F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02312D-F0E7-494D-B909-618183CB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6BFD7C-C08C-4F25-BE79-99FBF5469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 Review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9A3FEA-6C67-42E4-8D8E-C90CEEDB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809750"/>
            <a:ext cx="80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2E3987-08C5-4CF5-BBB2-2F4909447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76500"/>
            <a:ext cx="1809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7B3148-AA96-44AD-987B-14436646D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81300"/>
            <a:ext cx="150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Local Draft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CCF7FE-A844-45EC-9EAB-B062F699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62500"/>
            <a:ext cx="876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 · 08_export_drafts.json</a:t>
            </a:r>
          </a:p>
        </p:txBody>
      </p:sp>
    </p:spTree>
    <p:extLst>
      <p:ext uri="{BB962C8B-B14F-4D97-AF65-F5344CB8AC3E}">
        <p14:creationId xmlns:p14="http://schemas.microsoft.com/office/powerpoint/2010/main" val="1120963783"/>
      </p:ext>
    </p:extLst>
  </p:cSld>
</p:sld>
</file>

<file path=ppt/slides/slide1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F610DF-E136-420F-ADE4-452EC5221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E5167B-6193-403C-934C-90A6960E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방식별 준비 조건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BCB335-7841-4F7C-88C8-42C2573F1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7FCA6D-A890-4FB3-B3F3-C0AEBF848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BC75A7-79DC-49C3-80C3-308ED274C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C6F078-5CD6-4AC6-83BC-AA3E4C78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CEE576-A9D9-4A90-8259-E4995734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573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상황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E874D2-BDE2-4111-8838-0C6BF8B71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543050"/>
            <a:ext cx="2571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A6ED94-378A-47BB-89D5-97573232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573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27E0F5-D833-4A6E-AD94-3934CBB7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543050"/>
            <a:ext cx="497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27E119-F2F0-4DC1-BBC6-3D628CA1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657350"/>
            <a:ext cx="470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이유 · Check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D8FF65-A50E-4261-8DC5-0414AB947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093C3-F8AD-41DC-8ED8-47B1C0888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717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D38A34-8697-48C7-A1FC-CE72C547D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0574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5F1C7-552A-493D-9E8A-C8736E881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717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OS 공통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985EDB-2B44-4C8E-A822-424F3B0D1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574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CD105D-89CD-48CA-AAA3-D84636BB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717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첫 Build에 Download 필요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5D99A9-E5E3-43E0-B8B6-0EE5A1C65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42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F7D2FF-640A-4499-A48A-0D02B0AD2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9565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 Launcher EXE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AF2A75-9C93-42BB-9066-38A22AA4E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181350"/>
            <a:ext cx="2571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76AC3D-5AF2-49DE-9C8A-3338655B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Windows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37C36C-3985-498B-9EDA-FD82E69E7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181350"/>
            <a:ext cx="49720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5D226E-563C-484D-9B9A-E576A7792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9565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 설치 필요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8A39A5-2B26-47E1-B4B2-7DE20B4A2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34290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3690F6-3933-4385-8FE6-161BC934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31623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 Launcher PKG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C3314A-6BF9-467F-B7CE-FA3A108E3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305300"/>
            <a:ext cx="2571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792D29-61FC-44EC-BE38-C3FE0E0CB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19600"/>
            <a:ext cx="2305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macOS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CC2257-87AC-4E64-A327-A6F2E4DA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305300"/>
            <a:ext cx="49720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1A8EE4-8CB2-467C-B88C-956D23EB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419600"/>
            <a:ext cx="47053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미서명 경고 가능</a:t>
            </a:r>
          </a:p>
        </p:txBody>
      </p:sp>
    </p:spTree>
    <p:extLst>
      <p:ext uri="{BB962C8B-B14F-4D97-AF65-F5344CB8AC3E}">
        <p14:creationId xmlns:p14="http://schemas.microsoft.com/office/powerpoint/2010/main" val="1925575027"/>
      </p:ext>
    </p:extLst>
  </p:cSld>
</p:sld>
</file>

<file path=ppt/slides/slide1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B0EE808-4CA9-47A2-873C-049DB846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A24C8B-BCEF-43FF-A156-A4A158BC2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파일 구조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8AC11D-7D9B-42E5-B450-A721CA7D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6806B8-6622-413F-A560-77A0CCF89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8B13D4-0E58-4EC8-8646-088A8AB3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9EA746-D0D9-440B-98D6-8113B09A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90650"/>
            <a:ext cx="219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B8587A-05BD-4588-89B7-ECD9D5438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924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Role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00414B-EAD0-464E-97C7-EA3901B53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390650"/>
            <a:ext cx="8782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24B24A-6A5E-4E24-8548-C368E431E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504950"/>
            <a:ext cx="8515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경로 · 준비 항목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57452E-E812-4123-9E4A-7126A49E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53C0A0-899F-4DB8-BC6C-916D8D78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가이드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9F7ED-7C47-4E60-BB5A-C3486FEB3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19050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8BD3DF-F50D-49F7-9BF1-D5FF17524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193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desktop-app/meeting-intelligence/README.md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1107C3-4B35-4BDA-BD35-3D61BAAAA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8E63DD-6D23-43FB-B59A-375EB532A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D56463-7809-4E93-B467-8CBBFF04C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093149-62C4-409C-BF0C-66A3FCDD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003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docker-compose.yml · Makefile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538BE7-03CC-4326-A6D6-F91C2DFE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3B6E68F-E3F2-4F92-92E7-6AA7B2628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814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UI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82891C-1423-4F24-9877-C051CE81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467100"/>
            <a:ext cx="8782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95B2EF-7929-4687-B884-3028D8BAE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58140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static/index.html · app.js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2A9244-3920-4F1F-AA52-75ED4439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219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1DB9A3-8343-42E2-A22B-A938D565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245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Package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812D55-0DFB-4DDD-B699-8EC5B42D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248150"/>
            <a:ext cx="8782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DD37222-539A-4000-A6AF-9D1DE907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62450"/>
            <a:ext cx="8515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Windows EXE · macOS PKG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53575F-CCE6-4981-B75B-C9C319CE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9590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실행 전 Check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F283C08-50E3-4F2E-9A70-38EB7BF6F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181600"/>
            <a:ext cx="8724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 Desktop 또는 Colima   ·   desktop-app/meeting-intelligence   ·   Browser · http://127.0.0.1:8766</a:t>
            </a:r>
          </a:p>
        </p:txBody>
      </p:sp>
    </p:spTree>
    <p:extLst>
      <p:ext uri="{BB962C8B-B14F-4D97-AF65-F5344CB8AC3E}">
        <p14:creationId xmlns:p14="http://schemas.microsoft.com/office/powerpoint/2010/main" val="472103512"/>
      </p:ext>
    </p:extLst>
  </p:cSld>
</p:sld>
</file>

<file path=ppt/slides/slide15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B5C35E-AE97-4666-A806-2B6B4822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44F9C-72D0-4CBD-B034-12AB3A98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회의 기록 도우미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27F487-1AFA-41C7-BD22-4283E3A91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2DD547-20C4-4CD6-B882-517406C0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2029AA-F80E-4461-86CB-A19B58572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158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926ef8c91d4f0f"/>
          <a:srcRect xmlns:a="http://schemas.openxmlformats.org/drawingml/2006/main" l="0" t="11213" r="0" b="112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1466850"/>
            <a:ext cx="10820400" cy="4724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36835"/>
      </p:ext>
    </p:extLst>
  </p:cSld>
</p:sld>
</file>

<file path=ppt/slides/slide15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1B88C9-013F-4129-AD9D-96646D06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66BC30-6733-4B80-9C7F-6F65BC87F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Demo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9FBD7F-35C2-4F37-B598-2087B7DB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C20AB7-765F-4706-A175-CC3D9F5A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63F1A5-90F5-47A6-855C-5E4B07DAF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159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FBC9CB-185C-4837-A131-69761009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CF695A-AD26-4AF2-A1D5-C9E6153C7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41AA0F-E2BF-4D78-8D6F-B653B743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430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입력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docker-compose.yml · Makefile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592FE5-BDE4-49FD-800D-6863E28B5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05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4A1A6B-6E2E-4F57-B095-D060B57FA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95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B70019-6A3F-4667-8B99-5A5F19C98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09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cd desktop-app/meeting-intelligence &amp;&amp; docker compose up --build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1E00A4-E9ED-4EA5-9400-189DA0EC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4F6924-0A10-4FF5-9773-43918CF23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62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23BF03-12B4-4D30-A5E4-6EA586EA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76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 중 하나로 MeetingRecord·MD·Email Draft 생성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1E7728-5308-4FAF-9BF8-F1952EF70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38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587E12-7780-45D5-92B5-9D9DF453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29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695E81-D2B6-44DC-9573-420B2E6C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43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로그인 안 됨·STT 실패·미승인 요청은 Hold와 복구 안내</a:t>
            </a:r>
          </a:p>
        </p:txBody>
      </p:sp>
    </p:spTree>
    <p:extLst>
      <p:ext uri="{BB962C8B-B14F-4D97-AF65-F5344CB8AC3E}">
        <p14:creationId xmlns:p14="http://schemas.microsoft.com/office/powerpoint/2010/main" val="1923813058"/>
      </p:ext>
    </p:extLst>
  </p:cSld>
</p:sld>
</file>

<file path=ppt/slides/slide16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4E8678-5360-4E99-9353-7B424DA4C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2B7300-F6B6-4852-850D-795448D49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Test 명령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0DA6B9-517F-4C42-8322-DB69FFCC2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AB645E-3D18-4B90-818B-40F166F4A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48E21C-5225-4F35-9023-CBA80106F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FCA906-D4A7-4E25-960B-623FC4B1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265A13-A8D9-4055-86D1-1E07AE8E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76500"/>
            <a:ext cx="38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$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5A34FA-BF66-44B8-BF1D-873B26209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152650"/>
            <a:ext cx="92011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100" b="1">
                <a:solidFill>
                  <a:srgbClr val="FFFFFF"/>
                </a:solidFill>
                <a:latin typeface="Menlo"/>
                <a:ea typeface="Menlo"/>
                <a:cs typeface="Menlo"/>
              </a:rPr>
              <a:t>cd desktop-app/meeting-intelligence &amp;&amp; ./scripts/test.sh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35293D-88C6-4FC0-A241-969C3D99B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107F4A-1725-4723-8760-A799F87C3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실행 위치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FFF83A-D232-452C-8547-A3380056D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438650"/>
            <a:ext cx="3429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4BC08D-1EB3-40EF-837D-879E6C2EA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5529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보안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A85E37-1F71-4C25-800C-F871C6D44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38650"/>
            <a:ext cx="4114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AC4783-A7C0-43EC-89CC-855BDC58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5529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Test 뒤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2FAE1E-1ADD-419A-A774-FA459272C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D6C798-329C-452C-873A-59735EA38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47F50E-B1A8-4ACA-8768-61967A42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953000"/>
            <a:ext cx="3429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AC5A36-495A-4478-AF64-6D2CD3E9A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3162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.env · Key 출력 없음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02CDA2-29A1-4D09-A5C2-E8230F92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953000"/>
            <a:ext cx="4114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3C204FB-2EFC-4DF6-BFC3-ED2F0A2A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067300"/>
            <a:ext cx="3848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08_export_drafts.json</a:t>
            </a:r>
          </a:p>
        </p:txBody>
      </p:sp>
    </p:spTree>
    <p:extLst>
      <p:ext uri="{BB962C8B-B14F-4D97-AF65-F5344CB8AC3E}">
        <p14:creationId xmlns:p14="http://schemas.microsoft.com/office/powerpoint/2010/main" val="1279238754"/>
      </p:ext>
    </p:extLst>
  </p:cSld>
</p:sld>
</file>

<file path=ppt/slides/slide16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AD0144-1203-4F23-B276-8F5080A0A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059DC8-EEF5-48F4-A95E-C9CECF6D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검증 요약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FEE7CA-E6D7-4E56-846D-D1029BE2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AB791E-C775-4E42-97E7-39EC13E9C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B3772C-E961-4B04-AAAA-D43FCA99D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221E38-28AF-4EB6-B0FB-559A36C3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572250" cy="432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FA2888-6BDC-434F-A474-61ABB5FA0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6115050" cy="3848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{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"markdown_files": 3,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"email_drafts": 3,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"email_send_allowed": false,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"human_review_required": true,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"external_write": false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202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450072-CBAF-40F7-800E-3DD72E49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764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결과 파일에서 확인한 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A9A823-6FC1-41A6-9FE4-6EE634A8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860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15C298-9FA2-409B-BEA1-5E3BA509A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765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F11FF1-84E0-45DD-8681-0DB8E51BA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907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markdown_files · email_drafts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D916B9-70BE-4932-B867-23CC7FBF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67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78D248-1F1E-426A-BD9E-FE497E26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257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FC2CB1-E6A2-4D66-88BC-AF125F3AC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718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email_send_allowed=false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6F5073-B87A-4FA6-84B6-B0299B3E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48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3747C4-A60C-4AB4-ABEF-84D285D74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A2DA14-EB3C-4366-B242-35335B1E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5285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human_review_required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99F76C-ED0C-4489-86B1-4D9939D2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291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CBBC9E-B6DA-427C-95E4-9B3E7351C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8196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C7DC9F-08CC-4788-BFF9-20C6DD4F2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33900"/>
            <a:ext cx="31242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2043500173"/>
      </p:ext>
    </p:extLst>
  </p:cSld>
</p:sld>
</file>

<file path=ppt/slides/slide16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C4BAE8-1860-4A37-84FE-29A01C40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4EBD0B-91E5-4B0A-972A-CE053A8E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Notebook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C8B31D-F901-4BE6-98E4-38899399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025E96-90F4-4DD2-B5D5-443ADDA2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81D6C9-C557-486E-8950-EE016D416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D665A-54D5-4DA8-9F0A-96AA5B2E9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954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555555"/>
                </a:solidFill>
                <a:latin typeface="Menlo"/>
                <a:ea typeface="Menlo"/>
                <a:cs typeface="Menlo"/>
              </a:rPr>
              <a:t>materials/day2/day2_service_lab.ipynb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703473-2C7D-4665-893C-471E354D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411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6D8BF3-AAE3-4F7C-A9EE-1809396B5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66900"/>
            <a:ext cx="10287000" cy="371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desktop_delivery =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"docker_run": "cd desktop-app/meeting-intelligence "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          "&amp;&amp; docker compose up --build",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"browser": "http://127.0.0.1:8766",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"human_review_required": True,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"external_write": False,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export_result = {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"markdown_files": markdown_files,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"email_drafts": email_drafts,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"desktop_delivery": desktop_delivery,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"checks": {"all_emails_unsent":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        all(not item["send"] for item in email_drafts.values())},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1875" b="0">
                <a:solidFill>
                  <a:srgbClr val="FFFFFF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FFFFFF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85DB14-6EDD-4955-AA9B-25311B06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483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Menlo"/>
                <a:ea typeface="Menlo"/>
                <a:cs typeface="Menlo"/>
              </a:defRPr>
            </a:pPr>
            <a:r>
              <a:rPr sz="2025" b="1">
                <a:solidFill>
                  <a:srgbClr val="191919"/>
                </a:solidFill>
                <a:latin typeface="Menlo"/>
                <a:ea typeface="Menlo"/>
                <a:cs typeface="Menlo"/>
              </a:rPr>
              <a:t>결과 저장 · save_json("08_export_drafts.json", export_result)</a:t>
            </a:r>
          </a:p>
        </p:txBody>
      </p:sp>
    </p:spTree>
    <p:extLst>
      <p:ext uri="{BB962C8B-B14F-4D97-AF65-F5344CB8AC3E}">
        <p14:creationId xmlns:p14="http://schemas.microsoft.com/office/powerpoint/2010/main" val="1695331745"/>
      </p:ext>
    </p:extLst>
  </p:cSld>
</p:sld>
</file>

<file path=ppt/slides/slide16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E95035-8F41-45A4-BA1E-6CD64D5E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56CF90-FABB-47BE-9D25-63418B851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App 통합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318BED-E07C-42DB-BB07-E4DC08CB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011FE6-CE02-4488-9E5C-789E3C0C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AF4220-75F6-49AB-B2B1-09DE0F9D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FCBE66-E131-4AC2-9541-543886FE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2000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7D1943-986C-481D-9C2B-F4AFABD45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항목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7537C5-1AF0-402A-BDD7-0FEB2426E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447800"/>
            <a:ext cx="89725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E971F4-F301-453C-BA9A-297CCA42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562100"/>
            <a:ext cx="870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Codex에 전달할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BC13A7-9484-4E17-A31D-255553CF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F0F8A7-6BCB-44FC-B4F8-B06A80C1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76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Goal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A2A65A-05BB-46F8-9679-AB70F2BC0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1962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3BFEA6-26FF-4800-A455-C9334572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076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API·UI·Docker의 동일 Schema와 Port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357E8B-2EF4-4F70-A233-4F8405E6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14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EA71E7-E795-4E39-BFD2-65552B87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Allowed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155B60-4D33-4B53-8FD1-17ADBA3BF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914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367336-3511-493A-936E-4CD6DA92A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028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허용: App API·UI·Docker·Launcher·해당 Test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4F83C7-3418-440E-8215-8E29336A5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2000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E462DD-352F-4BD4-B283-6E761D22C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6DA264-B380-43A4-AD14-CF2672B0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867150"/>
            <a:ext cx="89725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880EEF-7D43-47A2-9098-385B92EC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9814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Test: 세 입력·Evidence ID·Human Review·Port 8766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84C5FC-EB7A-4EBC-A4C5-7A3EEF34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9650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BCD27A-C1E4-491A-B02F-780C0EDC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17335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 not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65F17D-4CA1-42F3-9C44-A5D5CF072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819650"/>
            <a:ext cx="8972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D49ED8-A06A-4B71-9A73-481BEABC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9339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금지: 자동 메일·Notion·Confluence 반영</a:t>
            </a:r>
          </a:p>
        </p:txBody>
      </p:sp>
    </p:spTree>
    <p:extLst>
      <p:ext uri="{BB962C8B-B14F-4D97-AF65-F5344CB8AC3E}">
        <p14:creationId xmlns:p14="http://schemas.microsoft.com/office/powerpoint/2010/main" val="1551970431"/>
      </p:ext>
    </p:extLst>
  </p:cSld>
</p:sld>
</file>

<file path=ppt/slides/slide16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96101B-6179-4D35-8ACC-3BEA7CEF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2950E4-938B-4017-9BB0-231992B7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Codex 대화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5ABF63-A2E1-42C9-BC8A-EBB233C54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20DBEA-9291-4C84-960C-C5545900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063724-0281-4BBA-A4B4-F67FC9F34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562551-2E34-443F-AE43-772FE2C0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5852ED-6051-40C6-AD50-C085D1A63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E128FB-4E5E-4868-962D-41863C10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분석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static/index.html · app.js의 현재 Role과 영향 파일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CE89D0-8312-46D0-B03A-985BE048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D5407E-3D94-42C6-BD30-ADC2DE243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770948-3179-4CD0-86A4-6206B9C3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계획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API·UI·Docker의 동일 Schema와 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62108B-26E6-4656-B1F2-31687E78F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9E8C24-1878-4C24-9603-15F15B97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C81CD8-4091-4A2E-9F95-F9A735C9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cd desktop-app/meeting-intelligence &amp;&amp; ./scripts/test.sh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2CCB86-7196-4320-94CE-83EF948B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EF3540-75B3-4F9C-97EE-67A074CD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5D0B53-DD8D-4B69-B7AE-98FE03767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git diff · external_write=false</a:t>
            </a:r>
          </a:p>
        </p:txBody>
      </p:sp>
    </p:spTree>
    <p:extLst>
      <p:ext uri="{BB962C8B-B14F-4D97-AF65-F5344CB8AC3E}">
        <p14:creationId xmlns:p14="http://schemas.microsoft.com/office/powerpoint/2010/main" val="1700013496"/>
      </p:ext>
    </p:extLst>
  </p:cSld>
</p:sld>
</file>

<file path=ppt/slides/slide16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BCA477-9A1F-4090-A615-F3B3F4CF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6861BC-2F04-4181-AEF4-A6176E0C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 App 첫 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8D7BAD-5EB5-470F-9A79-9179A339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100E00-503A-4E2C-BCFD-19C327E7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82F509-723B-4C78-9A92-59C9B5FD3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E1996D-0015-435F-8402-335CC8BBE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10E0D4-53F9-4AF6-9456-A12E74A6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8EAD06-FC00-4A38-AC09-88A3D7C8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make run 또는 docker compose up --build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0D23D3-F836-4AA8-B72E-965DAE4A4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8C97E4-49C0-40F8-B587-35E970DD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AA75FA-A1B4-4FC7-B27D-078DC2B83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8766 화면과 Provider 상태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408A3E-3BB0-4BCA-A133-024F500B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35F323-1404-4614-9AFB-89EDDA14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010624-AE05-4EDA-AAF5-0DF95F87B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Sample Meet TXT 선택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E99E10-A247-4DE4-BDE5-847E18964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7B3396-C42B-497D-B43D-BE5D69A6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08_export_drafts.json</a:t>
            </a:r>
          </a:p>
        </p:txBody>
      </p:sp>
    </p:spTree>
    <p:extLst>
      <p:ext uri="{BB962C8B-B14F-4D97-AF65-F5344CB8AC3E}">
        <p14:creationId xmlns:p14="http://schemas.microsoft.com/office/powerpoint/2010/main" val="351706714"/>
      </p:ext>
    </p:extLst>
  </p:cSld>
</p:sld>
</file>

<file path=ppt/slides/slide16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3C84B7-F7BD-4FAC-83C6-4A4EDDDB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6D9A75-AF7F-4677-89EF-DA22304F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입력과 Local Draft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456CE1-5F25-4783-9A33-05576C29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5CB34-0489-4A64-B998-F8DD1C56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010A50-4C41-4997-9DCB-ABFC0DAFA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480E99-4963-4F26-887D-A64A49E56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E6F3D8-38BA-4CEE-AA44-0178793B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85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D5578D-DCCE-410C-9127-55DBEC44F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00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 Fixture와 Domain Context 입력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E74649-CCC4-4F43-A819-A40978D78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38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E19757-C8C4-4EF1-B325-1AF55FCE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028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C43B99-1557-415F-B080-45E35945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43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MeetingRecord·MD·Email Draft 검증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94FA33-C07E-40CF-924A-8E3F91005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814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76FF81-C283-4B1C-8FB1-0FDAD29E5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1719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3A182C-938E-4709-9278-726201AD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862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선택: cd desktop-app/meeting-intelligence &amp;&amp; ./scripts/build-packages.sh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E09839-CB01-41C1-B66D-F238A30F1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219700"/>
            <a:ext cx="88392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3F1C1-F756-444C-954F-5EA364D67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334000"/>
            <a:ext cx="830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완료 확인 · 08_export_drafts.json</a:t>
            </a:r>
          </a:p>
        </p:txBody>
      </p:sp>
    </p:spTree>
    <p:extLst>
      <p:ext uri="{BB962C8B-B14F-4D97-AF65-F5344CB8AC3E}">
        <p14:creationId xmlns:p14="http://schemas.microsoft.com/office/powerpoint/2010/main" val="302831303"/>
      </p:ext>
    </p:extLst>
  </p:cSld>
</p:sld>
</file>

<file path=ppt/slides/slide16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44EF3EC-8DA4-4D90-8B42-C2DC7EFC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88F7B4-7C71-40E9-93BD-8E3A155E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성공·오류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431B83-F1E9-47EA-A931-532ED573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446DFC-B3D3-4B2E-8A87-B255592E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4E553F-303F-4409-BEC0-E07F51B0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52517B-F3FD-4B80-8672-BA83F935F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2381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064B8F-6BF0-4ECC-8EC7-EB4EB8C1A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E1D8FF-4300-4197-8F3B-CAB6D168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466850"/>
            <a:ext cx="5734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1320FC-054A-46C9-BE85-1DA8BE30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15811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A80F72-84C8-47CB-8EFE-8CAD8EB21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466850"/>
            <a:ext cx="2857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B48716-F0E2-409E-A17E-65D161DEF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58115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다음 상태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93BCEB-9BD8-45D8-B808-1B13DF56E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4A1E07-7D84-47E1-AAF7-67FBEE6C9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완료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151B7C-592E-4986-9AAC-C61CC106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9812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6EE875-50D8-4315-A7DD-7EA19BD4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0955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 중 하나로 MeetingRecord·MD·Email Draft 생성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E51A88-B8D4-4297-B67E-34DE5BDD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981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32263C-1715-4F24-BD33-3B0A3953B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955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 계속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5AF10C-F640-407C-8E27-CF9E645AE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A852D-8E50-447D-8B59-25E2DFE67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861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예상 오류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713A34-C996-4DFC-AB6E-4462A811E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F5B6EB-C3A0-4D43-9C94-B0AE4D32C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861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로그인 안 됨·STT 실패·미승인 요청은 Hold와 복구 안내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25DCA0-3EFE-479D-ABE3-AF1DD3332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718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D80F93-B404-4065-A62C-D96DF127C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861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원인 확인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70C6E6-86AF-447D-8A3F-E8A866AE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2381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63B77D-BB9D-4FB7-83B6-3F1315DB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외부 저장·발송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C79D83-35E9-4984-A87B-3572E8B1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962400"/>
            <a:ext cx="5734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E76771-A6BF-4172-B01B-F17D0B38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40767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Notion·Confluence·Email은 연결 계획만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023F585-80C2-4890-B0FC-0E2AF7CE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9624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B6CBD0-A152-4D18-A6FC-F3A378913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767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PLAN_ONLY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6F7365-5AEF-4FDC-BC0D-746B1768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2381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E80B10-F893-4B70-9CE8-58204CC5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67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Execution Log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3715227-83FC-4CB8-B07F-59ECEE8F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953000"/>
            <a:ext cx="57340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CCC357-FE6A-4583-8075-86AF1F3A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5067300"/>
            <a:ext cx="5467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status · error_code · 08_export_drafts.json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47C16C-88D0-4552-9E2F-40981DA6A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953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633609-6601-45A9-AB8E-B4643D34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67300"/>
            <a:ext cx="2590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재현 가능</a:t>
            </a:r>
          </a:p>
        </p:txBody>
      </p:sp>
    </p:spTree>
    <p:extLst>
      <p:ext uri="{BB962C8B-B14F-4D97-AF65-F5344CB8AC3E}">
        <p14:creationId xmlns:p14="http://schemas.microsoft.com/office/powerpoint/2010/main" val="1061235314"/>
      </p:ext>
    </p:extLst>
  </p:cSld>
</p:sld>
</file>

<file path=ppt/slides/slide16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492D06-6577-4406-8B3A-ED92A86AF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B6C7E4-5FE4-4886-A0DA-1CF99E93F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오류 복구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99BB4A-670B-4497-9343-552F59CB3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345797-597D-4785-8010-73888410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CD5121-CD8F-46E2-8C07-0AD7769D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A49D9F-C72B-436E-9418-4E2F47543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88C9D1-12D0-420B-B97B-AC531DA0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097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EC2BA3-F1AF-4264-9E88-19AA37BE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 실행 상태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01AEC4-D9B4-4462-9021-5A1EAE4C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D188D8-9125-4E8B-A955-D312F9F4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765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6D2197-F84C-423E-B35D-60B9F9AA9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908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127.0.0.1:8766 Health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7A60C3-01FD-41CF-A436-9B8EC9EE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528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F38945-AB02-49DB-8991-7488EFE16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43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91D6DE-A29A-46C8-91F3-DFF642F79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576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 준비 상태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C03FB5-6EFB-49C1-B30B-F81110C6F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96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CC7120-3BAA-4122-A171-D39AF4B2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0101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4D4150-BC70-404F-B5D2-7A89958CC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72440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Fixture Mode로 재실행</a:t>
            </a:r>
          </a:p>
        </p:txBody>
      </p:sp>
    </p:spTree>
    <p:extLst>
      <p:ext uri="{BB962C8B-B14F-4D97-AF65-F5344CB8AC3E}">
        <p14:creationId xmlns:p14="http://schemas.microsoft.com/office/powerpoint/2010/main" val="379010167"/>
      </p:ext>
    </p:extLst>
  </p:cSld>
</p:sld>
</file>

<file path=ppt/slides/slide16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02813E-5940-4296-B5C1-65207EDB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5F0D22-DFC7-4219-B151-DC7D51B04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활용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C4A79D-1F63-4693-B8F9-7595454C2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21DC4A-E2FF-4C9E-9E07-E0611C65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87EACD-BC7A-48BF-B484-5D97D964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169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4F246F-7729-4997-8DA6-299EB8E7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76400"/>
            <a:ext cx="1905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2C9C7A-57B4-450A-A662-228B8846B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90700"/>
            <a:ext cx="1638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관점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CBA0B7-E7EF-4213-BD6C-8CFD26C9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76400"/>
            <a:ext cx="590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F3CA0B-EFD0-4783-90BE-6A7FC3531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90700"/>
            <a:ext cx="563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남길 결과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E68F7D-5C8B-4EA3-8CA6-A682F0176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676400"/>
            <a:ext cx="31623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EB7EB1-2C92-42BE-9A38-336241E6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95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설명할 핵심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6606D5-EAD8-4F3D-9659-6481A8621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9050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2641D3-C814-4049-ABB6-50A2CB4A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재직자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F54DB2-7EC3-49B2-B8D9-360648323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90750"/>
            <a:ext cx="59055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7EEBC-098D-4634-B0E1-F9C2B451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팀원이 설치해 쓰는 로컬 회의 기록 도구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8B22EE-DC2B-46E0-B5BE-3102C4FD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90750"/>
            <a:ext cx="31623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F7E4EC-34D1-4CF0-B337-7560BA4E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0505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수작업 시간·오류·승인 위치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BA0005-A046-4428-9991-156FB617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05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5B07A4-8339-46D6-AA2F-3211406B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1638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구직자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F5F607-72C8-4ED7-A19C-6B3D3DDC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657600"/>
            <a:ext cx="5905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91805A-223F-405B-8858-B8558E96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71900"/>
            <a:ext cx="56388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Source·Docker·Package·Test가 있는 Portfolio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9A9AE7-05DC-440F-AFF3-545325BE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57600"/>
            <a:ext cx="31623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2806F5-F989-48F4-A1E3-E62ED32F6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71900"/>
            <a:ext cx="2895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문제·Code·Test·실행 화면</a:t>
            </a:r>
          </a:p>
        </p:txBody>
      </p:sp>
    </p:spTree>
    <p:extLst>
      <p:ext uri="{BB962C8B-B14F-4D97-AF65-F5344CB8AC3E}">
        <p14:creationId xmlns:p14="http://schemas.microsoft.com/office/powerpoint/2010/main" val="702318591"/>
      </p:ext>
    </p:extLst>
  </p:cSld>
</p:sld>
</file>

<file path=ppt/slides/slide17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A309ED-588F-4871-9621-EAAE3F91F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CE3D2B-010F-46CC-8A5A-9B400E0BB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C8A150-37FC-4972-A482-668BC44F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450D9A-1658-4114-8149-539B5B5C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6E5C4F-52DE-420D-9B7A-C86E579DB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9F113E-99B9-4182-BF66-487BDC82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C120B-6FA7-4952-AA8A-C081AFC7E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7526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FD3F89-CB83-4D3F-B38E-3E2A36F7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668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준비 파일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docker-compose.yml · Makefile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97C2F8-CB41-40B7-9044-A4E2D5C97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8F0372-5122-4B43-825B-6C1388CA4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F2DF14-3280-4989-9CFD-41FC2D16F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5336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실행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cd desktop-app/meeting-intelligence &amp;&amp; ./scripts/test.sh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6A2205-8430-411B-8FB1-16530BD81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957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86EB04-64C2-4F2C-9B4D-F23EE3195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886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75A817-091A-49C2-88CE-1DE28789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004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확인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08_export_drafts.json · 세 입력 중 하나로 MeetingRecord·MD·Email Draft 생성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C037A6-C5DB-4E3F-A623-7D85AE7E3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6250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106834-9146-422D-AC4D-D2C5D42E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9530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2F7BB-988F-4BCA-AE1E-8F353BE2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667250"/>
            <a:ext cx="90106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목표: API·UI·Docker의 동일 Schema와 Port</a:t>
            </a:r>
          </a:p>
        </p:txBody>
      </p:sp>
    </p:spTree>
    <p:extLst>
      <p:ext uri="{BB962C8B-B14F-4D97-AF65-F5344CB8AC3E}">
        <p14:creationId xmlns:p14="http://schemas.microsoft.com/office/powerpoint/2010/main" val="325128280"/>
      </p:ext>
    </p:extLst>
  </p:cSld>
</p:sld>
</file>

<file path=ppt/slides/slide17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A58435-5F68-4EB4-8520-AC48BA530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8차시 · 16:40-17:30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77DB0D-D37C-42D4-B0B8-58E6530CA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 완료 기준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75A872-63CC-4BD0-A7A0-67D2F6C94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29CC30-C8DD-4F83-9DDC-7E01A90A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E63C16-7D4C-4761-AA67-2D67A4FFB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BE78F3-8323-4AE0-9596-E97D12E20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3B37DA-19FB-4670-B0C1-7E6DDF3D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000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9D468D-0C53-447D-A9EB-6836CCA0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714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App 실행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324DD-801B-41D7-A1A2-EDAFACFE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52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850322-1C66-4EE8-92D7-6B12C7AE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143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BD3E53-A42B-434B-9F4A-267F3546F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857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세 입력 중 하나 처리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0F8300-526D-4A27-87D5-5988CEE38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1827AD-4EAC-4FDD-9260-59AB6696E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2862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768F5E-8C42-4AE8-9463-E45171A7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00500"/>
            <a:ext cx="90106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100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Draft와 Test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6968D2-BA9B-4CEA-98D9-68C566A16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2197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31A7EA-E9CC-4CA2-B9F9-69F642714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62600"/>
            <a:ext cx="914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다음 연결 · Q&amp;A와 전체 복구</a:t>
            </a:r>
          </a:p>
        </p:txBody>
      </p:sp>
    </p:spTree>
    <p:extLst>
      <p:ext uri="{BB962C8B-B14F-4D97-AF65-F5344CB8AC3E}">
        <p14:creationId xmlns:p14="http://schemas.microsoft.com/office/powerpoint/2010/main" val="1079219957"/>
      </p:ext>
    </p:extLst>
  </p:cSld>
</p:sld>
</file>

<file path=ppt/slides/slide17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2B75B3-C3CA-4DCC-85A4-9BEDE3A0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632895-CF5D-4757-9BDB-34E6C36CE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1~4차시 산출물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9258D3-165B-4067-AB55-1A8F4002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9E4843-9397-411F-97C4-B21B7248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0DE9C6-E327-4BEA-9FA1-EBA9D375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A22043-BE3B-4268-BF6B-757AAC489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5B6F78-F482-4864-B30D-7431C5818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833CE5-F2B5-402C-97F2-079468D7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85900"/>
            <a:ext cx="371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0F8220-5E19-45EA-B78E-F345AA437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00200"/>
            <a:ext cx="3448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결과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AAEB90-D3DD-45F7-BEB7-1714DAD8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85900"/>
            <a:ext cx="5638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2B8879-2800-41B9-9F8B-147FCB590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00200"/>
            <a:ext cx="537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7AED94-6AD5-46AE-A1F9-5C7A09B7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619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ED09C4-5704-4B90-B982-8B3E35722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1차시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4B580F-F545-422E-81FA-E1238B68E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00250"/>
            <a:ext cx="3714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4F666C-490C-4FDF-AE58-38DCA226D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145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01_architecture.json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506A41-3CE1-4C07-9756-188245DA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000250"/>
            <a:ext cx="5638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42ABE7-D1A7-42E0-8146-20D44C54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145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layer_count · fixed_graph · agent_views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80B69A-9061-41DE-A883-4FF7C40D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161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95FED5-5861-4D8F-A532-88971635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2차시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901A22-7A1D-4000-A140-EB0601BCF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90850"/>
            <a:ext cx="3714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C8C902-007F-4057-A8D9-9BF10776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051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02_inputs.json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6E16E9-6CF4-43A7-986C-FFA5FEE7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90850"/>
            <a:ext cx="5638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0BCCFD-7DD5-4637-978D-C7C91012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051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source_mode_count · segment_ids_preserved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F0FCEF-A79A-46F4-829F-A8A05B66A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619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F87407-1FAD-482B-8641-9355E982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3차시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CCF79AE-55B5-4CF9-ABAA-0733ECBB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81450"/>
            <a:ext cx="3714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CAA759-2129-4D62-A680-9C410AB7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957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03_domain_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context.json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837781C-4426-475A-85F2-017BCE4D6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981450"/>
            <a:ext cx="5638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F0B9B9-8F2F-4FFC-A39C-41F2BB8EE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0957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connector_count · lookback_days · scope_allowlist · max_items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4033F9-75C2-40A7-9952-E5FFBEDD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61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2E38D6-5E89-4D88-80C2-B05288C7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4차시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D6ECF6-CF1C-4927-9A0C-F35AA8CA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72050"/>
            <a:ext cx="3714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05A5A9-CB52-4C1B-B43C-F80E0C54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0863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04_meeting_record_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contract.json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8CCFE3-1D71-44E2-8872-051BDEE8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972050"/>
            <a:ext cx="5638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35A6B3-E9CB-4C41-8A69-0A87D0BDC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0863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schema · field_count · evidence_errors</a:t>
            </a:r>
          </a:p>
        </p:txBody>
      </p:sp>
    </p:spTree>
    <p:extLst>
      <p:ext uri="{BB962C8B-B14F-4D97-AF65-F5344CB8AC3E}">
        <p14:creationId xmlns:p14="http://schemas.microsoft.com/office/powerpoint/2010/main" val="212229311"/>
      </p:ext>
    </p:extLst>
  </p:cSld>
</p:sld>
</file>

<file path=ppt/slides/slide17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3F5176-7D67-4A0B-AFB5-33DD9E8B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02F501-5BAE-49D1-975E-726E335A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5~8차시 산출물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210021-8ABE-480D-BFD3-36940467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D6F1CC-07BA-4973-A580-AD631AD13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537434-880E-48A7-A121-2DACE6FC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1FF06B-3B76-431E-AB4D-681D3B86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6192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2FA770-2CFB-4E20-9FC7-0DB8486FD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35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758995-04A0-4840-B822-F7A44E2C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485900"/>
            <a:ext cx="371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64C78A-270F-49C7-AFA4-0CA11D58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00200"/>
            <a:ext cx="3448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결과 파일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D1401A-A16C-4C96-8ED2-F71A7AE5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485900"/>
            <a:ext cx="56388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2A4B90-E662-4F89-8C58-FDC3468BD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600200"/>
            <a:ext cx="5372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확인 내용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82F09-D19B-49AA-9952-FE24685F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619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17EF81-57C5-4B2C-B440-7B6D8F39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5차시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819527-9FB8-4847-BD45-B22220BCB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000250"/>
            <a:ext cx="3714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A183D0-73FC-4E43-B7C2-E7AC6041F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145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05_workflow_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runs.json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5C3B4B-87B1-4AAF-9921-93363AE23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000250"/>
            <a:ext cx="5638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503C55-2F5B-4E64-A2D8-79BA486A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1145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acceptance_tests · scenario_count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CDA078-D725-420E-AE4D-6EFC9F5ED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161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CC415E-D6ED-4328-9980-CA4C658E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051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6차시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C20350-98A0-4574-8CDA-AEF009ED4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990850"/>
            <a:ext cx="3714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E58F0D-9443-4169-98AA-89418ED59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1051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06_provider_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diagnostics.json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0C8991-7A36-4755-AB32-9B84FA00D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90850"/>
            <a:ext cx="5638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7A9565-1713-4640-AC7B-0CEF4BD35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1051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provider_requested · provider_used · model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A25F292-60FC-46A3-8743-FE9B4A693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619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CE73815-6DEA-4833-944E-4CA0E1E6A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7차시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13A430-3581-40B2-ADF2-2755C39CA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981450"/>
            <a:ext cx="3714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1840F5D-36FC-4AA6-864E-0BF596F7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0957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07_human_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review.json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648101-7F90-4586-8255-CA4A029D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981450"/>
            <a:ext cx="56388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C22236-8033-4DE8-84CC-DB78ECFBB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0957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pause=interrupt() · checkpointer · thread_id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982234-A0C2-44C1-8842-39280ED3E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1619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A8D167-E587-4A4A-9177-CA49553CC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86350"/>
            <a:ext cx="1352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8차시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B98955-3738-48D3-B4B2-2A41F041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72050"/>
            <a:ext cx="3714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86EEE3-7772-4CEA-8288-BC91EDC4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5086350"/>
            <a:ext cx="34480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08_export_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drafts.json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BA6022B-6EEC-41BD-906C-55E77CDA5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972050"/>
            <a:ext cx="56388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E1DF02C-B6D3-4419-BD2F-C8E3B12E0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086350"/>
            <a:ext cx="53721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markdown_files · email_drafts · email_send_allowed=false</a:t>
            </a:r>
          </a:p>
        </p:txBody>
      </p:sp>
    </p:spTree>
    <p:extLst>
      <p:ext uri="{BB962C8B-B14F-4D97-AF65-F5344CB8AC3E}">
        <p14:creationId xmlns:p14="http://schemas.microsoft.com/office/powerpoint/2010/main" val="1307126529"/>
      </p:ext>
    </p:extLst>
  </p:cSld>
</p:sld>
</file>

<file path=ppt/slides/slide17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496ABC0-781D-4999-BC87-CC6CB5DA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301E21-82F2-4A15-844D-F95130246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복습 자료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1D8EB4-DFEF-4D52-83AD-E9A9A830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503DF-5ADF-4A2F-BA63-26FA1151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196C6-AB58-4962-870E-EC3EF3746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199D7F-4ABB-445D-A723-7F7C4446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2952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E0A064-5708-4DAA-9705-6662FDBE7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주제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7DD893-90C8-423B-8716-55A592E3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485900"/>
            <a:ext cx="80200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08B32-BF7C-4DD4-894B-6189D86C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600200"/>
            <a:ext cx="7753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공식 문서·영상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0D28E0-4F7E-4231-A113-67D4304B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2952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33A3FF-BE77-4D89-B572-9F2BDA2B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CLI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E69199-725F-415A-8EAD-5F225C50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000250"/>
            <a:ext cx="8020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EB4CE7-7F83-4517-BBEE-208444219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114550"/>
            <a:ext cx="7753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https://developers.openai.com/codex/cli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D0D68B-915A-4D6C-B391-2EDFDD93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95600"/>
            <a:ext cx="295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9F820B-980C-4C41-8B26-E72654EB5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 Interrupt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A1B8F1-5655-426B-8581-D527F3C3C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95600"/>
            <a:ext cx="8020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16DEEC-CF50-4468-8DA8-90A575C6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009900"/>
            <a:ext cx="7753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https://docs.langchain.com/oss/python/langgraph/interrupts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659243-BA99-4E06-9C88-B14E5FEE4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952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4A3285-E6B0-4B99-8DDB-DF5214ACB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052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LangGraph Video · Interrupt 08:20-14:00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D30699-FA5F-4BBD-B490-85ACF935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90950"/>
            <a:ext cx="8020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96BF78-B40F-4846-90C7-26FB01B1F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05250"/>
            <a:ext cx="7753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https://www.youtube.com/watch?v=6t7YJcEFUIY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464C9A-2262-407A-9A12-4E9F35B94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86300"/>
            <a:ext cx="295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1925F0-1FED-4C10-AAFF-8D6BDCA7C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0060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MCP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EDE9FF-82D6-450B-B79C-A2E6FF0C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686300"/>
            <a:ext cx="8020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8F54B0-D619-49BD-B922-BE97E8F8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800600"/>
            <a:ext cx="7753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https://modelcontextprotocol.io/introduction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83D615-2355-468D-94FD-46896B140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29527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D64E143-1988-408A-9EF8-53028461F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95950"/>
            <a:ext cx="26860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공개 음성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9EC7E9D-CCC5-4847-878F-FD1EE50B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581650"/>
            <a:ext cx="80200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3860D2-7B8F-4350-9CE7-8E082EF4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695950"/>
            <a:ext cx="77533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materials/day2/공개_한국어_회의음성_가이드.md</a:t>
            </a:r>
          </a:p>
        </p:txBody>
      </p:sp>
    </p:spTree>
    <p:extLst>
      <p:ext uri="{BB962C8B-B14F-4D97-AF65-F5344CB8AC3E}">
        <p14:creationId xmlns:p14="http://schemas.microsoft.com/office/powerpoint/2010/main" val="415294642"/>
      </p:ext>
    </p:extLst>
  </p:cSld>
</p:sld>
</file>

<file path=ppt/slides/slide17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BC0EDC-F153-493E-92EB-3B714774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09:00-18:00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80D91E-D062-4D42-AF5C-E8D5B4A15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3600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전체 실습 재실행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2D98F-FFC2-4DCE-800D-F4765C230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0E0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C7EFFF-F737-42AA-84B3-6A51DEE2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409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DAY 2 · WELL-BEING MEETING RECORD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4063C0-48D9-42A3-A0C9-0C0DCF7D0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15100"/>
            <a:ext cx="91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1050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175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8C01F8-B6AC-4640-8FD5-FF6D62A09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763E7A-8DE9-4A94-B4E9-57A9E222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6954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69D8DB-79C0-470D-A955-1AC5E44FF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409700"/>
            <a:ext cx="9010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Repository root · .venv312 · Notebook Kernel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B3A5F-E313-412F-A166-8828B211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669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F15741-F8A8-48BD-B2E7-71066B6B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4574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8D3E8-AE94-4400-8A9D-0E35F934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71700"/>
            <a:ext cx="9010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1~8차시 Cell 순서 실행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E7F72E-C970-4DE9-B95E-3141161AB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289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234D9F-5A33-43B4-81EE-EB59ECEA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2194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341801-1643-4E57-A9A1-67CC01C9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33700"/>
            <a:ext cx="9010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output/course-labs/day2-v2 결과 파일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D8F627-91CD-4B45-8563-F14B4458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909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BF2553-5509-4A02-B1E0-0A621FD9C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9814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9F29E-DE42-4EC6-AD6D-1964430B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695700"/>
            <a:ext cx="9010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Focused Test와 전체 Test 실행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12E483-CE63-4055-A783-01354A014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529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D2E327-69A8-4081-9A9D-56613630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47434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0A006C-DFF9-42A7-92E3-D22BE7618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457700"/>
            <a:ext cx="9010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Desktop App · 8766 화면 확인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DA7232-F5E6-4CD2-B302-D32367FA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14950"/>
            <a:ext cx="60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555555"/>
                </a:solidFill>
                <a:latin typeface="AppleGothic"/>
                <a:ea typeface="AppleGothic"/>
                <a:cs typeface="AppleGothic"/>
              </a:rPr>
              <a:t>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CD6D66-70D0-4241-8354-E93C68FBF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55054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000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745CE50-5B31-42F9-B021-887934A9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5219700"/>
            <a:ext cx="9010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defRPr>
            </a:pPr>
            <a:r>
              <a:rPr sz="2025" b="0">
                <a:solidFill>
                  <a:srgbClr val="191919"/>
                </a:solidFill>
                <a:latin typeface="AppleGothic"/>
                <a:ea typeface="AppleGothic"/>
                <a:cs typeface="AppleGothic"/>
              </a:rPr>
              <a:t>Codex Task · Diff Review · Human Merge Decision</a:t>
            </a:r>
          </a:p>
        </p:txBody>
      </p:sp>
    </p:spTree>
    <p:extLst>
      <p:ext uri="{BB962C8B-B14F-4D97-AF65-F5344CB8AC3E}">
        <p14:creationId xmlns:p14="http://schemas.microsoft.com/office/powerpoint/2010/main" val="914654662"/>
      </p:ext>
    </p:extLst>
  </p:cSld>
</p:sld>
</file>

<file path=ppt/slides/slide176.xml><?xml version="1.0" encoding="utf-8"?>
<p:sld xmlns:p="http://schemas.openxmlformats.org/presentationml/2006/main">
  <p:cSld>
    <p:bg>
      <p:bgPr>
        <a:solidFill xmlns:a="http://schemas.openxmlformats.org/drawingml/2006/main">
          <a:srgbClr val="00000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0F749D-FCE4-45BA-B158-1FDC716E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27ED59-D1D5-49C5-8FD0-07497793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858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2563EB"/>
                </a:solidFill>
                <a:latin typeface="AppleGothic"/>
                <a:ea typeface="AppleGothic"/>
                <a:cs typeface="AppleGothic"/>
              </a:rPr>
              <a:t>17:30-18:00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2DA5C7-191A-4FD8-82E7-7B22A545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10287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54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Q&amp;A · 실습 복구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5CC8EC-85DD-4DEB-9364-2D42C12C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질문 형식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01B2D5-5A9F-4874-AE64-A8364650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429000"/>
            <a:ext cx="800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7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차시 번호 · 실행 명령 · Error 첫 줄 · 기대 결과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CA9939-CF42-40F8-8358-C25D79D4F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91050"/>
            <a:ext cx="10401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563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DAFEDF-50CC-4AFC-BD60-C0C503167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482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defRPr>
            </a:pPr>
            <a:r>
              <a:rPr sz="2025" b="1">
                <a:solidFill>
                  <a:srgbClr val="C7C7C7"/>
                </a:solidFill>
                <a:latin typeface="AppleGothic"/>
                <a:ea typeface="AppleGothic"/>
                <a:cs typeface="AppleGothic"/>
              </a:rPr>
              <a:t>완료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5D1692-C099-436F-A0CA-3184A9BD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914900"/>
            <a:ext cx="800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defRPr>
            </a:pPr>
            <a:r>
              <a:rPr sz="2100" b="1">
                <a:solidFill>
                  <a:srgbClr val="FFFFFF"/>
                </a:solidFill>
                <a:latin typeface="AppleGothic"/>
                <a:ea typeface="AppleGothic"/>
                <a:cs typeface="AppleGothic"/>
              </a:rPr>
              <a:t>Notebook · 8개 결과 파일 · Desktop App · Test</a:t>
            </a:r>
          </a:p>
        </p:txBody>
      </p:sp>
    </p:spTree>
    <p:extLst>
      <p:ext uri="{BB962C8B-B14F-4D97-AF65-F5344CB8AC3E}">
        <p14:creationId xmlns:p14="http://schemas.microsoft.com/office/powerpoint/2010/main" val="1863442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2026-08-30T00:02:31.6590000Z</dcterms:created>
  <dcterms:modified xsi:type="dcterms:W3CDTF">2026-08-30T00:02:31.6590000Z</dcterms:modified>
</coreProperties>
</file>