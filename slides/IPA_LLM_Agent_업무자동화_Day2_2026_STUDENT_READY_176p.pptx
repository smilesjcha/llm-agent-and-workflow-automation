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ad511708b4017" /><Relationship Type="http://schemas.openxmlformats.org/officeDocument/2006/relationships/extended-properties" Target="/docProps/app.xml" Id="Ra526f980befd4d86" /><Relationship Type="http://schemas.openxmlformats.org/officeDocument/2006/relationships/officeDocument" Target="/ppt/presentation.xml" Id="R485cd140abcc48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506fa0d1f4030"/>
  </p:sldMasterIdLst>
  <p:notesMasterIdLst>
    <p:notesMasterId xmlns:r="http://schemas.openxmlformats.org/officeDocument/2006/relationships" r:id="R1c65cd1babd348e5"/>
  </p:notesMasterIdLst>
  <p:sldIdLst>
    <p:sldId xmlns:r="http://schemas.openxmlformats.org/officeDocument/2006/relationships" id="256" r:id="R1bb88add8aa74be4"/>
    <p:sldId xmlns:r="http://schemas.openxmlformats.org/officeDocument/2006/relationships" id="257" r:id="R6be5ca416a444aaf"/>
    <p:sldId xmlns:r="http://schemas.openxmlformats.org/officeDocument/2006/relationships" id="258" r:id="R896bc6bc7dd5433b"/>
    <p:sldId xmlns:r="http://schemas.openxmlformats.org/officeDocument/2006/relationships" id="259" r:id="R5573f375be484a7f"/>
    <p:sldId xmlns:r="http://schemas.openxmlformats.org/officeDocument/2006/relationships" id="260" r:id="R80782320309942be"/>
    <p:sldId xmlns:r="http://schemas.openxmlformats.org/officeDocument/2006/relationships" id="261" r:id="R92772536343b41dd"/>
    <p:sldId xmlns:r="http://schemas.openxmlformats.org/officeDocument/2006/relationships" id="262" r:id="R1c8db1fe171d4678"/>
    <p:sldId xmlns:r="http://schemas.openxmlformats.org/officeDocument/2006/relationships" id="263" r:id="Ra766518853954853"/>
    <p:sldId xmlns:r="http://schemas.openxmlformats.org/officeDocument/2006/relationships" id="264" r:id="R5c5423149e7b4812"/>
    <p:sldId xmlns:r="http://schemas.openxmlformats.org/officeDocument/2006/relationships" id="265" r:id="R7e44398a306449ef"/>
    <p:sldId xmlns:r="http://schemas.openxmlformats.org/officeDocument/2006/relationships" id="266" r:id="Rfcf71acb2cfd4506"/>
    <p:sldId xmlns:r="http://schemas.openxmlformats.org/officeDocument/2006/relationships" id="267" r:id="Rcfee712a777b401c"/>
    <p:sldId xmlns:r="http://schemas.openxmlformats.org/officeDocument/2006/relationships" id="268" r:id="Rac8580a7619d4c33"/>
    <p:sldId xmlns:r="http://schemas.openxmlformats.org/officeDocument/2006/relationships" id="269" r:id="Reb9c343187764c67"/>
    <p:sldId xmlns:r="http://schemas.openxmlformats.org/officeDocument/2006/relationships" id="270" r:id="R8d72d6e99d8641d6"/>
    <p:sldId xmlns:r="http://schemas.openxmlformats.org/officeDocument/2006/relationships" id="271" r:id="Rc3f772c9473642bc"/>
    <p:sldId xmlns:r="http://schemas.openxmlformats.org/officeDocument/2006/relationships" id="272" r:id="Ra984caa0a83940fd"/>
    <p:sldId xmlns:r="http://schemas.openxmlformats.org/officeDocument/2006/relationships" id="273" r:id="R64c7aef81a1a4628"/>
    <p:sldId xmlns:r="http://schemas.openxmlformats.org/officeDocument/2006/relationships" id="274" r:id="Ra41dbf930c264636"/>
    <p:sldId xmlns:r="http://schemas.openxmlformats.org/officeDocument/2006/relationships" id="275" r:id="R895dc3a11d624f69"/>
    <p:sldId xmlns:r="http://schemas.openxmlformats.org/officeDocument/2006/relationships" id="276" r:id="R706aa00f25164b57"/>
    <p:sldId xmlns:r="http://schemas.openxmlformats.org/officeDocument/2006/relationships" id="277" r:id="R808709de2f5d4fe3"/>
    <p:sldId xmlns:r="http://schemas.openxmlformats.org/officeDocument/2006/relationships" id="278" r:id="Rde14458d09bc4841"/>
    <p:sldId xmlns:r="http://schemas.openxmlformats.org/officeDocument/2006/relationships" id="279" r:id="R95022871e70447b1"/>
    <p:sldId xmlns:r="http://schemas.openxmlformats.org/officeDocument/2006/relationships" id="280" r:id="R69d4e33cbffb4dd9"/>
    <p:sldId xmlns:r="http://schemas.openxmlformats.org/officeDocument/2006/relationships" id="281" r:id="Rae2b1cd001d74a0c"/>
    <p:sldId xmlns:r="http://schemas.openxmlformats.org/officeDocument/2006/relationships" id="282" r:id="Re0c52dcb43fb4ef7"/>
    <p:sldId xmlns:r="http://schemas.openxmlformats.org/officeDocument/2006/relationships" id="283" r:id="R6c73a66cb86d40ec"/>
    <p:sldId xmlns:r="http://schemas.openxmlformats.org/officeDocument/2006/relationships" id="284" r:id="R4d965f4aaf2b4414"/>
    <p:sldId xmlns:r="http://schemas.openxmlformats.org/officeDocument/2006/relationships" id="285" r:id="R2b0d37e76bc54f43"/>
    <p:sldId xmlns:r="http://schemas.openxmlformats.org/officeDocument/2006/relationships" id="286" r:id="R84753bd9781e49fb"/>
    <p:sldId xmlns:r="http://schemas.openxmlformats.org/officeDocument/2006/relationships" id="287" r:id="R4052ad4d30824d2d"/>
    <p:sldId xmlns:r="http://schemas.openxmlformats.org/officeDocument/2006/relationships" id="288" r:id="Rcee52081602a4973"/>
    <p:sldId xmlns:r="http://schemas.openxmlformats.org/officeDocument/2006/relationships" id="289" r:id="R77bbee6074aa4c94"/>
    <p:sldId xmlns:r="http://schemas.openxmlformats.org/officeDocument/2006/relationships" id="290" r:id="Ref7e549e4d8545a4"/>
    <p:sldId xmlns:r="http://schemas.openxmlformats.org/officeDocument/2006/relationships" id="291" r:id="R5b4490b93a514342"/>
    <p:sldId xmlns:r="http://schemas.openxmlformats.org/officeDocument/2006/relationships" id="292" r:id="R4a482fbcd9da432e"/>
    <p:sldId xmlns:r="http://schemas.openxmlformats.org/officeDocument/2006/relationships" id="293" r:id="Rbf828e6b23894a04"/>
    <p:sldId xmlns:r="http://schemas.openxmlformats.org/officeDocument/2006/relationships" id="294" r:id="Rb45181478ca84782"/>
    <p:sldId xmlns:r="http://schemas.openxmlformats.org/officeDocument/2006/relationships" id="295" r:id="R5fbae20f510f40f5"/>
    <p:sldId xmlns:r="http://schemas.openxmlformats.org/officeDocument/2006/relationships" id="296" r:id="R5603087d99ce4d89"/>
    <p:sldId xmlns:r="http://schemas.openxmlformats.org/officeDocument/2006/relationships" id="297" r:id="Re03b860934db4be0"/>
    <p:sldId xmlns:r="http://schemas.openxmlformats.org/officeDocument/2006/relationships" id="298" r:id="R0f39ff266bc2484a"/>
    <p:sldId xmlns:r="http://schemas.openxmlformats.org/officeDocument/2006/relationships" id="299" r:id="R07bfbdaa66cc48e2"/>
    <p:sldId xmlns:r="http://schemas.openxmlformats.org/officeDocument/2006/relationships" id="300" r:id="R1b09dcb36d794032"/>
    <p:sldId xmlns:r="http://schemas.openxmlformats.org/officeDocument/2006/relationships" id="301" r:id="R7abf2e0b7a4d4e3b"/>
    <p:sldId xmlns:r="http://schemas.openxmlformats.org/officeDocument/2006/relationships" id="302" r:id="Re3a0349ffb8e481b"/>
    <p:sldId xmlns:r="http://schemas.openxmlformats.org/officeDocument/2006/relationships" id="303" r:id="Rf2f6b7850ff4497a"/>
    <p:sldId xmlns:r="http://schemas.openxmlformats.org/officeDocument/2006/relationships" id="304" r:id="R0ff3bc0396b94b91"/>
    <p:sldId xmlns:r="http://schemas.openxmlformats.org/officeDocument/2006/relationships" id="305" r:id="Rf6397fad6dbd4425"/>
    <p:sldId xmlns:r="http://schemas.openxmlformats.org/officeDocument/2006/relationships" id="306" r:id="Rec190a8832e84844"/>
    <p:sldId xmlns:r="http://schemas.openxmlformats.org/officeDocument/2006/relationships" id="307" r:id="Rfb7a33126e6c4225"/>
    <p:sldId xmlns:r="http://schemas.openxmlformats.org/officeDocument/2006/relationships" id="308" r:id="R1ef8b79433a149e9"/>
    <p:sldId xmlns:r="http://schemas.openxmlformats.org/officeDocument/2006/relationships" id="309" r:id="R6b316d29b35d4a81"/>
    <p:sldId xmlns:r="http://schemas.openxmlformats.org/officeDocument/2006/relationships" id="310" r:id="Rabed78b6ee674b0b"/>
    <p:sldId xmlns:r="http://schemas.openxmlformats.org/officeDocument/2006/relationships" id="311" r:id="Rc11eaee3ca7247c3"/>
    <p:sldId xmlns:r="http://schemas.openxmlformats.org/officeDocument/2006/relationships" id="312" r:id="R57dde9c773b74595"/>
    <p:sldId xmlns:r="http://schemas.openxmlformats.org/officeDocument/2006/relationships" id="313" r:id="Rfa33aa82b6b24787"/>
    <p:sldId xmlns:r="http://schemas.openxmlformats.org/officeDocument/2006/relationships" id="314" r:id="Rd4a47329001e481c"/>
    <p:sldId xmlns:r="http://schemas.openxmlformats.org/officeDocument/2006/relationships" id="315" r:id="Rc54d008ec2704657"/>
    <p:sldId xmlns:r="http://schemas.openxmlformats.org/officeDocument/2006/relationships" id="316" r:id="R29bef0919a7644f2"/>
    <p:sldId xmlns:r="http://schemas.openxmlformats.org/officeDocument/2006/relationships" id="317" r:id="Rdca25f7b9bfc47c2"/>
    <p:sldId xmlns:r="http://schemas.openxmlformats.org/officeDocument/2006/relationships" id="318" r:id="Rf330af2543024645"/>
    <p:sldId xmlns:r="http://schemas.openxmlformats.org/officeDocument/2006/relationships" id="319" r:id="Rc7648e2a50a6463d"/>
    <p:sldId xmlns:r="http://schemas.openxmlformats.org/officeDocument/2006/relationships" id="320" r:id="Rb6dc10133cc34319"/>
    <p:sldId xmlns:r="http://schemas.openxmlformats.org/officeDocument/2006/relationships" id="321" r:id="Rcc531fc160e24944"/>
    <p:sldId xmlns:r="http://schemas.openxmlformats.org/officeDocument/2006/relationships" id="322" r:id="Rcb3be2812b0c4cf0"/>
    <p:sldId xmlns:r="http://schemas.openxmlformats.org/officeDocument/2006/relationships" id="323" r:id="Rf4ff46d388104de9"/>
    <p:sldId xmlns:r="http://schemas.openxmlformats.org/officeDocument/2006/relationships" id="324" r:id="Ra9c0ff316c7c45b5"/>
    <p:sldId xmlns:r="http://schemas.openxmlformats.org/officeDocument/2006/relationships" id="325" r:id="Ra970184e161148ad"/>
    <p:sldId xmlns:r="http://schemas.openxmlformats.org/officeDocument/2006/relationships" id="326" r:id="R4e46931372a040df"/>
    <p:sldId xmlns:r="http://schemas.openxmlformats.org/officeDocument/2006/relationships" id="327" r:id="R64238cdfe7e74125"/>
    <p:sldId xmlns:r="http://schemas.openxmlformats.org/officeDocument/2006/relationships" id="328" r:id="Rd4cbdab3aac841e6"/>
    <p:sldId xmlns:r="http://schemas.openxmlformats.org/officeDocument/2006/relationships" id="329" r:id="R9077da96685f4d31"/>
    <p:sldId xmlns:r="http://schemas.openxmlformats.org/officeDocument/2006/relationships" id="330" r:id="R8c1e8436bc694f1d"/>
    <p:sldId xmlns:r="http://schemas.openxmlformats.org/officeDocument/2006/relationships" id="331" r:id="R16251c1641234d67"/>
    <p:sldId xmlns:r="http://schemas.openxmlformats.org/officeDocument/2006/relationships" id="332" r:id="Rf997487dc51049b6"/>
    <p:sldId xmlns:r="http://schemas.openxmlformats.org/officeDocument/2006/relationships" id="333" r:id="R2f72e2e20aff47a5"/>
    <p:sldId xmlns:r="http://schemas.openxmlformats.org/officeDocument/2006/relationships" id="334" r:id="Re69778c49d064faf"/>
    <p:sldId xmlns:r="http://schemas.openxmlformats.org/officeDocument/2006/relationships" id="335" r:id="Re7fa1b54505f4836"/>
    <p:sldId xmlns:r="http://schemas.openxmlformats.org/officeDocument/2006/relationships" id="336" r:id="R7e63c613223d46fc"/>
    <p:sldId xmlns:r="http://schemas.openxmlformats.org/officeDocument/2006/relationships" id="337" r:id="Rd5273745093942b7"/>
    <p:sldId xmlns:r="http://schemas.openxmlformats.org/officeDocument/2006/relationships" id="338" r:id="Rbbd1f61445e14b99"/>
    <p:sldId xmlns:r="http://schemas.openxmlformats.org/officeDocument/2006/relationships" id="339" r:id="Rad9eaed23387420b"/>
    <p:sldId xmlns:r="http://schemas.openxmlformats.org/officeDocument/2006/relationships" id="340" r:id="R5b6efe1a664f45da"/>
    <p:sldId xmlns:r="http://schemas.openxmlformats.org/officeDocument/2006/relationships" id="341" r:id="R2a2f4a5f83a94fde"/>
    <p:sldId xmlns:r="http://schemas.openxmlformats.org/officeDocument/2006/relationships" id="342" r:id="R621141e043964408"/>
    <p:sldId xmlns:r="http://schemas.openxmlformats.org/officeDocument/2006/relationships" id="343" r:id="Rc9b6eff5e193423f"/>
    <p:sldId xmlns:r="http://schemas.openxmlformats.org/officeDocument/2006/relationships" id="344" r:id="R7882cbc2a86447f5"/>
    <p:sldId xmlns:r="http://schemas.openxmlformats.org/officeDocument/2006/relationships" id="345" r:id="R9b0240bae62a451c"/>
    <p:sldId xmlns:r="http://schemas.openxmlformats.org/officeDocument/2006/relationships" id="346" r:id="Rf61dbb97f0a04e17"/>
    <p:sldId xmlns:r="http://schemas.openxmlformats.org/officeDocument/2006/relationships" id="347" r:id="Re27094f029134a06"/>
    <p:sldId xmlns:r="http://schemas.openxmlformats.org/officeDocument/2006/relationships" id="348" r:id="R9195c43758714ae3"/>
    <p:sldId xmlns:r="http://schemas.openxmlformats.org/officeDocument/2006/relationships" id="349" r:id="R133f9c58e7574193"/>
    <p:sldId xmlns:r="http://schemas.openxmlformats.org/officeDocument/2006/relationships" id="350" r:id="Re74b05905a194a93"/>
    <p:sldId xmlns:r="http://schemas.openxmlformats.org/officeDocument/2006/relationships" id="351" r:id="Rd64bb38735fb4ab0"/>
    <p:sldId xmlns:r="http://schemas.openxmlformats.org/officeDocument/2006/relationships" id="352" r:id="R009b22e919bb4ba0"/>
    <p:sldId xmlns:r="http://schemas.openxmlformats.org/officeDocument/2006/relationships" id="353" r:id="R418f6ad54c0b4f1e"/>
    <p:sldId xmlns:r="http://schemas.openxmlformats.org/officeDocument/2006/relationships" id="354" r:id="R342c8e577e6a4e92"/>
    <p:sldId xmlns:r="http://schemas.openxmlformats.org/officeDocument/2006/relationships" id="355" r:id="R5f56a0b5ca264485"/>
    <p:sldId xmlns:r="http://schemas.openxmlformats.org/officeDocument/2006/relationships" id="356" r:id="Rfe19bf410e194d13"/>
    <p:sldId xmlns:r="http://schemas.openxmlformats.org/officeDocument/2006/relationships" id="357" r:id="R35441841e4b7486c"/>
    <p:sldId xmlns:r="http://schemas.openxmlformats.org/officeDocument/2006/relationships" id="358" r:id="Re883a698950644b3"/>
    <p:sldId xmlns:r="http://schemas.openxmlformats.org/officeDocument/2006/relationships" id="359" r:id="Rc677f0f205764c27"/>
    <p:sldId xmlns:r="http://schemas.openxmlformats.org/officeDocument/2006/relationships" id="360" r:id="R29ca5ea47d194704"/>
    <p:sldId xmlns:r="http://schemas.openxmlformats.org/officeDocument/2006/relationships" id="361" r:id="R1a3c2387c12e4f5c"/>
    <p:sldId xmlns:r="http://schemas.openxmlformats.org/officeDocument/2006/relationships" id="362" r:id="R852c0365326f4516"/>
    <p:sldId xmlns:r="http://schemas.openxmlformats.org/officeDocument/2006/relationships" id="363" r:id="R4268f3898d534f5c"/>
    <p:sldId xmlns:r="http://schemas.openxmlformats.org/officeDocument/2006/relationships" id="364" r:id="R1cd222d194a14d75"/>
    <p:sldId xmlns:r="http://schemas.openxmlformats.org/officeDocument/2006/relationships" id="365" r:id="Rc02c3c6624f34cbd"/>
    <p:sldId xmlns:r="http://schemas.openxmlformats.org/officeDocument/2006/relationships" id="366" r:id="R079f564ec2f846ef"/>
    <p:sldId xmlns:r="http://schemas.openxmlformats.org/officeDocument/2006/relationships" id="367" r:id="Rf41ed83f5b294b1a"/>
    <p:sldId xmlns:r="http://schemas.openxmlformats.org/officeDocument/2006/relationships" id="368" r:id="Ra555327ff82b438f"/>
    <p:sldId xmlns:r="http://schemas.openxmlformats.org/officeDocument/2006/relationships" id="369" r:id="R25532cca635f43c5"/>
    <p:sldId xmlns:r="http://schemas.openxmlformats.org/officeDocument/2006/relationships" id="370" r:id="R27e4871fe6bb444b"/>
    <p:sldId xmlns:r="http://schemas.openxmlformats.org/officeDocument/2006/relationships" id="371" r:id="Rcd576f203ce84eff"/>
    <p:sldId xmlns:r="http://schemas.openxmlformats.org/officeDocument/2006/relationships" id="372" r:id="Raacca90f88d142cb"/>
    <p:sldId xmlns:r="http://schemas.openxmlformats.org/officeDocument/2006/relationships" id="373" r:id="R3b602b157480407c"/>
    <p:sldId xmlns:r="http://schemas.openxmlformats.org/officeDocument/2006/relationships" id="374" r:id="R0293338e90e94a9a"/>
    <p:sldId xmlns:r="http://schemas.openxmlformats.org/officeDocument/2006/relationships" id="375" r:id="Rdb6943a5c3264534"/>
    <p:sldId xmlns:r="http://schemas.openxmlformats.org/officeDocument/2006/relationships" id="376" r:id="R1ec5153996b2416d"/>
    <p:sldId xmlns:r="http://schemas.openxmlformats.org/officeDocument/2006/relationships" id="377" r:id="R10236d3b4a784239"/>
    <p:sldId xmlns:r="http://schemas.openxmlformats.org/officeDocument/2006/relationships" id="378" r:id="Rb85863c1b834466d"/>
    <p:sldId xmlns:r="http://schemas.openxmlformats.org/officeDocument/2006/relationships" id="379" r:id="R994b2cf91c15497c"/>
    <p:sldId xmlns:r="http://schemas.openxmlformats.org/officeDocument/2006/relationships" id="380" r:id="R5b68cba80dad4337"/>
    <p:sldId xmlns:r="http://schemas.openxmlformats.org/officeDocument/2006/relationships" id="381" r:id="Rf9555dba02d24325"/>
    <p:sldId xmlns:r="http://schemas.openxmlformats.org/officeDocument/2006/relationships" id="382" r:id="R8672f71619224bd1"/>
    <p:sldId xmlns:r="http://schemas.openxmlformats.org/officeDocument/2006/relationships" id="383" r:id="R09009417846044cd"/>
    <p:sldId xmlns:r="http://schemas.openxmlformats.org/officeDocument/2006/relationships" id="384" r:id="R75e3cd00f2a24800"/>
    <p:sldId xmlns:r="http://schemas.openxmlformats.org/officeDocument/2006/relationships" id="385" r:id="R3cb71c5e44774a92"/>
    <p:sldId xmlns:r="http://schemas.openxmlformats.org/officeDocument/2006/relationships" id="386" r:id="R501ba405744c449a"/>
    <p:sldId xmlns:r="http://schemas.openxmlformats.org/officeDocument/2006/relationships" id="387" r:id="Rf975ac698ad04a32"/>
    <p:sldId xmlns:r="http://schemas.openxmlformats.org/officeDocument/2006/relationships" id="388" r:id="R0e0732f40f6447e9"/>
    <p:sldId xmlns:r="http://schemas.openxmlformats.org/officeDocument/2006/relationships" id="389" r:id="Rb898ea29f45440c6"/>
    <p:sldId xmlns:r="http://schemas.openxmlformats.org/officeDocument/2006/relationships" id="390" r:id="Rb40d91aee4034747"/>
    <p:sldId xmlns:r="http://schemas.openxmlformats.org/officeDocument/2006/relationships" id="391" r:id="Ra02eccbfd6c94252"/>
    <p:sldId xmlns:r="http://schemas.openxmlformats.org/officeDocument/2006/relationships" id="392" r:id="Rd5b153636119475e"/>
    <p:sldId xmlns:r="http://schemas.openxmlformats.org/officeDocument/2006/relationships" id="393" r:id="R3d8dbb1cc8fc43b8"/>
    <p:sldId xmlns:r="http://schemas.openxmlformats.org/officeDocument/2006/relationships" id="394" r:id="R8d4181fc92104d7f"/>
    <p:sldId xmlns:r="http://schemas.openxmlformats.org/officeDocument/2006/relationships" id="395" r:id="R231096218642459a"/>
    <p:sldId xmlns:r="http://schemas.openxmlformats.org/officeDocument/2006/relationships" id="396" r:id="R2842c70c42a941b0"/>
    <p:sldId xmlns:r="http://schemas.openxmlformats.org/officeDocument/2006/relationships" id="397" r:id="Rc0238f3ed71349f5"/>
    <p:sldId xmlns:r="http://schemas.openxmlformats.org/officeDocument/2006/relationships" id="398" r:id="R31ab357480f14a09"/>
    <p:sldId xmlns:r="http://schemas.openxmlformats.org/officeDocument/2006/relationships" id="399" r:id="R2e4fc75474044e47"/>
    <p:sldId xmlns:r="http://schemas.openxmlformats.org/officeDocument/2006/relationships" id="400" r:id="R692ca9b264634b4a"/>
    <p:sldId xmlns:r="http://schemas.openxmlformats.org/officeDocument/2006/relationships" id="401" r:id="R390f04afaf264de7"/>
    <p:sldId xmlns:r="http://schemas.openxmlformats.org/officeDocument/2006/relationships" id="402" r:id="R2fb1e2dee8994399"/>
    <p:sldId xmlns:r="http://schemas.openxmlformats.org/officeDocument/2006/relationships" id="403" r:id="R88c2495875434393"/>
    <p:sldId xmlns:r="http://schemas.openxmlformats.org/officeDocument/2006/relationships" id="404" r:id="R1a6916b654344623"/>
    <p:sldId xmlns:r="http://schemas.openxmlformats.org/officeDocument/2006/relationships" id="405" r:id="R9d1a210cdb45478e"/>
    <p:sldId xmlns:r="http://schemas.openxmlformats.org/officeDocument/2006/relationships" id="406" r:id="R6a0d6631d540451a"/>
    <p:sldId xmlns:r="http://schemas.openxmlformats.org/officeDocument/2006/relationships" id="407" r:id="Rc297574ae8b24525"/>
    <p:sldId xmlns:r="http://schemas.openxmlformats.org/officeDocument/2006/relationships" id="408" r:id="R054a29487fee4e83"/>
    <p:sldId xmlns:r="http://schemas.openxmlformats.org/officeDocument/2006/relationships" id="409" r:id="R30c1e071e810407a"/>
    <p:sldId xmlns:r="http://schemas.openxmlformats.org/officeDocument/2006/relationships" id="410" r:id="Re0cad03dfe4f45ae"/>
    <p:sldId xmlns:r="http://schemas.openxmlformats.org/officeDocument/2006/relationships" id="411" r:id="R13a3cb2229ca4a1e"/>
    <p:sldId xmlns:r="http://schemas.openxmlformats.org/officeDocument/2006/relationships" id="412" r:id="R6815b1f823a4496a"/>
    <p:sldId xmlns:r="http://schemas.openxmlformats.org/officeDocument/2006/relationships" id="413" r:id="R87827c40c86c44c8"/>
    <p:sldId xmlns:r="http://schemas.openxmlformats.org/officeDocument/2006/relationships" id="414" r:id="Rdee8812a0d1c4e2a"/>
    <p:sldId xmlns:r="http://schemas.openxmlformats.org/officeDocument/2006/relationships" id="415" r:id="R9a38d3d8e0cb4179"/>
    <p:sldId xmlns:r="http://schemas.openxmlformats.org/officeDocument/2006/relationships" id="416" r:id="Rcc65739892dc4140"/>
    <p:sldId xmlns:r="http://schemas.openxmlformats.org/officeDocument/2006/relationships" id="417" r:id="Ra96f40e86ebf4f9e"/>
    <p:sldId xmlns:r="http://schemas.openxmlformats.org/officeDocument/2006/relationships" id="418" r:id="R6842550ef1544512"/>
    <p:sldId xmlns:r="http://schemas.openxmlformats.org/officeDocument/2006/relationships" id="419" r:id="R82fce8c655c54cac"/>
    <p:sldId xmlns:r="http://schemas.openxmlformats.org/officeDocument/2006/relationships" id="420" r:id="R0aabc280ad134cc3"/>
    <p:sldId xmlns:r="http://schemas.openxmlformats.org/officeDocument/2006/relationships" id="421" r:id="R22ba939d52cd4f7f"/>
    <p:sldId xmlns:r="http://schemas.openxmlformats.org/officeDocument/2006/relationships" id="422" r:id="R75b85e2459854fc0"/>
    <p:sldId xmlns:r="http://schemas.openxmlformats.org/officeDocument/2006/relationships" id="423" r:id="Rdd21f53c76e249a5"/>
    <p:sldId xmlns:r="http://schemas.openxmlformats.org/officeDocument/2006/relationships" id="424" r:id="R0d6cd78635d74b74"/>
    <p:sldId xmlns:r="http://schemas.openxmlformats.org/officeDocument/2006/relationships" id="425" r:id="R0b7d73227bb84d00"/>
    <p:sldId xmlns:r="http://schemas.openxmlformats.org/officeDocument/2006/relationships" id="426" r:id="R3aaf210158404071"/>
    <p:sldId xmlns:r="http://schemas.openxmlformats.org/officeDocument/2006/relationships" id="427" r:id="R80c2448f558448f0"/>
    <p:sldId xmlns:r="http://schemas.openxmlformats.org/officeDocument/2006/relationships" id="428" r:id="Rfe2c1b76e5a54aa9"/>
    <p:sldId xmlns:r="http://schemas.openxmlformats.org/officeDocument/2006/relationships" id="429" r:id="R2cab0dacb3024e15"/>
    <p:sldId xmlns:r="http://schemas.openxmlformats.org/officeDocument/2006/relationships" id="430" r:id="R9c2f4bfac24c4841"/>
    <p:sldId xmlns:r="http://schemas.openxmlformats.org/officeDocument/2006/relationships" id="431" r:id="R843ad3b6888143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f7665d3e0a4c1b" /><Relationship Type="http://schemas.openxmlformats.org/officeDocument/2006/relationships/slideMaster" Target="/ppt/slideMasters/slideMaster1.xml" Id="Ra60506fa0d1f4030" /><Relationship Type="http://schemas.openxmlformats.org/officeDocument/2006/relationships/notesMaster" Target="/ppt/notesMasters/notesMaster1.xml" Id="R1c65cd1babd348e5" /><Relationship Type="http://schemas.openxmlformats.org/officeDocument/2006/relationships/presProps" Target="/ppt/presProps.xml" Id="Re5aeb4197a4349ff" /><Relationship Type="http://schemas.openxmlformats.org/officeDocument/2006/relationships/tableStyles" Target="/ppt/tableStyles.xml" Id="R00cab4a570ea430a" /><Relationship Type="http://schemas.openxmlformats.org/officeDocument/2006/relationships/slide" Target="/ppt/slides/slide1.xml" Id="R1bb88add8aa74be4" /><Relationship Type="http://schemas.openxmlformats.org/officeDocument/2006/relationships/slide" Target="/ppt/slides/slide2.xml" Id="R6be5ca416a444aaf" /><Relationship Type="http://schemas.openxmlformats.org/officeDocument/2006/relationships/slide" Target="/ppt/slides/slide3.xml" Id="R896bc6bc7dd5433b" /><Relationship Type="http://schemas.openxmlformats.org/officeDocument/2006/relationships/slide" Target="/ppt/slides/slide4.xml" Id="R5573f375be484a7f" /><Relationship Type="http://schemas.openxmlformats.org/officeDocument/2006/relationships/slide" Target="/ppt/slides/slide5.xml" Id="R80782320309942be" /><Relationship Type="http://schemas.openxmlformats.org/officeDocument/2006/relationships/slide" Target="/ppt/slides/slide6.xml" Id="R92772536343b41dd" /><Relationship Type="http://schemas.openxmlformats.org/officeDocument/2006/relationships/slide" Target="/ppt/slides/slide7.xml" Id="R1c8db1fe171d4678" /><Relationship Type="http://schemas.openxmlformats.org/officeDocument/2006/relationships/slide" Target="/ppt/slides/slide8.xml" Id="Ra766518853954853" /><Relationship Type="http://schemas.openxmlformats.org/officeDocument/2006/relationships/slide" Target="/ppt/slides/slide9.xml" Id="R5c5423149e7b4812" /><Relationship Type="http://schemas.openxmlformats.org/officeDocument/2006/relationships/slide" Target="/ppt/slides/slide10.xml" Id="R7e44398a306449ef" /><Relationship Type="http://schemas.openxmlformats.org/officeDocument/2006/relationships/slide" Target="/ppt/slides/slide11.xml" Id="Rfcf71acb2cfd4506" /><Relationship Type="http://schemas.openxmlformats.org/officeDocument/2006/relationships/slide" Target="/ppt/slides/slide12.xml" Id="Rcfee712a777b401c" /><Relationship Type="http://schemas.openxmlformats.org/officeDocument/2006/relationships/slide" Target="/ppt/slides/slide13.xml" Id="Rac8580a7619d4c33" /><Relationship Type="http://schemas.openxmlformats.org/officeDocument/2006/relationships/slide" Target="/ppt/slides/slide14.xml" Id="Reb9c343187764c67" /><Relationship Type="http://schemas.openxmlformats.org/officeDocument/2006/relationships/slide" Target="/ppt/slides/slide15.xml" Id="R8d72d6e99d8641d6" /><Relationship Type="http://schemas.openxmlformats.org/officeDocument/2006/relationships/slide" Target="/ppt/slides/slide16.xml" Id="Rc3f772c9473642bc" /><Relationship Type="http://schemas.openxmlformats.org/officeDocument/2006/relationships/slide" Target="/ppt/slides/slide17.xml" Id="Ra984caa0a83940fd" /><Relationship Type="http://schemas.openxmlformats.org/officeDocument/2006/relationships/slide" Target="/ppt/slides/slide18.xml" Id="R64c7aef81a1a4628" /><Relationship Type="http://schemas.openxmlformats.org/officeDocument/2006/relationships/slide" Target="/ppt/slides/slide19.xml" Id="Ra41dbf930c264636" /><Relationship Type="http://schemas.openxmlformats.org/officeDocument/2006/relationships/slide" Target="/ppt/slides/slide20.xml" Id="R895dc3a11d624f69" /><Relationship Type="http://schemas.openxmlformats.org/officeDocument/2006/relationships/slide" Target="/ppt/slides/slide21.xml" Id="R706aa00f25164b57" /><Relationship Type="http://schemas.openxmlformats.org/officeDocument/2006/relationships/slide" Target="/ppt/slides/slide22.xml" Id="R808709de2f5d4fe3" /><Relationship Type="http://schemas.openxmlformats.org/officeDocument/2006/relationships/slide" Target="/ppt/slides/slide23.xml" Id="Rde14458d09bc4841" /><Relationship Type="http://schemas.openxmlformats.org/officeDocument/2006/relationships/slide" Target="/ppt/slides/slide24.xml" Id="R95022871e70447b1" /><Relationship Type="http://schemas.openxmlformats.org/officeDocument/2006/relationships/slide" Target="/ppt/slides/slide25.xml" Id="R69d4e33cbffb4dd9" /><Relationship Type="http://schemas.openxmlformats.org/officeDocument/2006/relationships/slide" Target="/ppt/slides/slide26.xml" Id="Rae2b1cd001d74a0c" /><Relationship Type="http://schemas.openxmlformats.org/officeDocument/2006/relationships/slide" Target="/ppt/slides/slide27.xml" Id="Re0c52dcb43fb4ef7" /><Relationship Type="http://schemas.openxmlformats.org/officeDocument/2006/relationships/slide" Target="/ppt/slides/slide28.xml" Id="R6c73a66cb86d40ec" /><Relationship Type="http://schemas.openxmlformats.org/officeDocument/2006/relationships/slide" Target="/ppt/slides/slide29.xml" Id="R4d965f4aaf2b4414" /><Relationship Type="http://schemas.openxmlformats.org/officeDocument/2006/relationships/slide" Target="/ppt/slides/slide30.xml" Id="R2b0d37e76bc54f43" /><Relationship Type="http://schemas.openxmlformats.org/officeDocument/2006/relationships/slide" Target="/ppt/slides/slide31.xml" Id="R84753bd9781e49fb" /><Relationship Type="http://schemas.openxmlformats.org/officeDocument/2006/relationships/slide" Target="/ppt/slides/slide32.xml" Id="R4052ad4d30824d2d" /><Relationship Type="http://schemas.openxmlformats.org/officeDocument/2006/relationships/slide" Target="/ppt/slides/slide33.xml" Id="Rcee52081602a4973" /><Relationship Type="http://schemas.openxmlformats.org/officeDocument/2006/relationships/slide" Target="/ppt/slides/slide34.xml" Id="R77bbee6074aa4c94" /><Relationship Type="http://schemas.openxmlformats.org/officeDocument/2006/relationships/slide" Target="/ppt/slides/slide35.xml" Id="Ref7e549e4d8545a4" /><Relationship Type="http://schemas.openxmlformats.org/officeDocument/2006/relationships/slide" Target="/ppt/slides/slide36.xml" Id="R5b4490b93a514342" /><Relationship Type="http://schemas.openxmlformats.org/officeDocument/2006/relationships/slide" Target="/ppt/slides/slide37.xml" Id="R4a482fbcd9da432e" /><Relationship Type="http://schemas.openxmlformats.org/officeDocument/2006/relationships/slide" Target="/ppt/slides/slide38.xml" Id="Rbf828e6b23894a04" /><Relationship Type="http://schemas.openxmlformats.org/officeDocument/2006/relationships/slide" Target="/ppt/slides/slide39.xml" Id="Rb45181478ca84782" /><Relationship Type="http://schemas.openxmlformats.org/officeDocument/2006/relationships/slide" Target="/ppt/slides/slide40.xml" Id="R5fbae20f510f40f5" /><Relationship Type="http://schemas.openxmlformats.org/officeDocument/2006/relationships/slide" Target="/ppt/slides/slide41.xml" Id="R5603087d99ce4d89" /><Relationship Type="http://schemas.openxmlformats.org/officeDocument/2006/relationships/slide" Target="/ppt/slides/slide42.xml" Id="Re03b860934db4be0" /><Relationship Type="http://schemas.openxmlformats.org/officeDocument/2006/relationships/slide" Target="/ppt/slides/slide43.xml" Id="R0f39ff266bc2484a" /><Relationship Type="http://schemas.openxmlformats.org/officeDocument/2006/relationships/slide" Target="/ppt/slides/slide44.xml" Id="R07bfbdaa66cc48e2" /><Relationship Type="http://schemas.openxmlformats.org/officeDocument/2006/relationships/slide" Target="/ppt/slides/slide45.xml" Id="R1b09dcb36d794032" /><Relationship Type="http://schemas.openxmlformats.org/officeDocument/2006/relationships/slide" Target="/ppt/slides/slide46.xml" Id="R7abf2e0b7a4d4e3b" /><Relationship Type="http://schemas.openxmlformats.org/officeDocument/2006/relationships/slide" Target="/ppt/slides/slide47.xml" Id="Re3a0349ffb8e481b" /><Relationship Type="http://schemas.openxmlformats.org/officeDocument/2006/relationships/slide" Target="/ppt/slides/slide48.xml" Id="Rf2f6b7850ff4497a" /><Relationship Type="http://schemas.openxmlformats.org/officeDocument/2006/relationships/slide" Target="/ppt/slides/slide49.xml" Id="R0ff3bc0396b94b91" /><Relationship Type="http://schemas.openxmlformats.org/officeDocument/2006/relationships/slide" Target="/ppt/slides/slide50.xml" Id="Rf6397fad6dbd4425" /><Relationship Type="http://schemas.openxmlformats.org/officeDocument/2006/relationships/slide" Target="/ppt/slides/slide51.xml" Id="Rec190a8832e84844" /><Relationship Type="http://schemas.openxmlformats.org/officeDocument/2006/relationships/slide" Target="/ppt/slides/slide52.xml" Id="Rfb7a33126e6c4225" /><Relationship Type="http://schemas.openxmlformats.org/officeDocument/2006/relationships/slide" Target="/ppt/slides/slide53.xml" Id="R1ef8b79433a149e9" /><Relationship Type="http://schemas.openxmlformats.org/officeDocument/2006/relationships/slide" Target="/ppt/slides/slide54.xml" Id="R6b316d29b35d4a81" /><Relationship Type="http://schemas.openxmlformats.org/officeDocument/2006/relationships/slide" Target="/ppt/slides/slide55.xml" Id="Rabed78b6ee674b0b" /><Relationship Type="http://schemas.openxmlformats.org/officeDocument/2006/relationships/slide" Target="/ppt/slides/slide56.xml" Id="Rc11eaee3ca7247c3" /><Relationship Type="http://schemas.openxmlformats.org/officeDocument/2006/relationships/slide" Target="/ppt/slides/slide57.xml" Id="R57dde9c773b74595" /><Relationship Type="http://schemas.openxmlformats.org/officeDocument/2006/relationships/slide" Target="/ppt/slides/slide58.xml" Id="Rfa33aa82b6b24787" /><Relationship Type="http://schemas.openxmlformats.org/officeDocument/2006/relationships/slide" Target="/ppt/slides/slide59.xml" Id="Rd4a47329001e481c" /><Relationship Type="http://schemas.openxmlformats.org/officeDocument/2006/relationships/slide" Target="/ppt/slides/slide60.xml" Id="Rc54d008ec2704657" /><Relationship Type="http://schemas.openxmlformats.org/officeDocument/2006/relationships/slide" Target="/ppt/slides/slide61.xml" Id="R29bef0919a7644f2" /><Relationship Type="http://schemas.openxmlformats.org/officeDocument/2006/relationships/slide" Target="/ppt/slides/slide62.xml" Id="Rdca25f7b9bfc47c2" /><Relationship Type="http://schemas.openxmlformats.org/officeDocument/2006/relationships/slide" Target="/ppt/slides/slide63.xml" Id="Rf330af2543024645" /><Relationship Type="http://schemas.openxmlformats.org/officeDocument/2006/relationships/slide" Target="/ppt/slides/slide64.xml" Id="Rc7648e2a50a6463d" /><Relationship Type="http://schemas.openxmlformats.org/officeDocument/2006/relationships/slide" Target="/ppt/slides/slide65.xml" Id="Rb6dc10133cc34319" /><Relationship Type="http://schemas.openxmlformats.org/officeDocument/2006/relationships/slide" Target="/ppt/slides/slide66.xml" Id="Rcc531fc160e24944" /><Relationship Type="http://schemas.openxmlformats.org/officeDocument/2006/relationships/slide" Target="/ppt/slides/slide67.xml" Id="Rcb3be2812b0c4cf0" /><Relationship Type="http://schemas.openxmlformats.org/officeDocument/2006/relationships/slide" Target="/ppt/slides/slide68.xml" Id="Rf4ff46d388104de9" /><Relationship Type="http://schemas.openxmlformats.org/officeDocument/2006/relationships/slide" Target="/ppt/slides/slide69.xml" Id="Ra9c0ff316c7c45b5" /><Relationship Type="http://schemas.openxmlformats.org/officeDocument/2006/relationships/slide" Target="/ppt/slides/slide70.xml" Id="Ra970184e161148ad" /><Relationship Type="http://schemas.openxmlformats.org/officeDocument/2006/relationships/slide" Target="/ppt/slides/slide71.xml" Id="R4e46931372a040df" /><Relationship Type="http://schemas.openxmlformats.org/officeDocument/2006/relationships/slide" Target="/ppt/slides/slide72.xml" Id="R64238cdfe7e74125" /><Relationship Type="http://schemas.openxmlformats.org/officeDocument/2006/relationships/slide" Target="/ppt/slides/slide73.xml" Id="Rd4cbdab3aac841e6" /><Relationship Type="http://schemas.openxmlformats.org/officeDocument/2006/relationships/slide" Target="/ppt/slides/slide74.xml" Id="R9077da96685f4d31" /><Relationship Type="http://schemas.openxmlformats.org/officeDocument/2006/relationships/slide" Target="/ppt/slides/slide75.xml" Id="R8c1e8436bc694f1d" /><Relationship Type="http://schemas.openxmlformats.org/officeDocument/2006/relationships/slide" Target="/ppt/slides/slide76.xml" Id="R16251c1641234d67" /><Relationship Type="http://schemas.openxmlformats.org/officeDocument/2006/relationships/slide" Target="/ppt/slides/slide77.xml" Id="Rf997487dc51049b6" /><Relationship Type="http://schemas.openxmlformats.org/officeDocument/2006/relationships/slide" Target="/ppt/slides/slide78.xml" Id="R2f72e2e20aff47a5" /><Relationship Type="http://schemas.openxmlformats.org/officeDocument/2006/relationships/slide" Target="/ppt/slides/slide79.xml" Id="Re69778c49d064faf" /><Relationship Type="http://schemas.openxmlformats.org/officeDocument/2006/relationships/slide" Target="/ppt/slides/slide80.xml" Id="Re7fa1b54505f4836" /><Relationship Type="http://schemas.openxmlformats.org/officeDocument/2006/relationships/slide" Target="/ppt/slides/slide81.xml" Id="R7e63c613223d46fc" /><Relationship Type="http://schemas.openxmlformats.org/officeDocument/2006/relationships/slide" Target="/ppt/slides/slide82.xml" Id="Rd5273745093942b7" /><Relationship Type="http://schemas.openxmlformats.org/officeDocument/2006/relationships/slide" Target="/ppt/slides/slide83.xml" Id="Rbbd1f61445e14b99" /><Relationship Type="http://schemas.openxmlformats.org/officeDocument/2006/relationships/slide" Target="/ppt/slides/slide84.xml" Id="Rad9eaed23387420b" /><Relationship Type="http://schemas.openxmlformats.org/officeDocument/2006/relationships/slide" Target="/ppt/slides/slide85.xml" Id="R5b6efe1a664f45da" /><Relationship Type="http://schemas.openxmlformats.org/officeDocument/2006/relationships/slide" Target="/ppt/slides/slide86.xml" Id="R2a2f4a5f83a94fde" /><Relationship Type="http://schemas.openxmlformats.org/officeDocument/2006/relationships/slide" Target="/ppt/slides/slide87.xml" Id="R621141e043964408" /><Relationship Type="http://schemas.openxmlformats.org/officeDocument/2006/relationships/slide" Target="/ppt/slides/slide88.xml" Id="Rc9b6eff5e193423f" /><Relationship Type="http://schemas.openxmlformats.org/officeDocument/2006/relationships/slide" Target="/ppt/slides/slide89.xml" Id="R7882cbc2a86447f5" /><Relationship Type="http://schemas.openxmlformats.org/officeDocument/2006/relationships/slide" Target="/ppt/slides/slide90.xml" Id="R9b0240bae62a451c" /><Relationship Type="http://schemas.openxmlformats.org/officeDocument/2006/relationships/slide" Target="/ppt/slides/slide91.xml" Id="Rf61dbb97f0a04e17" /><Relationship Type="http://schemas.openxmlformats.org/officeDocument/2006/relationships/slide" Target="/ppt/slides/slide92.xml" Id="Re27094f029134a06" /><Relationship Type="http://schemas.openxmlformats.org/officeDocument/2006/relationships/slide" Target="/ppt/slides/slide93.xml" Id="R9195c43758714ae3" /><Relationship Type="http://schemas.openxmlformats.org/officeDocument/2006/relationships/slide" Target="/ppt/slides/slide94.xml" Id="R133f9c58e7574193" /><Relationship Type="http://schemas.openxmlformats.org/officeDocument/2006/relationships/slide" Target="/ppt/slides/slide95.xml" Id="Re74b05905a194a93" /><Relationship Type="http://schemas.openxmlformats.org/officeDocument/2006/relationships/slide" Target="/ppt/slides/slide96.xml" Id="Rd64bb38735fb4ab0" /><Relationship Type="http://schemas.openxmlformats.org/officeDocument/2006/relationships/slide" Target="/ppt/slides/slide97.xml" Id="R009b22e919bb4ba0" /><Relationship Type="http://schemas.openxmlformats.org/officeDocument/2006/relationships/slide" Target="/ppt/slides/slide98.xml" Id="R418f6ad54c0b4f1e" /><Relationship Type="http://schemas.openxmlformats.org/officeDocument/2006/relationships/slide" Target="/ppt/slides/slide99.xml" Id="R342c8e577e6a4e92" /><Relationship Type="http://schemas.openxmlformats.org/officeDocument/2006/relationships/slide" Target="/ppt/slides/slide100.xml" Id="R5f56a0b5ca264485" /><Relationship Type="http://schemas.openxmlformats.org/officeDocument/2006/relationships/slide" Target="/ppt/slides/slide101.xml" Id="Rfe19bf410e194d13" /><Relationship Type="http://schemas.openxmlformats.org/officeDocument/2006/relationships/slide" Target="/ppt/slides/slide102.xml" Id="R35441841e4b7486c" /><Relationship Type="http://schemas.openxmlformats.org/officeDocument/2006/relationships/slide" Target="/ppt/slides/slide103.xml" Id="Re883a698950644b3" /><Relationship Type="http://schemas.openxmlformats.org/officeDocument/2006/relationships/slide" Target="/ppt/slides/slide104.xml" Id="Rc677f0f205764c27" /><Relationship Type="http://schemas.openxmlformats.org/officeDocument/2006/relationships/slide" Target="/ppt/slides/slide105.xml" Id="R29ca5ea47d194704" /><Relationship Type="http://schemas.openxmlformats.org/officeDocument/2006/relationships/slide" Target="/ppt/slides/slide106.xml" Id="R1a3c2387c12e4f5c" /><Relationship Type="http://schemas.openxmlformats.org/officeDocument/2006/relationships/slide" Target="/ppt/slides/slide107.xml" Id="R852c0365326f4516" /><Relationship Type="http://schemas.openxmlformats.org/officeDocument/2006/relationships/slide" Target="/ppt/slides/slide108.xml" Id="R4268f3898d534f5c" /><Relationship Type="http://schemas.openxmlformats.org/officeDocument/2006/relationships/slide" Target="/ppt/slides/slide109.xml" Id="R1cd222d194a14d75" /><Relationship Type="http://schemas.openxmlformats.org/officeDocument/2006/relationships/slide" Target="/ppt/slides/slide110.xml" Id="Rc02c3c6624f34cbd" /><Relationship Type="http://schemas.openxmlformats.org/officeDocument/2006/relationships/slide" Target="/ppt/slides/slide111.xml" Id="R079f564ec2f846ef" /><Relationship Type="http://schemas.openxmlformats.org/officeDocument/2006/relationships/slide" Target="/ppt/slides/slide112.xml" Id="Rf41ed83f5b294b1a" /><Relationship Type="http://schemas.openxmlformats.org/officeDocument/2006/relationships/slide" Target="/ppt/slides/slide113.xml" Id="Ra555327ff82b438f" /><Relationship Type="http://schemas.openxmlformats.org/officeDocument/2006/relationships/slide" Target="/ppt/slides/slide114.xml" Id="R25532cca635f43c5" /><Relationship Type="http://schemas.openxmlformats.org/officeDocument/2006/relationships/slide" Target="/ppt/slides/slide115.xml" Id="R27e4871fe6bb444b" /><Relationship Type="http://schemas.openxmlformats.org/officeDocument/2006/relationships/slide" Target="/ppt/slides/slide116.xml" Id="Rcd576f203ce84eff" /><Relationship Type="http://schemas.openxmlformats.org/officeDocument/2006/relationships/slide" Target="/ppt/slides/slide117.xml" Id="Raacca90f88d142cb" /><Relationship Type="http://schemas.openxmlformats.org/officeDocument/2006/relationships/slide" Target="/ppt/slides/slide118.xml" Id="R3b602b157480407c" /><Relationship Type="http://schemas.openxmlformats.org/officeDocument/2006/relationships/slide" Target="/ppt/slides/slide119.xml" Id="R0293338e90e94a9a" /><Relationship Type="http://schemas.openxmlformats.org/officeDocument/2006/relationships/slide" Target="/ppt/slides/slide120.xml" Id="Rdb6943a5c3264534" /><Relationship Type="http://schemas.openxmlformats.org/officeDocument/2006/relationships/slide" Target="/ppt/slides/slide121.xml" Id="R1ec5153996b2416d" /><Relationship Type="http://schemas.openxmlformats.org/officeDocument/2006/relationships/slide" Target="/ppt/slides/slide122.xml" Id="R10236d3b4a784239" /><Relationship Type="http://schemas.openxmlformats.org/officeDocument/2006/relationships/slide" Target="/ppt/slides/slide123.xml" Id="Rb85863c1b834466d" /><Relationship Type="http://schemas.openxmlformats.org/officeDocument/2006/relationships/slide" Target="/ppt/slides/slide124.xml" Id="R994b2cf91c15497c" /><Relationship Type="http://schemas.openxmlformats.org/officeDocument/2006/relationships/slide" Target="/ppt/slides/slide125.xml" Id="R5b68cba80dad4337" /><Relationship Type="http://schemas.openxmlformats.org/officeDocument/2006/relationships/slide" Target="/ppt/slides/slide126.xml" Id="Rf9555dba02d24325" /><Relationship Type="http://schemas.openxmlformats.org/officeDocument/2006/relationships/slide" Target="/ppt/slides/slide127.xml" Id="R8672f71619224bd1" /><Relationship Type="http://schemas.openxmlformats.org/officeDocument/2006/relationships/slide" Target="/ppt/slides/slide128.xml" Id="R09009417846044cd" /><Relationship Type="http://schemas.openxmlformats.org/officeDocument/2006/relationships/slide" Target="/ppt/slides/slide129.xml" Id="R75e3cd00f2a24800" /><Relationship Type="http://schemas.openxmlformats.org/officeDocument/2006/relationships/slide" Target="/ppt/slides/slide130.xml" Id="R3cb71c5e44774a92" /><Relationship Type="http://schemas.openxmlformats.org/officeDocument/2006/relationships/slide" Target="/ppt/slides/slide131.xml" Id="R501ba405744c449a" /><Relationship Type="http://schemas.openxmlformats.org/officeDocument/2006/relationships/slide" Target="/ppt/slides/slide132.xml" Id="Rf975ac698ad04a32" /><Relationship Type="http://schemas.openxmlformats.org/officeDocument/2006/relationships/slide" Target="/ppt/slides/slide133.xml" Id="R0e0732f40f6447e9" /><Relationship Type="http://schemas.openxmlformats.org/officeDocument/2006/relationships/slide" Target="/ppt/slides/slide134.xml" Id="Rb898ea29f45440c6" /><Relationship Type="http://schemas.openxmlformats.org/officeDocument/2006/relationships/slide" Target="/ppt/slides/slide135.xml" Id="Rb40d91aee4034747" /><Relationship Type="http://schemas.openxmlformats.org/officeDocument/2006/relationships/slide" Target="/ppt/slides/slide136.xml" Id="Ra02eccbfd6c94252" /><Relationship Type="http://schemas.openxmlformats.org/officeDocument/2006/relationships/slide" Target="/ppt/slides/slide137.xml" Id="Rd5b153636119475e" /><Relationship Type="http://schemas.openxmlformats.org/officeDocument/2006/relationships/slide" Target="/ppt/slides/slide138.xml" Id="R3d8dbb1cc8fc43b8" /><Relationship Type="http://schemas.openxmlformats.org/officeDocument/2006/relationships/slide" Target="/ppt/slides/slide139.xml" Id="R8d4181fc92104d7f" /><Relationship Type="http://schemas.openxmlformats.org/officeDocument/2006/relationships/slide" Target="/ppt/slides/slide140.xml" Id="R231096218642459a" /><Relationship Type="http://schemas.openxmlformats.org/officeDocument/2006/relationships/slide" Target="/ppt/slides/slide141.xml" Id="R2842c70c42a941b0" /><Relationship Type="http://schemas.openxmlformats.org/officeDocument/2006/relationships/slide" Target="/ppt/slides/slide142.xml" Id="Rc0238f3ed71349f5" /><Relationship Type="http://schemas.openxmlformats.org/officeDocument/2006/relationships/slide" Target="/ppt/slides/slide143.xml" Id="R31ab357480f14a09" /><Relationship Type="http://schemas.openxmlformats.org/officeDocument/2006/relationships/slide" Target="/ppt/slides/slide144.xml" Id="R2e4fc75474044e47" /><Relationship Type="http://schemas.openxmlformats.org/officeDocument/2006/relationships/slide" Target="/ppt/slides/slide145.xml" Id="R692ca9b264634b4a" /><Relationship Type="http://schemas.openxmlformats.org/officeDocument/2006/relationships/slide" Target="/ppt/slides/slide146.xml" Id="R390f04afaf264de7" /><Relationship Type="http://schemas.openxmlformats.org/officeDocument/2006/relationships/slide" Target="/ppt/slides/slide147.xml" Id="R2fb1e2dee8994399" /><Relationship Type="http://schemas.openxmlformats.org/officeDocument/2006/relationships/slide" Target="/ppt/slides/slide148.xml" Id="R88c2495875434393" /><Relationship Type="http://schemas.openxmlformats.org/officeDocument/2006/relationships/slide" Target="/ppt/slides/slide149.xml" Id="R1a6916b654344623" /><Relationship Type="http://schemas.openxmlformats.org/officeDocument/2006/relationships/slide" Target="/ppt/slides/slide150.xml" Id="R9d1a210cdb45478e" /><Relationship Type="http://schemas.openxmlformats.org/officeDocument/2006/relationships/slide" Target="/ppt/slides/slide151.xml" Id="R6a0d6631d540451a" /><Relationship Type="http://schemas.openxmlformats.org/officeDocument/2006/relationships/slide" Target="/ppt/slides/slide152.xml" Id="Rc297574ae8b24525" /><Relationship Type="http://schemas.openxmlformats.org/officeDocument/2006/relationships/slide" Target="/ppt/slides/slide153.xml" Id="R054a29487fee4e83" /><Relationship Type="http://schemas.openxmlformats.org/officeDocument/2006/relationships/slide" Target="/ppt/slides/slide154.xml" Id="R30c1e071e810407a" /><Relationship Type="http://schemas.openxmlformats.org/officeDocument/2006/relationships/slide" Target="/ppt/slides/slide155.xml" Id="Re0cad03dfe4f45ae" /><Relationship Type="http://schemas.openxmlformats.org/officeDocument/2006/relationships/slide" Target="/ppt/slides/slide156.xml" Id="R13a3cb2229ca4a1e" /><Relationship Type="http://schemas.openxmlformats.org/officeDocument/2006/relationships/slide" Target="/ppt/slides/slide157.xml" Id="R6815b1f823a4496a" /><Relationship Type="http://schemas.openxmlformats.org/officeDocument/2006/relationships/slide" Target="/ppt/slides/slide158.xml" Id="R87827c40c86c44c8" /><Relationship Type="http://schemas.openxmlformats.org/officeDocument/2006/relationships/slide" Target="/ppt/slides/slide159.xml" Id="Rdee8812a0d1c4e2a" /><Relationship Type="http://schemas.openxmlformats.org/officeDocument/2006/relationships/slide" Target="/ppt/slides/slide160.xml" Id="R9a38d3d8e0cb4179" /><Relationship Type="http://schemas.openxmlformats.org/officeDocument/2006/relationships/slide" Target="/ppt/slides/slide161.xml" Id="Rcc65739892dc4140" /><Relationship Type="http://schemas.openxmlformats.org/officeDocument/2006/relationships/slide" Target="/ppt/slides/slide162.xml" Id="Ra96f40e86ebf4f9e" /><Relationship Type="http://schemas.openxmlformats.org/officeDocument/2006/relationships/slide" Target="/ppt/slides/slide163.xml" Id="R6842550ef1544512" /><Relationship Type="http://schemas.openxmlformats.org/officeDocument/2006/relationships/slide" Target="/ppt/slides/slide164.xml" Id="R82fce8c655c54cac" /><Relationship Type="http://schemas.openxmlformats.org/officeDocument/2006/relationships/slide" Target="/ppt/slides/slide165.xml" Id="R0aabc280ad134cc3" /><Relationship Type="http://schemas.openxmlformats.org/officeDocument/2006/relationships/slide" Target="/ppt/slides/slide166.xml" Id="R22ba939d52cd4f7f" /><Relationship Type="http://schemas.openxmlformats.org/officeDocument/2006/relationships/slide" Target="/ppt/slides/slide167.xml" Id="R75b85e2459854fc0" /><Relationship Type="http://schemas.openxmlformats.org/officeDocument/2006/relationships/slide" Target="/ppt/slides/slide168.xml" Id="Rdd21f53c76e249a5" /><Relationship Type="http://schemas.openxmlformats.org/officeDocument/2006/relationships/slide" Target="/ppt/slides/slide169.xml" Id="R0d6cd78635d74b74" /><Relationship Type="http://schemas.openxmlformats.org/officeDocument/2006/relationships/slide" Target="/ppt/slides/slide170.xml" Id="R0b7d73227bb84d00" /><Relationship Type="http://schemas.openxmlformats.org/officeDocument/2006/relationships/slide" Target="/ppt/slides/slide171.xml" Id="R3aaf210158404071" /><Relationship Type="http://schemas.openxmlformats.org/officeDocument/2006/relationships/slide" Target="/ppt/slides/slide172.xml" Id="R80c2448f558448f0" /><Relationship Type="http://schemas.openxmlformats.org/officeDocument/2006/relationships/slide" Target="/ppt/slides/slide173.xml" Id="Rfe2c1b76e5a54aa9" /><Relationship Type="http://schemas.openxmlformats.org/officeDocument/2006/relationships/slide" Target="/ppt/slides/slide174.xml" Id="R2cab0dacb3024e15" /><Relationship Type="http://schemas.openxmlformats.org/officeDocument/2006/relationships/slide" Target="/ppt/slides/slide175.xml" Id="R9c2f4bfac24c4841" /><Relationship Type="http://schemas.openxmlformats.org/officeDocument/2006/relationships/slide" Target="/ppt/slides/slide176.xml" Id="R843ad3b6888143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a3a8a890104b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8b3f895e54d66" /><Relationship Type="http://schemas.openxmlformats.org/officeDocument/2006/relationships/notesMaster" Target="/ppt/notesMasters/notesMaster1.xml" Id="Re85128dde67448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26474da6d948f5" /><Relationship Type="http://schemas.openxmlformats.org/officeDocument/2006/relationships/notesMaster" Target="/ppt/notesMasters/notesMaster1.xml" Id="R60e4f197d8074e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14e8a5b6e24d59" /><Relationship Type="http://schemas.openxmlformats.org/officeDocument/2006/relationships/notesMaster" Target="/ppt/notesMasters/notesMaster1.xml" Id="Ra377215c4fbe4a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52304fb60a4589" /><Relationship Type="http://schemas.openxmlformats.org/officeDocument/2006/relationships/notesMaster" Target="/ppt/notesMasters/notesMaster1.xml" Id="R1686660db8f44f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5824e139354bea" /><Relationship Type="http://schemas.openxmlformats.org/officeDocument/2006/relationships/notesMaster" Target="/ppt/notesMasters/notesMaster1.xml" Id="R81b7b63cf70a4e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17ed9bb7a64e6c" /><Relationship Type="http://schemas.openxmlformats.org/officeDocument/2006/relationships/notesMaster" Target="/ppt/notesMasters/notesMaster1.xml" Id="R3fd4a5d6202848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f5149a8cda4b82" /><Relationship Type="http://schemas.openxmlformats.org/officeDocument/2006/relationships/notesMaster" Target="/ppt/notesMasters/notesMaster1.xml" Id="Rf2a4216d7a234c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86f5ca4bbe4d81" /><Relationship Type="http://schemas.openxmlformats.org/officeDocument/2006/relationships/notesMaster" Target="/ppt/notesMasters/notesMaster1.xml" Id="R18ada14d4e3e40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387d2324424334" /><Relationship Type="http://schemas.openxmlformats.org/officeDocument/2006/relationships/notesMaster" Target="/ppt/notesMasters/notesMaster1.xml" Id="Rc9e823b579eb42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354555220b494f" /><Relationship Type="http://schemas.openxmlformats.org/officeDocument/2006/relationships/notesMaster" Target="/ppt/notesMasters/notesMaster1.xml" Id="R395329bc891c49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2e7db0b4b24f74" /><Relationship Type="http://schemas.openxmlformats.org/officeDocument/2006/relationships/notesMaster" Target="/ppt/notesMasters/notesMaster1.xml" Id="R1e24e313cab34d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69820b5c34413e" /><Relationship Type="http://schemas.openxmlformats.org/officeDocument/2006/relationships/notesMaster" Target="/ppt/notesMasters/notesMaster1.xml" Id="Reb327d56835b41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86adcd964b451c" /><Relationship Type="http://schemas.openxmlformats.org/officeDocument/2006/relationships/notesMaster" Target="/ppt/notesMasters/notesMaster1.xml" Id="Re626abdce62c44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2162bdfe2644cd" /><Relationship Type="http://schemas.openxmlformats.org/officeDocument/2006/relationships/notesMaster" Target="/ppt/notesMasters/notesMaster1.xml" Id="R54de0e6e7e1e4c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98fd2bde6247bb" /><Relationship Type="http://schemas.openxmlformats.org/officeDocument/2006/relationships/notesMaster" Target="/ppt/notesMasters/notesMaster1.xml" Id="Rb14bee7e0b974e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05062d380e48c5" /><Relationship Type="http://schemas.openxmlformats.org/officeDocument/2006/relationships/notesMaster" Target="/ppt/notesMasters/notesMaster1.xml" Id="R5522a1889ddd4a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4411648c5c4724" /><Relationship Type="http://schemas.openxmlformats.org/officeDocument/2006/relationships/notesMaster" Target="/ppt/notesMasters/notesMaster1.xml" Id="R2259e3befd294f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8e5f0f655149f2" /><Relationship Type="http://schemas.openxmlformats.org/officeDocument/2006/relationships/notesMaster" Target="/ppt/notesMasters/notesMaster1.xml" Id="R28e2fe67d86340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3c61aa092e4e7f" /><Relationship Type="http://schemas.openxmlformats.org/officeDocument/2006/relationships/notesMaster" Target="/ppt/notesMasters/notesMaster1.xml" Id="Rc52aeebd260e4e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475e88506e4bf0" /><Relationship Type="http://schemas.openxmlformats.org/officeDocument/2006/relationships/notesMaster" Target="/ppt/notesMasters/notesMaster1.xml" Id="R29c27397afbc40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049b13700f443c" /><Relationship Type="http://schemas.openxmlformats.org/officeDocument/2006/relationships/notesMaster" Target="/ppt/notesMasters/notesMaster1.xml" Id="R88a80ee9441441f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106d094b2c74bbe" /><Relationship Type="http://schemas.openxmlformats.org/officeDocument/2006/relationships/notesMaster" Target="/ppt/notesMasters/notesMaster1.xml" Id="R0df8e7132a5748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a3e8f82bbf4cd4" /><Relationship Type="http://schemas.openxmlformats.org/officeDocument/2006/relationships/notesMaster" Target="/ppt/notesMasters/notesMaster1.xml" Id="Rc2ddacf171b84c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57678925f4f41bc" /><Relationship Type="http://schemas.openxmlformats.org/officeDocument/2006/relationships/notesMaster" Target="/ppt/notesMasters/notesMaster1.xml" Id="R4150d6c82c65461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2e1d90452c4367" /><Relationship Type="http://schemas.openxmlformats.org/officeDocument/2006/relationships/notesMaster" Target="/ppt/notesMasters/notesMaster1.xml" Id="Rdf669cbb023b45c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c5bb2081694eff" /><Relationship Type="http://schemas.openxmlformats.org/officeDocument/2006/relationships/notesMaster" Target="/ppt/notesMasters/notesMaster1.xml" Id="R50d0e492d486496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d8a2fdb0274938" /><Relationship Type="http://schemas.openxmlformats.org/officeDocument/2006/relationships/notesMaster" Target="/ppt/notesMasters/notesMaster1.xml" Id="R7533207a5ed44a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9c8f11b2e742cd" /><Relationship Type="http://schemas.openxmlformats.org/officeDocument/2006/relationships/notesMaster" Target="/ppt/notesMasters/notesMaster1.xml" Id="R90e1523177454f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ee0cb1c8d744f9d" /><Relationship Type="http://schemas.openxmlformats.org/officeDocument/2006/relationships/notesMaster" Target="/ppt/notesMasters/notesMaster1.xml" Id="R6d9725a2a98442d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eddb52ee534193" /><Relationship Type="http://schemas.openxmlformats.org/officeDocument/2006/relationships/notesMaster" Target="/ppt/notesMasters/notesMaster1.xml" Id="Rbfcc61dd4e4142e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bdedaf4a4e64034" /><Relationship Type="http://schemas.openxmlformats.org/officeDocument/2006/relationships/notesMaster" Target="/ppt/notesMasters/notesMaster1.xml" Id="R0eb8728d4eac4c3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f250c4784314980" /><Relationship Type="http://schemas.openxmlformats.org/officeDocument/2006/relationships/notesMaster" Target="/ppt/notesMasters/notesMaster1.xml" Id="R3f76b9881da14ce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6150d2e1a82414b" /><Relationship Type="http://schemas.openxmlformats.org/officeDocument/2006/relationships/notesMaster" Target="/ppt/notesMasters/notesMaster1.xml" Id="Re9430559f655451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45634eecc842a9" /><Relationship Type="http://schemas.openxmlformats.org/officeDocument/2006/relationships/notesMaster" Target="/ppt/notesMasters/notesMaster1.xml" Id="R695ac7634df34a5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03b89e3b9af45ac" /><Relationship Type="http://schemas.openxmlformats.org/officeDocument/2006/relationships/notesMaster" Target="/ppt/notesMasters/notesMaster1.xml" Id="R68b27358c93a4ff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6e207f13e1a4994" /><Relationship Type="http://schemas.openxmlformats.org/officeDocument/2006/relationships/notesMaster" Target="/ppt/notesMasters/notesMaster1.xml" Id="R10fd4774b04847c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2077b3cd6e14828" /><Relationship Type="http://schemas.openxmlformats.org/officeDocument/2006/relationships/notesMaster" Target="/ppt/notesMasters/notesMaster1.xml" Id="Ra96404de31284ea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69af5bca67e422a" /><Relationship Type="http://schemas.openxmlformats.org/officeDocument/2006/relationships/notesMaster" Target="/ppt/notesMasters/notesMaster1.xml" Id="R9158cc69c3054a9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34fe31e550f4928" /><Relationship Type="http://schemas.openxmlformats.org/officeDocument/2006/relationships/notesMaster" Target="/ppt/notesMasters/notesMaster1.xml" Id="R400b46e50d0140b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7a59b4547b44bc3" /><Relationship Type="http://schemas.openxmlformats.org/officeDocument/2006/relationships/notesMaster" Target="/ppt/notesMasters/notesMaster1.xml" Id="Rae4822ebea6d467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2deec259db4430f" /><Relationship Type="http://schemas.openxmlformats.org/officeDocument/2006/relationships/notesMaster" Target="/ppt/notesMasters/notesMaster1.xml" Id="Rc033fc8700a9423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fc07255de2b4c55" /><Relationship Type="http://schemas.openxmlformats.org/officeDocument/2006/relationships/notesMaster" Target="/ppt/notesMasters/notesMaster1.xml" Id="Rae26d368a688468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d0b755fd6cc46a4" /><Relationship Type="http://schemas.openxmlformats.org/officeDocument/2006/relationships/notesMaster" Target="/ppt/notesMasters/notesMaster1.xml" Id="R96875f3b76f4415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39bee3939224c4b" /><Relationship Type="http://schemas.openxmlformats.org/officeDocument/2006/relationships/notesMaster" Target="/ppt/notesMasters/notesMaster1.xml" Id="Rf3ea97ae256748a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79af96755214d46" /><Relationship Type="http://schemas.openxmlformats.org/officeDocument/2006/relationships/notesMaster" Target="/ppt/notesMasters/notesMaster1.xml" Id="Rdc451f3559cc4c2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cc66554e67c4aee" /><Relationship Type="http://schemas.openxmlformats.org/officeDocument/2006/relationships/notesMaster" Target="/ppt/notesMasters/notesMaster1.xml" Id="R9905776d8d2b496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ea699e2c3a94d12" /><Relationship Type="http://schemas.openxmlformats.org/officeDocument/2006/relationships/notesMaster" Target="/ppt/notesMasters/notesMaster1.xml" Id="Rae2f379a42c34dc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d37f153291c4d9e" /><Relationship Type="http://schemas.openxmlformats.org/officeDocument/2006/relationships/notesMaster" Target="/ppt/notesMasters/notesMaster1.xml" Id="R029912735238446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155a0cbd5cf4e5f" /><Relationship Type="http://schemas.openxmlformats.org/officeDocument/2006/relationships/notesMaster" Target="/ppt/notesMasters/notesMaster1.xml" Id="R55c8d874ea52420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3a8002811104c3e" /><Relationship Type="http://schemas.openxmlformats.org/officeDocument/2006/relationships/notesMaster" Target="/ppt/notesMasters/notesMaster1.xml" Id="R5dbf374fe2484b7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d1091d9edd3497f" /><Relationship Type="http://schemas.openxmlformats.org/officeDocument/2006/relationships/notesMaster" Target="/ppt/notesMasters/notesMaster1.xml" Id="R14e2806ff0df424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8c06eb43df54c6e" /><Relationship Type="http://schemas.openxmlformats.org/officeDocument/2006/relationships/notesMaster" Target="/ppt/notesMasters/notesMaster1.xml" Id="R6098b2d289fb49e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c6fd9e52ae94ccf" /><Relationship Type="http://schemas.openxmlformats.org/officeDocument/2006/relationships/notesMaster" Target="/ppt/notesMasters/notesMaster1.xml" Id="Rbd843d3571be4d1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680f9d5b7c1401a" /><Relationship Type="http://schemas.openxmlformats.org/officeDocument/2006/relationships/notesMaster" Target="/ppt/notesMasters/notesMaster1.xml" Id="Rb182589cc520441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e397b4505d04f9b" /><Relationship Type="http://schemas.openxmlformats.org/officeDocument/2006/relationships/notesMaster" Target="/ppt/notesMasters/notesMaster1.xml" Id="R4477234676ee45f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21c21dc427a44ff" /><Relationship Type="http://schemas.openxmlformats.org/officeDocument/2006/relationships/notesMaster" Target="/ppt/notesMasters/notesMaster1.xml" Id="R25d2c8494dc041d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0ee48601ed4435f" /><Relationship Type="http://schemas.openxmlformats.org/officeDocument/2006/relationships/notesMaster" Target="/ppt/notesMasters/notesMaster1.xml" Id="Rc9d8c95def1c46b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29ebab505a346d2" /><Relationship Type="http://schemas.openxmlformats.org/officeDocument/2006/relationships/notesMaster" Target="/ppt/notesMasters/notesMaster1.xml" Id="R28c4f1e52a664d1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f80b5a44c9e4a98" /><Relationship Type="http://schemas.openxmlformats.org/officeDocument/2006/relationships/notesMaster" Target="/ppt/notesMasters/notesMaster1.xml" Id="R81b0d487ee964a6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801f4dcd31148c0" /><Relationship Type="http://schemas.openxmlformats.org/officeDocument/2006/relationships/notesMaster" Target="/ppt/notesMasters/notesMaster1.xml" Id="Rdcd05e07d40b4a1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9b38d57c3ed498d" /><Relationship Type="http://schemas.openxmlformats.org/officeDocument/2006/relationships/notesMaster" Target="/ppt/notesMasters/notesMaster1.xml" Id="R3837cf9591f2433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92376e5d7044657" /><Relationship Type="http://schemas.openxmlformats.org/officeDocument/2006/relationships/notesMaster" Target="/ppt/notesMasters/notesMaster1.xml" Id="Rd1cb648b46d5428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87539687e6a49a7" /><Relationship Type="http://schemas.openxmlformats.org/officeDocument/2006/relationships/notesMaster" Target="/ppt/notesMasters/notesMaster1.xml" Id="R1ec2be6816344e1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61578f576174cc8" /><Relationship Type="http://schemas.openxmlformats.org/officeDocument/2006/relationships/notesMaster" Target="/ppt/notesMasters/notesMaster1.xml" Id="R0f945c13a617454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b3257e5530346d1" /><Relationship Type="http://schemas.openxmlformats.org/officeDocument/2006/relationships/notesMaster" Target="/ppt/notesMasters/notesMaster1.xml" Id="R9869291ad545430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8e2525322654b59" /><Relationship Type="http://schemas.openxmlformats.org/officeDocument/2006/relationships/notesMaster" Target="/ppt/notesMasters/notesMaster1.xml" Id="R73cd5440a73142c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f56364f182143c1" /><Relationship Type="http://schemas.openxmlformats.org/officeDocument/2006/relationships/notesMaster" Target="/ppt/notesMasters/notesMaster1.xml" Id="Rf0256f534b264f1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06649b2ba2d46e9" /><Relationship Type="http://schemas.openxmlformats.org/officeDocument/2006/relationships/notesMaster" Target="/ppt/notesMasters/notesMaster1.xml" Id="R872eb6b11b7d498d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8c5b636d6a147ed" /><Relationship Type="http://schemas.openxmlformats.org/officeDocument/2006/relationships/notesMaster" Target="/ppt/notesMasters/notesMaster1.xml" Id="Re64f0b79334f4ca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06341e9f32914798" /><Relationship Type="http://schemas.openxmlformats.org/officeDocument/2006/relationships/notesMaster" Target="/ppt/notesMasters/notesMaster1.xml" Id="R818fce62408b4543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7aef0d98d1d476c" /><Relationship Type="http://schemas.openxmlformats.org/officeDocument/2006/relationships/notesMaster" Target="/ppt/notesMasters/notesMaster1.xml" Id="R3566a40305604d07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3dc9ec70aa546ea" /><Relationship Type="http://schemas.openxmlformats.org/officeDocument/2006/relationships/notesMaster" Target="/ppt/notesMasters/notesMaster1.xml" Id="R3772bda80db7422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804c0fff3554a23" /><Relationship Type="http://schemas.openxmlformats.org/officeDocument/2006/relationships/notesMaster" Target="/ppt/notesMasters/notesMaster1.xml" Id="R86659df89ba84f0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b47e2a86a22d4197" /><Relationship Type="http://schemas.openxmlformats.org/officeDocument/2006/relationships/notesMaster" Target="/ppt/notesMasters/notesMaster1.xml" Id="R057f0ee140b54c16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aaed41686354a71" /><Relationship Type="http://schemas.openxmlformats.org/officeDocument/2006/relationships/notesMaster" Target="/ppt/notesMasters/notesMaster1.xml" Id="R6b5991ef52e94c6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93582b31d6cd469c" /><Relationship Type="http://schemas.openxmlformats.org/officeDocument/2006/relationships/notesMaster" Target="/ppt/notesMasters/notesMaster1.xml" Id="Rb75737d901d94b4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5278fae148540f5" /><Relationship Type="http://schemas.openxmlformats.org/officeDocument/2006/relationships/notesMaster" Target="/ppt/notesMasters/notesMaster1.xml" Id="R31216d3d58e54b31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a5386148e174422f" /><Relationship Type="http://schemas.openxmlformats.org/officeDocument/2006/relationships/notesMaster" Target="/ppt/notesMasters/notesMaster1.xml" Id="R5588f138601f40a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b701973d79045a0" /><Relationship Type="http://schemas.openxmlformats.org/officeDocument/2006/relationships/notesMaster" Target="/ppt/notesMasters/notesMaster1.xml" Id="R4a6fa80a6397414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cd7f6f0ea7af4281" /><Relationship Type="http://schemas.openxmlformats.org/officeDocument/2006/relationships/notesMaster" Target="/ppt/notesMasters/notesMaster1.xml" Id="R1155da15003846d0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84290f177e64120" /><Relationship Type="http://schemas.openxmlformats.org/officeDocument/2006/relationships/notesMaster" Target="/ppt/notesMasters/notesMaster1.xml" Id="R50153040f6c3435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1ed45c85de3c48cc" /><Relationship Type="http://schemas.openxmlformats.org/officeDocument/2006/relationships/notesMaster" Target="/ppt/notesMasters/notesMaster1.xml" Id="R0327cd48b9c0407a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55ffc9e1ef04652" /><Relationship Type="http://schemas.openxmlformats.org/officeDocument/2006/relationships/notesMaster" Target="/ppt/notesMasters/notesMaster1.xml" Id="R2e88d6820adc468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3de5c88f6c54d7d" /><Relationship Type="http://schemas.openxmlformats.org/officeDocument/2006/relationships/notesMaster" Target="/ppt/notesMasters/notesMaster1.xml" Id="Rcd54cc16756846fd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fc766b7f70a84ff3" /><Relationship Type="http://schemas.openxmlformats.org/officeDocument/2006/relationships/notesMaster" Target="/ppt/notesMasters/notesMaster1.xml" Id="R1fe4c570be70483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3a5140a39e574db2" /><Relationship Type="http://schemas.openxmlformats.org/officeDocument/2006/relationships/notesMaster" Target="/ppt/notesMasters/notesMaster1.xml" Id="Rf4ec6900192e493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ca5547496eba4eeb" /><Relationship Type="http://schemas.openxmlformats.org/officeDocument/2006/relationships/notesMaster" Target="/ppt/notesMasters/notesMaster1.xml" Id="Rd006979de4cc406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9ce18fe082014207" /><Relationship Type="http://schemas.openxmlformats.org/officeDocument/2006/relationships/notesMaster" Target="/ppt/notesMasters/notesMaster1.xml" Id="Rb90ad0a29f6e4cf4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ba40f912d553455f" /><Relationship Type="http://schemas.openxmlformats.org/officeDocument/2006/relationships/notesMaster" Target="/ppt/notesMasters/notesMaster1.xml" Id="R598ba4c8e503471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2adb0997ebf44faf" /><Relationship Type="http://schemas.openxmlformats.org/officeDocument/2006/relationships/notesMaster" Target="/ppt/notesMasters/notesMaster1.xml" Id="Rb8001e60d8ab49b9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6d789d9a5a7d4115" /><Relationship Type="http://schemas.openxmlformats.org/officeDocument/2006/relationships/notesMaster" Target="/ppt/notesMasters/notesMaster1.xml" Id="Rda2a84349a78458c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20c9acc8e55e45b1" /><Relationship Type="http://schemas.openxmlformats.org/officeDocument/2006/relationships/notesMaster" Target="/ppt/notesMasters/notesMaster1.xml" Id="R252d9d8b3e3043ba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58b09c7d5f33490f" /><Relationship Type="http://schemas.openxmlformats.org/officeDocument/2006/relationships/notesMaster" Target="/ppt/notesMasters/notesMaster1.xml" Id="Re58160e56359428e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7307652e2a7049f9" /><Relationship Type="http://schemas.openxmlformats.org/officeDocument/2006/relationships/notesMaster" Target="/ppt/notesMasters/notesMaster1.xml" Id="R50ba571f98b9466c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0f3c4087875540ae" /><Relationship Type="http://schemas.openxmlformats.org/officeDocument/2006/relationships/notesMaster" Target="/ppt/notesMasters/notesMaster1.xml" Id="Rb90daba3fe9148b4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9262acc49fb04458" /><Relationship Type="http://schemas.openxmlformats.org/officeDocument/2006/relationships/notesMaster" Target="/ppt/notesMasters/notesMaster1.xml" Id="Rd387302823e441bb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7815d62e58854a49" /><Relationship Type="http://schemas.openxmlformats.org/officeDocument/2006/relationships/notesMaster" Target="/ppt/notesMasters/notesMaster1.xml" Id="R24653d430cef49ba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156f6cc263a740e3" /><Relationship Type="http://schemas.openxmlformats.org/officeDocument/2006/relationships/notesMaster" Target="/ppt/notesMasters/notesMaster1.xml" Id="R29dbf60f9b5045fa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765d0ef50b374a64" /><Relationship Type="http://schemas.openxmlformats.org/officeDocument/2006/relationships/notesMaster" Target="/ppt/notesMasters/notesMaster1.xml" Id="R40a8e1f7c59d48d2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4f1224f08174312" /><Relationship Type="http://schemas.openxmlformats.org/officeDocument/2006/relationships/notesMaster" Target="/ppt/notesMasters/notesMaster1.xml" Id="R4008fe9a57074693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c02837d712e0451d" /><Relationship Type="http://schemas.openxmlformats.org/officeDocument/2006/relationships/notesMaster" Target="/ppt/notesMasters/notesMaster1.xml" Id="R21f20471b7ca469f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f341817b867a4127" /><Relationship Type="http://schemas.openxmlformats.org/officeDocument/2006/relationships/notesMaster" Target="/ppt/notesMasters/notesMaster1.xml" Id="R3592be286cbe45fe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72f00fdb2bfa42fa" /><Relationship Type="http://schemas.openxmlformats.org/officeDocument/2006/relationships/notesMaster" Target="/ppt/notesMasters/notesMaster1.xml" Id="Rad2f5a0207e54f6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ff7552eb1ff143c7" /><Relationship Type="http://schemas.openxmlformats.org/officeDocument/2006/relationships/notesMaster" Target="/ppt/notesMasters/notesMaster1.xml" Id="R7fa9ac9f875d4b32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14f592bc632341e0" /><Relationship Type="http://schemas.openxmlformats.org/officeDocument/2006/relationships/notesMaster" Target="/ppt/notesMasters/notesMaster1.xml" Id="R26353e0338e64740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1436be69da44b7d" /><Relationship Type="http://schemas.openxmlformats.org/officeDocument/2006/relationships/notesMaster" Target="/ppt/notesMasters/notesMaster1.xml" Id="R1b8b13f0fbdd48df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1d42ac3be7d5443d" /><Relationship Type="http://schemas.openxmlformats.org/officeDocument/2006/relationships/notesMaster" Target="/ppt/notesMasters/notesMaster1.xml" Id="Rc5a858b32daa43e8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7587e63e14f84502" /><Relationship Type="http://schemas.openxmlformats.org/officeDocument/2006/relationships/notesMaster" Target="/ppt/notesMasters/notesMaster1.xml" Id="R0aa24729f2fd487c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b6041021e2304c34" /><Relationship Type="http://schemas.openxmlformats.org/officeDocument/2006/relationships/notesMaster" Target="/ppt/notesMasters/notesMaster1.xml" Id="R82e4720dce914a91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d9203fa3c4b34a9b" /><Relationship Type="http://schemas.openxmlformats.org/officeDocument/2006/relationships/notesMaster" Target="/ppt/notesMasters/notesMaster1.xml" Id="Re68918f1412e4a13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63a251c6f1164899" /><Relationship Type="http://schemas.openxmlformats.org/officeDocument/2006/relationships/notesMaster" Target="/ppt/notesMasters/notesMaster1.xml" Id="R20ab7dfd95144d5b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1f51376c6c3a48c4" /><Relationship Type="http://schemas.openxmlformats.org/officeDocument/2006/relationships/notesMaster" Target="/ppt/notesMasters/notesMaster1.xml" Id="R7d7377af71f6491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cebc025abf14cc4" /><Relationship Type="http://schemas.openxmlformats.org/officeDocument/2006/relationships/notesMaster" Target="/ppt/notesMasters/notesMaster1.xml" Id="Rd1a63546ef214f27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80b6bebdc6314dbf" /><Relationship Type="http://schemas.openxmlformats.org/officeDocument/2006/relationships/notesMaster" Target="/ppt/notesMasters/notesMaster1.xml" Id="Ra52c7f0ea8f34f6d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18fb35f41344436e" /><Relationship Type="http://schemas.openxmlformats.org/officeDocument/2006/relationships/notesMaster" Target="/ppt/notesMasters/notesMaster1.xml" Id="Rdce8973ae814418a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46860f4328a346a6" /><Relationship Type="http://schemas.openxmlformats.org/officeDocument/2006/relationships/notesMaster" Target="/ppt/notesMasters/notesMaster1.xml" Id="R2baf2b8ca0da4964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e148994ab8a1416b" /><Relationship Type="http://schemas.openxmlformats.org/officeDocument/2006/relationships/notesMaster" Target="/ppt/notesMasters/notesMaster1.xml" Id="R34dd1704bfb0469a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bfd362d3d647424b" /><Relationship Type="http://schemas.openxmlformats.org/officeDocument/2006/relationships/notesMaster" Target="/ppt/notesMasters/notesMaster1.xml" Id="R32b74ad4d72c4375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e6fc91676bb7405f" /><Relationship Type="http://schemas.openxmlformats.org/officeDocument/2006/relationships/notesMaster" Target="/ppt/notesMasters/notesMaster1.xml" Id="R3638a2d9b84d4af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4c0c4d8722fd41c2" /><Relationship Type="http://schemas.openxmlformats.org/officeDocument/2006/relationships/notesMaster" Target="/ppt/notesMasters/notesMaster1.xml" Id="R2c5fa92c464e4f46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941f031b30144fcb" /><Relationship Type="http://schemas.openxmlformats.org/officeDocument/2006/relationships/notesMaster" Target="/ppt/notesMasters/notesMaster1.xml" Id="R21d5279c696342a2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1e36069d435b49b3" /><Relationship Type="http://schemas.openxmlformats.org/officeDocument/2006/relationships/notesMaster" Target="/ppt/notesMasters/notesMaster1.xml" Id="R38c12350b8064612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c74d24b9a02348e2" /><Relationship Type="http://schemas.openxmlformats.org/officeDocument/2006/relationships/notesMaster" Target="/ppt/notesMasters/notesMaster1.xml" Id="Re5b0d68648114d4a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d99ecc0704194ab0" /><Relationship Type="http://schemas.openxmlformats.org/officeDocument/2006/relationships/notesMaster" Target="/ppt/notesMasters/notesMaster1.xml" Id="Rcfe52aaa1e874bb6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28a6dcc416c3473f" /><Relationship Type="http://schemas.openxmlformats.org/officeDocument/2006/relationships/notesMaster" Target="/ppt/notesMasters/notesMaster1.xml" Id="R1e5952ea1eca44e3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7d19a5ef6e1a4ca8" /><Relationship Type="http://schemas.openxmlformats.org/officeDocument/2006/relationships/notesMaster" Target="/ppt/notesMasters/notesMaster1.xml" Id="Rfd8e7004c47640c0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60e54e6fe8b24d5b" /><Relationship Type="http://schemas.openxmlformats.org/officeDocument/2006/relationships/notesMaster" Target="/ppt/notesMasters/notesMaster1.xml" Id="R359c2ac1d1c946b2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c99f5a7aa3d847e1" /><Relationship Type="http://schemas.openxmlformats.org/officeDocument/2006/relationships/notesMaster" Target="/ppt/notesMasters/notesMaster1.xml" Id="Rcc431c6f21304d0a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cd347611f9f343aa" /><Relationship Type="http://schemas.openxmlformats.org/officeDocument/2006/relationships/notesMaster" Target="/ppt/notesMasters/notesMaster1.xml" Id="R9f61ed606e3742c7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e6b1d706db82467c" /><Relationship Type="http://schemas.openxmlformats.org/officeDocument/2006/relationships/notesMaster" Target="/ppt/notesMasters/notesMaster1.xml" Id="R203e783c1c3043f4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81637903253f49dc" /><Relationship Type="http://schemas.openxmlformats.org/officeDocument/2006/relationships/notesMaster" Target="/ppt/notesMasters/notesMaster1.xml" Id="Re84b75bf3a794373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f0611daca0c94ff4" /><Relationship Type="http://schemas.openxmlformats.org/officeDocument/2006/relationships/notesMaster" Target="/ppt/notesMasters/notesMaster1.xml" Id="Rf1a985c830364ee9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eb2c3b71b8d943b9" /><Relationship Type="http://schemas.openxmlformats.org/officeDocument/2006/relationships/notesMaster" Target="/ppt/notesMasters/notesMaster1.xml" Id="R4952e23e233941dd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72bfa59609a34fa4" /><Relationship Type="http://schemas.openxmlformats.org/officeDocument/2006/relationships/notesMaster" Target="/ppt/notesMasters/notesMaster1.xml" Id="R437524cf72b641bd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876107b2a19a49a2" /><Relationship Type="http://schemas.openxmlformats.org/officeDocument/2006/relationships/notesMaster" Target="/ppt/notesMasters/notesMaster1.xml" Id="R23b711db15274c02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940d63d40b60495c" /><Relationship Type="http://schemas.openxmlformats.org/officeDocument/2006/relationships/notesMaster" Target="/ppt/notesMasters/notesMaster1.xml" Id="Rafd52c37daec45ad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4bee807c618b4b35" /><Relationship Type="http://schemas.openxmlformats.org/officeDocument/2006/relationships/notesMaster" Target="/ppt/notesMasters/notesMaster1.xml" Id="R0ae5b75957304598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cc4ccc07ee914204" /><Relationship Type="http://schemas.openxmlformats.org/officeDocument/2006/relationships/notesMaster" Target="/ppt/notesMasters/notesMaster1.xml" Id="R899facfe0ed3455c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a53def954b9d4fa1" /><Relationship Type="http://schemas.openxmlformats.org/officeDocument/2006/relationships/notesMaster" Target="/ppt/notesMasters/notesMaster1.xml" Id="R22640ea31aa84f5d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4c906e80d08f41ff" /><Relationship Type="http://schemas.openxmlformats.org/officeDocument/2006/relationships/notesMaster" Target="/ppt/notesMasters/notesMaster1.xml" Id="Rcb98f5081cd84ce9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40a7cdfd1f59490b" /><Relationship Type="http://schemas.openxmlformats.org/officeDocument/2006/relationships/notesMaster" Target="/ppt/notesMasters/notesMaster1.xml" Id="Radf3436513794366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5e978b3e9cba4d5e" /><Relationship Type="http://schemas.openxmlformats.org/officeDocument/2006/relationships/notesMaster" Target="/ppt/notesMasters/notesMaster1.xml" Id="R669b5762719949af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783ed71d9c854ecf" /><Relationship Type="http://schemas.openxmlformats.org/officeDocument/2006/relationships/notesMaster" Target="/ppt/notesMasters/notesMaster1.xml" Id="R43a2684374d341c2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d81cf778c4084b6f" /><Relationship Type="http://schemas.openxmlformats.org/officeDocument/2006/relationships/notesMaster" Target="/ppt/notesMasters/notesMaster1.xml" Id="R183ae15429bd40af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50cdc451e966458c" /><Relationship Type="http://schemas.openxmlformats.org/officeDocument/2006/relationships/notesMaster" Target="/ppt/notesMasters/notesMaster1.xml" Id="R9e5df23fd63a41d5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47eb6ba6327a4c11" /><Relationship Type="http://schemas.openxmlformats.org/officeDocument/2006/relationships/notesMaster" Target="/ppt/notesMasters/notesMaster1.xml" Id="R966e5fd7c510478a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008b1629402f448e" /><Relationship Type="http://schemas.openxmlformats.org/officeDocument/2006/relationships/notesMaster" Target="/ppt/notesMasters/notesMaster1.xml" Id="R6e45c57478314851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154ef477d18f4852" /><Relationship Type="http://schemas.openxmlformats.org/officeDocument/2006/relationships/notesMaster" Target="/ppt/notesMasters/notesMaster1.xml" Id="R68c352cd18274c86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ad26d572046d41b4" /><Relationship Type="http://schemas.openxmlformats.org/officeDocument/2006/relationships/notesMaster" Target="/ppt/notesMasters/notesMaster1.xml" Id="R96d0300604024811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08c88076543f49c4" /><Relationship Type="http://schemas.openxmlformats.org/officeDocument/2006/relationships/notesMaster" Target="/ppt/notesMasters/notesMaster1.xml" Id="R6798d91d554f4632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0ae1ae17245348c0" /><Relationship Type="http://schemas.openxmlformats.org/officeDocument/2006/relationships/notesMaster" Target="/ppt/notesMasters/notesMaster1.xml" Id="R0656a1c235b74d8b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b0b95d1dd2e8447d" /><Relationship Type="http://schemas.openxmlformats.org/officeDocument/2006/relationships/notesMaster" Target="/ppt/notesMasters/notesMaster1.xml" Id="R4423ac6b1e0e47b5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e58c900411a44ee8" /><Relationship Type="http://schemas.openxmlformats.org/officeDocument/2006/relationships/notesMaster" Target="/ppt/notesMasters/notesMaster1.xml" Id="Rdc5e15c07a4747be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85d2fda20105423a" /><Relationship Type="http://schemas.openxmlformats.org/officeDocument/2006/relationships/notesMaster" Target="/ppt/notesMasters/notesMaster1.xml" Id="Re099575ac3c0490b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cbab99f09ac84b9b" /><Relationship Type="http://schemas.openxmlformats.org/officeDocument/2006/relationships/notesMaster" Target="/ppt/notesMasters/notesMaster1.xml" Id="R7e00821825774c52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7cdbd8bdf63f4aa0" /><Relationship Type="http://schemas.openxmlformats.org/officeDocument/2006/relationships/notesMaster" Target="/ppt/notesMasters/notesMaster1.xml" Id="Re4664c9cca1d4e06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440ffddf23794634" /><Relationship Type="http://schemas.openxmlformats.org/officeDocument/2006/relationships/notesMaster" Target="/ppt/notesMasters/notesMaster1.xml" Id="R0a25bf8ebf0846ad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17c2916793ac4542" /><Relationship Type="http://schemas.openxmlformats.org/officeDocument/2006/relationships/notesMaster" Target="/ppt/notesMasters/notesMaster1.xml" Id="R7a86080c03a8466d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76353f7caff04ae2" /><Relationship Type="http://schemas.openxmlformats.org/officeDocument/2006/relationships/notesMaster" Target="/ppt/notesMasters/notesMaster1.xml" Id="Rac09519a87a44b3f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6cebc8213e174b1d" /><Relationship Type="http://schemas.openxmlformats.org/officeDocument/2006/relationships/notesMaster" Target="/ppt/notesMasters/notesMaster1.xml" Id="Rd5c40936246a40fc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160f50e0d0644024" /><Relationship Type="http://schemas.openxmlformats.org/officeDocument/2006/relationships/notesMaster" Target="/ppt/notesMasters/notesMaster1.xml" Id="Rcafd897e164543eb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1c765f12730842e4" /><Relationship Type="http://schemas.openxmlformats.org/officeDocument/2006/relationships/notesMaster" Target="/ppt/notesMasters/notesMaster1.xml" Id="Ref731ee5255a40eb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0e06f229e32342da" /><Relationship Type="http://schemas.openxmlformats.org/officeDocument/2006/relationships/notesMaster" Target="/ppt/notesMasters/notesMaster1.xml" Id="R5081dd83ed814ad5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c3db4679e46649d1" /><Relationship Type="http://schemas.openxmlformats.org/officeDocument/2006/relationships/notesMaster" Target="/ppt/notesMasters/notesMaster1.xml" Id="R622aa1d7791e4a78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6d3947f629524ccf" /><Relationship Type="http://schemas.openxmlformats.org/officeDocument/2006/relationships/notesMaster" Target="/ppt/notesMasters/notesMaster1.xml" Id="Rae86a082dff14b9f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032bb129907a4e8b" /><Relationship Type="http://schemas.openxmlformats.org/officeDocument/2006/relationships/notesMaster" Target="/ppt/notesMasters/notesMaster1.xml" Id="R0fd63d1bddb3450b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96d579bd7bcf4e43" /><Relationship Type="http://schemas.openxmlformats.org/officeDocument/2006/relationships/notesMaster" Target="/ppt/notesMasters/notesMaster1.xml" Id="Rb4260c3d33984b2e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5394cc29ae6a4365" /><Relationship Type="http://schemas.openxmlformats.org/officeDocument/2006/relationships/notesMaster" Target="/ppt/notesMasters/notesMaster1.xml" Id="Rd9f8dad18b274198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694d06c7059c46de" /><Relationship Type="http://schemas.openxmlformats.org/officeDocument/2006/relationships/notesMaster" Target="/ppt/notesMasters/notesMaster1.xml" Id="R73babd69ec9f4177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524b15dd82074d2b" /><Relationship Type="http://schemas.openxmlformats.org/officeDocument/2006/relationships/notesMaster" Target="/ppt/notesMasters/notesMaster1.xml" Id="R578bd4e0476345ce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4114c921712d4cd1" /><Relationship Type="http://schemas.openxmlformats.org/officeDocument/2006/relationships/notesMaster" Target="/ppt/notesMasters/notesMaster1.xml" Id="R3ea19f5927c3435e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2ccbdd5a97cb422c" /><Relationship Type="http://schemas.openxmlformats.org/officeDocument/2006/relationships/notesMaster" Target="/ppt/notesMasters/notesMaster1.xml" Id="Rb8b19564b47e42db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7ffa5c521e9c4c29" /><Relationship Type="http://schemas.openxmlformats.org/officeDocument/2006/relationships/notesMaster" Target="/ppt/notesMasters/notesMaster1.xml" Id="R98dec634cff54cd1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ec1391b450fd40a1" /><Relationship Type="http://schemas.openxmlformats.org/officeDocument/2006/relationships/notesMaster" Target="/ppt/notesMasters/notesMaster1.xml" Id="Rbfb0fe72f9f6459f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a57574532d3b48c0" /><Relationship Type="http://schemas.openxmlformats.org/officeDocument/2006/relationships/notesMaster" Target="/ppt/notesMasters/notesMaster1.xml" Id="Rd29d50da8d114ffa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c3170eca396b4d8e" /><Relationship Type="http://schemas.openxmlformats.org/officeDocument/2006/relationships/notesMaster" Target="/ppt/notesMasters/notesMaster1.xml" Id="Rc225f6290ee848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오늘은 회의 요약을 듣는 날이 아니라, 세 입력이 하나의 검토 가능한 서비스로 이어지는 구조를 직접 만듭니다.</a:t>
            </a:r>
          </a:p>
          <a:p xmlns:a="http://schemas.openxmlformats.org/drawingml/2006/main">
            <a:r>
              <a:t>- 수강생 활동: 오늘 최종 결과물 4종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local:materials/day2/2026_Day2_강사용_상세교안.md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먼저 완성 화면을 봅니다. 오늘의 모든 이론과 코드는 이 입력·출력 사이의 빈칸을 채우기 위한 것입니다.</a:t>
            </a:r>
          </a:p>
          <a:p xmlns:a="http://schemas.openxmlformats.org/drawingml/2006/main">
            <a:r>
              <a:t>- 수강생 활동: 자신이 가진 회의 자료가 세 입력 중 어디에 해당하는지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local:assets/demo-videos/day2_service_teaser.gif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Agent라는 이름보다 중요한 것은 입력, 고정 처리, 모델 판단, 사람 확인의 위치입니다.</a:t>
            </a:r>
          </a:p>
          <a:p xmlns:a="http://schemas.openxmlformats.org/drawingml/2006/main">
            <a:r>
              <a:t>- 수강생 활동: 네 영역 중 사람이 반드시 남아야 할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local:assets/screenshots/day2-agent-architecture.png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각 차시는 하나의 결과 파일을 만들고, 다음 차시는 그 결과를 입력으로 사용합니다.</a:t>
            </a:r>
          </a:p>
          <a:p xmlns:a="http://schemas.openxmlformats.org/drawingml/2006/main">
            <a:r>
              <a:t>- 수강생 활동: 현재 시간대와 자신의 최종 결과 파일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local:materials/day2/2026_Day2_강사용_상세교안.md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각 차시는 하나의 결과 파일을 만들고, 다음 차시는 그 결과를 입력으로 사용합니다.</a:t>
            </a:r>
          </a:p>
          <a:p xmlns:a="http://schemas.openxmlformats.org/drawingml/2006/main">
            <a:r>
              <a:t>- 수강생 활동: 현재 시간대와 자신의 최종 결과 파일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local:materials/day2/2026_Day2_강사용_상세교안.md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필수 Lane은 외부 API 없이 1~8차시를 모두 완주하는 경로입니다.</a:t>
            </a:r>
          </a:p>
          <a:p xmlns:a="http://schemas.openxmlformats.org/drawingml/2006/main">
            <a:r>
              <a:t>- 수강생 활동: 자신의 설치 상태를 필수·선택으로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Ollama, Codex, Claude, OpenAI API는 확장 실습입니다. 준비되지 않아도 Fixture Lane은 계속됩니다.</a:t>
            </a:r>
          </a:p>
          <a:p xmlns:a="http://schemas.openxmlformats.org/drawingml/2006/main">
            <a:r>
              <a:t>- 수강생 활동: 자신의 설치 상태를 필수·선택으로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표의 각 행은 준비 파일, 직접 실행, Codex 작업, 완료 확인의 순서입니다. PPT만 다시 볼 때도 이 순서로 진행합니다.</a:t>
            </a:r>
          </a:p>
          <a:p xmlns:a="http://schemas.openxmlformats.org/drawingml/2006/main">
            <a:r>
              <a:t>- 수강생 활동: 자신이 사용할 차시별 파일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표의 각 행은 준비 파일, 직접 실행, Codex 작업, 완료 확인의 순서입니다. PPT만 다시 볼 때도 이 순서로 진행합니다.</a:t>
            </a:r>
          </a:p>
          <a:p xmlns:a="http://schemas.openxmlformats.org/drawingml/2006/main">
            <a:r>
              <a:t>- 수강생 활동: 자신이 사용할 차시별 파일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표의 각 행은 준비 파일, 직접 실행, Codex 작업, 완료 확인의 순서입니다. PPT만 다시 볼 때도 이 순서로 진행합니다.</a:t>
            </a:r>
          </a:p>
          <a:p xmlns:a="http://schemas.openxmlformats.org/drawingml/2006/main">
            <a:r>
              <a:t>- 수강생 활동: 자신이 사용할 차시별 파일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표의 각 행은 준비 파일, 직접 실행, Codex 작업, 완료 확인의 순서입니다. PPT만 다시 볼 때도 이 순서로 진행합니다.</a:t>
            </a:r>
          </a:p>
          <a:p xmlns:a="http://schemas.openxmlformats.org/drawingml/2006/main">
            <a:r>
              <a:t>- 수강생 활동: 자신이 사용할 차시별 파일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이번 차시는 한 번의 생성, 고정 절차, 상황별 판단을 구분하는 제품 구조을 다룹니다. 마지막에는 01_architecture.json을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핵심은 한 번의 생성, 고정 절차, 상황별 판단을 구분하는 제품 구조입니다. 이 기준이 없으면 모든 단계를 상위 모델에게 맡겨 같은 입력에도 비용과 결과가 달라진다.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입력에서 01_architecture.json까지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local:materials/day2/day2_service_lab.ipynb · 1차시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local:python -m pytest -q tests/test_day2_meeting_workflow.py -k rule_router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같은 회의 요청이라도 한 번의 생성, 고정 절차, 도구 선택, 외부 반영은 서로 다른 실행 방식입니다.</a:t>
            </a:r>
          </a:p>
          <a:p xmlns:a="http://schemas.openxmlformats.org/drawingml/2006/main">
            <a:r>
              <a:t>- 수강생 활동: 세 요청의 선택 방식과 승인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01_architecture.json에서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local:output/course-labs/day2-v2/student-run/01_architecture.json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1차시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한 번의 긴 요청보다 분석, 계획, 실행, Review의 네 Turn으로 나누면 어디서 잘못됐는지 찾기 쉽습니다.</a:t>
            </a:r>
          </a:p>
          <a:p xmlns:a="http://schemas.openxmlformats.org/drawingml/2006/main">
            <a:r>
              <a:t>- 수강생 활동: Codex가 제안한 영향 파일과 Test를 먼저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Notebook 1차시 Cell 실행 → fixed_meeting_record·context_retrieval·one_off 비교 → 01_architecture.json 저장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local:materials/day2/day2_service_lab.ipynb · 1차시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local:python -m pytest -q tests/test_day2_meeting_workflow.py -k rule_router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자동 이메일 요청을 Blocked case로 추가 → external_write=false 확인 → Focused Test 재실행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local:materials/day2/day2_service_lab.ipynb · 1차시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local:python -m pytest -q tests/test_day2_meeting_workflow.py -k rule_router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후에는 이 한 장을 시작점으로 File, 명령, Output, Codex Task 순서로 다시 실행합니다.</a:t>
            </a:r>
          </a:p>
          <a:p xmlns:a="http://schemas.openxmlformats.org/drawingml/2006/main">
            <a:r>
              <a:t>- 수강생 활동: 다시 실행할 첫 File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1차시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이미 존재하는 전사는 그대로 사용하고, 녹음 파일에만 STT를 적용하는 입력 구조을 다룹니다. 마지막에는 02_inputs.json을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이미 존재하는 전사는 그대로 사용하고, 녹음 파일에만 STT를 적용하는 입력 구조입니다. 이 기준이 없으면 검토 fixture를 실제 faster-whisper 전사로 표시하거나 live 실패를 다른 전사로 대체한다.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02_inputs.json까지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local:data/day2_public_audio/sources.json</a:t>
            </a:r>
          </a:p>
          <a:p xmlns:a="http://schemas.openxmlformats.org/drawingml/2006/main">
            <a:r>
              <a:t>- local:meeting_ko_ccby_excerpt_10m.mp3 · Sample TXT</a:t>
            </a:r>
          </a:p>
          <a:p xmlns:a="http://schemas.openxmlformats.org/drawingml/2006/main">
            <a:r>
              <a:t>- local:scripts/day2_public_audio.py · Notebook 2차시</a:t>
            </a:r>
          </a:p>
          <a:p xmlns:a="http://schemas.openxmlformats.org/drawingml/2006/main">
            <a:r>
              <a:t>- local:python -m pytest -q tests/test_day2_meeting_workflow.py -k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강사 PC에서 공개 음성 75초를 실제 faster-whisper small로 처리한 결과입니다. 실행 성공과 전사 정확도는 별개이므로 첫 Segment도 함께 검토합니다.</a:t>
            </a:r>
          </a:p>
          <a:p xmlns:a="http://schemas.openxmlformats.org/drawingml/2006/main">
            <a:r>
              <a:t>- 수강생 활동: Fixture와 Live STT의 목적·성공 기준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local:output/course-labs/day2-v2/02_local_stt_75s_reference.json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02_inputs.json에서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local:output/course-labs/day2-v2/student-run/02_inputs.json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2차시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한 번의 긴 요청보다 분석, 계획, 실행, Review의 네 Turn으로 나누면 어디서 잘못됐는지 찾기 쉽습니다.</a:t>
            </a:r>
          </a:p>
          <a:p xmlns:a="http://schemas.openxmlformats.org/drawingml/2006/main">
            <a:r>
              <a:t>- 수강생 활동: Codex가 제안한 영향 파일과 Test를 먼저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기본 Run All의 Reviewed Fixture Label 확인 → 공개 10분 MP3 경로·SHA-256·출처 확인 → 강사 Demo: 75초 Live STT Segment·Timestamp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local:data/day2_public_audio/sources.json</a:t>
            </a:r>
          </a:p>
          <a:p xmlns:a="http://schemas.openxmlformats.org/drawingml/2006/main">
            <a:r>
              <a:t>- local:meeting_ko_ccby_excerpt_10m.mp3 · Sample TXT</a:t>
            </a:r>
          </a:p>
          <a:p xmlns:a="http://schemas.openxmlformats.org/drawingml/2006/main">
            <a:r>
              <a:t>- local:scripts/day2_public_audio.py · Notebook 2차시</a:t>
            </a:r>
          </a:p>
          <a:p xmlns:a="http://schemas.openxmlformats.org/drawingml/2006/main">
            <a:r>
              <a:t>- local:python -m pytest -q tests/test_day2_meeting_workflow.py -k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Notebook 2차시 Cell 실행 → 세 입력의 source_mode 비교 → 입력 혼합 차단 Error Code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local:data/day2_public_audio/sources.json</a:t>
            </a:r>
          </a:p>
          <a:p xmlns:a="http://schemas.openxmlformats.org/drawingml/2006/main">
            <a:r>
              <a:t>- local:meeting_ko_ccby_excerpt_10m.mp3 · Sample TXT</a:t>
            </a:r>
          </a:p>
          <a:p xmlns:a="http://schemas.openxmlformats.org/drawingml/2006/main">
            <a:r>
              <a:t>- local:scripts/day2_public_audio.py · Notebook 2차시</a:t>
            </a:r>
          </a:p>
          <a:p xmlns:a="http://schemas.openxmlformats.org/drawingml/2006/main">
            <a:r>
              <a:t>- local:python -m pytest -q tests/test_day2_meeting_workflow.py -k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후에는 이 한 장을 시작점으로 File, 명령, Output, Codex Task 순서로 다시 실행합니다.</a:t>
            </a:r>
          </a:p>
          <a:p xmlns:a="http://schemas.openxmlformats.org/drawingml/2006/main">
            <a:r>
              <a:t>- 수강생 활동: 다시 실행할 첫 File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2차시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산업 용어와 이전 결정을 제공하되, 외부 도구는 필요한 범위만 읽는 정책을 다룹니다. 마지막에는 03_domain_context.json을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산업 용어와 이전 결정을 제공하되, 외부 도구는 필요한 범위만 읽는 정책입니다. 이 기준이 없으면 회의명이 비슷하다는 이유로 전체 workspace와 장기 대화를 무제한으로 읽는다.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03_domain_context.json까지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local:materials/day2/day2_service_lab.ipynb · 3차시</a:t>
            </a:r>
          </a:p>
          <a:p xmlns:a="http://schemas.openxmlformats.org/drawingml/2006/main">
            <a:r>
              <a:t>- local:build_mcp_retrieval_plan()</a:t>
            </a:r>
          </a:p>
          <a:p xmlns:a="http://schemas.openxmlformats.org/drawingml/2006/main">
            <a:r>
              <a:t>- local:output/course-labs/day2-v2/03_domain_context.json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MCP 실습은 사이트 구경이 아니라 Connector, 기간, Scope, 최대 개수를 가진 읽기 계획을 코드로 만드는 과정입니다.</a:t>
            </a:r>
          </a:p>
          <a:p xmlns:a="http://schemas.openxmlformats.org/drawingml/2006/main">
            <a:r>
              <a:t>- 수강생 활동: 세 Connector가 실행되지 않고 계획으로만 남는지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03_domain_context.json에서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local:output/course-labs/day2-v2/student-run/03_domain_context.json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3차시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한 번의 긴 요청보다 분석, 계획, 실행, Review의 네 Turn으로 나누면 어디서 잘못됐는지 찾기 쉽습니다.</a:t>
            </a:r>
          </a:p>
          <a:p xmlns:a="http://schemas.openxmlformats.org/drawingml/2006/main">
            <a:r>
              <a:t>- 수강생 활동: Codex가 제안한 영향 파일과 Test를 먼저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자신의 산업·업무 목적 한 문단 작성 → 용어 3개와 이전 결정 2개 입력 → 발화 근거와 사전 맥락의 표시 차이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local:materials/day2/day2_service_lab.ipynb · 3차시</a:t>
            </a:r>
          </a:p>
          <a:p xmlns:a="http://schemas.openxmlformats.org/drawingml/2006/main">
            <a:r>
              <a:t>- local:build_mcp_retrieval_plan()</a:t>
            </a:r>
          </a:p>
          <a:p xmlns:a="http://schemas.openxmlformats.org/drawingml/2006/main">
            <a:r>
              <a:t>- local:output/course-labs/day2-v2/03_domain_context.json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허용 Connector와 14일 범위 설정 → 허용 Project·Channel 지정 → Read Plan만 생성되고 실행되지 않음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local:materials/day2/day2_service_lab.ipynb · 3차시</a:t>
            </a:r>
          </a:p>
          <a:p xmlns:a="http://schemas.openxmlformats.org/drawingml/2006/main">
            <a:r>
              <a:t>- local:build_mcp_retrieval_plan()</a:t>
            </a:r>
          </a:p>
          <a:p xmlns:a="http://schemas.openxmlformats.org/drawingml/2006/main">
            <a:r>
              <a:t>- local:output/course-labs/day2-v2/03_domain_context.json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후에는 이 한 장을 시작점으로 File, 명령, Output, Codex Task 순서로 다시 실행합니다.</a:t>
            </a:r>
          </a:p>
          <a:p xmlns:a="http://schemas.openxmlformats.org/drawingml/2006/main">
            <a:r>
              <a:t>- 수강생 활동: 다시 실행할 첫 File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3차시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요약·관점·할 일·인사이트를 원문 구간과 연결하는 재사용 가능한 결과 형식을 다룹니다. 마지막에는 04_meeting_record_contract.json을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요약·관점·할 일·인사이트를 원문 구간과 연결하는 재사용 가능한 결과 형식입니다. 이 기준이 없으면 원문에 없는 owner·due date·개인의 생각을 그럴듯하게 보완한다.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04_meeting_record_contract.json까지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local:MeetingRecord · TodoItem · HorizonInsights</a:t>
            </a:r>
          </a:p>
          <a:p xmlns:a="http://schemas.openxmlformats.org/drawingml/2006/main">
            <a:r>
              <a:t>- local:materials/day2/day2_service_lab.ipynb · 4차시</a:t>
            </a:r>
          </a:p>
          <a:p xmlns:a="http://schemas.openxmlformats.org/drawingml/2006/main">
            <a:r>
              <a:t>- local:validate_record_evidence()</a:t>
            </a:r>
          </a:p>
          <a:p xmlns:a="http://schemas.openxmlformats.org/drawingml/2006/main">
            <a:r>
              <a:t>- local:04_meeting_record_contract.json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통과하는 MeetingRecord, 오른쪽은 존재하지 않는 근거 ID를 넣었을 때의 실제 Error Code입니다.</a:t>
            </a:r>
          </a:p>
          <a:p xmlns:a="http://schemas.openxmlformats.org/drawingml/2006/main">
            <a:r>
              <a:t>- 수강생 활동: s003·s006과 오류용 s999의 차이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04_meeting_record_contract.json에서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local:output/course-labs/day2-v2/student-run/04_meeting_record_contract.json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4차시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한 번의 긴 요청보다 분석, 계획, 실행, Review의 네 Turn으로 나누면 어디서 잘못됐는지 찾기 쉽습니다.</a:t>
            </a:r>
          </a:p>
          <a:p xmlns:a="http://schemas.openxmlformats.org/drawingml/2006/main">
            <a:r>
              <a:t>- 수강생 활동: Codex가 제안한 영향 파일과 Test를 먼저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Notebook 4차시 Cell 실행 → 필수 Field와 nullable Field 구분 → 실제 MeetingRecord Sample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local:MeetingRecord · TodoItem · HorizonInsights</a:t>
            </a:r>
          </a:p>
          <a:p xmlns:a="http://schemas.openxmlformats.org/drawingml/2006/main">
            <a:r>
              <a:t>- local:materials/day2/day2_service_lab.ipynb · 4차시</a:t>
            </a:r>
          </a:p>
          <a:p xmlns:a="http://schemas.openxmlformats.org/drawingml/2006/main">
            <a:r>
              <a:t>- local:validate_record_evidence()</a:t>
            </a:r>
          </a:p>
          <a:p xmlns:a="http://schemas.openxmlformats.org/drawingml/2006/main">
            <a:r>
              <a:t>- local:04_meeting_record_contract.json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존재하지 않는 evidence id 입력 → UNKNOWN_EVIDENCE Error 확인 → 담당자·기한 null 정책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local:MeetingRecord · TodoItem · HorizonInsights</a:t>
            </a:r>
          </a:p>
          <a:p xmlns:a="http://schemas.openxmlformats.org/drawingml/2006/main">
            <a:r>
              <a:t>- local:materials/day2/day2_service_lab.ipynb · 4차시</a:t>
            </a:r>
          </a:p>
          <a:p xmlns:a="http://schemas.openxmlformats.org/drawingml/2006/main">
            <a:r>
              <a:t>- local:validate_record_evidence()</a:t>
            </a:r>
          </a:p>
          <a:p xmlns:a="http://schemas.openxmlformats.org/drawingml/2006/main">
            <a:r>
              <a:t>- local:04_meeting_record_contract.json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후에는 이 한 장을 시작점으로 File, 명령, Output, Codex Task 순서로 다시 실행합니다.</a:t>
            </a:r>
          </a:p>
          <a:p xmlns:a="http://schemas.openxmlformats.org/drawingml/2006/main">
            <a:r>
              <a:t>- 수강생 활동: 다시 실행할 첫 File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4차시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상위 모델에게 목표·허용 파일·Test·금지 행동을 함께 전달하는 개발 Workflow을 다룹니다. 마지막에는 05_codex_run.json을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상위 모델에게 목표·허용 파일·Test·금지 행동을 함께 전달하는 개발 Workflow입니다. 이 기준이 없으면 '알아서 Agent를 만들어줘'라고만 요청해 권한·비용·실패 경계가 사라진다.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05_codex_run.json까지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local:labs/day2/codex-task/TASK.md</a:t>
            </a:r>
          </a:p>
          <a:p xmlns:a="http://schemas.openxmlformats.org/drawingml/2006/main">
            <a:r>
              <a:t>- local:labs/day2/codex-task/starter/review_policy.py</a:t>
            </a:r>
          </a:p>
          <a:p xmlns:a="http://schemas.openxmlformats.org/drawingml/2006/main">
            <a:r>
              <a:t>- local:labs/day2/codex-task/task_check.py</a:t>
            </a:r>
          </a:p>
          <a:p xmlns:a="http://schemas.openxmlformats.org/drawingml/2006/main">
            <a:r>
              <a:t>- local:git diff -- labs/day2/codex-task/starter/review_policy.py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사람이 준 Goal과 Expected Error, 오른쪽은 Codex가 확인한 Diff, Test, Error Code이며 마지막 판단은 사람에게 남습니다.</a:t>
            </a:r>
          </a:p>
          <a:p xmlns:a="http://schemas.openxmlformats.org/drawingml/2006/main">
            <a:r>
              <a:t>- 수강생 활동: Goal·Test·Expected Error·Human Merge Decision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local:assets/screenshots/codex-conversation-day2-local.png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05_codex_task_reference.json에서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local:output/course-labs/day2-v2/05_codex_task_reference.json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5차시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한 번의 긴 요청보다 분석, 계획, 실행, Review의 네 Turn으로 나누면 어디서 잘못됐는지 찾기 쉽습니다.</a:t>
            </a:r>
          </a:p>
          <a:p xmlns:a="http://schemas.openxmlformats.org/drawingml/2006/main">
            <a:r>
              <a:t>- 수강생 활동: Codex가 제안한 영향 파일과 Test를 먼저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task_check.py 실행 후 실패 Case 확인 → TASK.md의 Goal·Allowed·Test·Do not 확인 → Codex에 계획과 영향 파일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local:labs/day2/codex-task/TASK.md</a:t>
            </a:r>
          </a:p>
          <a:p xmlns:a="http://schemas.openxmlformats.org/drawingml/2006/main">
            <a:r>
              <a:t>- local:labs/day2/codex-task/starter/review_policy.py</a:t>
            </a:r>
          </a:p>
          <a:p xmlns:a="http://schemas.openxmlformats.org/drawingml/2006/main">
            <a:r>
              <a:t>- local:labs/day2/codex-task/task_check.py</a:t>
            </a:r>
          </a:p>
          <a:p xmlns:a="http://schemas.openxmlformats.org/drawingml/2006/main">
            <a:r>
              <a:t>- local:git diff -- labs/day2/codex-task/starter/review_policy.py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Starter 1개 파일 Patch 후 task_check 재실행 → 05_codex_run.json의 4개 PASS 확인 → git diff와 독립 Review 후 사람 판단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local:labs/day2/codex-task/TASK.md</a:t>
            </a:r>
          </a:p>
          <a:p xmlns:a="http://schemas.openxmlformats.org/drawingml/2006/main">
            <a:r>
              <a:t>- local:labs/day2/codex-task/starter/review_policy.py</a:t>
            </a:r>
          </a:p>
          <a:p xmlns:a="http://schemas.openxmlformats.org/drawingml/2006/main">
            <a:r>
              <a:t>- local:labs/day2/codex-task/task_check.py</a:t>
            </a:r>
          </a:p>
          <a:p xmlns:a="http://schemas.openxmlformats.org/drawingml/2006/main">
            <a:r>
              <a:t>- local:git diff -- labs/day2/codex-task/starter/review_policy.py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후에는 이 한 장을 시작점으로 File, 명령, Output, Codex Task 순서로 다시 실행합니다.</a:t>
            </a:r>
          </a:p>
          <a:p xmlns:a="http://schemas.openxmlformats.org/drawingml/2006/main">
            <a:r>
              <a:t>- 수강생 활동: 다시 실행할 첫 File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5차시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같은 결과 형식 뒤에서 로컬 모델·구독형 CLI·종량제 API를 안전하게 교체하는 구조을 다룹니다. 마지막에는 06_provider_diagnostics.json을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같은 결과 형식 뒤에서 로컬 모델·구독형 CLI·종량제 API를 안전하게 교체하는 구조입니다. 이 기준이 없으면 API key를 Notebook에 적거나 모델 미지원 오류를 fixture 성공으로 숨긴다.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06_provider_diagnostics.json까지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 · *_LIVE_OPT_IN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 · Ollama qwen3:4b</a:t>
            </a:r>
          </a:p>
          <a:p xmlns:a="http://schemas.openxmlformats.org/drawingml/2006/main">
            <a:r>
              <a:t>- local:06_provider_diagnostics.json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Run All은 Fixture로 재현하고, 강사 PC의 qwen3:4b Live 실행은 JSON·Thinking·줄바꿈 옵션을 고정한 뒤 Schema와 Evidence를 모두 통과했습니다.</a:t>
            </a:r>
          </a:p>
          <a:p xmlns:a="http://schemas.openxmlformats.org/drawingml/2006/main">
            <a:r>
              <a:t>- 수강생 활동: 자신의 Fixture·Local·Live 경로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local:output/course-labs/day2-v2/06_ollama_qwen3_4b_reference.json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06_provider_diagnostics.json에서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local:output/course-labs/day2-v2/student-run/06_provider_diagnostics.json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6차시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한 번의 긴 요청보다 분석, 계획, 실행, Review의 네 Turn으로 나누면 어디서 잘못됐는지 찾기 쉽습니다.</a:t>
            </a:r>
          </a:p>
          <a:p xmlns:a="http://schemas.openxmlformats.org/drawingml/2006/main">
            <a:r>
              <a:t>- 수강생 활동: Codex가 제안한 영향 파일과 Test를 먼저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ollama list로 qwen3:4b 확인 → OLLAMA_LIVE_OPT_IN=1로 Notebook 6차시 실행 → MeetingRecord Schema·Evidence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 · *_LIVE_OPT_IN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 · Ollama qwen3:4b</a:t>
            </a:r>
          </a:p>
          <a:p xmlns:a="http://schemas.openxmlformats.org/drawingml/2006/main">
            <a:r>
              <a:t>- local:06_provider_diagnostics.json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기본 Opt-in false 결과 확인 → 선택적으로 Live 진단 1회 → Model 미지원·Timeout Error Code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 · *_LIVE_OPT_IN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 · Ollama qwen3:4b</a:t>
            </a:r>
          </a:p>
          <a:p xmlns:a="http://schemas.openxmlformats.org/drawingml/2006/main">
            <a:r>
              <a:t>- local:06_provider_diagnostics.json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후에는 이 한 장을 시작점으로 File, 명령, Output, Codex Task 순서로 다시 실행합니다.</a:t>
            </a:r>
          </a:p>
          <a:p xmlns:a="http://schemas.openxmlformats.org/drawingml/2006/main">
            <a:r>
              <a:t>- 수강생 활동: 다시 실행할 첫 File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6차시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검토 전 멈추고, 사람의 승인·수정·거절에 따라 다음 Node가 달라지는 실제 State Machine을 다룹니다. 마지막에는 07_human_review.json을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검토 전 멈추고, 사람의 승인·수정·거절에 따라 다음 Node가 달라지는 실제 State Machine입니다. 이 기준이 없으면 READY를 사람 승인으로 오해해 Notion·Confluence·이메일에 바로 쓴다.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07_human_review.json까지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local:build_interruptible_meeting_graph()</a:t>
            </a:r>
          </a:p>
          <a:p xmlns:a="http://schemas.openxmlformats.org/drawingml/2006/main">
            <a:r>
              <a:t>- local:WorkflowState</a:t>
            </a:r>
          </a:p>
          <a:p xmlns:a="http://schemas.openxmlformats.org/drawingml/2006/main">
            <a:r>
              <a:t>- local:day2_service_lab.ipynb · 7차시</a:t>
            </a:r>
          </a:p>
          <a:p xmlns:a="http://schemas.openxmlformats.org/drawingml/2006/main">
            <a:r>
              <a:t>- local:07_human_review.json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왼쪽의 Approve·Edit·Reject와 오른쪽의 Interrupt Payload를 한 화면에서 연결해 확인합니다.</a:t>
            </a:r>
          </a:p>
          <a:p xmlns:a="http://schemas.openxmlformats.org/drawingml/2006/main">
            <a:r>
              <a:t>- 수강생 활동: Decision Button과 evidence_ids·options Field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local:assets/screenshots/langgraph-interrupt-demo-local.png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07_human_review.json에서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local:output/course-labs/day2-v2/student-run/07_human_review.json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7차시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한 번의 긴 요청보다 분석, 계획, 실행, Review의 네 Turn으로 나누면 어디서 잘못됐는지 찾기 쉽습니다.</a:t>
            </a:r>
          </a:p>
          <a:p xmlns:a="http://schemas.openxmlformats.org/drawingml/2006/main">
            <a:r>
              <a:t>- 수강생 활동: Codex가 제안한 영향 파일과 Test를 먼저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Notebook 7차시 Interrupt Cell 실행 → Thread ID와 중단 Payload 확인 → Reviewer에게 필요한 Field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local:build_interruptible_meeting_graph()</a:t>
            </a:r>
          </a:p>
          <a:p xmlns:a="http://schemas.openxmlformats.org/drawingml/2006/main">
            <a:r>
              <a:t>- local:WorkflowState</a:t>
            </a:r>
          </a:p>
          <a:p xmlns:a="http://schemas.openxmlformats.org/drawingml/2006/main">
            <a:r>
              <a:t>- local:day2_service_lab.ipynb · 7차시</a:t>
            </a:r>
          </a:p>
          <a:p xmlns:a="http://schemas.openxmlformats.org/drawingml/2006/main">
            <a:r>
              <a:t>- local:07_human_review.json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Approve·Edit·Reject로 각각 Resume → Conditional Edge와 최종 상태 비교 → 외부 저장·발송 없음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local:build_interruptible_meeting_graph()</a:t>
            </a:r>
          </a:p>
          <a:p xmlns:a="http://schemas.openxmlformats.org/drawingml/2006/main">
            <a:r>
              <a:t>- local:WorkflowState</a:t>
            </a:r>
          </a:p>
          <a:p xmlns:a="http://schemas.openxmlformats.org/drawingml/2006/main">
            <a:r>
              <a:t>- local:day2_service_lab.ipynb · 7차시</a:t>
            </a:r>
          </a:p>
          <a:p xmlns:a="http://schemas.openxmlformats.org/drawingml/2006/main">
            <a:r>
              <a:t>- local:07_human_review.json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후에는 이 한 장을 시작점으로 File, 명령, Output, Codex Task 순서로 다시 실행합니다.</a:t>
            </a:r>
          </a:p>
          <a:p xmlns:a="http://schemas.openxmlformats.org/drawingml/2006/main">
            <a:r>
              <a:t>- 수강생 활동: 다시 실행할 첫 File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7차시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Docker나 API Key 없이 예시 회의록을 처리하고 검토 결과를 확인하는 로컬 웹 앱을 다룹니다. 마지막에는 08_localhost_launch.json을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Docker나 API Key 없이 예시 회의록을 처리하고 검토 결과를 확인하는 로컬 웹 앱입니다. 이 기준이 없으면 강사의 로그인·Docker·고정 Port에서만 되는 Demo를 수강생 기본 경로로 둔다.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08_localhost_launch.json까지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local:scripts/run_day2_local_app.py</a:t>
            </a:r>
          </a:p>
          <a:p xmlns:a="http://schemas.openxmlformats.org/drawingml/2006/main">
            <a:r>
              <a:t>- local:desktop-app/meeting-intelligence/static/app.js</a:t>
            </a:r>
          </a:p>
          <a:p xmlns:a="http://schemas.openxmlformats.org/drawingml/2006/main">
            <a:r>
              <a:t>- local:student-run/08_localhost_launch.json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실제 Localhost 화면에서 이메일 초안과 자동 발송 없음 문구를 크게 확인합니다. 실행 상태 값은 161쪽 결과 파일에서 다시 검증합니다.</a:t>
            </a:r>
          </a:p>
          <a:p xmlns:a="http://schemas.openxmlformats.org/drawingml/2006/main">
            <a:r>
              <a:t>- 수강생 활동: 이메일 초안·자동 발송 없음·사람 확인 문구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local:assets/screenshots/meeting-intelligence-email-draft-local.png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08_localhost_launch.json에서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local:output/course-labs/day2-v2/student-run/08_localhost_launch.json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8차시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한 번의 긴 요청보다 분석, 계획, 실행, Review의 네 Turn으로 나누면 어디서 잘못됐는지 찾기 쉽습니다.</a:t>
            </a:r>
          </a:p>
          <a:p xmlns:a="http://schemas.openxmlformats.org/drawingml/2006/main">
            <a:r>
              <a:t>- 수강생 활동: Codex가 제안한 영향 파일과 Test를 먼저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--smoke-and-exit --port 0 실행 → 서비스 상태·예시 처리·사람 검토 대기 확인 → 08_localhost_launch.json PASS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local:scripts/run_day2_local_app.py</a:t>
            </a:r>
          </a:p>
          <a:p xmlns:a="http://schemas.openxmlformats.org/drawingml/2006/main">
            <a:r>
              <a:t>- local:desktop-app/meeting-intelligence/static/app.js</a:t>
            </a:r>
          </a:p>
          <a:p xmlns:a="http://schemas.openxmlformats.org/drawingml/2006/main">
            <a:r>
              <a:t>- local:student-run/08_localhost_launch.json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run-local.command 또는 run-local.cmd 실행 → 예시로 바로 시작 · 회의 기록 생성 → Evidence·Email Draft·외부 미반영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local:scripts/run_day2_local_app.py</a:t>
            </a:r>
          </a:p>
          <a:p xmlns:a="http://schemas.openxmlformats.org/drawingml/2006/main">
            <a:r>
              <a:t>- local:desktop-app/meeting-intelligence/static/app.js</a:t>
            </a:r>
          </a:p>
          <a:p xmlns:a="http://schemas.openxmlformats.org/drawingml/2006/main">
            <a:r>
              <a:t>- local:student-run/08_localhost_launch.json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후에는 이 한 장을 시작점으로 File, 명령, Output, Codex Task 순서로 다시 실행합니다.</a:t>
            </a:r>
          </a:p>
          <a:p xmlns:a="http://schemas.openxmlformats.org/drawingml/2006/main">
            <a:r>
              <a:t>- 수강생 활동: 다시 실행할 첫 File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8차시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오늘의 산출물은 발표 자료가 아니라 다시 실행할 수 있는 JSON, Notebook, App 결과입니다.</a:t>
            </a:r>
          </a:p>
          <a:p xmlns:a="http://schemas.openxmlformats.org/drawingml/2006/main">
            <a:r>
              <a:t>- 수강생 활동: 누락 결과 파일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local:materials/day2/공개_한국어_회의음성_가이드.md</a:t>
            </a:r>
          </a:p>
          <a:p xmlns:a="http://schemas.openxmlformats.org/drawingml/2006/main">
            <a:r>
              <a:t>- https://creativecommons.org/licenses/by/4.0/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오늘의 산출물은 발표 자료가 아니라 다시 실행할 수 있는 JSON, Notebook, App 결과입니다.</a:t>
            </a:r>
          </a:p>
          <a:p xmlns:a="http://schemas.openxmlformats.org/drawingml/2006/main">
            <a:r>
              <a:t>- 수강생 활동: 누락 결과 파일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PPT의 요약보다 자세한 내용이 필요할 때는 공식 문서와 LangGraph 영상으로 확장합니다.</a:t>
            </a:r>
          </a:p>
          <a:p xmlns:a="http://schemas.openxmlformats.org/drawingml/2006/main">
            <a:r>
              <a:t>- 수강생 활동: 복습 링크 한 개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https://www.youtube.com/watch?v=6t7YJcEFUIY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- materials/day2/공개_한국어_회의음성_가이드.md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 전체를 다시 실행할 때는 여섯 단계만 기억하면 됩니다. 각 단계의 세부 정보는 차시별 Replay 장표에 있습니다.</a:t>
            </a:r>
          </a:p>
          <a:p xmlns:a="http://schemas.openxmlformats.org/drawingml/2006/main">
            <a:r>
              <a:t>- 수강생 활동: 재실행 시작 시점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22분</a:t>
            </a:r>
          </a:p>
          <a:p xmlns:a="http://schemas.openxmlformats.org/drawingml/2006/main">
            <a:r>
              <a:t>- 핵심 발화: 질문은 차시 번호, 명령, 오류 첫 줄, 기대 결과의 네 항목으로 받습니다. 공통 오류부터 화면으로 복구합니다.</a:t>
            </a:r>
          </a:p>
          <a:p xmlns:a="http://schemas.openxmlformats.org/drawingml/2006/main">
            <a:r>
              <a:t>- 수강생 활동: 질문 또는 Exit Check 제출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local:materials/day2/2026_Day2_강사용_상세교안.md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c7a2cd1264c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32a2aae95b46eb" /><Relationship Type="http://schemas.openxmlformats.org/officeDocument/2006/relationships/slideLayout" Target="/ppt/slideLayouts/slideLayout1.xml" Id="R5670249843f74b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0249843f74b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c21a21f3244a3" /><Relationship Type="http://schemas.openxmlformats.org/officeDocument/2006/relationships/notesSlide" Target="/ppt/notesSlides/notesSlide1.xml" Id="Rdcca0e72a68c42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82d94998542e1" /><Relationship Type="http://schemas.openxmlformats.org/officeDocument/2006/relationships/image" Target="/ppt/media/image.gif" Id="R839b1018f57547d8" /><Relationship Type="http://schemas.openxmlformats.org/officeDocument/2006/relationships/notesSlide" Target="/ppt/notesSlides/notesSlide2.xml" Id="R9a9c093d7aec49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122db67614221" /><Relationship Type="http://schemas.openxmlformats.org/officeDocument/2006/relationships/image" Target="/ppt/media/image.png" Id="Rae39f3fba2d4406d" /><Relationship Type="http://schemas.openxmlformats.org/officeDocument/2006/relationships/notesSlide" Target="/ppt/notesSlides/notesSlide3.xml" Id="R72db47017123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7081488264b80" /><Relationship Type="http://schemas.openxmlformats.org/officeDocument/2006/relationships/notesSlide" Target="/ppt/notesSlides/notesSlide4.xml" Id="R1b765e3d512145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dd7403f6c4bb5" /><Relationship Type="http://schemas.openxmlformats.org/officeDocument/2006/relationships/notesSlide" Target="/ppt/notesSlides/notesSlide5.xml" Id="Rfce8362fc66344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2b753426147ac" /><Relationship Type="http://schemas.openxmlformats.org/officeDocument/2006/relationships/notesSlide" Target="/ppt/notesSlides/notesSlide6.xml" Id="R6d874b5d8cca44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cbb1a9a8546da" /><Relationship Type="http://schemas.openxmlformats.org/officeDocument/2006/relationships/notesSlide" Target="/ppt/notesSlides/notesSlide7.xml" Id="R084db9e2579b4e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30d29742b45cb" /><Relationship Type="http://schemas.openxmlformats.org/officeDocument/2006/relationships/notesSlide" Target="/ppt/notesSlides/notesSlide8.xml" Id="R0ba66978002a45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c0f3be81c4038" /><Relationship Type="http://schemas.openxmlformats.org/officeDocument/2006/relationships/notesSlide" Target="/ppt/notesSlides/notesSlide9.xml" Id="Rc571345489c449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e7e74c42840f9" /><Relationship Type="http://schemas.openxmlformats.org/officeDocument/2006/relationships/notesSlide" Target="/ppt/notesSlides/notesSlide10.xml" Id="Ra1181eb7a3b54b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0b4fff0894876" /><Relationship Type="http://schemas.openxmlformats.org/officeDocument/2006/relationships/notesSlide" Target="/ppt/notesSlides/notesSlide11.xml" Id="Ra7b7ece62b2349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e11ecbc494b3c" /><Relationship Type="http://schemas.openxmlformats.org/officeDocument/2006/relationships/notesSlide" Target="/ppt/notesSlides/notesSlide12.xml" Id="R26356c056afa4a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9990a91694ef7" /><Relationship Type="http://schemas.openxmlformats.org/officeDocument/2006/relationships/notesSlide" Target="/ppt/notesSlides/notesSlide13.xml" Id="Re182ccabeae342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093ff13474e1c" /><Relationship Type="http://schemas.openxmlformats.org/officeDocument/2006/relationships/notesSlide" Target="/ppt/notesSlides/notesSlide14.xml" Id="R5fb8307058f14d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7ee742aab4e43" /><Relationship Type="http://schemas.openxmlformats.org/officeDocument/2006/relationships/notesSlide" Target="/ppt/notesSlides/notesSlide15.xml" Id="Rc0174eaa83c348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1932a797941a7" /><Relationship Type="http://schemas.openxmlformats.org/officeDocument/2006/relationships/notesSlide" Target="/ppt/notesSlides/notesSlide16.xml" Id="R6d64374f427e42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a0c4194094480" /><Relationship Type="http://schemas.openxmlformats.org/officeDocument/2006/relationships/notesSlide" Target="/ppt/notesSlides/notesSlide17.xml" Id="Rbe5680f709804d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8d57377db4e59" /><Relationship Type="http://schemas.openxmlformats.org/officeDocument/2006/relationships/notesSlide" Target="/ppt/notesSlides/notesSlide18.xml" Id="Ra6611853c53845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351f737ee4a50" /><Relationship Type="http://schemas.openxmlformats.org/officeDocument/2006/relationships/notesSlide" Target="/ppt/notesSlides/notesSlide19.xml" Id="R9d65155f63744a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de38e74414f40" /><Relationship Type="http://schemas.openxmlformats.org/officeDocument/2006/relationships/notesSlide" Target="/ppt/notesSlides/notesSlide20.xml" Id="R6e35a631f96b43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599f1eb6444c1" /><Relationship Type="http://schemas.openxmlformats.org/officeDocument/2006/relationships/notesSlide" Target="/ppt/notesSlides/notesSlide21.xml" Id="Rdf1f818d7afd43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ee96917634a4e" /><Relationship Type="http://schemas.openxmlformats.org/officeDocument/2006/relationships/notesSlide" Target="/ppt/notesSlides/notesSlide22.xml" Id="Rea4449f1da974c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2784eeda345d5" /><Relationship Type="http://schemas.openxmlformats.org/officeDocument/2006/relationships/notesSlide" Target="/ppt/notesSlides/notesSlide23.xml" Id="Rd217e594d57f4e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f117a392d4015" /><Relationship Type="http://schemas.openxmlformats.org/officeDocument/2006/relationships/notesSlide" Target="/ppt/notesSlides/notesSlide24.xml" Id="Rcf762b50f3b041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235a06eca4bda" /><Relationship Type="http://schemas.openxmlformats.org/officeDocument/2006/relationships/notesSlide" Target="/ppt/notesSlides/notesSlide25.xml" Id="R6ea5b7858be447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7657fd16e4349" /><Relationship Type="http://schemas.openxmlformats.org/officeDocument/2006/relationships/notesSlide" Target="/ppt/notesSlides/notesSlide26.xml" Id="R0524f017e66547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066a8b3be498e" /><Relationship Type="http://schemas.openxmlformats.org/officeDocument/2006/relationships/notesSlide" Target="/ppt/notesSlides/notesSlide27.xml" Id="R40ad82b392604c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6f36f0eb54580" /><Relationship Type="http://schemas.openxmlformats.org/officeDocument/2006/relationships/notesSlide" Target="/ppt/notesSlides/notesSlide28.xml" Id="Rca3e719dd150414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2f3e8fb1e41f0" /><Relationship Type="http://schemas.openxmlformats.org/officeDocument/2006/relationships/notesSlide" Target="/ppt/notesSlides/notesSlide29.xml" Id="Rd64348b5581146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e94d8b0a947d1" /><Relationship Type="http://schemas.openxmlformats.org/officeDocument/2006/relationships/notesSlide" Target="/ppt/notesSlides/notesSlide30.xml" Id="R66ac6102a9a1410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5b0ec57c6405e" /><Relationship Type="http://schemas.openxmlformats.org/officeDocument/2006/relationships/notesSlide" Target="/ppt/notesSlides/notesSlide31.xml" Id="Rfa5b13b7d80a444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4b3987f4e416f" /><Relationship Type="http://schemas.openxmlformats.org/officeDocument/2006/relationships/notesSlide" Target="/ppt/notesSlides/notesSlide32.xml" Id="Ra002705e1339440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74856d623431c" /><Relationship Type="http://schemas.openxmlformats.org/officeDocument/2006/relationships/notesSlide" Target="/ppt/notesSlides/notesSlide33.xml" Id="R5e86606ce3e34c7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5c69525514847" /><Relationship Type="http://schemas.openxmlformats.org/officeDocument/2006/relationships/notesSlide" Target="/ppt/notesSlides/notesSlide34.xml" Id="R9a8eb891f64e43e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77cfbabcf4f19" /><Relationship Type="http://schemas.openxmlformats.org/officeDocument/2006/relationships/notesSlide" Target="/ppt/notesSlides/notesSlide35.xml" Id="Rf6553468e318452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5d37773934530" /><Relationship Type="http://schemas.openxmlformats.org/officeDocument/2006/relationships/notesSlide" Target="/ppt/notesSlides/notesSlide36.xml" Id="R34cb7fccbb3a425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2305222604170" /><Relationship Type="http://schemas.openxmlformats.org/officeDocument/2006/relationships/notesSlide" Target="/ppt/notesSlides/notesSlide37.xml" Id="Rd650401f5d4446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ed395992a4118" /><Relationship Type="http://schemas.openxmlformats.org/officeDocument/2006/relationships/notesSlide" Target="/ppt/notesSlides/notesSlide38.xml" Id="Rdef29557b243433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bff7c54ee4f43" /><Relationship Type="http://schemas.openxmlformats.org/officeDocument/2006/relationships/notesSlide" Target="/ppt/notesSlides/notesSlide39.xml" Id="Re1307cdc85094f9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15804fd984179" /><Relationship Type="http://schemas.openxmlformats.org/officeDocument/2006/relationships/notesSlide" Target="/ppt/notesSlides/notesSlide40.xml" Id="Rf6722566c0454b0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3d8344c064343" /><Relationship Type="http://schemas.openxmlformats.org/officeDocument/2006/relationships/notesSlide" Target="/ppt/notesSlides/notesSlide41.xml" Id="R7d46b0a7c87b452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50442af90407e" /><Relationship Type="http://schemas.openxmlformats.org/officeDocument/2006/relationships/notesSlide" Target="/ppt/notesSlides/notesSlide42.xml" Id="Ra9b1a38a4eb34dc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3f71ceedd4794" /><Relationship Type="http://schemas.openxmlformats.org/officeDocument/2006/relationships/notesSlide" Target="/ppt/notesSlides/notesSlide43.xml" Id="Rdf36ae788972472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925bbebdf4079" /><Relationship Type="http://schemas.openxmlformats.org/officeDocument/2006/relationships/notesSlide" Target="/ppt/notesSlides/notesSlide44.xml" Id="Rf37a45698ce34f0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8bf0d2f5d4d58" /><Relationship Type="http://schemas.openxmlformats.org/officeDocument/2006/relationships/notesSlide" Target="/ppt/notesSlides/notesSlide45.xml" Id="Rbe0e928e0f46495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350d7ea6f49d5" /><Relationship Type="http://schemas.openxmlformats.org/officeDocument/2006/relationships/notesSlide" Target="/ppt/notesSlides/notesSlide46.xml" Id="R2d819c104dbd402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0e633c81d4d3f" /><Relationship Type="http://schemas.openxmlformats.org/officeDocument/2006/relationships/notesSlide" Target="/ppt/notesSlides/notesSlide47.xml" Id="R30dec75526b64fc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47e1631be4890" /><Relationship Type="http://schemas.openxmlformats.org/officeDocument/2006/relationships/notesSlide" Target="/ppt/notesSlides/notesSlide48.xml" Id="R0ced312534fc4d1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e95e566164b2b" /><Relationship Type="http://schemas.openxmlformats.org/officeDocument/2006/relationships/notesSlide" Target="/ppt/notesSlides/notesSlide49.xml" Id="R1d49cd1b52404b7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1a34ce95746a1" /><Relationship Type="http://schemas.openxmlformats.org/officeDocument/2006/relationships/notesSlide" Target="/ppt/notesSlides/notesSlide50.xml" Id="R8f4e12a7deb64ee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f60f974f54cbd" /><Relationship Type="http://schemas.openxmlformats.org/officeDocument/2006/relationships/notesSlide" Target="/ppt/notesSlides/notesSlide51.xml" Id="R5da487c75f1e47d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4033db0d64345" /><Relationship Type="http://schemas.openxmlformats.org/officeDocument/2006/relationships/notesSlide" Target="/ppt/notesSlides/notesSlide52.xml" Id="R7e7f3e64c42048c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f787e05f44d04" /><Relationship Type="http://schemas.openxmlformats.org/officeDocument/2006/relationships/notesSlide" Target="/ppt/notesSlides/notesSlide53.xml" Id="Re72c2e12314e47b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1ef091f824954" /><Relationship Type="http://schemas.openxmlformats.org/officeDocument/2006/relationships/notesSlide" Target="/ppt/notesSlides/notesSlide54.xml" Id="R5c615104607c411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5d00c0e2842ed" /><Relationship Type="http://schemas.openxmlformats.org/officeDocument/2006/relationships/notesSlide" Target="/ppt/notesSlides/notesSlide55.xml" Id="Ra2c95b6bea0149b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acbd003354e38" /><Relationship Type="http://schemas.openxmlformats.org/officeDocument/2006/relationships/notesSlide" Target="/ppt/notesSlides/notesSlide56.xml" Id="R23b176de2c4646d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edd37b5e84cb3" /><Relationship Type="http://schemas.openxmlformats.org/officeDocument/2006/relationships/notesSlide" Target="/ppt/notesSlides/notesSlide57.xml" Id="R801e18bdc77e47f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213c90cc74305" /><Relationship Type="http://schemas.openxmlformats.org/officeDocument/2006/relationships/notesSlide" Target="/ppt/notesSlides/notesSlide58.xml" Id="R9e43bcbb8bc14fd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ffe483b5847a9" /><Relationship Type="http://schemas.openxmlformats.org/officeDocument/2006/relationships/notesSlide" Target="/ppt/notesSlides/notesSlide59.xml" Id="R6bf9331be57e42a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178bb3be84e84" /><Relationship Type="http://schemas.openxmlformats.org/officeDocument/2006/relationships/notesSlide" Target="/ppt/notesSlides/notesSlide60.xml" Id="R2839dbe921c5415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7e3d04d85405a" /><Relationship Type="http://schemas.openxmlformats.org/officeDocument/2006/relationships/notesSlide" Target="/ppt/notesSlides/notesSlide61.xml" Id="R3ea309baf1eb427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b83d905574b5d" /><Relationship Type="http://schemas.openxmlformats.org/officeDocument/2006/relationships/notesSlide" Target="/ppt/notesSlides/notesSlide62.xml" Id="R45c9651473c74a9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e8bdcbbe94188" /><Relationship Type="http://schemas.openxmlformats.org/officeDocument/2006/relationships/notesSlide" Target="/ppt/notesSlides/notesSlide63.xml" Id="R8ce06e8661864d3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8467e28044792" /><Relationship Type="http://schemas.openxmlformats.org/officeDocument/2006/relationships/notesSlide" Target="/ppt/notesSlides/notesSlide64.xml" Id="R71bcfc7c3ecf476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c076f16024f2c" /><Relationship Type="http://schemas.openxmlformats.org/officeDocument/2006/relationships/notesSlide" Target="/ppt/notesSlides/notesSlide65.xml" Id="R5c0997b1c44c49a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5d38cebde4042" /><Relationship Type="http://schemas.openxmlformats.org/officeDocument/2006/relationships/notesSlide" Target="/ppt/notesSlides/notesSlide66.xml" Id="R2fce684246f8421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ff0a5fb58475e" /><Relationship Type="http://schemas.openxmlformats.org/officeDocument/2006/relationships/notesSlide" Target="/ppt/notesSlides/notesSlide67.xml" Id="R271d9ac7a150461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f15c8957945fe" /><Relationship Type="http://schemas.openxmlformats.org/officeDocument/2006/relationships/notesSlide" Target="/ppt/notesSlides/notesSlide68.xml" Id="Rf7684252b01d4ba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39566522e49ea" /><Relationship Type="http://schemas.openxmlformats.org/officeDocument/2006/relationships/notesSlide" Target="/ppt/notesSlides/notesSlide69.xml" Id="Refc36747c5c2495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ea3365ded48c9" /><Relationship Type="http://schemas.openxmlformats.org/officeDocument/2006/relationships/notesSlide" Target="/ppt/notesSlides/notesSlide70.xml" Id="Rbdd8038c5e2641d7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fcbabd7e94877" /><Relationship Type="http://schemas.openxmlformats.org/officeDocument/2006/relationships/notesSlide" Target="/ppt/notesSlides/notesSlide71.xml" Id="R89b0a53054da422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bcd9387824200" /><Relationship Type="http://schemas.openxmlformats.org/officeDocument/2006/relationships/notesSlide" Target="/ppt/notesSlides/notesSlide72.xml" Id="R15adab32bbe5454e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8cbf401f9488d" /><Relationship Type="http://schemas.openxmlformats.org/officeDocument/2006/relationships/notesSlide" Target="/ppt/notesSlides/notesSlide73.xml" Id="Re4127e5151944020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ac29af49d4945" /><Relationship Type="http://schemas.openxmlformats.org/officeDocument/2006/relationships/notesSlide" Target="/ppt/notesSlides/notesSlide74.xml" Id="Rd55ad300e3594e8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814b224ce4cf4" /><Relationship Type="http://schemas.openxmlformats.org/officeDocument/2006/relationships/notesSlide" Target="/ppt/notesSlides/notesSlide75.xml" Id="R3b88107f48d6473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c9dd19fe14ef7" /><Relationship Type="http://schemas.openxmlformats.org/officeDocument/2006/relationships/notesSlide" Target="/ppt/notesSlides/notesSlide76.xml" Id="R40eb54b8fbc545cb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209bf16124ecb" /><Relationship Type="http://schemas.openxmlformats.org/officeDocument/2006/relationships/notesSlide" Target="/ppt/notesSlides/notesSlide77.xml" Id="R92e950a759a3481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b841946f945c9" /><Relationship Type="http://schemas.openxmlformats.org/officeDocument/2006/relationships/notesSlide" Target="/ppt/notesSlides/notesSlide78.xml" Id="Rc2855b9d33714a82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c88b829b1404f" /><Relationship Type="http://schemas.openxmlformats.org/officeDocument/2006/relationships/notesSlide" Target="/ppt/notesSlides/notesSlide79.xml" Id="Rb893cc1dcb154f1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4501458ce40d1" /><Relationship Type="http://schemas.openxmlformats.org/officeDocument/2006/relationships/notesSlide" Target="/ppt/notesSlides/notesSlide80.xml" Id="R43b983d22495444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9631b726249af" /><Relationship Type="http://schemas.openxmlformats.org/officeDocument/2006/relationships/notesSlide" Target="/ppt/notesSlides/notesSlide81.xml" Id="Rb0eb412acead4c05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ce959ef834e7b" /><Relationship Type="http://schemas.openxmlformats.org/officeDocument/2006/relationships/notesSlide" Target="/ppt/notesSlides/notesSlide82.xml" Id="R0d382669adf24a81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aece714d64df5" /><Relationship Type="http://schemas.openxmlformats.org/officeDocument/2006/relationships/notesSlide" Target="/ppt/notesSlides/notesSlide83.xml" Id="Rb978b7245b8f48b5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3489c3b484227" /><Relationship Type="http://schemas.openxmlformats.org/officeDocument/2006/relationships/notesSlide" Target="/ppt/notesSlides/notesSlide84.xml" Id="R2eb186490a3b4672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94457362444ca" /><Relationship Type="http://schemas.openxmlformats.org/officeDocument/2006/relationships/notesSlide" Target="/ppt/notesSlides/notesSlide85.xml" Id="R37064276528645f3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6c224e2474946" /><Relationship Type="http://schemas.openxmlformats.org/officeDocument/2006/relationships/notesSlide" Target="/ppt/notesSlides/notesSlide86.xml" Id="Rb94ad358f2104de9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a6edcfa0540a7" /><Relationship Type="http://schemas.openxmlformats.org/officeDocument/2006/relationships/notesSlide" Target="/ppt/notesSlides/notesSlide87.xml" Id="Rcdfc05f28db349f2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b9bce61784195" /><Relationship Type="http://schemas.openxmlformats.org/officeDocument/2006/relationships/notesSlide" Target="/ppt/notesSlides/notesSlide88.xml" Id="Rab6499ea5e3c45be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dce621c8e4312" /><Relationship Type="http://schemas.openxmlformats.org/officeDocument/2006/relationships/notesSlide" Target="/ppt/notesSlides/notesSlide89.xml" Id="R5b3655a05fcf41b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81644d2d64b14" /><Relationship Type="http://schemas.openxmlformats.org/officeDocument/2006/relationships/notesSlide" Target="/ppt/notesSlides/notesSlide90.xml" Id="R086f6c3664394ba7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ae3d14bff4bd9" /><Relationship Type="http://schemas.openxmlformats.org/officeDocument/2006/relationships/notesSlide" Target="/ppt/notesSlides/notesSlide91.xml" Id="R847d3ea596c84ab7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7917363494071" /><Relationship Type="http://schemas.openxmlformats.org/officeDocument/2006/relationships/notesSlide" Target="/ppt/notesSlides/notesSlide92.xml" Id="Rf9d2aa908cc5483c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b9204d0a84fa9" /><Relationship Type="http://schemas.openxmlformats.org/officeDocument/2006/relationships/notesSlide" Target="/ppt/notesSlides/notesSlide93.xml" Id="R4931c69224a84e50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b2392d43c4894" /><Relationship Type="http://schemas.openxmlformats.org/officeDocument/2006/relationships/notesSlide" Target="/ppt/notesSlides/notesSlide94.xml" Id="R0446f1a59ad94776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2284e5b0d4e1a" /><Relationship Type="http://schemas.openxmlformats.org/officeDocument/2006/relationships/notesSlide" Target="/ppt/notesSlides/notesSlide95.xml" Id="R6b4221259459404d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1ff1b170f4db5" /><Relationship Type="http://schemas.openxmlformats.org/officeDocument/2006/relationships/notesSlide" Target="/ppt/notesSlides/notesSlide96.xml" Id="R3c2e3106e7a34c80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ff21c12dd4dda" /><Relationship Type="http://schemas.openxmlformats.org/officeDocument/2006/relationships/notesSlide" Target="/ppt/notesSlides/notesSlide97.xml" Id="R559d294b50054941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a9518bd4248c1" /><Relationship Type="http://schemas.openxmlformats.org/officeDocument/2006/relationships/image" Target="/ppt/media/image2.png" Id="Ra9f563a871914b04" /><Relationship Type="http://schemas.openxmlformats.org/officeDocument/2006/relationships/notesSlide" Target="/ppt/notesSlides/notesSlide98.xml" Id="R7035d1089b3f4fe1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d77f0610b4aa2" /><Relationship Type="http://schemas.openxmlformats.org/officeDocument/2006/relationships/notesSlide" Target="/ppt/notesSlides/notesSlide99.xml" Id="Ra8e987e3f06245bf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fb607ad2e4746" /><Relationship Type="http://schemas.openxmlformats.org/officeDocument/2006/relationships/notesSlide" Target="/ppt/notesSlides/notesSlide100.xml" Id="R554b3bf884124103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650cfcd314b73" /><Relationship Type="http://schemas.openxmlformats.org/officeDocument/2006/relationships/notesSlide" Target="/ppt/notesSlides/notesSlide101.xml" Id="R133d42a015064ace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e1e585afe487a" /><Relationship Type="http://schemas.openxmlformats.org/officeDocument/2006/relationships/notesSlide" Target="/ppt/notesSlides/notesSlide102.xml" Id="R01937a33c60c4ffe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c4be01a6c4e66" /><Relationship Type="http://schemas.openxmlformats.org/officeDocument/2006/relationships/notesSlide" Target="/ppt/notesSlides/notesSlide103.xml" Id="Rad3167dddd9f4209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bb8fced7b4fa8" /><Relationship Type="http://schemas.openxmlformats.org/officeDocument/2006/relationships/notesSlide" Target="/ppt/notesSlides/notesSlide104.xml" Id="R5c69ea17e2274171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91aa9536c4881" /><Relationship Type="http://schemas.openxmlformats.org/officeDocument/2006/relationships/notesSlide" Target="/ppt/notesSlides/notesSlide105.xml" Id="R631c934bcfa34134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72ada3d164c58" /><Relationship Type="http://schemas.openxmlformats.org/officeDocument/2006/relationships/notesSlide" Target="/ppt/notesSlides/notesSlide106.xml" Id="R95a388e5addd4fb7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0a3c8ad4945f4" /><Relationship Type="http://schemas.openxmlformats.org/officeDocument/2006/relationships/notesSlide" Target="/ppt/notesSlides/notesSlide107.xml" Id="R48a4d0b5d271454b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05b4c5320472d" /><Relationship Type="http://schemas.openxmlformats.org/officeDocument/2006/relationships/notesSlide" Target="/ppt/notesSlides/notesSlide108.xml" Id="Rd750d9d8e6634173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b6773fb6a4280" /><Relationship Type="http://schemas.openxmlformats.org/officeDocument/2006/relationships/notesSlide" Target="/ppt/notesSlides/notesSlide109.xml" Id="Rca8e5ddede0d4566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0c5d8dcaf4737" /><Relationship Type="http://schemas.openxmlformats.org/officeDocument/2006/relationships/notesSlide" Target="/ppt/notesSlides/notesSlide110.xml" Id="R569fc13b003e4f92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70b1ad6c54aa0" /><Relationship Type="http://schemas.openxmlformats.org/officeDocument/2006/relationships/notesSlide" Target="/ppt/notesSlides/notesSlide111.xml" Id="R791e55a74af2427b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220e74c664ea1" /><Relationship Type="http://schemas.openxmlformats.org/officeDocument/2006/relationships/notesSlide" Target="/ppt/notesSlides/notesSlide112.xml" Id="R02183061343d4725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10a33a72047d6" /><Relationship Type="http://schemas.openxmlformats.org/officeDocument/2006/relationships/notesSlide" Target="/ppt/notesSlides/notesSlide113.xml" Id="R19202f0858744066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ba4c4a9764e08" /><Relationship Type="http://schemas.openxmlformats.org/officeDocument/2006/relationships/notesSlide" Target="/ppt/notesSlides/notesSlide114.xml" Id="R73d66d8460a74b7a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32c253a7143aa" /><Relationship Type="http://schemas.openxmlformats.org/officeDocument/2006/relationships/notesSlide" Target="/ppt/notesSlides/notesSlide115.xml" Id="Rae89007946504a21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0d1c3b04e424a" /><Relationship Type="http://schemas.openxmlformats.org/officeDocument/2006/relationships/notesSlide" Target="/ppt/notesSlides/notesSlide116.xml" Id="R7dc294b8c2d04d0d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7fb6e05744a04" /><Relationship Type="http://schemas.openxmlformats.org/officeDocument/2006/relationships/notesSlide" Target="/ppt/notesSlides/notesSlide117.xml" Id="Rf09ea5d556c84668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2a0cfe2bc421a" /><Relationship Type="http://schemas.openxmlformats.org/officeDocument/2006/relationships/notesSlide" Target="/ppt/notesSlides/notesSlide118.xml" Id="Red53c7f8383242a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1491d9ccd40ac" /><Relationship Type="http://schemas.openxmlformats.org/officeDocument/2006/relationships/notesSlide" Target="/ppt/notesSlides/notesSlide119.xml" Id="R217142bd3f4e43a5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4cb5ddb7a4fc1" /><Relationship Type="http://schemas.openxmlformats.org/officeDocument/2006/relationships/notesSlide" Target="/ppt/notesSlides/notesSlide120.xml" Id="R5a57968b3035458f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95e7b78574910" /><Relationship Type="http://schemas.openxmlformats.org/officeDocument/2006/relationships/notesSlide" Target="/ppt/notesSlides/notesSlide121.xml" Id="R33ab4728d1384983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a0cb71bc249b1" /><Relationship Type="http://schemas.openxmlformats.org/officeDocument/2006/relationships/notesSlide" Target="/ppt/notesSlides/notesSlide122.xml" Id="R39a81519ae3c4d13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eb6ed43084fd4" /><Relationship Type="http://schemas.openxmlformats.org/officeDocument/2006/relationships/notesSlide" Target="/ppt/notesSlides/notesSlide123.xml" Id="R11a1d8cc753e44db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5c5c99ba845fb" /><Relationship Type="http://schemas.openxmlformats.org/officeDocument/2006/relationships/notesSlide" Target="/ppt/notesSlides/notesSlide124.xml" Id="R6ad521d6afcc4160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84c30eed34e5c" /><Relationship Type="http://schemas.openxmlformats.org/officeDocument/2006/relationships/notesSlide" Target="/ppt/notesSlides/notesSlide125.xml" Id="Ree88dcded4e04df7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92858bd84476f" /><Relationship Type="http://schemas.openxmlformats.org/officeDocument/2006/relationships/notesSlide" Target="/ppt/notesSlides/notesSlide126.xml" Id="R8850589b852e4d6e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e80130f5d401d" /><Relationship Type="http://schemas.openxmlformats.org/officeDocument/2006/relationships/notesSlide" Target="/ppt/notesSlides/notesSlide127.xml" Id="R215edab909c34b83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950aa40364abd" /><Relationship Type="http://schemas.openxmlformats.org/officeDocument/2006/relationships/notesSlide" Target="/ppt/notesSlides/notesSlide128.xml" Id="Rbb6b5d31f45640ed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fe72b9cc44fbd" /><Relationship Type="http://schemas.openxmlformats.org/officeDocument/2006/relationships/notesSlide" Target="/ppt/notesSlides/notesSlide129.xml" Id="R4c80f550677e4a16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d3f9506ea45f3" /><Relationship Type="http://schemas.openxmlformats.org/officeDocument/2006/relationships/notesSlide" Target="/ppt/notesSlides/notesSlide130.xml" Id="R2e01282ae0394003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a293d7f744e9b" /><Relationship Type="http://schemas.openxmlformats.org/officeDocument/2006/relationships/notesSlide" Target="/ppt/notesSlides/notesSlide131.xml" Id="R43ed1a08b767453c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ad3d059614e94" /><Relationship Type="http://schemas.openxmlformats.org/officeDocument/2006/relationships/notesSlide" Target="/ppt/notesSlides/notesSlide132.xml" Id="R7f39a7b4ec5f42e1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5267103084f01" /><Relationship Type="http://schemas.openxmlformats.org/officeDocument/2006/relationships/notesSlide" Target="/ppt/notesSlides/notesSlide133.xml" Id="Rb37c6b6080a741f7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eca7d6d624fc2" /><Relationship Type="http://schemas.openxmlformats.org/officeDocument/2006/relationships/notesSlide" Target="/ppt/notesSlides/notesSlide134.xml" Id="Ree223c7416d9498b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df21e08944c17" /><Relationship Type="http://schemas.openxmlformats.org/officeDocument/2006/relationships/notesSlide" Target="/ppt/notesSlides/notesSlide135.xml" Id="Rc2c9d44b7a31428e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cddb2922d4310" /><Relationship Type="http://schemas.openxmlformats.org/officeDocument/2006/relationships/notesSlide" Target="/ppt/notesSlides/notesSlide136.xml" Id="Rc50d937c6b2d4f2e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3df63ed574e44" /><Relationship Type="http://schemas.openxmlformats.org/officeDocument/2006/relationships/notesSlide" Target="/ppt/notesSlides/notesSlide137.xml" Id="R4f5336f9055d47a8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27719df0e49ca" /><Relationship Type="http://schemas.openxmlformats.org/officeDocument/2006/relationships/image" Target="/ppt/media/image3.png" Id="R8aaeb5948d1641a2" /><Relationship Type="http://schemas.openxmlformats.org/officeDocument/2006/relationships/notesSlide" Target="/ppt/notesSlides/notesSlide138.xml" Id="Racf0dd2dd10b401f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1ed7b3cef4acb" /><Relationship Type="http://schemas.openxmlformats.org/officeDocument/2006/relationships/notesSlide" Target="/ppt/notesSlides/notesSlide139.xml" Id="R40dc0ee4592a43fd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c961508a94a64" /><Relationship Type="http://schemas.openxmlformats.org/officeDocument/2006/relationships/notesSlide" Target="/ppt/notesSlides/notesSlide140.xml" Id="R54bbf24e20c34e36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a1ca5461846d4" /><Relationship Type="http://schemas.openxmlformats.org/officeDocument/2006/relationships/notesSlide" Target="/ppt/notesSlides/notesSlide141.xml" Id="Rd55272301ae54072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fc7c24cfe4796" /><Relationship Type="http://schemas.openxmlformats.org/officeDocument/2006/relationships/notesSlide" Target="/ppt/notesSlides/notesSlide142.xml" Id="Rf74f5bf6ee7a4e45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c669f2e724539" /><Relationship Type="http://schemas.openxmlformats.org/officeDocument/2006/relationships/notesSlide" Target="/ppt/notesSlides/notesSlide143.xml" Id="R895fdb177f234b1c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9a86e6d794394" /><Relationship Type="http://schemas.openxmlformats.org/officeDocument/2006/relationships/notesSlide" Target="/ppt/notesSlides/notesSlide144.xml" Id="R168065aff5aa463b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4d97027144e3e" /><Relationship Type="http://schemas.openxmlformats.org/officeDocument/2006/relationships/notesSlide" Target="/ppt/notesSlides/notesSlide145.xml" Id="Rc7d68f7595fa424f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d7643f4f54354" /><Relationship Type="http://schemas.openxmlformats.org/officeDocument/2006/relationships/notesSlide" Target="/ppt/notesSlides/notesSlide146.xml" Id="Refcfc8ac0ca948cc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1c5fbdafa4c4b" /><Relationship Type="http://schemas.openxmlformats.org/officeDocument/2006/relationships/notesSlide" Target="/ppt/notesSlides/notesSlide147.xml" Id="R1756ad06602d4b30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1cbc76db54300" /><Relationship Type="http://schemas.openxmlformats.org/officeDocument/2006/relationships/notesSlide" Target="/ppt/notesSlides/notesSlide148.xml" Id="R8d6f836745d74d9d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d7e7556bd45bb" /><Relationship Type="http://schemas.openxmlformats.org/officeDocument/2006/relationships/notesSlide" Target="/ppt/notesSlides/notesSlide149.xml" Id="R841f8375abe04aff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7da0e72584149" /><Relationship Type="http://schemas.openxmlformats.org/officeDocument/2006/relationships/notesSlide" Target="/ppt/notesSlides/notesSlide150.xml" Id="R7083bd24d9114626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a6e4e322e44ee" /><Relationship Type="http://schemas.openxmlformats.org/officeDocument/2006/relationships/notesSlide" Target="/ppt/notesSlides/notesSlide151.xml" Id="Rddf200d12a34433b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d97937584327" /><Relationship Type="http://schemas.openxmlformats.org/officeDocument/2006/relationships/notesSlide" Target="/ppt/notesSlides/notesSlide152.xml" Id="R5cafefbd850a42c0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a273a2f1b45f7" /><Relationship Type="http://schemas.openxmlformats.org/officeDocument/2006/relationships/notesSlide" Target="/ppt/notesSlides/notesSlide153.xml" Id="R3a897c6ae7d84456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590e016ee446e" /><Relationship Type="http://schemas.openxmlformats.org/officeDocument/2006/relationships/notesSlide" Target="/ppt/notesSlides/notesSlide154.xml" Id="R3e379cbb10464b78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39906150d41ae" /><Relationship Type="http://schemas.openxmlformats.org/officeDocument/2006/relationships/notesSlide" Target="/ppt/notesSlides/notesSlide155.xml" Id="R1b9c216370b94678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10c04a9e94e85" /><Relationship Type="http://schemas.openxmlformats.org/officeDocument/2006/relationships/notesSlide" Target="/ppt/notesSlides/notesSlide156.xml" Id="Red4b22c14e5e43ef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4e09bb0614042" /><Relationship Type="http://schemas.openxmlformats.org/officeDocument/2006/relationships/notesSlide" Target="/ppt/notesSlides/notesSlide157.xml" Id="Rbfc94f3cba3f4484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be825704b4b5c" /><Relationship Type="http://schemas.openxmlformats.org/officeDocument/2006/relationships/image" Target="/ppt/media/image4.png" Id="Rd0ef8ae6e3ea4303" /><Relationship Type="http://schemas.openxmlformats.org/officeDocument/2006/relationships/notesSlide" Target="/ppt/notesSlides/notesSlide158.xml" Id="R3397b9a94c874b34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413945a594e30" /><Relationship Type="http://schemas.openxmlformats.org/officeDocument/2006/relationships/notesSlide" Target="/ppt/notesSlides/notesSlide159.xml" Id="R43e190889e7b4801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b9624d2c24041" /><Relationship Type="http://schemas.openxmlformats.org/officeDocument/2006/relationships/notesSlide" Target="/ppt/notesSlides/notesSlide160.xml" Id="R57c3107b636849f2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1fbc093bf45d6" /><Relationship Type="http://schemas.openxmlformats.org/officeDocument/2006/relationships/notesSlide" Target="/ppt/notesSlides/notesSlide161.xml" Id="R375a281e6e474567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e81c6fcac4dc6" /><Relationship Type="http://schemas.openxmlformats.org/officeDocument/2006/relationships/notesSlide" Target="/ppt/notesSlides/notesSlide162.xml" Id="R82c0f833d0c846e8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f889635914535" /><Relationship Type="http://schemas.openxmlformats.org/officeDocument/2006/relationships/notesSlide" Target="/ppt/notesSlides/notesSlide163.xml" Id="R02e2bf44e71f4d81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22497679e41a2" /><Relationship Type="http://schemas.openxmlformats.org/officeDocument/2006/relationships/notesSlide" Target="/ppt/notesSlides/notesSlide164.xml" Id="R4c70029a803641a7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046cc61b54610" /><Relationship Type="http://schemas.openxmlformats.org/officeDocument/2006/relationships/notesSlide" Target="/ppt/notesSlides/notesSlide165.xml" Id="R1c0300c043e44c71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ff7265b73444c" /><Relationship Type="http://schemas.openxmlformats.org/officeDocument/2006/relationships/notesSlide" Target="/ppt/notesSlides/notesSlide166.xml" Id="R2c1e02d0a88b403a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187ae1c024c98" /><Relationship Type="http://schemas.openxmlformats.org/officeDocument/2006/relationships/notesSlide" Target="/ppt/notesSlides/notesSlide167.xml" Id="Rb08ace402e654fd0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0346f99954b25" /><Relationship Type="http://schemas.openxmlformats.org/officeDocument/2006/relationships/notesSlide" Target="/ppt/notesSlides/notesSlide168.xml" Id="R368ddcc198094647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3513a167f4f35" /><Relationship Type="http://schemas.openxmlformats.org/officeDocument/2006/relationships/notesSlide" Target="/ppt/notesSlides/notesSlide169.xml" Id="R269612c0fb6243df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c378d9064478d" /><Relationship Type="http://schemas.openxmlformats.org/officeDocument/2006/relationships/notesSlide" Target="/ppt/notesSlides/notesSlide170.xml" Id="Rba604cfbdc7149b9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ee37399654e3a" /><Relationship Type="http://schemas.openxmlformats.org/officeDocument/2006/relationships/notesSlide" Target="/ppt/notesSlides/notesSlide171.xml" Id="R7ce4de3d0bf84f56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3b87426c347ef" /><Relationship Type="http://schemas.openxmlformats.org/officeDocument/2006/relationships/notesSlide" Target="/ppt/notesSlides/notesSlide172.xml" Id="R2cbcd753fa974ace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cd3c4518b4d2b" /><Relationship Type="http://schemas.openxmlformats.org/officeDocument/2006/relationships/notesSlide" Target="/ppt/notesSlides/notesSlide173.xml" Id="R6fccd743ea104f4e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8ab3ce6794730" /><Relationship Type="http://schemas.openxmlformats.org/officeDocument/2006/relationships/notesSlide" Target="/ppt/notesSlides/notesSlide174.xml" Id="R1bf0fac36e134a3c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48c672d974f0d" /><Relationship Type="http://schemas.openxmlformats.org/officeDocument/2006/relationships/notesSlide" Target="/ppt/notesSlides/notesSlide175.xml" Id="R0b7adbdb3b1a40c5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b3e33d8924773" /><Relationship Type="http://schemas.openxmlformats.org/officeDocument/2006/relationships/notesSlide" Target="/ppt/notesSlides/notesSlide176.xml" Id="R644dc610b0354f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4ECC7-A9F1-4920-9D30-634A36D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4CC37-4B21-4689-B644-B592765E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IPA · LLM AGENT &amp; 업무자동화 40H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C9665-9BDA-4EF9-A2EE-882355E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BE976-1998-4422-80E1-E1AB9EBD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회의 기록 Agent 제작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F2C42-B303-43EA-8B9F-9DDC2F2A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세 입력 · 원문 근거 · Human Review · Local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B7E4-C610-4422-9B70-48D0F8FF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8D0AC-F041-4358-9C30-81D36D3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결과물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6D86B-37ED-48DA-B74D-05A338E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Notebook · MeetingRecord · Desktop App · MD·Email Draft</a:t>
            </a:r>
          </a:p>
        </p:txBody>
      </p:sp>
    </p:spTree>
    <p:extLst>
      <p:ext uri="{BB962C8B-B14F-4D97-AF65-F5344CB8AC3E}">
        <p14:creationId xmlns:p14="http://schemas.microsoft.com/office/powerpoint/2010/main" val="1662637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95677-B0A3-4E7B-836A-D7B62FC4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69FDB-92D2-42E9-B387-0C76427C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완성 서비스 Preview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B73CF-EFC3-4BCE-8F68-3CC9A5F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CDE09-1462-440D-AA8F-2F37209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987A6-42C9-43E4-A344-6729CE29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b1018f57547d8"/>
          <a:stretch xmlns:a="http://schemas.openxmlformats.org/drawingml/2006/main"/>
        </p:blipFill>
        <p:spPr>
          <a:xfrm xmlns:a="http://schemas.openxmlformats.org/drawingml/2006/main">
            <a:off x="1695450" y="1239441"/>
            <a:ext cx="8801100" cy="49506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55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23D1C-9AE1-4415-9545-BB190EEE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29651-67DF-48F8-80EF-747C18DC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기록 Agent 제품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BEBCC-7113-4532-8A41-648BAB2D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3D07C-C8BB-4F42-930E-1B381D9A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A7614-9AC6-4EB7-9F99-AC41FD7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9f3fba2d4406d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314450"/>
            <a:ext cx="114300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BA8DC-A043-49EC-9BD9-90422D91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43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798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1BF61B-0934-45A1-B7A2-937E108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BB894-C10C-46B0-B7AA-52E7C33D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오전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33548-4071-4760-84F0-716D32D6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F6D73-F476-4431-9254-4DDB3094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7D646-B15B-4EB2-819F-60E05FD7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96682-ED8C-45AA-9032-7ED9E725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749EA-6823-4451-97CA-4F801D5C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9766D-227E-42E3-BCD5-88853824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859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84F03-0727-4742-93F6-2A2A401D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EA0BF-38C4-4F1D-8097-53094D79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85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591BC-55B9-48CB-A18F-84A61ECB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03D51-24C5-42E0-AFA2-C932660F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85900"/>
            <a:ext cx="354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8F272-03B7-4D93-876B-C2AB79C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C177C-6F3B-4914-A1F4-6EF41809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E8968-37AF-4BFD-BF15-9934A5B1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23644-956E-439B-8601-706B8DDB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2242C-896E-4990-9B3D-489F0922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145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13C37-C216-4DC8-B472-1FC679A1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4FDEF-A858-4A40-81E6-260247BD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1455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 Agent 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1ACA4-000F-4FE3-8934-F98D694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3291D-6DD8-404D-8507-5D86006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27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BD688-57F7-4533-82A1-7C496F9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16838-8F30-4D01-8C25-46EEDB90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94CB61-5897-48B7-8078-6E45F11C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90850"/>
            <a:ext cx="114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9AF4E-047C-4A7B-B3F4-426C6D8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DF59B-AB48-49B8-BD1A-E368C6A1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22A80-9536-420E-8332-F0B2354E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0515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Route · STT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59193-1A7A-4DCB-9727-BE311B44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54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93CB89-C452-41E5-825C-4B96D214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327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5FDD44-0EB0-4E14-AAC2-87B42D8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6F2BA-703C-454B-9622-F2189A02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6E9C3-551C-4DC9-8064-8D80A6E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8145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EB8BB6-0231-4D31-96F8-D6020EF5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957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964D8-B569-488B-9469-7548F30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5EA04-60DA-4860-B1F5-E45BCC57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 · MCP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4BE65D-9F66-46A9-902D-925AA0D5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0E0BEF-71F2-461C-8500-EA1C3573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27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222B9D-226C-4A01-BFBF-98B04526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1150E5-62ED-4C63-9FB8-CE1508E4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11:30-13:00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7E41DB-22BB-4424-A64C-1770DCFA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72050"/>
            <a:ext cx="114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DB266C-07E4-43BB-9BCE-D7FE0271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863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Break · Lunch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4AFB6D-71E5-4451-BADD-FE2E84C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720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C006F7-A557-447E-AA33-707BF174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8635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오전 결과 저장 · 점심시간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CF44DD-4B7C-4140-B7FB-50764450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72050"/>
            <a:ext cx="354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066C28-B0E9-432A-BD7E-38F3DAA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86350"/>
            <a:ext cx="327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12:55 복귀</a:t>
            </a:r>
          </a:p>
        </p:txBody>
      </p:sp>
    </p:spTree>
    <p:extLst>
      <p:ext uri="{BB962C8B-B14F-4D97-AF65-F5344CB8AC3E}">
        <p14:creationId xmlns:p14="http://schemas.microsoft.com/office/powerpoint/2010/main" val="2021672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85AA6C-107E-44BA-A06D-8128EA1B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3320B-6E79-4DAC-B523-99D8E7E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오후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03012-3B80-4128-A405-05834160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A25FD-4F77-45AE-8F80-F3CB211C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9DE10-B77D-4C86-84B4-C65EB361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CBC1E-71E5-4B35-8874-8217F497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9662C-6FB6-4027-A219-FFDE4914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07576-25B3-4511-9837-B73781A1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859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B689F-5521-466D-BAC4-27C02FED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1641E-4B3D-420B-9BCF-C0DE6D60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85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26C34-A48F-472C-908C-E084202E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B0392-4FB4-4903-BB10-FB9DEB7B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85900"/>
            <a:ext cx="354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D0CB0-B10E-4D36-B8C7-85413A46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53C1E-B1E6-42FE-8ABC-AAE010E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F64F5-DFB4-47EC-BCFD-3FD212D1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D12D6-1135-4E99-A376-F330EE73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A7F69-1A37-409A-A3CB-D7568754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145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A3F14-E947-4099-9206-1B7F5D83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85D13-EE10-4222-9FCD-70D986B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145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02024-9F3E-4263-B00F-010A1DF4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354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2CA60-9E39-4904-A41E-3FB299CC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04_meeting_record_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F03B9-775F-45AA-9A94-92B236C5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FE912-945B-4D9B-80FE-3BA7C82D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62280-023A-445A-BCAA-0499B736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908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D41F2-B9B4-4FF4-8B0A-992BE77C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051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D6D8F-A809-4105-8BE8-08316AD5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908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E5D21-D9E6-45CB-BCBC-177B91EC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0510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Coding Agent Patch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91CC7-3B3C-437E-B545-754F1A5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EFEB8B-62DD-4E01-A6C9-B65DD3B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05_codex_run.json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52C9B-9B18-462B-9A79-8454588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64BBF3-B3C4-4892-BB4E-A8B53435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A28F43-BF89-4247-9F2F-7B0A968F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6B9E8D-0E94-41C0-828B-16BDA0F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956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Break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B7597-0015-412E-A784-4AFC337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5CD2CA-371C-4B68-BF08-6D6F968C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956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· 결과 파일 저장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BBEB8F-489A-4572-A837-780A0CD3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354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68CE58-E126-4DD6-B388-4A35B32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 재개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934B6E-1399-4898-B64D-3538C25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9D7A8-1A91-4A0B-A134-CA68BFC0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D0ED3E-9599-4FB5-9D11-DC703684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719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886510-BC9F-436F-B809-58A69346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E40193-1FEE-45D1-8310-F53972F1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719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01D140-0AAD-4F96-8204-5133D35F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 · Cost Guardrail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5B4ABE-ADD4-4AA8-B852-D6CE7D43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65E76B-DFF1-4FFC-B344-510AA114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diagnostics.json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6930CB-ED4D-44B4-B4B0-7B49D833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F6E1EA-736C-49A5-BDE8-04C55391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9622D2-832B-44C7-8380-2FFE938A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624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0783C4-9F5F-4067-B745-8581049A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64767F-D5C7-458C-BD38-014D537B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624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0BCB8F-20D3-4977-B689-BDCE172F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767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· Human Review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2D589E-DCBE-4F5F-AB34-A6B79046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354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19B490-E7A4-49AC-A16E-F95D282C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D41600-6C91-4390-821F-5B7B9C4A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C2E2E5-7AFF-4630-B3E6-2A66D90F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6EF9DE-D25A-4F58-8DF3-25D25199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D0297F-F76F-4BAC-A9AC-DA06C0CC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673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8AFCF6-C93D-46D9-B766-FADD1D16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53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FE0DB8-E333-4351-9C8B-639D6D8D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6730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회의 기록 App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EE94AE-5E46-43B1-8189-1BEDA869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26A384-56BE-44B2-A8DA-AC9013A7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673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08_localhost_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launch.json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397E4E-D2E9-4FF9-9439-C8F32A80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7E1817-5710-415F-83FE-E0535B3F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17:30-18:00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0D9B68-2923-403D-AD16-2F5F3A6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435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AF1EA4-34C5-4001-920A-93FCAA0C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578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Q&amp;A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D8FC8F-9900-416D-BE7A-99F4A640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435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7C88DB-4902-4535-B7B9-15936552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578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실습 복구 · 질문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9D715D-8691-4CFF-86A0-DFEE244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43550"/>
            <a:ext cx="354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83033F-314F-4169-854F-F8186D65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578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Error 첫 줄 · 기대 결과</a:t>
            </a:r>
          </a:p>
        </p:txBody>
      </p:sp>
    </p:spTree>
    <p:extLst>
      <p:ext uri="{BB962C8B-B14F-4D97-AF65-F5344CB8AC3E}">
        <p14:creationId xmlns:p14="http://schemas.microsoft.com/office/powerpoint/2010/main" val="1302272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5B752E-42B3-4133-B9EC-CD960CA9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8342A-2F15-43C4-A789-230755BF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FADBF-6FA6-4FD1-B177-6E6746DD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AF557-68B6-4426-99FE-3998DB07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5E50-9A58-4245-A9FA-834AFA18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20040-5A3D-45FA-81BD-E8CC08F2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F4264-38A5-4AF2-99F6-5522052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B1ABA-B921-4FF1-A6EA-126B7F62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5730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C514B-8D43-41E6-A4E0-4B346668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7160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Program ·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6DD71-8F93-4789-B507-04EA5F8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0B859-FBD0-4C18-93AE-996A227F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716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사용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9CD7F-387F-4965-9E9F-37B220B5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B511A-5FF2-44CD-B8FA-DC22335A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F520B-505D-44F8-AB78-D2032ED0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716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01A1E-0B76-47E1-84CF-BACC12E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859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clone &lt;repository URL&gt;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cd llm-agent-and-workflow-automation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9A9D6-4AD6-4FD8-983F-B985FFAD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71504-514E-4F4D-A97C-D6556C0E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859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최초 1회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02DC4-49BF-4870-A074-C23F2D3F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A6662-C1A1-4CBA-9DE5-1EFD7119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4F870-1D2D-4CCD-8672-AA7E6FE0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479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5AE10-1B00-4CDE-9DFB-D66FB1F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python3.12 -m venv .venv312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 .venv312/bin/activate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B3816-F7D3-447F-9795-24DBA267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223E5-78D0-4B18-B762-86475C4E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환경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8CB10-8BAF-4296-BB49-7AB8434F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4FEAF-D95C-489E-8137-4A04408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Windows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BE13BF-5EBC-4380-B3FD-E72CE04B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242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84EE5-B6D7-43A1-926A-B74C4635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385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 -3.12 -m venv .venv312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.venv312\Scripts\Activate.ps1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EC2FF8-30CF-45AE-802B-4AA5F3D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E9F41-7ABC-4F76-B71D-B6290D9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환경 생성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A0C073-1FDC-4A2F-8221-FA4C49EE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BA0061-0E5E-4350-9889-8007D58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Install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E92854-31D4-4E8F-98A1-26280575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00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492F8-77FF-48E8-A899-B3CAC36E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148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pip install -r requirements-day2.txt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ipykernel install --user --name ipa-day2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AAA467-7851-4560-9B01-27145B11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8DE94C-01DA-4DE6-B3C6-BDB13B6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148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Notebook·App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582CD1-DCD7-4990-B2AF-50C78661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9D06D8-F018-4105-B22D-1E22477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Preflight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899BF8-3097-4F57-9814-54DEBD2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768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1232BA-B7C0-4082-BC0D-F80E1741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911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scripts/run_day2_preflight.py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D16E21-2930-40D5-A0FD-8FDA228B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7685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A0850F-9A4F-4B0F-BF31-7A33C41A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911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수업 전 PASS</a:t>
            </a:r>
          </a:p>
        </p:txBody>
      </p:sp>
    </p:spTree>
    <p:extLst>
      <p:ext uri="{BB962C8B-B14F-4D97-AF65-F5344CB8AC3E}">
        <p14:creationId xmlns:p14="http://schemas.microsoft.com/office/powerpoint/2010/main" val="1745218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31E44B-D1D0-46C2-9701-C353B058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E6785-2CAD-40C4-8D65-31F82FBE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설치와 Login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43233-3CA1-489D-853A-528A677F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2020C-13D5-416F-8F23-50879EA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48B36-D755-4E14-8E5B-85096965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D284A-2F25-4008-B296-8AEB4213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F826B-6B22-4500-926B-091BBFB3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AAF39-D4B4-4C73-A801-FDC719AF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3906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9E6B0-813F-44C0-AB5A-A99C1DEA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0495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Program ·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467E6-635A-43A4-AEFE-3F33E391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906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BB38F-AB40-4035-B04F-90336453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04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사용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B72D1-DFF9-4418-9CFA-8C77330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5927D-EBFD-4FA3-A46A-F9073B69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9C5EA-0C99-4E00-977C-84258B7A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05000"/>
            <a:ext cx="657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031E0-3905-405B-BE0F-F60E6DFB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19300"/>
            <a:ext cx="630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ffmpeg · ffprobe · faster-whisper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5048F-DB76-4CDF-AB67-61656AA4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05000"/>
            <a:ext cx="2781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9B13C-EE63-4261-AF88-40C553D5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 Live STT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6C2B4-84DA-49E5-BB56-5627A746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624DD-092F-4DA3-9A9B-60181D4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A3CC1-C5DF-4BE3-A080-EF8065CE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527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C6FA8-2198-4B5F-A93F-FC847433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67050"/>
            <a:ext cx="630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pull qwen3:4b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A05E2-EAB9-4BBF-9EF8-C9A26F3F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CD9DB-1EDD-41CA-BF70-F6124106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 무료 Local LLM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17CD1-C1F9-4BA5-8257-4C4FE585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7CD31-4355-4961-A240-7F4C818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Coding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31E4E-40F0-455D-8044-5696E0C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00500"/>
            <a:ext cx="657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85F82-3F5B-4B84-940C-879448B3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14800"/>
            <a:ext cx="630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ChatGPT Login · Claude Code /login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9EBA53-1512-441B-BEB3-6575384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781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DA306-4F4F-4FCA-987F-3CB8D592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148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 Patch·Review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8EDA4D-EA97-453D-B1AC-AE96D2B4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573B5-FE1B-4C95-8563-7B1193F5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6DF2C4-1396-4A88-B929-F85792F2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482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DDD416-326E-4A94-A147-97806920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62550"/>
            <a:ext cx="630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Docker Desktop · EXE·PKG · OpenAI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27BFD4-5F8C-47E1-8124-0FF74820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48250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760644-CAD9-4762-91A3-4469578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625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8차시·강사 선택</a:t>
            </a:r>
          </a:p>
        </p:txBody>
      </p:sp>
    </p:spTree>
    <p:extLst>
      <p:ext uri="{BB962C8B-B14F-4D97-AF65-F5344CB8AC3E}">
        <p14:creationId xmlns:p14="http://schemas.microsoft.com/office/powerpoint/2010/main" val="1166983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8A2773-8392-4E28-9E16-768D7105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DA293-6A67-48E6-907A-3262646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1~2차시 실습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D87A-A7C1-4320-A435-F64E4103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65317-8A39-473A-B1B0-5E3C5EB1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C5551-4F98-40AC-8955-DB304D94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F8542-575A-49B1-9929-1C485B29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725A6-C7B4-409C-8483-66D84607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8DB89-1200-4547-9E81-25391DD4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28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55309-30F5-44D7-9CCB-8F6BDF71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6228F-7E03-4F66-BCA6-F3E5C65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14C91-6E88-43B0-AD92-A5B07149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43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실행 · Codex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06474-32EB-49CB-B04B-24741DDC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0E238-5F4C-4DC1-8CA3-29877E85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3DA6D-5291-4EBA-B9C0-9A0A54D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BD24C-0851-4A27-821B-1FA3EE5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 구조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DB84D-297D-43E6-862D-6AFC997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3238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CF55C-7553-4181-9E33-E8BD6D70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day2_service_lab.ipynb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day2_meeting_workflow.py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2ABAA-1D0E-4C0C-890E-6CC98065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3333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D99F5-6679-412A-8B2D-6AC420E1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 규칙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없는 발송 차단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최소 실행 구조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246E8-FC43-4B0B-B514-FE5BA607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81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8B491-A61C-4B39-8608-8F152821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6개 Layer · 7단계 Graph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발송 요청 승인 대기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6ECE4-42AB-4DAB-B9A8-D93B723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39F83-E494-4A5E-82F8-94D283F1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FF4C8-4744-40C3-99D0-7E788124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323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B9828-1262-4B0D-9257-761DFF0F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회의 MP3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Sample TXT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day2_public_audio.py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2차시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2108E-8E55-4CCF-A740-DF412C5C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3333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BFD39D-3115-4029-83DE-AF43CC03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음성·Sample 선택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TranscriptEnvelope 생성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Input Adapter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57F0F-2359-494E-9D2E-41100CEE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781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6B4E9-557A-42B2-AB52-BE6626B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Input Adapter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혼합 오류 차단</a:t>
            </a:r>
          </a:p>
        </p:txBody>
      </p:sp>
    </p:spTree>
    <p:extLst>
      <p:ext uri="{BB962C8B-B14F-4D97-AF65-F5344CB8AC3E}">
        <p14:creationId xmlns:p14="http://schemas.microsoft.com/office/powerpoint/2010/main" val="1772102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06018-F770-4351-AA74-C69F011E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0B4D7-2CCD-44C1-BB08-BD9C33A2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3~4차시 실습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01DB5-BA1D-4135-AC3A-CA877F99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E7774-7B5F-4EF0-80E3-FCD1415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65A99-F14F-4F56-A60B-E5A3E91A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7E1BE-CC57-4EA1-B32D-C4470D8E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59505-222F-4B7B-BD9F-AD6C2693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5EFF9-3F27-45AA-9371-1F6EB3E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28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C185D-3F3C-4CE0-B2C0-AC500EC6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87172-ED4B-41FB-A02F-41B0800C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A8B47-A6FF-4832-B2E6-B0965C93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43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실행 · Codex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F1205-A08E-4E9A-9718-CBE2B95F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E12DF-4430-4C3A-A18B-62220AD6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8286D-273E-4D02-BB97-6A6E96E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4EE1C-01B5-4E21-A4A1-B0053C9C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B606F-11D1-4E22-B82C-D8DA455C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3238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772B5-797F-487F-861A-AF8CDEB6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day2_service_lab.ipynb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build_mcp_retrieval_plan()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ABA32-1226-42D6-9A69-F87659B6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3333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A7930-830A-4FFC-87D7-EBEC7E80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 작성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Read Plan 생성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MCP Policy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72B98-19F6-4A8F-AE16-742CF3F9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81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7B610-C014-42C4-B6E7-A76977C6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 Plan 1건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Connector 미실행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88FEE-0761-4114-8C3B-732B32B0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B395A-32B6-4D19-9A92-B0C4562B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4E3996-BEDB-41AC-A285-79A635D8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323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F4E95-F689-4716-BF13-8F0B9307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day2_service_lab.ipynb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validate_record_evidence()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C54D0-2A33-4C42-9735-9F7AEA6A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3333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55D6CD-1BFD-4FAD-BBA1-D6F6A235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생성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 근거 Validation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Schema와 Validator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B3F1C-3995-4B9E-96E5-9AA71888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781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C3072-8201-493B-983D-69CF155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04_meeting_record_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생성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없는 근거 ID 차단</a:t>
            </a:r>
          </a:p>
        </p:txBody>
      </p:sp>
    </p:spTree>
    <p:extLst>
      <p:ext uri="{BB962C8B-B14F-4D97-AF65-F5344CB8AC3E}">
        <p14:creationId xmlns:p14="http://schemas.microsoft.com/office/powerpoint/2010/main" val="1296317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2F1B9-7467-47E7-9F05-89B30998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EB5A3-A860-48A6-B8D9-85FC1C7D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5~6차시 실습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50DB4-6123-4D23-AF73-B922D44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79D67-11C7-4616-A332-9440A527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3A699-D0A9-40BC-995D-F889BBF2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5C1C6-139A-4B25-9269-D569AE3D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84021-A0D5-43AE-81DD-5C13D526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EF491-7969-4D8B-A84F-0A2FA1B1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28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5CA75-2A6D-4C83-ADD9-46D8B400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88B1D-B07E-4D8E-9253-21830BF9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832A8-04EF-4FE6-AA54-8399BC54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43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실행 · Codex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8DCAD-CD03-4B52-B48B-A2AD55A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0D331-1690-4F63-9274-10593374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93012-541C-4C5C-A3CD-4481946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6A899-3921-42F9-80D8-BBB6A82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Coding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05CDA-9D25-4BA1-8562-1537BBE9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3238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75BAC-FEEC-4686-9004-E9B8A08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review_policy.py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task_check.py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3E2EE-3AED-4835-BB9E-28238D84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3333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B664C-1023-4F64-A4C6-35AB67B8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Starter 실패 재현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Patch·Test·Diff Review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Human Review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B10EB-2226-4F63-A47A-DC5789A4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81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68090-D8BF-426E-BEFF-BE39C1B4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05_codex_run.json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Starter 실패 → Patch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4개 Case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EB44A-7C45-4346-AD4C-159B46F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6754A-35B7-48E1-807A-C3089664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9324E-F385-4CC9-AF88-FF631E61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323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B0435-A6A6-4B39-9D1F-20B26D02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day2_meeting_workflow.py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test_day2_meeting_workflow.py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qwen3:4b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40DCB-E532-4C34-8C01-7157FE80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3333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48525-F331-42B8-9857-2EE99CF0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qwen3:4b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 Opt-in 진단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Provider Adapter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9BFBD2-E116-421A-A320-797B491C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781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516C27-B6F4-4875-BB6E-E5793E19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diagnostics.json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Ollama·OpenAI 진단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 이유 확인</a:t>
            </a:r>
          </a:p>
        </p:txBody>
      </p:sp>
    </p:spTree>
    <p:extLst>
      <p:ext uri="{BB962C8B-B14F-4D97-AF65-F5344CB8AC3E}">
        <p14:creationId xmlns:p14="http://schemas.microsoft.com/office/powerpoint/2010/main" val="1192391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3C542-C5F5-48E6-82E3-6172A930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2971C-E93D-4B0B-B844-1FF51671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7~8차시 실습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2F425-8265-45E2-B7F9-B10FAFC9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66EE8-E47E-42E4-A498-8606911F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14405-D977-446B-8EE1-519941B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130FB-CD40-4687-9DC3-D1FD9253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3618D-1BB6-4F88-ACB3-F9A7A7B1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CD2C0-E0E8-4877-A0CA-AFB2870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28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820E1-6A87-4F5E-970A-6FFBAFAC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E0D96-FBE5-423A-BEC7-2DCE28F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DA44A-4FFC-488B-BAC2-DC8374B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43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실행 · Codex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D17DD-4B60-410B-9645-B7CFA6EA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AC310-3B60-4F45-9032-540D2164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201B6-730A-4BA9-AB59-B3A4A69E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78B82-E306-403B-A974-583A10F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034B8-6233-4F69-A618-D4248AA2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3238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BB5F0-B3CE-48B0-A6C0-206E01A9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WorkflowState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day2_service_lab.ipynb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93EA6-085E-4FAB-BB5C-686BE41B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3333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B5272-5567-4AFC-A3B4-BA379EE8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Graph Interrupt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 Resume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Review State Machine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8B2A0-A692-46C3-B1B6-3E87548A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81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3B815-6566-4329-B632-B945D7D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상태 3종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9C1E9-3E41-4827-B3B2-3DE79C3C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80F6B-A54D-4E12-BBD6-C8D5B50D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69D4C-B892-4ECA-8DB9-08E442A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323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D079A-93E4-40B2-9F72-289BF710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run_day2_local_app.py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app.js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7E59F-26BA-43C5-8B3B-7F2BA53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3333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8230C-4326-4D27-9A9C-AF296501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실행 확인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예시 회의록 처리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Local App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3AE5E-1FE7-4403-9BBF-9707537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781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D14EF3-214B-4655-99C1-68CDCCC5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08_localhost_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launch.json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실제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Smoke Report PASS</a:t>
            </a:r>
          </a:p>
        </p:txBody>
      </p:sp>
    </p:spTree>
    <p:extLst>
      <p:ext uri="{BB962C8B-B14F-4D97-AF65-F5344CB8AC3E}">
        <p14:creationId xmlns:p14="http://schemas.microsoft.com/office/powerpoint/2010/main" val="3938542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88F8A-399D-47C0-97ED-1DE033A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3E78F-7FA3-4B02-B9C8-38762AD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1차시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9542D-FE88-44B8-9FFE-CA69867F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09:00-09:50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2968A-83E8-4DAF-B31C-64A3B9E6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Meeting Agent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6D971-3E91-431D-B75C-3692F995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LLM · Workflow · Agent · Human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80D1E-D28C-420D-AE4E-9CC0213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6C382-ED93-4878-BFBA-D78CA7D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0-13분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A9ECC-9F5E-4243-9928-6E0AB234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F583D-4EB2-4400-A387-461BE9B8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13-21분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CD33E-0789-4112-819B-CCF2A4E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3CE4B-5C02-402C-895E-31EBAB9B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21-43분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B1498-DF54-4624-84A3-685A35E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5127F-654B-42B5-B1D3-65243B41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43-50분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F9B2D-CBCC-4533-826A-5DDA2909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F53EC-6CA1-4819-BCBC-3CB6F1E4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01_architecture.json</a:t>
            </a:r>
          </a:p>
        </p:txBody>
      </p:sp>
    </p:spTree>
    <p:extLst>
      <p:ext uri="{BB962C8B-B14F-4D97-AF65-F5344CB8AC3E}">
        <p14:creationId xmlns:p14="http://schemas.microsoft.com/office/powerpoint/2010/main" val="5776135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A972C-AACD-4C62-BD05-F57B1C1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BD6C7-D99F-41DF-A528-8B053D1D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LLM·Workflow·Agent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0DCDF-1303-4784-9B03-FCA7AB17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5DA18-2DBC-417E-901A-1070726D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4701-FC68-4FF9-BF1F-E90204C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92D03-3ECD-4835-A164-048FA29D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번의 생성, 고정 절차, 상황별 판단을 구분하는 제품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BA09F-CF03-4288-AD1E-7C685EE0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13DE2-6F66-4794-8114-6C6FB2B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21D6D-216F-4771-A62D-EA8A9D15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요약 한 번을 Agent라 부르면 비용·오류·승인 위치를 설명할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20583028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530DE-92FC-4599-89A0-382B9008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5F5E2-5950-41B8-9DD3-4E72AEE7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판단량과 실행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89150-F55D-4404-AD2C-BEF5494D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EF6E3-BA13-4F0F-B455-964D1DF8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B4961-D79F-4A7F-BEDF-A9977EC4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A38D9-764B-4846-B3C0-4D7A8581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B4B09-B871-435B-8E79-D18CE537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DF029-D541-4633-8A32-DCD3B561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C99C5-F3E5-4222-B1E3-EE400809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88FD9-E7C6-48EB-84FD-7E34D696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57654-29A8-494A-8087-4FD21459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8A4CD-8340-498D-AA69-2235BD05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FD99C-B6E5-4651-A1FC-A6321BE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74534-520A-407B-9A6E-7A13F60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076DC-7538-4D75-8A78-E4D4C158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주어진 맥락으로 한 번의 결과를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69386-2109-4061-BC37-534B4BD0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867FE-40FC-4DE6-8F5A-6ECA5643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route_execution_strategy()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2D43F-E73B-4C14-AF2F-F3C221E0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D31DA-CAA7-4558-B653-DEB8BA56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FBA3F-CB3B-4B9C-8EB4-C3A7E481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88023-F05F-4498-A555-D90DA876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순서·검증·오류 처리를 코드로 고정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E0112-5BBB-46DA-87A2-F3B9166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8F98E-FD4C-422B-99DF-D0D524E4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run_meeting_workflow()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ED347-5EBF-4CF5-AF37-BE2B73D8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2C853-1BD9-4AD7-BD1C-1F63CE42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D219C-E168-4427-A151-D4207E1E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782CF-1B1A-4D4C-85C5-104A9093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상황에 따라 Route·Tool·다음 행동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79E17-7370-4D48-94A8-0CB00614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52272-292B-40D4-AB5F-17A580C7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compare_execution_strategies()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565DC7-32FF-4220-A3DA-90BFD64C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F564B-03BE-4CEC-A4B0-D5444CC3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C5B0FB-F1CD-42E1-AC44-30B415F6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F23D3D-62DC-4D96-A4FA-E1913ED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 전 Approve·Edit·Reject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8143BB-E5F8-4E97-BF9B-4F53AE31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519C8F-EC30-497F-B949-7B1D8D59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start_*() · resume_*()</a:t>
            </a:r>
          </a:p>
        </p:txBody>
      </p:sp>
    </p:spTree>
    <p:extLst>
      <p:ext uri="{BB962C8B-B14F-4D97-AF65-F5344CB8AC3E}">
        <p14:creationId xmlns:p14="http://schemas.microsoft.com/office/powerpoint/2010/main" val="17312244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DAE17-9E06-474B-9EB5-A62DC25D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22DB3-5848-41D8-A923-FAE8AA4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기록 서비스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DE40D-A683-421E-A7F3-89AB70DE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CD0CA-910B-4A05-B452-BD0C89CE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80715-82D9-455B-9A3E-B9AEA61F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A4029-8C87-47F2-AD0A-C7CFF9B6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B9E70-453B-4AE9-AD1B-8F6420D3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A856C-0045-4D68-9C9D-8C3CDBDE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DB5EA-C83C-4456-911E-E524CA91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99097-D3DB-4F53-91B5-8D6C1E0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2781C-CF90-4145-8DFA-A238393E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1D2EB-B19E-4BD7-89B2-75A8A644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요청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D908E-F5AD-4811-AC16-747F6A77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A7939-5592-4676-929F-1A7CC80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E8F7B-F546-4284-BEAD-DDFE4CC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유형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3CE52-CA11-4538-98E2-D2AFBB4B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0AAD6-7510-4752-B2C4-BF18EC48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37A82-7D18-4D12-BBFA-CC8304A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고정 처리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BDC7A-6A35-4335-82E3-328B9B51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E30A0-C3E0-49CB-8EE3-725D83CA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85B0F-DA9C-473A-BB72-7DFF558B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필요한 사고만 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8A2F5-4555-4985-8B7E-DCC6AC4E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37760-9DE8-461F-9B6E-BA874DE5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4BB22-6352-4F30-A2BE-3B9B28E3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확정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8A8CB-F5A3-4219-BD5A-2A6CB6CB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01_architecture.json</a:t>
            </a:r>
          </a:p>
        </p:txBody>
      </p:sp>
    </p:spTree>
    <p:extLst>
      <p:ext uri="{BB962C8B-B14F-4D97-AF65-F5344CB8AC3E}">
        <p14:creationId xmlns:p14="http://schemas.microsoft.com/office/powerpoint/2010/main" val="8561831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8B496-B05E-4704-8EC4-ADD7D490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1FFD3-3FE4-4B9B-B57F-9131CFCF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 유형별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C2E0E-D846-4F7A-A9CF-04BEA4C1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CC382-7D69-4455-95DB-C920A962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5364A-3F31-4952-B8DC-682BCA13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C5E2E-3E6B-421D-9CDF-0597B131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635F0-D7AF-4529-AEE4-BA2E09D1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BA04B-6964-4799-B777-4737F6B6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43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D5FBE-0999-4505-BCBE-D4CFA404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AA769-0D0C-42D1-9A92-74FB64FF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C7E0B-372C-42E1-B432-9627A662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11592-7910-471F-83A4-DE431A1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F3DCF-D614-4F23-816C-71011AB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번의 요약·변환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18995-BAF7-4ACB-B5BA-C3B0F9A6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4BEE3-20F3-47C3-A8A6-5BC49453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F1AE8-1702-4AB6-8C2E-B1BF0DBF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77E3A-B9A5-4E78-9A27-815FBAAF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도구 선택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BB373-67BF-4BCE-8B8A-EB234588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6DC0B-F04C-4E8E-9837-94341CD3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항상 같은 처리 순서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65890-314C-4CAE-83E3-F34F98ED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19BA5-4D05-4A85-8092-227594A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29614-1C1D-476A-AFE3-D437F923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4972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0927C-2150-45DD-98D1-4896C604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단계·오류 규칙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F416F-352F-4B7D-80E5-D7570004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D1D216-7D0B-4B98-90EE-F6B5DA9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자료·도구·다음 행동 선택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51E88-0C24-47F5-875E-278DE3CD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62619-DF12-4726-9D1D-4E8B53C1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96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8DAE6-A01B-480F-9CFB-A863CCC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95B77-576E-4495-A5EA-18DBE4B6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정책·비용 상한 필요</a:t>
            </a:r>
          </a:p>
        </p:txBody>
      </p:sp>
    </p:spTree>
    <p:extLst>
      <p:ext uri="{BB962C8B-B14F-4D97-AF65-F5344CB8AC3E}">
        <p14:creationId xmlns:p14="http://schemas.microsoft.com/office/powerpoint/2010/main" val="11043515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884B5-5BDC-4102-B05F-5FFD3EC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54EEB-2505-4E26-B130-4AAC718F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E4998-766D-4825-B5E8-E6F7D48B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380F9-393D-4566-9D65-01C4BD5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05CD7-A828-49E6-AE4E-CA376912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39053-0C57-4384-B274-3481ED7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115D5-7BAD-4106-949A-4C1CA4D8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E073C-A3E3-4C99-97AE-66C7CD94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B7A6B-DB9D-4836-B62F-D6B9ADA0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7F5A5-617C-410A-8524-03CD49C9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E46A2-5F52-4855-8E79-C0BE6575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ED7C0-63D1-4D23-AD9B-C1B95374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A07E1-35B3-456E-920B-D205F698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materials/day2/일반인을_위한_회의기록_Agent_설계.md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74429-470B-4724-85C3-FB47B6D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6A4C3-C00A-48BC-80F7-AF765854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0C29F-783A-4860-9A48-7FC0597D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A8EB5-CBD1-4526-9711-7D86F85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1차시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9755D-AB85-4C6C-BD6F-C1714056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6B8D-B501-4CA2-B195-15B2274C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DB4D3-5139-4CF8-9C7D-134DD1B6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087B9-4AC7-4B4D-A455-BF6D2678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138B4-9465-467B-985A-986FCF88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AB09A-E4F1-4CC1-92E5-92007B6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B056F-B43D-40F7-A46F-2294B07B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1F3E6-E124-4F5C-9DD5-A1A7D965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-k rule_router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10437-5A51-44D3-9129-17730514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3894C-189F-4087-86EA-AD28E67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3.12 · VS Code · Jupyter Kernel   ·   Repository clone · workspace root 확인   ·   materials/day2/day2_service_lab.ipynb 실행 준비</a:t>
            </a:r>
          </a:p>
        </p:txBody>
      </p:sp>
    </p:spTree>
    <p:extLst>
      <p:ext uri="{BB962C8B-B14F-4D97-AF65-F5344CB8AC3E}">
        <p14:creationId xmlns:p14="http://schemas.microsoft.com/office/powerpoint/2010/main" val="14979276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B8FF5-009D-4618-B345-F746DD9A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95A1D-0EBF-4CE9-8B85-337074A5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 분류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1D875-6D04-4ACD-80D1-75CAA411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DADFE-A671-4D78-918D-13D31AA0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79F73-8BC7-410B-B34E-501DDE8E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D7D42-3D10-425B-A230-C4422C99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0C8DB-0CB2-43A8-AABB-855D798F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34270-D6EE-448C-AB00-A8262569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7AD54-6332-4DDA-9BF6-B9A42064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91547-3E93-4F4A-82BD-FF067D8D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04950"/>
            <a:ext cx="440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E9688-E248-4F96-8745-05361E33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F1217-2841-425F-B6B9-02464C33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714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81C71-BF87-4CDB-BA1C-66F353F1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448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요약·To 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658CB-39EE-4CF5-8C2E-CC7A3737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977D3-0770-42C9-9F80-39CFB91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590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D7251-EE47-4E51-854C-E424FD2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19300"/>
            <a:ext cx="4400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DF07F-2375-4FA0-B086-2D44F621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3600"/>
            <a:ext cx="4133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반복 순서 고정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64F65-F8DC-4987-BDE9-1DDE87ED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99927-D72A-49DA-9352-190FF71D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448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Notion·Slack 맥락 검색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500DE-8775-4071-AC43-7EA4402E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64504-52DD-4963-BE65-885E915A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2590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 Router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8E974-6EAB-45AB-921F-0BE77FDD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19450"/>
            <a:ext cx="4400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825C2-1E78-4F39-812B-35F5C8CD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4133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자료·도구 선택 필요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6E134-6FC9-4FE9-BCDA-92DF2BF1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3714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19F25-94DE-4207-BD9F-9C98295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3448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메일 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85695-DCFE-4006-B96A-72B3A247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AE697-1B02-4FC2-8625-996C6173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2590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BCE1F-82FE-42F6-B2CF-1341AB2D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4400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61B60-345E-483B-9324-63396025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4133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전 실행 차단</a:t>
            </a:r>
          </a:p>
        </p:txBody>
      </p:sp>
    </p:spTree>
    <p:extLst>
      <p:ext uri="{BB962C8B-B14F-4D97-AF65-F5344CB8AC3E}">
        <p14:creationId xmlns:p14="http://schemas.microsoft.com/office/powerpoint/2010/main" val="1533087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38036-275D-411E-958F-07B07A35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7ED07-D3A1-4CC8-ABEF-C9376D02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Router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5F15E-3D47-42C6-89E0-DA46BFE9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CAA60-90E4-49F1-851A-2E8A666B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26E13-AA5D-4B96-88E8-E9F95ED5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3838F-55C8-4DAD-820A-F5EB67F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CB97B-8331-4AE8-A2D9-D7587B19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B1657-5A4A-46F4-A06D-A2CA411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1차시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B9DFC-C5D6-494E-8949-81AD7390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EDCAC-322C-473A-B7C9-B59AE6C2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95679-6E16-4218-8DD5-A2E39F32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jupyter lab materials/day2/day2_service_lab.ipynb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7FE44-329A-4DE3-BB35-EDC2DF8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4D6E3-1DB5-45C8-B4FE-5BEB72DF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DB10A-B7DD-4597-B2DE-429AD8AB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 유형·선택 방식·선택 이유가 함께 반환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8FA66-E98F-4268-918C-15E52B3D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3CE95-0B76-41FD-8702-E578F036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900B1-F856-4C12-BD9D-278F7700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없는 외부 행동은 EXTERNAL_ACTION_HUMAN_APPROVAL_REQUIRED</a:t>
            </a:r>
          </a:p>
        </p:txBody>
      </p:sp>
    </p:spTree>
    <p:extLst>
      <p:ext uri="{BB962C8B-B14F-4D97-AF65-F5344CB8AC3E}">
        <p14:creationId xmlns:p14="http://schemas.microsoft.com/office/powerpoint/2010/main" val="10281645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D85E1-539A-4122-892D-DD4381DE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8C9ED-58C0-4146-8153-AEA22CC4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Router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E66EB-8CF1-4D61-9A46-A4A81EE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9BCE9-81F9-44BE-928E-84C5BFFF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DC468-8CEE-475F-BF48-F942F5AC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77029-A90F-43BD-A784-6C51811E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9A217-31D2-4097-B1FA-F3CF4C59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2479D-E840-4D3F-8280-B5A3AFC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rule_router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CAA88-219B-4623-BE7E-BB2198AD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737B4-A4C7-4098-89F9-267BD4FE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D811A-613D-4A0B-8BC4-92661124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E99C4-1DB4-4A78-93B4-18E0B115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A8E02-4603-4D1B-9B0E-92D306A7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BAB07-6638-479B-92CE-6EA7F1F9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6AF67-7164-4D63-A7F4-47B945E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FAE35-44DB-4FA5-9018-4E44BED3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1C7B0-1E99-45A4-B1EB-33A7FA4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3591E-4345-401B-9EE7-874145B9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CDF4F-3FE9-45BC-B46D-834747C4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6A30A-C855-4F61-837E-70BBFB77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</a:t>
            </a:r>
          </a:p>
        </p:txBody>
      </p:sp>
    </p:spTree>
    <p:extLst>
      <p:ext uri="{BB962C8B-B14F-4D97-AF65-F5344CB8AC3E}">
        <p14:creationId xmlns:p14="http://schemas.microsoft.com/office/powerpoint/2010/main" val="14487472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014CE-307F-4F79-9A12-6304D96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D530F-FC94-4620-A2BA-60A86CB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Router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D28B9-BC46-4F5D-B2A0-8943B540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676C8-EEB7-4AF9-8FF8-CA9BBC6E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B416F-FF47-4678-AC4C-EB6A3E51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D7A6E-C2BF-4292-B08A-D1AB9804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AC2A4-8DC5-49AC-997B-177457ED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"layer_count": 6,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"fixed_graph": 7,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"route_case_count": 3,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"blocked_action": "EXTERNAL_ACTION_HUMAN_APPROVAL_REQ...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"human_review_required":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A6BFF-4457-4A9D-9BC8-08BA672B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F6768-1136-466E-A683-DD513CD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44FFE-39C8-4151-9D54-3293741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0BFB5-4E08-4159-92A5-6608942F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layer_count · fixed_graph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D5309-FDC3-4381-8034-3B8AB379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0752F-4215-47D7-9851-954EE456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8A99E-B3B6-4AF8-ADEF-840B1FDC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agent_views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899C2-2602-4BF6-B751-72B34EE5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09D01-2A15-4F42-8E25-7D1F3C3A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BBD94-4E3C-48CD-9CC5-9C21A339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human_review_required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C4DBE-FF1A-45D1-B54E-07AED592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4558C-119B-4546-BBA0-D5C301A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71041-F06F-47CF-838D-46076DF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6943695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4B62C-0AD0-47E5-A71A-2E3A6708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26599-EA85-49D7-9A10-E8ED7AD7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Router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919C3-818E-4259-A976-52CC54C0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B54AB-E1A9-4A3E-9063-69926A93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B231A-3246-4BB0-BAE2-EAAE7E6C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6EB09-B1F0-458A-A18A-2832E8C4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A84E1-019C-40E6-988E-E862EF7E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5C9E3-4565-4AAC-9798-DFDB682D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route_cases = {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"single_llm": route_execution_strategy(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requested_actions=["rewrite_as_podcast_script"]),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"workflow": route_execution_strategy(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requested_actions=["normalize", "summarize", "todos"]),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"agent": route_execution_strategy(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requested_actions=["summarize", "todos"],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external_context_sources=["notion", "slack"]),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gate = external_action_approval_gate(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"send_meeting_email", human_approved=False)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architecture["three_route_cases"] = route_cases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architecture["external_action_approval_gate"] = gate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gate["error_code"] ==        "EXTERNAL_ACTION_HUMAN_APPROVAL_REQUIRED"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46E29-8314-4DCB-9FED-A6281B6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save_json("01_architecture.json", architecture)</a:t>
            </a:r>
          </a:p>
        </p:txBody>
      </p:sp>
    </p:spTree>
    <p:extLst>
      <p:ext uri="{BB962C8B-B14F-4D97-AF65-F5344CB8AC3E}">
        <p14:creationId xmlns:p14="http://schemas.microsoft.com/office/powerpoint/2010/main" val="14293721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CF0DAE-4890-47C3-95E5-91A5B092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2C241-3C9C-453E-B701-DC68D197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최소 실행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BEDA1-5A44-4653-9C80-E55AFD4C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CBB4E-D46B-4C17-9302-48088FEC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5B9AC-83B8-4776-8684-259F4C0B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329C8-4264-47C9-A813-1CBA31D6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94B70-35C5-47AA-A60F-EFBFCD7A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69282-1D72-4C85-AF76-42A50785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83979-C8C1-4EA8-936F-E686D9D8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77FA6-58FF-4BD9-9727-6C62B0D3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C445D-E365-4915-AA9E-9CA0BF21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96068-175C-4F3B-8913-8DCB603F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E663D-15AB-4A38-B44B-BFE8E3F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세 요청 유형 Router의 최소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90807-5C62-4FEF-88E9-9CC4DCFC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B17B0-A280-4AD2-8C40-464B3A48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F776F-2B4A-4C9F-8D88-993C556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11CE2-A4BF-4A7D-9115-2ACD2BC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day2_meeting_workflow.py와 해당 Test만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7F14E-7297-4EF1-91B3-916724D1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FB9F4-B3D8-4CD3-B95C-61A28B8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1E1B1-7A49-44E6-9D96-4FD4D12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A2727-8DC4-451B-BB36-C4A89ACE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필수: Happy Path와 승인 없는 발송 차단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F1FD7-235D-4D34-B174-CEEEBA2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1FD77-2E1A-490B-82EF-C2A83C73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8BAF0-C75A-4BF9-92F5-E4D0969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99208-EDA9-4B45-9853-1BE6C152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.env·외부 API·자동 게시 변경</a:t>
            </a:r>
          </a:p>
        </p:txBody>
      </p:sp>
    </p:spTree>
    <p:extLst>
      <p:ext uri="{BB962C8B-B14F-4D97-AF65-F5344CB8AC3E}">
        <p14:creationId xmlns:p14="http://schemas.microsoft.com/office/powerpoint/2010/main" val="20911553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35911-C00C-4837-AE42-912FE89C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93F77-0575-4A42-A440-E4E288B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Router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DA4E9-A652-4CCE-B838-E691D2F0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E94D5-E022-429D-B7D5-F4F2514A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FBDF6-2F49-481D-93E4-125BAEEE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10660-07CB-4507-89E5-4B323704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7CBEA-3995-4F13-A692-F3CBFE50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85918-3523-4E2D-857D-DFA82668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75ED9-D2F3-4A92-93C6-14B8D676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BE5A7-B4BF-4E0C-963B-3F4B49D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13444-C8F2-4330-BF68-497A959E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요청 유형 Router의 최소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5950E-CF36-4923-AE00-4B3E1FF7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BE235-58B0-410F-89C9-42624A39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CF0DE-6A60-47B0-BA03-EE7D4A19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rule_router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7F938-1D75-489C-93EF-B8A6DAAB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3FABB-DF63-4F08-AD68-26E2E8A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2BCB4-BBF8-4F02-AFFD-17A12C6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4836958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8238D-8F28-470D-8F5A-D50DA8E0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1352C-AE1C-4FA7-AA46-489E6C7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 규칙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B1ABE-AD32-4198-9A07-857B05EC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C6B0F-3066-41DD-BC60-C55E8A5B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CDBEB-18EA-4841-AD92-1768D398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51FB5-5C5F-4F14-A6DE-788F23AF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EACEB-0C18-464A-A28E-101B7E00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16353-B62F-4D05-8717-F44EB35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1차시 Cell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55AF7-CEB6-44E8-9B1A-D34446F4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8C50C-BE7D-4CE0-B8D1-00586E7A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66E89-112A-4396-B26A-AAAA8393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fixed_meeting_record·context_retrieval·one_off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92994-A449-434D-A0B1-D197761D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64A63-04C2-4894-9907-83101E45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3F007-50CB-408D-9398-5F089EAB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저장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BF5FB-60F5-4E85-8B6A-4B41054B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1E4A6-0136-434F-B6BF-26CB6510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01_architecture.json</a:t>
            </a:r>
          </a:p>
        </p:txBody>
      </p:sp>
    </p:spTree>
    <p:extLst>
      <p:ext uri="{BB962C8B-B14F-4D97-AF65-F5344CB8AC3E}">
        <p14:creationId xmlns:p14="http://schemas.microsoft.com/office/powerpoint/2010/main" val="19713578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AE2BE-AE85-473E-9805-4695684B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65880-DF70-4C8A-B26D-F6199EE4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없는 발송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1110B-AA20-4382-AF06-3A11C6B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9002B-F4ED-4F21-97E0-95164ADB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0191C-8F75-43FA-95A6-95A17C9C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208B9-BE10-40C8-B273-7A7A266D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AB4B4-B8D4-4699-B2D2-47C43273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E1D8C-CDF8-4C3B-B837-D5A0FE8D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이메일 요청을 Blocked case로 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E2E2F-94DD-4C43-8369-7F5428D5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EB17F-D482-4C01-82D8-2711FCC8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70F1A-8F7C-47B3-B19C-70B9E7D1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230CA-D811-438F-AFFB-EA9C1214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21F93-3539-4F8B-95BE-B46C732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122A2-623B-4934-AA96-3A2AA0A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 재실행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061EA-469A-49AD-9537-F0F0FEC5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C7A12-D120-4571-ADC6-83829E9E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01_architecture.json</a:t>
            </a:r>
          </a:p>
        </p:txBody>
      </p:sp>
    </p:spTree>
    <p:extLst>
      <p:ext uri="{BB962C8B-B14F-4D97-AF65-F5344CB8AC3E}">
        <p14:creationId xmlns:p14="http://schemas.microsoft.com/office/powerpoint/2010/main" val="17455886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368845-2580-4EDB-9913-0E7959B6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4E9C2-D427-4B44-B5B3-5F62E279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Router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8D69C-55E2-4BBB-8AEA-53C414E4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A97F2-A3D7-4FF4-B88C-D54E3AF8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60385-6577-492D-A6BB-099C9CDB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26D64-7026-4BF5-AF02-F864C6D4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897F4-A755-454F-B383-849F0F84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E6586-BE5B-4580-9326-5DE2994A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853D5-DC31-4D29-8181-70A758EE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68FBF-17A4-493C-B551-4AE6E6D4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31DB0-55BB-4028-B577-E475C10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C2C31-5C87-460D-ACB5-05470550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E6EA6-D6CC-4A0C-AF75-1A28219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C36FB-7180-42DA-B2E3-F739A00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8212F-9C66-49B7-92DB-DE78135E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 유형·선택 방식·선택 이유가 함께 반환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CFAE4-C655-479E-A794-7ED368B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D1CCD-375A-4A34-981F-551E1716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085B3-3E84-47B3-B21A-83274D4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0F4A0-E6F9-438F-8A64-6669297A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52416-A47B-4332-8015-4CEA4940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71CB2-5B21-4518-AD73-C666EE98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없는 외부 행동은 EXTERNAL_ACTION_HUMAN_APPROVAL_REQUIRED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ADA4B-7515-4E7E-B3FA-92B6647F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15736-5E78-424F-9CDE-90B1EC6B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C783D-8399-4DB1-AE82-9F8EBF7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E5F9A-6984-4418-BF99-865941FB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D7B4C-D7E7-45BF-B9C3-904B41D8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062D4-29F4-4BA4-A02F-C90C181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저장·발송 요청은 Human Review 대기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83B9A-8021-4BDE-8B21-865D72E8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FB05A-054D-4CF3-86A3-7934D05F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대기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1F28D-E16E-4FEA-BD22-728DF256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FBBF4-3911-405A-BC8F-7BBB3B9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E4ECF5-4A30-4D26-A8FE-17395EC6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A726F-1771-42D4-8EA1-609701BC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01_architecture.json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75603B-33BC-413E-8313-69BFF755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9F4B8D-E7D8-43BF-8B01-942E4A38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16195796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541C6-B9BA-4DA1-AD9A-E704CC1E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7EE1F-655E-4EA4-ABE4-75DE091E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Router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13AED-211E-46A7-A69E-9B387429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B1534-8984-4D2C-ABFA-821B7B7D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90E43-27E9-427D-9701-454D5C69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E6AB5-4D0D-446C-8F57-1B01818C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345C8-33AE-4FAB-9F06-91CD159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618A8-9FE4-4F2F-A674-30533C03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 문장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8B89B-02C7-4351-B584-E2D34BD2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DF6F9-1C54-4701-B221-C2353CB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1356D-B681-4502-976F-9E51A305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 규칙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DF4FF-1730-4328-8229-DEB8AFA4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168D7-FBE8-4EA7-B38C-E80EA134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8245F-7D4A-45A0-89E8-46C939FD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이름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48751-0C20-41C2-87CA-4E4DC2B4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E56A8-EBD5-45DA-8F96-BD05F14B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63627-990C-471B-90B4-5C32DEC0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검토</a:t>
            </a:r>
          </a:p>
        </p:txBody>
      </p:sp>
    </p:spTree>
    <p:extLst>
      <p:ext uri="{BB962C8B-B14F-4D97-AF65-F5344CB8AC3E}">
        <p14:creationId xmlns:p14="http://schemas.microsoft.com/office/powerpoint/2010/main" val="7494275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B857A9-4B0A-48D4-AB39-3E09649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B3FC0-C204-45DF-BE8D-829A6DEA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Router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00B1A-2438-4D21-BF47-69199ADE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F4261-1F89-4FDF-A390-60939A8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1521F-AFFC-4053-88D0-2760E53E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389E8-8ED6-4BCC-BF5D-83716467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4C03E-2060-4AF0-B8C0-58BE7D1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1AD41-CCE7-4761-8510-37ECF66B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BFD4A-B1A6-4F55-B52B-FCE94127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F796C-6ABA-4593-91E9-FCE43186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0F05E-F0B9-44A5-9211-351BE308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1D6C1-7D9D-4D35-B947-A9B5ECA6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683F0-D06D-4680-BFB8-6888D91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99E2F-91FE-4FEC-A8CF-72EDF200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DF064-2E0C-45F7-8C8E-A7349AFB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반복 업무의 LLM·Workflow·Agent 분류표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91BD4-5F6B-44D5-85A5-956F23EA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1BF07-D738-4853-B32F-0A1F92E7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수작업 시간·오류·승인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63EEB-2617-486B-9D93-3C8CA5E0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961E0-0E83-4D7F-8AD1-703412F9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4D312-DE98-4A1D-8C58-81B9DF65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B36E0-1EE0-4E9C-BD45-F345AD57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이유와 Guardrail이 있는 Architecture README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B3F07-C4B5-482B-AB85-F17F893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C20F6-8460-4AEF-81FC-65F611B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문제·Code·Test·실행 화면</a:t>
            </a:r>
          </a:p>
        </p:txBody>
      </p:sp>
    </p:spTree>
    <p:extLst>
      <p:ext uri="{BB962C8B-B14F-4D97-AF65-F5344CB8AC3E}">
        <p14:creationId xmlns:p14="http://schemas.microsoft.com/office/powerpoint/2010/main" val="2643864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ADF14-BFCC-487F-A19A-7FC6BE74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EAE70-BF6A-442F-9680-256DF960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8FE7B-E698-405E-9A9C-5BACD095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CA9CE-20E5-4EF0-A323-25BF598B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DA238-14A2-47D1-824D-269B2EDF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A9C20-081A-42EE-BC72-DBB2AD2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74DCC-BB74-4260-8E4F-C8E07C3C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00C61-C0BE-4078-986B-A3909C82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1차시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A324B-6594-491D-920A-2009B28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B6641-BE6D-41FC-A32A-1441D096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B0811-775B-4A51-A854-8EB1755A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rule_router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A82F2-7901-4F41-9401-5D2D7F0D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8D339-8D24-4E71-AA97-3EB61823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10C93-CE66-427B-9E7E-2568F554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· 요청 유형·선택 방식·선택 이유가 함께 반환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8DC6B-270B-49DA-9D86-286CE28D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6AA07-6AE0-4098-87E6-E4395A23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FBD2F-2B77-41CB-BC5E-9191B0D6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세 요청 유형 Router의 최소 구조</a:t>
            </a:r>
          </a:p>
        </p:txBody>
      </p:sp>
    </p:spTree>
    <p:extLst>
      <p:ext uri="{BB962C8B-B14F-4D97-AF65-F5344CB8AC3E}">
        <p14:creationId xmlns:p14="http://schemas.microsoft.com/office/powerpoint/2010/main" val="15334937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8A8C1-5E11-4979-983F-55B4E9C7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6C56D-D92B-48C7-996B-20DD98E2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789CF-8341-4E62-B009-D158D691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24568-77DC-460C-887F-1A50F97A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6D995-3A04-4189-8142-8F928679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ED8F1-4CD9-4BE4-837B-8C91C9E6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04DCF-E5B4-44C2-BC47-21AB371F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A8E4A-CCF0-4C49-B053-B1D4F4C0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실행 방식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C9604-4631-4213-9158-B0AA216C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7272F-1FE8-45C1-8290-7934F337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3F09B-973D-4455-BAF8-28D65C4A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Router Test 통과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2703F-962C-4739-B801-7DC6A418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F34CE-4E1E-49D1-9F1B-5A2E518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013CB-CC38-472A-B580-E47E410A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7C265-ED39-4D3A-9EDC-962B03D1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BAA08-813B-4839-B813-78027957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Input Route · STT</a:t>
            </a:r>
          </a:p>
        </p:txBody>
      </p:sp>
    </p:spTree>
    <p:extLst>
      <p:ext uri="{BB962C8B-B14F-4D97-AF65-F5344CB8AC3E}">
        <p14:creationId xmlns:p14="http://schemas.microsoft.com/office/powerpoint/2010/main" val="19580017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25ED1-D4EA-45EA-9FDB-41055DF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AC86E-B98C-42FC-8D94-1FB71AA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2차시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B5111-AEF0-4F9F-BE3E-40FD2500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09:50-10:40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AE24B-9A57-47B1-B4F6-13973053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Input Route · STT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BC801-EA0E-483D-94E5-B21A299F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Google Meet TXT · ClovaNote TXT · Audio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9E2D2-407B-4706-9E68-36407D08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06B14-6137-4744-9FAD-608A2839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4171C-7CA6-4069-B0D6-141CEC6E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1DCBD-E4C3-4180-A7B5-8DB3B0A4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10-20분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A1C25-76B0-4A95-941B-8BD564AA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78CAA-7101-43BE-AFB6-FE011454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20-45분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799CF-2692-49E9-A718-716B3017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3BFF4-079D-4065-A54F-21CDBAFD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45-50분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7B37C-3D83-4B7A-81B6-98CFF58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9F49A-80B8-49B1-9565-A2A017C0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02_inputs.json</a:t>
            </a:r>
          </a:p>
        </p:txBody>
      </p:sp>
    </p:spTree>
    <p:extLst>
      <p:ext uri="{BB962C8B-B14F-4D97-AF65-F5344CB8AC3E}">
        <p14:creationId xmlns:p14="http://schemas.microsoft.com/office/powerpoint/2010/main" val="6869196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5C0BC-EAE0-4DD7-AC66-E6D951F9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30756-5278-428D-8841-071F215C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입력과 공통 Format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E2591-8AF3-4674-9E5D-5D1AFE59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D7881-C2E3-4338-B4F0-503005DB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23711-FF5A-4774-BEB7-9585C66D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F957F-03B6-4A16-B1FA-B5DAF3D8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이미 존재하는 전사는 그대로 사용하고, 녹음 파일에만 STT를 적용하는 입력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37D6D-27D2-404B-95CF-67377172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23693-32AE-4B1B-8484-06BF77AB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FD371-C1CB-40DD-A81B-1067F6D1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이미 있는 텍스트를 다시 STT하면 느리고 화자 정보도 잃는다.</a:t>
            </a:r>
          </a:p>
        </p:txBody>
      </p:sp>
    </p:spTree>
    <p:extLst>
      <p:ext uri="{BB962C8B-B14F-4D97-AF65-F5344CB8AC3E}">
        <p14:creationId xmlns:p14="http://schemas.microsoft.com/office/powerpoint/2010/main" val="6724044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22A6C-D433-41A2-B083-F554DDB3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798AC-8CF6-4F77-9166-58AEF04B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텍스트 우선, 음성만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F681E-5CAA-4402-853D-84CDD204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80F1D-04B7-438D-BA0B-DD43811B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E20F4-576A-4A23-B6A7-1A9A0E0A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81882-F4C8-4388-B786-F6D5E183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4F1F2-D4D7-47A3-9C71-7E51E4A5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F8E50-34D0-4667-9016-76226535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0630D-E503-464E-8BA3-353FB72F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71F69-F347-4E86-B37A-8ED26A98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AEE14-F074-4352-B766-42370184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667A3-6393-4E62-9343-ED1D6AC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62A8A-6FAA-4FBB-BA8B-1B209602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6BE60-71F1-4EFB-93D2-269C9A3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AF5FC-1E94-498D-BC73-DFACD424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 TXT·ClovaNote TXT·음성을 같은 입력 규격으로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42B67-AD94-4F83-986C-8DFEA4D2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FAC4E-6882-4A3C-82C9-3D94BC96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normalize_source()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2065A-85A2-4DE8-A51B-188A6B12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92E58-1480-4B79-BC0B-A84BAB64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 Envelope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159A2-23E9-4C02-9ACA-A442F46D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02C57-C212-43A6-A03B-FEAB23B8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출처·발화 ID·시간·화자·STT 정보를 묶은 공통 그릇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7F70F-0D92-492F-8F23-A9C7CB36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4D03D-D149-4323-A157-30D3E797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adapt_audio_stt()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229A8-BE56-48F9-A8E7-55D7EC74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C81D8-16E8-4EBD-B6B5-C6555A3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Reviewed Fixture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FDC1A-5456-4CA6-9654-1574A72C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FB5E1-B474-4055-9B6B-32F6246A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음성과 전사를 미리 맞춰 본 기본 재현 경로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B07FC-0195-4127-AE40-4E295DC6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20FF6-7FE4-47F8-AAA2-FEF2AA6A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SourceInput.source_mode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1E28D-2E21-483A-BC6F-3138E97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18778A-6682-4F9B-B789-079A285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Opt-in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8C7F7B-30AE-4336-B7A9-BC95C8AC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609B4E-2BB2-4065-A3EF-46EEBB6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사용자가 켰을 때만 실제 faster-whisper를 실행하는 선택 경로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77EB09-9A0D-43D9-99EF-C157D94F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C891E6-88F1-4B64-B50D-67A15474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TranscriptEnvelope</a:t>
            </a:r>
          </a:p>
        </p:txBody>
      </p:sp>
    </p:spTree>
    <p:extLst>
      <p:ext uri="{BB962C8B-B14F-4D97-AF65-F5344CB8AC3E}">
        <p14:creationId xmlns:p14="http://schemas.microsoft.com/office/powerpoint/2010/main" val="14649051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D75BB-4635-4083-AFD9-34D91DDF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0F430-5253-42BA-9E3B-6EDC3083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Meet·ClovaNote·Audio Input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89510-EF01-4FCA-9C2A-498A0046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2B346-D587-4B53-862A-AC073367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EE5B7-6ECD-4D43-A38E-7A9C0D1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BB42E-6A2A-410C-8638-526F28C7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46DC4-E223-4B5F-BCB9-F7E01D2E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C68F6-49FC-4912-8804-3462ED14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15080-59BB-47F8-92B2-1CE21AB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5B954-7358-44A0-9260-B4ABE4EA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8B4C0-8BC1-4DAA-96D1-6D5801A3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9DBF1-10EF-4600-8236-3CE784BE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17326-CE15-4C40-9EBD-DFEE5E10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007C8-20DC-45B7-8467-46D13443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1923B-6ABE-4BBB-BBB6-A0F90439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TXT 파서 또는 검토 fixture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BB518-D49F-4BB7-8FE0-3CBFDB0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95BBD-9139-4EBB-9EA8-32E4E58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586C0-FEFD-4837-972E-2DCD0992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live STT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43B03-596A-4B40-A016-5D2075FC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5CCF8-B93B-4588-B3DF-111D8BFA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42B94-4FBE-4DBA-AE9E-A4E83B3F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출처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3C0D3-7437-4F35-ABD3-38E1A763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7096A-9EF4-4A34-8C66-54DE946A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B9D95-3E52-4810-87D0-F949F7E9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공통 계약 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85979-3384-4232-ADC7-B7520119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02_inputs.json</a:t>
            </a:r>
          </a:p>
        </p:txBody>
      </p:sp>
    </p:spTree>
    <p:extLst>
      <p:ext uri="{BB962C8B-B14F-4D97-AF65-F5344CB8AC3E}">
        <p14:creationId xmlns:p14="http://schemas.microsoft.com/office/powerpoint/2010/main" val="16056113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2291CB-6515-459E-82B4-74B61F77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B4D61-2BDF-4CB7-BE5E-721A6E6A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유형별 처리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B3EAA-668D-4E09-A6FC-31C5E2C8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7CF3D-0917-4E71-89BB-BB640D7A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0D00A-7C09-47DA-81AA-B6E0F2B0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37AE3-5F49-4790-A6C1-4DCD371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0C048-A36A-41CA-853E-BCDA44F1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F914E-9A58-48E6-971F-FE1EE57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43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BAF96-6D6D-4D5E-952A-54734FD7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42411-B2F6-4EC2-9EEB-B75526B0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6BA85-76E8-4B19-BE13-6A3CFE47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E798F-3787-43A3-8EE9-E65063AA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14482-4F53-47B7-8B77-14440E1B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 전사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169E7-158F-4F0F-A84B-771A79E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94521-13BC-48B9-81C6-C443596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TXT Parser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7A9B2-E0A7-49E9-A581-F130BBE9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C6699-8785-4194-B8D5-F7C31F46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화자·시간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5ACDE-A034-463B-971B-FB218648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B48D8-8637-431E-8180-411FD665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ClovaNote 내보내기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54223-4728-4DFB-87E8-02F9A182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F5990-BF86-4E22-90AC-C937628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TXT Adapter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095E8-A587-49B8-B325-40DE18D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4972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BF37C-BDD0-4214-BBC0-A6DE0364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참석자 번호 매핑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732F9-23C9-4FA3-A927-F04E60E5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71C91-F0CB-4FB7-A76C-C3548159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녹음 파일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B5E90-67D2-4B0D-AF09-6246CA70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E935DA-CDF0-4A93-B2DE-1F16E62D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96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STT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D2B5B-8CBC-4357-ACAC-6671F027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FB996-F050-4F02-B681-D16E5069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Timestamp Segment 생성</a:t>
            </a:r>
          </a:p>
        </p:txBody>
      </p:sp>
    </p:spTree>
    <p:extLst>
      <p:ext uri="{BB962C8B-B14F-4D97-AF65-F5344CB8AC3E}">
        <p14:creationId xmlns:p14="http://schemas.microsoft.com/office/powerpoint/2010/main" val="6291691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16CFFB-91D2-40BE-B14A-950BA966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F4226-678E-4669-82C4-21CF6A5A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C8261-4356-4028-960B-47F05E5F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A454C-2347-4B54-A661-B52453C5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1953A-6E7C-4D91-9E16-025CE1EF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D362F-C3FE-4BA4-9655-2569A0ED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B3D32-F74C-48F0-8717-B990096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908E9-2A2B-42FF-AA46-650FD9DD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C2B3C-86FC-43E0-B816-854762A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5ACDC-B9DE-462B-8D89-E05A270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BC6F5-0C3C-4C3D-BC20-7FCBF004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0DBA7-EAB6-4D2D-B77C-C6A7B0F4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BB818-B7A1-4730-AAB4-E2F68FB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data/day2_public_audio/sources.json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7A983-898F-4D32-BD03-49236AA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E21AA-6057-4227-85CE-ED0D881A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6413F-011D-447A-B3D8-FCC33BB5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DDC17-E18E-4B19-8FDB-7C8A3051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meeting_ko_ccby_excerpt_10m.mp3 · Sample 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25025-5FD8-4C91-BA88-9BACB0E0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93C53-BE84-4B46-A8FF-97E75B22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2F809-2A9C-41A6-A60E-B300BED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21E5B-FA85-41C7-8D31-3615A55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scripts/day2_public_audio.py · Notebook 2차시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1CD3C-6E4B-4ED5-AA4C-231771A9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9C96C-6657-4BBF-B7EC-B7A51018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C6EE0-25C1-4506-9BD2-7679729B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E48C6-A101-43CE-AC40-627661DF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-k 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7BE31-D71C-45C1-8CB6-C23A1336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1F22A5-0082-4F7B-B759-905559AA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ffmpeg · ffprobe 설치 확인   ·   공개 10분 MP3 또는 비식별 Sample WAV   ·   텍스트 편집기 · Notebook 2차시 Cell</a:t>
            </a:r>
          </a:p>
        </p:txBody>
      </p:sp>
    </p:spTree>
    <p:extLst>
      <p:ext uri="{BB962C8B-B14F-4D97-AF65-F5344CB8AC3E}">
        <p14:creationId xmlns:p14="http://schemas.microsoft.com/office/powerpoint/2010/main" val="6912202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784D5-9C5E-4B2D-99A4-39D55724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F4512-7380-42DC-AB8C-44E56840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Adapter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CEDC8-BC74-4CDC-885D-E1479B8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5B554-18C3-4524-B4DB-26454A17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7431F-2410-4F25-80BE-DD693DED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16353-79C8-48BE-91AD-51DF937B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6769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81B59-42F9-4B50-875E-872F5443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51816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FASTER_WHISPER_LIVE_OPT_IN=1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# 공개 음성 75초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"status": "SUCCESS",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"faster-whisper",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"small",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"duration_seconds": 75.0,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"segment_count": 13,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"first_segment_id": "s01",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"word_timestamps": true,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"transcript_substituted": false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C35AF-AB33-4577-9BCA-CE8CBC4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1152A-4228-4E62-BDCC-9F57A556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46F57-8A27-4EEF-AFE2-C4337B15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76400"/>
            <a:ext cx="240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AB473-9BF6-4F23-930A-E12AED2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사용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CBD48-AE16-4D79-84F0-A4FA0164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2362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1867C-DA56-44E8-B830-1C7D47F3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05050"/>
            <a:ext cx="209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Reviewed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797FA-60FC-46C8-8039-C746F44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86699-88DC-45E8-8738-AF897B1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 Run All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Network 0회 · 재현 우선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13DA3-23C9-461C-9E56-6AFEC50A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05200"/>
            <a:ext cx="2362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3109F-B929-4169-9343-0F0A8823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19500"/>
            <a:ext cx="209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faster-whisper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703C0-CF05-4BE5-91F2-590AAEDD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05200"/>
            <a:ext cx="2400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2AD53-93A8-45F2-865F-02E4FD05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명시적 Opt-in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음질·오인식 검토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04A71-FE77-41FF-8366-E0B3FF87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5300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첫 문장의 오인식 가능성도 성공 결과에 포함해 사람이 확인</a:t>
            </a:r>
          </a:p>
        </p:txBody>
      </p:sp>
    </p:spTree>
    <p:extLst>
      <p:ext uri="{BB962C8B-B14F-4D97-AF65-F5344CB8AC3E}">
        <p14:creationId xmlns:p14="http://schemas.microsoft.com/office/powerpoint/2010/main" val="78783469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2303C-569D-4D81-B753-3518292F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B2019-CB26-4628-8CE5-D02C1270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08E5A-1CCF-478A-81D8-59ADA9FF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5B77D-1DC8-4DD8-B91B-086C69DF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68322-3EB7-4F02-B76A-1B5F74A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13FC3-6060-4E34-8AEC-E9B6911E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B7BBA-BD48-4CCF-9366-7CC1EB1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DD516-9E4A-4AB2-8D37-1DB235B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meeting_ko_ccby_excerpt_10m.mp3 · Sample 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AE450-324B-47CF-AB11-43EDA70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07AB9-950B-4AC5-BB10-3773A71A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FCABA-A756-491A-9A0C-8A72FD6F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scripts/day2_public_audio.py resolve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772B3-5E09-490E-B17A-9CD79465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8A1C1-9ACF-4C6B-91DE-66E51BBE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80F5E-69B9-4F2B-B28A-E0E9175A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입력의 출처 유형과 발화 구간 ID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855EE-929A-48B9-A1F2-0BE7EAEC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CEA4D-5AAF-4D41-9B4D-9321AC85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89012-1297-46C9-B2A7-0F2266ED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실패 시 다른 음성의 전사로 대체 없음</a:t>
            </a:r>
          </a:p>
        </p:txBody>
      </p:sp>
    </p:spTree>
    <p:extLst>
      <p:ext uri="{BB962C8B-B14F-4D97-AF65-F5344CB8AC3E}">
        <p14:creationId xmlns:p14="http://schemas.microsoft.com/office/powerpoint/2010/main" val="38797673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819A3-E4B1-47FD-9E74-A0FE5C77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93B04-0256-4CB9-B9F6-E06F7954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1E382-FF6C-4D1F-B1F8-00F50100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9ACF0-C839-44F3-A7E0-FEDD719D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934BE-0AD4-4771-B247-5AB248B6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0812C-16CB-46BE-BA8C-7A963D55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26DFE-3C07-481F-957E-FF99AA7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2CE2B-73DB-4784-86F5-4A51FB9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three_source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source_mode_mixing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C2BDB-80D0-4045-A181-EFCD3BAF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8CF5A-7952-4D93-862F-3E5CABF5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F1CD3-3ECB-4789-971E-BEBCC0AD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FCAB9-6083-4A78-9486-0E400CE0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FB48C-194E-4E2E-8EC6-F86A880D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88DD8-6E35-4550-86B0-18355EC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4C5F6-9477-4832-B767-55E55F34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76782-0BED-4956-A396-84AB4615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47070-B14B-4530-8392-D977521A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E125B-0623-4BB8-84EE-A4C9D724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0BEB2-5E87-47A1-8779-822CA890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74887-69E7-40D0-A63D-8DD80138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</p:txBody>
      </p:sp>
    </p:spTree>
    <p:extLst>
      <p:ext uri="{BB962C8B-B14F-4D97-AF65-F5344CB8AC3E}">
        <p14:creationId xmlns:p14="http://schemas.microsoft.com/office/powerpoint/2010/main" val="18547770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A5EA1-255A-4915-B057-C20AEE6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0AF9E-F5DC-450E-819C-6783868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7B715-9765-452F-A7F5-230D546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C6DC6-D6F2-4191-B51F-742E1FCC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87923-00E0-4F59-B1BC-D894D22E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0DCEE-999D-4425-B645-23F50516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911AE-65EA-4A40-A56E-C5F39E84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"run_all_lane": "reviewed transcript fixture",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"source_mode_count": 3,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"live_stt_status": "SUCCESS",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"live_model": "faster-whisper small",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"live_segments_75s": 13,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"transcript_substituted":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BC32B-6488-4BDD-A4A5-95185C6F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B234E-3138-4930-A5C4-FDD7A122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0ABA6-E0E8-4916-8601-8AF14B1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46821-A78E-40CB-84AB-F917DA9F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source_mode_count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61DCE-8FD0-4278-BF30-60CCE4A1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02C80-251C-4507-938D-35B2547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4EFE3-92D7-45C3-AD12-6246BD8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segment_ids_preserved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6C4D8-C72B-40C1-80A1-44BE624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74479-8693-4B50-BE0A-E44A7D0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AE0FC-70C6-4AF6-AFF6-DE9C9823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stt_metadata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17A88-4A4E-4B62-9635-80A5C73F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CE70C-46F3-4B7B-AE95-147769DA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3E2CA-42AD-4B07-9ECD-EBB108D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mixed_input_error</a:t>
            </a:r>
          </a:p>
        </p:txBody>
      </p:sp>
    </p:spTree>
    <p:extLst>
      <p:ext uri="{BB962C8B-B14F-4D97-AF65-F5344CB8AC3E}">
        <p14:creationId xmlns:p14="http://schemas.microsoft.com/office/powerpoint/2010/main" val="5588517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228AA-A0F5-41A5-8E26-0220A383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E6C73-2EAB-481C-9312-5FB38697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B0AF1-ABFC-4A54-8867-FB2C8B9A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E7F5E-F81F-49C7-8132-EECF8355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79040-E522-4309-91C0-78BF6C12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9661F-1160-4C61-8135-94B25DA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AA202-A572-4D6C-8273-7D38B35E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A3807-A33B-4D4C-A732-13807E1A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기본: 검토 완료 Fixture / 선택: 실제 Local STT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fixture_lane = {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"label": "Reviewed Transcript Fixture",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"live_stt": False,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"silent_substitution": False,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live_stt = run_optional_local_stt_smoke(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resolved_public_audio,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workspace_root=ROOT,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live_opt_in=os.getenv(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"FASTER_WHISPER_LIVE_OPT_IN", "0") == "1",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fixture_lane["silent_substitution"] is False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live_stt["transcript_substituted"] is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3122D-C155-4DAE-94FA-AF98C9BA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save_json("02_inputs.json", input_result)</a:t>
            </a:r>
          </a:p>
        </p:txBody>
      </p:sp>
    </p:spTree>
    <p:extLst>
      <p:ext uri="{BB962C8B-B14F-4D97-AF65-F5344CB8AC3E}">
        <p14:creationId xmlns:p14="http://schemas.microsoft.com/office/powerpoint/2010/main" val="212766499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65E4B-D25B-4F5D-8F93-40226600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D2CA7-9D32-42C7-B370-69D88B8A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Input Adapter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7FE9E-D91B-4859-97D9-758CCDCC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0DF79-E624-4742-9004-4FFDC642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3262D-1E72-41C9-9809-1BBC09EB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99C89-9375-4DC9-BA35-3688043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130E1-9140-450D-85B4-4A69B2DD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15F12-4C22-4E49-A52D-F23C9CD5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368D1-61AF-40E5-A8FA-837EFB5E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A1015-F77F-411A-844A-D0F689B7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5A02F-3166-44DA-8708-5145261B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B66B4-F3C2-4704-9766-0DF97D7D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09531-BC78-4A49-8D9E-12D1D4BB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세 입력 Adapter의 공통 TranscriptEnvelope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51165-39BC-486B-825F-3C333EEB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96D99-D8DE-4F1F-B758-632E6210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40046-553B-479C-A744-EA7ECAB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0FE87-82E9-4FEE-9EF6-C03315AC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Input Adapter·Test·비식별 Fixture만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D5299-D312-4A6A-9F63-04C17DF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64002-F72B-4BAD-9926-67EFBFE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7051F-CD06-4508-9148-7B1AB1F6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53427-C815-4E4F-AD8A-AE78ACC2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빈 TXT·손상 음성·입력 혼합·무음 대체 금지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4BBC2-053E-450D-B0E3-93249929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D4C32-B797-48D5-8BC0-75F57EB8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4D4D4-6746-42FF-94B7-D9F87B99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C5774-8976-42A9-A7F4-DD193E3C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다른 회의 전사 대체·외부 API 자동 실행</a:t>
            </a:r>
          </a:p>
        </p:txBody>
      </p:sp>
    </p:spTree>
    <p:extLst>
      <p:ext uri="{BB962C8B-B14F-4D97-AF65-F5344CB8AC3E}">
        <p14:creationId xmlns:p14="http://schemas.microsoft.com/office/powerpoint/2010/main" val="209695904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E9E49-0F43-49F2-9BC9-4D187C1F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C5DE4-6481-4974-A6CC-95C52A9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8B138-54F4-411B-A1AE-3552D43A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5B268-40B5-4CC4-9F58-AA8B8F84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1DE8C-3AE4-4003-88F5-3ED6C689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91466-D987-4127-8378-2BF42916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568F4-3029-4B29-B404-450E5ECB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F2900-A142-41FB-9238-38A0D371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scripts/day2_public_audio.py · Notebook 2차시의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380B3-579A-4B4E-8C11-0A79FC8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47BA1-7656-41BF-B806-8A918737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810C6-19FB-4328-8E94-EE4F61B1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Adapter의 공통 TranscriptEnvelope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01D58-39D9-4A59-B66D-F82EA837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097E5-5C90-4C61-8F73-D99F2046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86EDA-66C8-4861-9D45-E75AAC21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three_source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source_mode_mixing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E04AA-AB5F-4160-9744-F334E178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672BA-086D-4FA2-B468-C197DAB0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90BB0-9F48-47D6-9B41-1370089D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mixed_input_error</a:t>
            </a:r>
          </a:p>
        </p:txBody>
      </p:sp>
    </p:spTree>
    <p:extLst>
      <p:ext uri="{BB962C8B-B14F-4D97-AF65-F5344CB8AC3E}">
        <p14:creationId xmlns:p14="http://schemas.microsoft.com/office/powerpoint/2010/main" val="7055488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BA578-49EB-4F79-8824-EA8489C6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344F3-740B-4130-AFEE-F437DBE7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음성·Sample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3CF62-1CEF-4E2F-A122-C392C651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1F1CF-DF27-419B-AB79-933A395B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1E12C-BE98-452A-BF8B-DCB0535A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BF3C1-B8F0-436C-B25C-11A4AAAC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43B98-9332-425B-8523-8B90AEB3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EFED-8688-4CD0-A797-8AB6212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 Run All의 Reviewed Fixture Label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7B52D-3F47-475C-8A12-B1FDE884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A556B-2D98-48D6-ABA2-E9D4F90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F986B-FE6D-421C-8CE2-EA6B38C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10분 MP3 경로·SHA-256·출처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EE22E-3D20-44BF-8955-C2D85756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E56BD-FE1A-4D4E-93E1-E9B5D189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85886-AEE3-4665-A4B2-1E56886F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Demo: 75초 Live STT Segment·Timestamp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E734C-81ED-48C0-911A-EE23E1A7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97247-6DA5-4824-96DF-EF3B55E6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02_inputs.json</a:t>
            </a:r>
          </a:p>
        </p:txBody>
      </p:sp>
    </p:spTree>
    <p:extLst>
      <p:ext uri="{BB962C8B-B14F-4D97-AF65-F5344CB8AC3E}">
        <p14:creationId xmlns:p14="http://schemas.microsoft.com/office/powerpoint/2010/main" val="138227252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8E53E-EC06-4948-B0FF-97CE57A7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2AF84-83D9-4993-AC24-0187DA95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TranscriptEnvelope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05C84-AFD9-4C69-BBA0-63A9527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F5AE1-7894-4B2B-94E3-03552E35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D354D-E256-4E83-8500-179DDBB0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155B4-3C53-4B98-BF84-1380E881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335A9-A56B-4E89-96F1-33EDF230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48381-EAB4-4C67-8357-8341FCF5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2차시 Cell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738B7-13CC-4B68-A079-86FBB4D5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71132-A89D-407B-8533-6E78AA19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B6071-C68F-4210-A553-73EBAA57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입력의 source_mode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36274-63B1-42FE-A9AB-4554B1A2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CA8BF-F085-4BBD-A441-904868D4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5A6A3-08B0-4CFF-9FB8-0F3D1F2E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혼합 차단 Error Code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15B62-C124-466C-AEC0-3066C20D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913BE-21EA-455C-BF48-F5B303C3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02_inputs.json</a:t>
            </a:r>
          </a:p>
        </p:txBody>
      </p:sp>
    </p:spTree>
    <p:extLst>
      <p:ext uri="{BB962C8B-B14F-4D97-AF65-F5344CB8AC3E}">
        <p14:creationId xmlns:p14="http://schemas.microsoft.com/office/powerpoint/2010/main" val="18839521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C96B0E-6F6A-4605-909D-1A5518D1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37B7D-1646-4E29-AB4F-FC03BA4F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896E4-0896-4A61-B66A-F78408D2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2EB22-2D52-45CA-922C-DF42632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E3EA0-EDF0-4E71-9160-1A8AA864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DC3B4-CD98-47C0-999F-2DF6C906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D9BE7-318C-4D4B-81F3-3A097F31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52F13-371E-48B7-984F-C7DF65D6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5A862-BA97-4B85-9504-671BB5CE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91F83-F200-4AA2-B972-65D084B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633F5-E1EE-4C6F-B9F9-6CD7D5AB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F51AA-C9F7-49A5-ADF5-79ACBADF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46F61-F1A9-4682-B8E8-6263528F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5EC74-6D94-4334-B19C-18B0C38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B01F9-2617-409D-B8DA-B4805D0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입력의 출처 유형과 발화 구간 ID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20986-AF39-4DED-9741-7E3135BD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5BB00-A5B6-42E7-AD1E-4EF5A65D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4A984-A7DA-40F1-952A-913C2F5D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F95CB-1DA0-45F4-91FD-A54BC37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8BE3E-FFFE-41D3-A285-741FD12D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A4CC4-5B22-4BC4-9715-70CEB5F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실패 시 다른 음성의 전사로 대체 없음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43629-9EEF-44C0-B677-E7E82E09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00FC6-2AEE-46F7-A006-592ECFFF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E69B0-CC74-4947-91F3-91B8051A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CD505-C10F-4F6D-A008-E0FD4D71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B0A78-F6BA-48DB-A836-4495D84A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24D9A-6016-44FE-B982-EDE19A84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단계의 외부 서비스 호출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27E40-1CBB-47BC-816B-406AD06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0A163-9AA7-462B-AA41-1C8BF557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결과 생성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372CB2-D4F2-4907-B05D-2A3B43F3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F607DE-11D4-45AE-B55F-7D279D2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7CABDF-4B2B-405D-AC74-574B8D64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D61F97-41A9-4B30-8350-8A2EDD0C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02_inputs.json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1A88CF-BDAB-4191-891F-4831F529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4F9C22-00B4-41AA-B07C-84A936AB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146342525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0BA8A-D50D-45E8-B2A3-775B66CC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492FF-6DC2-4E10-83C5-3E0A6DF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52CB4-D5E0-481F-AB29-1DAD4523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F43ED-A8C1-4861-A0F8-0AC5588C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EB34D-1F1B-439C-A5AA-177A3875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6400F-BE2A-49D4-8617-2D1B6A7B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11A50-607E-454A-BD08-9CE131BA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3FB7A-CDA5-435A-BD4A-962E0280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확장자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C0045-38C3-4822-A20A-3810BFD2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3C091-6A7F-4D1A-88F0-826F6CC3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23D5F-6C0F-482F-A44D-87FB5CA1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ffmpeg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5B8EB-7CF0-41A0-AF31-8DC3FBA3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6F611-97DA-4CCB-879F-A75A71DF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9BE02-BFA8-4A47-863F-99FC1BF3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 Mode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E785D-8AE3-452D-8C19-1AD13F5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FB81F-3F39-46F6-AA44-AC1AF697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37E64-E313-4AAE-8277-93EE8B20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Sample 경로로 재시작</a:t>
            </a:r>
          </a:p>
        </p:txBody>
      </p:sp>
    </p:spTree>
    <p:extLst>
      <p:ext uri="{BB962C8B-B14F-4D97-AF65-F5344CB8AC3E}">
        <p14:creationId xmlns:p14="http://schemas.microsoft.com/office/powerpoint/2010/main" val="86115485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E331B-EDB6-47EE-AC8F-4F6C9A60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543CE-10B2-4242-A82E-F4DF1331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C39E4-8D5D-4CE8-9A32-73FCCCE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E9243-03DC-4908-9E8F-CA52E30B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9B68E-3A4F-4FDD-92A6-656390D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E2232-930A-434A-95E6-09583EDB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4EEC3-0FC8-4AD2-BC5F-86A083DA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2B91C-0694-4617-809C-EF4CCF1F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BE055-BC6A-4F3C-B0B3-43D75C7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4657E-69D1-4B6A-8847-F5D913A7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EFE5E-4588-44F4-8A28-6B43BB49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6417-D889-4D25-BB3A-BD85397C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7298C-F762-44B3-BC3B-6F8299FA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5AF6B-29F6-4320-8360-91B52227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1BDA8-1515-4983-9B6A-A705928E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Meet·ClovaNote·녹음의 단일 업로드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E1E73-946D-49A7-8710-E90E56D7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9AEA2-C3D7-453A-AE53-29410A69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수작업 시간·오류·승인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1E35A-3795-4C7B-AE69-3E88038F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8731E-14D7-43B0-80E3-BBFD3D2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1283F-7C4B-4447-AC95-10478C80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E584C-48BF-4F1D-A632-6A4FCFD7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Adapter와 Input Validation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28879-20E4-4FBE-88D3-E7FF291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527B9-FB05-43A6-9C56-7AE38B3E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문제·Code·Test·실행 화면</a:t>
            </a:r>
          </a:p>
        </p:txBody>
      </p:sp>
    </p:spTree>
    <p:extLst>
      <p:ext uri="{BB962C8B-B14F-4D97-AF65-F5344CB8AC3E}">
        <p14:creationId xmlns:p14="http://schemas.microsoft.com/office/powerpoint/2010/main" val="25246869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AB0A9-1681-452D-B654-66200321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599C8-A4ED-4E50-B8F9-2A7FBB73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145FA-DC4D-4267-90DE-EE108196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BAF59-4D0B-4EBD-A21C-B4446B1B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459A4-F353-4730-BD63-024AA46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10D40-D608-4954-948E-3562AB0A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0B5F8-260B-4DA9-B314-22176566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AF71E-2439-4774-8E62-1B658DC6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meeting_ko_ccby_excerpt_10m.mp3 · Sample 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FA253-01E2-4469-8A05-A7A47C1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77E3F-8740-4935-BF10-E3512D81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6DBCE-D50D-4E83-9443-70E949DC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three_source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source_mode_mixing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7012F-D262-4A43-BCF6-6312E4CF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6AA8A-1630-4A22-869D-00E7AF1E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54281-C9EC-4167-A2EE-D36DEAD1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· 각 입력의 출처 유형과 발화 구간 ID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41EF1-3B12-4A00-BA59-AE6A3282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E70C7-32D6-4790-BFA5-09F41B55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08EF1-24AE-4EA6-8D86-46D364AD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세 입력 Adapter의 공통 TranscriptEnvelope</a:t>
            </a:r>
          </a:p>
        </p:txBody>
      </p:sp>
    </p:spTree>
    <p:extLst>
      <p:ext uri="{BB962C8B-B14F-4D97-AF65-F5344CB8AC3E}">
        <p14:creationId xmlns:p14="http://schemas.microsoft.com/office/powerpoint/2010/main" val="24956784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D4FC4-CFA4-4CF2-8B7A-DC295900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90119-9ED7-4DBB-87E2-B0243062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BF8F0-8F74-435B-A4A1-84655B9D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56B29-4315-4560-BAA9-67F1FF71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4D6C0-C956-4CBE-B33A-9B7F0C8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7F0A4-499B-40B3-B7A1-55854BEC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A7793-B14A-4321-88B4-E94397F8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E05B1-DCDF-422E-9401-65A979A6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차이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40E39-393F-43AC-BFA8-8D266394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778EC-F147-4AAC-8BE1-7A5FAC4F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30E2B-F8E6-416F-832E-8BF5E2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9F8E8-AEA7-4071-838D-F97CC091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EA1E2-94E3-41EB-80AA-E2C298BE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D55E6-F154-45FC-9A3E-E112E6D4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D80FF-D481-4188-B994-D3ED93B2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69245-7787-46A1-A8C2-5A8C6D9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Domain Context · MCP Policy</a:t>
            </a:r>
          </a:p>
        </p:txBody>
      </p:sp>
    </p:spTree>
    <p:extLst>
      <p:ext uri="{BB962C8B-B14F-4D97-AF65-F5344CB8AC3E}">
        <p14:creationId xmlns:p14="http://schemas.microsoft.com/office/powerpoint/2010/main" val="21663618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493CB-3A6A-415B-B41B-BF3FABAF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4D961-E95A-4F08-B5C8-A89247C1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3차시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5B67A-5F45-4B26-A86C-5FE102BE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10:40-11:30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66EFC-A68D-4C0B-B778-3440F941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Domain Context · MCP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41215-F5BD-4F37-B55C-F04E4A0F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업무 용어 · 이전 결정 · Read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53784-5E83-4FD7-BAE2-D62E305E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6FBBD-0448-4706-8CBF-989C3A07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B0447-9699-4C6D-9EEE-45ADF6DB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C2911-0C94-42EF-B222-C78F974D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12-22분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4E25F-8FA1-4349-B612-1E7360BD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D427E-3FF2-407E-875A-6BEC5F2B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22-47분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8708B-6CFD-431E-81FA-CE7F251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723E9-2B77-4381-A580-B44662C2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47-50분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C88CF-494C-4638-84E7-DC5CF0FC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BC310-D58B-4D1C-9E7C-73752DC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03_domain_context.json</a:t>
            </a:r>
          </a:p>
        </p:txBody>
      </p:sp>
    </p:spTree>
    <p:extLst>
      <p:ext uri="{BB962C8B-B14F-4D97-AF65-F5344CB8AC3E}">
        <p14:creationId xmlns:p14="http://schemas.microsoft.com/office/powerpoint/2010/main" val="180971285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6E3F8-2990-417D-947E-F6C127A1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D7683-E0CA-4D74-8D09-5C43E81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업무 맥락과 검색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865EE-8E7A-4EC3-9F57-C3055EE3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69503-E876-4703-9685-A81A44E8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CA378-9BC7-48CE-9C26-E89E87AB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5EF34-4298-4518-A100-2AAB14DB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산업 용어와 이전 결정을 제공하되, 외부 도구는 필요한 범위만 읽는 정책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2A649-9B0C-4E6D-9ED5-15F73C4E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A3794-0F8E-4C68-A27D-86798E12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AC9D7-658A-433A-AE73-E1465813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Notion·Confluence·Slack을 많이 읽는 것과 필요한 근거를 잘 찾는 것은 다르다.</a:t>
            </a:r>
          </a:p>
        </p:txBody>
      </p:sp>
    </p:spTree>
    <p:extLst>
      <p:ext uri="{BB962C8B-B14F-4D97-AF65-F5344CB8AC3E}">
        <p14:creationId xmlns:p14="http://schemas.microsoft.com/office/powerpoint/2010/main" val="116237267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3A5674-EFE8-43BF-A246-D0210327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448D2-DBEE-4DAB-BAC1-612635FC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발화와 사전 맥락의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08BB0-4C0C-41D5-A875-7A585574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A8FD9-66E0-41A5-BE5A-77E8811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D4515-8AF0-4B92-BF87-B73800A2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DC535-6E17-44ED-BDDF-A78EBB6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3A70F-89DA-45C8-B03E-A2B9D24E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61B19-EAFF-4BFF-813B-75893731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87899-D2EA-46EB-A2B1-63F81586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8C452-98F4-4DA2-8BE4-68883FBA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576A-80C3-4E17-A80A-F27F185D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7D4E7-6B19-4B09-BE1F-EE82F4F9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B58D1-7473-4543-8251-F42DCA5A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CA244-A979-4482-8F1B-E1B93326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03305-85E0-432D-85BD-7858F737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AI가 허용된 외부 정보원·도구를 공통 방식으로 연결하는 규약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1D004-E6EE-4F48-8E4A-86F76BFC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62A30-3380-434E-9540-EBBE9C08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1F649-6264-41A5-BBB3-46C631EE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FFCB4-3A32-48D9-A673-D4B0D691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207BD-1472-4310-8716-6E4EFDDA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A62CF-4B5A-46D7-B8E8-3335BAE1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조회만 허용하고 문서 작성·메시지 발송은 막은 권한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5A53B-EDF7-41EB-A30E-99DCDEB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520B8-301F-4B83-BB8F-22FD1103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build_mcp_retrieval_plan()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939BB-52F4-4CF5-99BF-3CE9F070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1168E-E391-46D4-85E8-A7A4EEE7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FEF00-F3CE-449C-9045-4FF99918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8D88E-A640-45F8-B165-B0160A03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읽을 수 있는 Project·Page·Channel의 허용 범위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5119F-909D-4D0F-B396-11CB1AEF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4FC15-DDBA-4893-A77D-118E83B8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MCPRetrievalPolicy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EE4FB-49E4-4D88-9DF8-97E978D6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9311B-BBCE-4C2B-BD71-C22D04EB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PLAN_ONLY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B081A-19E1-4F8C-B97C-C5BE82A2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6B26A7-96D6-4322-85CE-F89DB077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Connector를 부르지 않고 승인용 실행 계획만 만든 상태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498631-E729-4EBD-B08D-3E4D8451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4B950-5EC0-4971-A829-F103D184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test_mcp_retrieval_plan_*</a:t>
            </a:r>
          </a:p>
        </p:txBody>
      </p:sp>
    </p:spTree>
    <p:extLst>
      <p:ext uri="{BB962C8B-B14F-4D97-AF65-F5344CB8AC3E}">
        <p14:creationId xmlns:p14="http://schemas.microsoft.com/office/powerpoint/2010/main" val="148921725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BAB0B-7505-4DDA-86A5-AFA1CDA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31957-F9D2-4A56-A790-646FD998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Read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A7683-2AE4-4AFE-857C-35DEA657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80C59-12A4-49CF-83AC-4E6813DB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64E93-982C-41AC-8EBA-BEF1FC9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8BCA6-D590-4161-B212-86B04420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A3D13-83E4-4C7A-8895-716364C6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382DD-0162-4ACB-894B-AF9471B6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BA653-B685-4D45-9D59-379EE028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576D4-8DC9-42C0-8DC6-B6671642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35BA6-FE1A-4492-9BD5-D37033E4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EEEF4-4E1B-4377-832A-ED1DFEF8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71683-9B02-47F1-B09F-E26D49D0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B1D5E-1E56-446B-AEC2-95C8A852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130DB-DD01-4EB4-BA86-30083187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최근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E0BFF-EBD3-45FB-8AE4-98448474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54D25-EEF0-462A-A9EE-4FFFE4CA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13347-23C2-44CA-ADB5-38D6DEA6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읽기 계획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5C0BC-CA2B-4506-BB5D-9BFC33EE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E632E-0D27-4FF6-864F-676F04E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4A9EE-C5E3-492B-88E8-FD8EADF0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수집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1F79C-EAFC-4C64-9CDE-84790435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F938F-991C-47EE-8693-27AC938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2FBD6-5E60-4AAA-8C98-B131A999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민감정보 제외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7845A-172A-487A-B634-50F3560B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03_domain_context.json</a:t>
            </a:r>
          </a:p>
        </p:txBody>
      </p:sp>
    </p:spTree>
    <p:extLst>
      <p:ext uri="{BB962C8B-B14F-4D97-AF65-F5344CB8AC3E}">
        <p14:creationId xmlns:p14="http://schemas.microsoft.com/office/powerpoint/2010/main" val="67167780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17EB6A-04E1-4DE3-9134-5F93477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F7CE7-88BB-4A1A-9E4D-B8628CB5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Connector별 허용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B252F-C734-4364-8EAC-0C53D94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856F8-3E3E-42F8-8F84-3E005777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5CDE7-6D40-4EC9-9D37-EC54FC51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E77C7-F25C-4CFF-95E7-4AEE4D5B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0A127-9AE5-486C-82AC-375F24D4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B4377-E4DB-4500-8F4B-9A5E406D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43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27685-E936-432D-B2BB-260F54D3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56FAA-1B2A-4056-864E-1B4EF6D0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534B2-C15B-4DAA-8F22-7E16EA8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028B3-56C0-474C-8DAC-54540021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D446E-05AB-48E4-A8CB-4C078C93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산업 용어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EBC1C-4EAA-489D-8E62-5FAD0446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8C186-3C47-46A7-9927-96EEBFE2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DD2D7-43F2-4E0B-AEE3-EB146FD0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01D5A-0E14-4595-A683-66120388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뜻과 사용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8715C-35D6-4FA6-AA51-82E7E3B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3538F-AA7A-47DE-AA80-FC6C309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이전 합의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D93EB-4A82-4F1C-997F-5876801A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12FAF-E9C2-4663-BC5E-9482E237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Prior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98C14-BB07-4A6E-BA36-2F95CFB9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4972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2BFE9-5567-475A-9C76-3D318038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발화와 별도 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42695-6E95-46FD-8F21-676801C4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24015-5753-4938-B47B-B75D2D83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자료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3DE9C-C5D0-4979-B9F9-7819049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34B5F5-095C-4D0A-AA6E-682626C5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96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Read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332F0-5C81-4044-A4E0-31EE1F91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6FA8B-31DF-478E-A307-C8FFCA13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기간·공간·개수 제한</a:t>
            </a:r>
          </a:p>
        </p:txBody>
      </p:sp>
    </p:spTree>
    <p:extLst>
      <p:ext uri="{BB962C8B-B14F-4D97-AF65-F5344CB8AC3E}">
        <p14:creationId xmlns:p14="http://schemas.microsoft.com/office/powerpoint/2010/main" val="122881752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EE16C-7BD7-4998-83AD-F752FF93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361A0-001C-4394-B17B-B2EEA0C0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Context·Policy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6CEE6-11C4-47C3-AAC9-3FD49BE6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B68BB-5838-4C03-B2C2-1B44C104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DABB6-010A-47F1-9BAE-F6162A72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58729-61D7-4D62-B09C-9CEC3B0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47AE6-8889-43E6-83F4-624F6734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F39AA-43E8-40EC-81FA-F49FE19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92BC9-A56E-48BF-9ECC-E2E4F7A6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69F1F-5404-4D19-873C-430AA5A9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EEFC2-A668-412E-9490-7ED8D39B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가이드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E8F29-DE9D-47ED-9EC3-1F0BBC70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EE0B3-45B3-4D25-B865-907FD893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materials/day2/Codex_Claude_대화_시나리오.md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6703C-FCC1-422B-A4FE-E866AC27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3D76D-70B6-452F-B5B7-E6B86D12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6B1DA-46E5-41F4-A23F-0C20197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54C80-BB3A-4624-B840-18570436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3차시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76A71-C6C7-46A6-A33C-8AD29621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DE5EC-45D4-45DA-BC09-20485FB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3AA32-8F13-413C-BB16-5B753036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428D5-A266-4CDC-840E-779B5B31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build_mcp_retrieval_plan()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7F786-DE18-41A8-9897-1548D4B6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FAD25-84CC-4926-843B-EDCF2E0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5F259-27A0-4BA1-B603-CA819F6D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F5DB5-FC65-4F86-83C9-B1388B3A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output/course-labs/day2-v2/03_domain_context.json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397DF-9BDA-49BD-B5A3-1157E97B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446867-F07D-4398-93F0-E17DE535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Notion·Slack 계정 불필요   ·   비식별 Context Sample   ·   Notebook 3차시 Cell</a:t>
            </a:r>
          </a:p>
        </p:txBody>
      </p:sp>
    </p:spTree>
    <p:extLst>
      <p:ext uri="{BB962C8B-B14F-4D97-AF65-F5344CB8AC3E}">
        <p14:creationId xmlns:p14="http://schemas.microsoft.com/office/powerpoint/2010/main" val="39724286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69A6B9-759A-44BA-A172-3A2CD066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B7F7A-E784-4475-B42C-E019B12A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Read-only MCP Plan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A3561-F2CD-4143-B935-F51172ED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200B2-F9AE-4852-A1ED-4BCC98E0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9463C-00A2-4EAB-8BD1-131BE323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A0790-B458-4F0D-88B6-67D98D77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AF4BF-3362-4178-B2FB-C76D21BD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Connector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19DCE-1554-4442-9BCE-D6BF8B7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668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1D2A9-00E1-46D7-8DBC-EC2BEEF4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8115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허용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59377-49AE-418A-A9DC-4667EBB7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668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D3B04-0944-455C-B537-EC71E364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2AAA6-9B45-4BEC-85BB-F55676D0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6685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80135-E44B-44EB-9182-21D458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81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50E8B-2BC5-47FE-91A6-CEB9209A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B1D12-9DC1-44B2-9840-1DBEBD60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6B906-2D72-4FFC-BE6C-CCAB5696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095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B7342-0DDC-4185-8BEC-13837646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95500"/>
            <a:ext cx="3829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최근 14일 · CX PoC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1F6EA-F1E2-404C-A68C-B6EE21B7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20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1DE48-A66E-4B27-8BCC-21B9B5A7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2305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PLAN_ONLY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50D09-18AC-497C-A212-1BD66CE1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81200"/>
            <a:ext cx="2019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0C5F4-C357-4E75-B595-A37D8807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95500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A49CD-07D2-4775-A0D0-7C82B89F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B92A9-124F-4D27-8CF7-7152F215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Confluence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4C0D4-7BCF-4201-AC81-EEB6A203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A4F41-2EBC-4FAF-86DF-819E722A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3829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CX PoC 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603989-9217-48D9-BA84-CFC02B80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813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A19A4-EA21-4054-95A8-A463EA6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2305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PLAN_ONLY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9EDB1-87DD-43E8-8D69-461E43D1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8135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5ED3A-7A66-444C-8D11-9D6C3D80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95650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404B11-F004-4A71-94CE-1946D9F2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50280F-8648-4F87-AAEF-36D9C32A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Slack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3BF10-1456-4A4E-BA32-CA78CA0F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4095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A03B0-5E5F-41AE-B1C6-29088DF8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95800"/>
            <a:ext cx="3829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#cx-poc Channel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B21912-ECE7-41DF-958D-05AACEDD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8150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15910B-A555-46AE-9FB9-5E34B8FF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95800"/>
            <a:ext cx="2305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PLAN_ONLY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F95F62-16F9-4E27-85C2-F3C938C4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81500"/>
            <a:ext cx="2019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7B68A4-9E17-4D5C-807D-43656041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95800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3479082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8F5A8-0035-4721-BB5A-CE447A8E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4ACC2-D421-43F6-8947-0E5EB402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40BBF-222C-406B-B9D1-855DB61D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1F70D-AE9A-4145-B467-423C3D2C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E3613-1D91-4BB8-9E8D-6AA54C90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042F0-A9D6-4ADD-AC53-27B2237A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241D3-F692-4595-A013-A68DCC0D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6F165-F59D-427C-804A-FB725CF9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3차시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F62F8-7DB3-4CD3-8932-B0ADD3F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2F75D-3001-4063-9613-14A350E0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FC3A7-B5BC-477D-B4B4-0C7A3DEE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jupyter lab materials/day2/day2_service_lab.ipynb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4582F-6FA9-42E4-9236-2E8CBAD5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96DC7-2D26-4450-8AA0-9DB79CB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2D338-122A-4634-B768-812995C1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Connector·기간·Scope·선택 이유를 가진 Read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06FF9-2558-459E-8F25-F27982C2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7E323-7F31-4F3F-95A3-1574958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4B905-7993-42B9-BCEC-5321FA7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범위를 벗어난 Channel·기간·고객 문서는 POLICY_BLOCKED</a:t>
            </a:r>
          </a:p>
        </p:txBody>
      </p:sp>
    </p:spTree>
    <p:extLst>
      <p:ext uri="{BB962C8B-B14F-4D97-AF65-F5344CB8AC3E}">
        <p14:creationId xmlns:p14="http://schemas.microsoft.com/office/powerpoint/2010/main" val="202234822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D8E7C-6898-41EC-B4EF-0BBD5BB8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50A6-DF62-4DCA-9E4D-90D27144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6EE56-A4EA-4169-A65D-14689772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E735D-D511-4AF6-992B-200924FC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DC8FD-C038-4F00-85C5-9749DEB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59514-F417-4442-AEDA-E9941698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32547-8F18-4200-9482-1DE57280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04BA3-1985-4AEB-823B-5729AF01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mcp_retrieval_plan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D863F-7A91-4A42-8360-22B63E22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BC2D9-F781-4AE3-ADD8-B720C938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8E391-76D9-4137-9003-75BAF29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45DDC-79F2-4DC6-80BE-8F49FCCA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22921-2133-457A-8772-1C19EB2B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BB5A7-3769-46A6-962F-2DAFAAB3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80E42-A3AF-4AB8-8A94-89DD8F2C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FF6EE-8A4B-4141-98B5-16BA4D0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778AA-CD34-4C85-80EA-39D6387C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D54AE-5BAA-478B-91E8-3588492B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99E1D-740C-472F-A74B-C280F756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86938-A606-46C9-A4BC-583B6088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context.json</a:t>
            </a:r>
          </a:p>
        </p:txBody>
      </p:sp>
    </p:spTree>
    <p:extLst>
      <p:ext uri="{BB962C8B-B14F-4D97-AF65-F5344CB8AC3E}">
        <p14:creationId xmlns:p14="http://schemas.microsoft.com/office/powerpoint/2010/main" val="122020671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3FEAB-6EBB-4265-8F91-DDCD1ED3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5F2C7-C73A-4583-9E94-3BD96DDF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6EEEF-1B4A-4700-B606-6C52FFC0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0DB4A-6541-4D2C-8FD8-E7A95A24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7F851-E7C4-4191-9D6D-17E13D06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753D3-BCC0-417E-8A35-C66A3030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0FF54-869B-4B81-865D-A8167B93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"status": "SIMULATED_POLICY_PLAN",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"connector_count": 3,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"lookback_days": 14,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"scope_allowlist":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"max_items": 5,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"executed": false,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43B7F-7F63-4047-94D4-B0130B62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72D26-D341-4B7A-8C34-DF112BDA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13202-D193-44F4-9B08-FABF8174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5E839-55E8-440A-8DCE-F3AC9E35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connector_count · lookback_days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5A668-8A17-4E65-9DF6-EC88FE37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DFAAC-F16B-4893-BBA3-EF347F5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F4A02-B9BA-4D93-928C-1D3272BF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scope_allowlist · max_items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9602A-2B25-43B7-AEA9-AFD98486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E7F3A-B3EB-4A04-8A0B-3AE3A13B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D1493-5340-44B0-ABC8-FCB46F50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executed=false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A15A0-FAA9-4BFB-BE3E-3E5E88B5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80D10-760E-44C6-B06A-C3ECBDDB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468F3-811E-453C-A1B9-9C22C30F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73596535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57A8A-ABC9-4B8F-BC29-7C680FF8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8266-DB0E-48A5-8C9F-EE97F3F2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80E11-BDE3-4BF5-9D64-514F7B1D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A34D0-3A07-4ADE-8828-9B667174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73F11-363F-46F5-871C-FD68F14D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0F7CF-7192-4180-9BF0-C0EC5AC2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052E2-87B9-440A-A9A0-8CBBE29D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C2BDB-24BC-46A6-B102-758B6416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policy = MCPRetrievalPolicy(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allowed_connectors=["notion"],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explicit_user_authorization=True,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lookback_days=14,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allowed_scopes={"notion": ["CX PoC"]},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max_items_per_connector=5,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context_result = build_mcp_retrieval_plan(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envelope=envelopes["google_meet_text"],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domain=domain_context, policy=policy,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context_result["executed"] is False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context_result["external_write"] is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3F06E-06D8-43C2-92CF-124DFF15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save_json("03_domain_context.json", context_result)</a:t>
            </a:r>
          </a:p>
        </p:txBody>
      </p:sp>
    </p:spTree>
    <p:extLst>
      <p:ext uri="{BB962C8B-B14F-4D97-AF65-F5344CB8AC3E}">
        <p14:creationId xmlns:p14="http://schemas.microsoft.com/office/powerpoint/2010/main" val="212152899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99892-F7F3-480A-A3D2-43C305DB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FA03C-28AA-47B0-B3AF-B65A4D29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MCP Policy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3FB69-5447-4273-BD00-492A26F4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94F0B-261F-49DA-931F-64905892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9F9B0-E850-4906-BB43-B28CD44E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09335-BE42-4B76-B336-70CB3837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673E0-8E91-415A-81F6-7A44DFE5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47F7E-C095-46D9-96FD-C949F57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EA92B-E87D-403C-8985-DB72A46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50F75-77F3-455F-9AAF-56B9ECB1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D20C4-B245-493B-8DF4-9BB83588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6921E-A15F-41A6-B3A7-3D167E77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F561E-42A5-4DA4-A078-16AB1415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필요한 회의 맥락만 찾는 Read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CADE3-EC2C-4F71-8F1B-5AC4ADF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4FD30-8143-464B-989D-5041715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B033D-EF0A-4847-994C-20F483F0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902C6-32A0-4BC1-965D-FE00D0BB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Read Plan·Policy Test·비식별 Fixture만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05213-7407-43BA-822F-1A8A65BE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0787D-15B4-447E-800E-56CB59F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E6FF7-8F0E-414E-BDBB-539FE1E2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5C8C8-FC16-46E0-BABB-02689463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Connector·14일·Scope·최대 5개·Write 차단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3E62D-4501-47A3-A185-739395C7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6337B-7CED-49C5-9EF7-904AA29F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2B4FC-3E6B-4337-8E85-8D02FEA9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DE4CF-00C0-4F06-9201-0D47B4C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실제 Connector 호출·Private DM·Write Tool</a:t>
            </a:r>
          </a:p>
        </p:txBody>
      </p:sp>
    </p:spTree>
    <p:extLst>
      <p:ext uri="{BB962C8B-B14F-4D97-AF65-F5344CB8AC3E}">
        <p14:creationId xmlns:p14="http://schemas.microsoft.com/office/powerpoint/2010/main" val="18553833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33D2B-F832-42A4-848D-3CED0EF0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0BA5C-5D3C-42EF-A452-DAD44130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304B3-95D1-4765-A377-D9F9D631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E0F96-B1EB-4473-9E75-41D35CFE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97047-79EB-4068-8557-A273A89A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6B7A5-8F9C-406A-9F01-6050636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EC2B9-8903-402E-A07D-D97987A7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EDA27-4B14-43A9-BEF2-397F12C2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build_mcp_retrieval_plan()의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30D03-F33C-4A92-8A18-16C55F56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83484-C37F-449F-903F-F0FDBAE2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B0AB9-6D2F-40B1-9626-2560C652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필요한 회의 맥락만 찾는 Read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E98D8-5AC0-4701-93BF-30EA8FB0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F8848-7A8B-45F7-A824-3934A4FF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7637D-DF3D-4786-91A5-A978F6F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mcp_retrieval_plan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69C05-5FF0-463F-9982-3B49B799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DC238-EB0C-459C-89E6-1B07308B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59344-193E-4402-974D-DD3A5C87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209335784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89B60-BEA9-40BB-9217-958DE2E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BF21C-6645-43F6-9B24-46462542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2B5FE-C888-43B7-8663-3433761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71206-0CE1-4C3F-B1C4-DD50E0FF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05314-541A-471E-A9BA-BC4A493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6BC01-1964-45CF-8C35-25190084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FE3F5-1C8E-4757-B2EF-169CD4CD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6B246-4F7A-4BAF-A098-F7D8633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자신의 산업·업무 목적 한 문단 작성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3A602-063F-43A7-910A-F1B85B69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7DB1E-F34A-4D86-9743-9E3C88F5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2A413-A852-46B7-8995-D3C41499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용어 3개와 이전 결정 2개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F9ECE-27F1-412A-9F12-B47F1DCF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BF917-99BA-4DAD-9C34-A87B3C9F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DE092-CABC-4D62-90C8-B17252F9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발화 근거와 사전 맥락의 표시 차이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8C6A6-E3F3-4189-971E-4E0D2E42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8643B-9DB2-45FC-B17C-F6BD06E1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03_domain_context.json</a:t>
            </a:r>
          </a:p>
        </p:txBody>
      </p:sp>
    </p:spTree>
    <p:extLst>
      <p:ext uri="{BB962C8B-B14F-4D97-AF65-F5344CB8AC3E}">
        <p14:creationId xmlns:p14="http://schemas.microsoft.com/office/powerpoint/2010/main" val="200955084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213CE-39B7-4066-B1EC-02321AFA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34019-DC8C-4E83-8930-DC7E150C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Read Plan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35C28-D95D-41EA-9BA2-DF2E7E03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60319-4659-4819-AE11-C9BA90A9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82A26-A7AB-4B3F-ABC3-D195B097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0DF5B-5399-4780-9524-98F6D5C1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BD502-53F3-4B23-8B1B-335E0645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425A0-838B-45CD-995D-075B5511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Connector와 14일 범위 설정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48300-0A3B-439D-BE93-5AC37B61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15C34-7FF5-4A29-9976-837E4FED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82580-A0B7-4B30-AE5F-30FCE387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Project·Channel 지정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F3772-209A-4EB7-991B-5120A1FC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BE38B-6895-4230-91EC-32C40761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574A8-77E6-449F-A215-B6E0226E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 Plan만 생성되고 실행되지 않음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B72B8-D6FF-4C41-9DED-D3555617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81253-D716-4651-840C-5EFEC0EF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03_domain_context.json</a:t>
            </a:r>
          </a:p>
        </p:txBody>
      </p:sp>
    </p:spTree>
    <p:extLst>
      <p:ext uri="{BB962C8B-B14F-4D97-AF65-F5344CB8AC3E}">
        <p14:creationId xmlns:p14="http://schemas.microsoft.com/office/powerpoint/2010/main" val="204427286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9ED877-BDA7-45D5-8387-AD5C2A8A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A9011-0BF3-44CF-B114-97EF846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B3372-3950-4428-B9DD-4A77F68A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1220C-CF0B-4D01-8BE5-A7DE97C0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20F2E-6FCE-4F69-B3CE-98424E61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2964E-0B42-4149-98CF-45101AC7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12FC8-4A3F-42EE-8E53-D6A9539C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84E84-EC5A-42B3-B5A8-8C8A6BDD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39E74-C8B1-4F00-898A-5D5D3969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CEAF3-7A0E-45AD-9DE4-7847C20D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E4747-2597-4024-A0C4-4B23D404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F9C40-D05C-4751-BE96-1FCDE43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5504C-B1BF-4A43-AF42-CA3464D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48B6E-0AB8-4451-9179-FDFE7247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94F2E-1E21-44A2-88EF-DC8BA886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Connector·기간·Scope·선택 이유를 가진 Read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1D443-A306-49F6-A97B-3D3E1E13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4EA01-F579-4807-B5FB-6C72304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8D8B5-46AF-4354-916B-FFC4FD3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667B6-71ED-41F2-A2DF-DDCFBEE5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9E9C3-8C93-4CB4-9A01-67831D0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66571-5502-4FE8-B0F8-A00F61E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범위를 벗어난 Channel·기간·고객 문서는 POLICY_BLOCKED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3A9CD-0069-4870-A42B-E4BAC532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0677B-131C-41C0-91A1-6F771F4D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B1C66-12C2-4E3B-B991-DA9B63C1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A4E0E-E14B-49B5-9ADE-693437DC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4FC34F-8B8D-4C9D-8A08-DCB4D6D6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C13D24-2317-4D4B-AA52-11C05C98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Connector 미실행 · Read Plan만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215CBB-289F-4E22-9892-987E4AC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14810-D863-4897-AD05-09152370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PLAN_ONLY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E0460-62D9-4209-84A0-01D5D3AE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C23C3-9B8A-42C7-AB51-714E83D7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A5435-D5BD-4285-B8A2-AFED86B4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A3DF4E-F4D7-45AC-8C70-7DDB251F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03_domain_context.json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679224-7C8E-42DC-A3C4-7F84F0D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C627F-9B5F-4BB5-8FBB-17A9FE6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89992587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47A38-201F-47CF-B203-875A2FDB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5F9EF-5120-4D0F-BE18-D33F7C6A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325E0-E8C6-40EA-8E21-D9FCDFF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5113B-8708-48B7-9673-3C288130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EBD8E-D853-41E4-9A4C-3903A332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FC586-E36E-44A7-9FB9-4E9234B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8FCE1-D86A-4A53-AD69-29261ED2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046DF-495C-4C4B-8A25-FFF2EEBA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승인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0FEF8-2232-46DB-9610-7DD1D484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F633D-8D74-4858-A602-6FBDA2F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FB5FE-CEED-4F1D-9A6F-CB827277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Connector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C7215-8FCE-495F-8BE7-0EEF30B7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34D96-7B39-45E3-AF53-52360474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20F61-7A6A-4068-91D7-45C761A6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기간 축소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19B8A-E72C-4DFA-890E-E28CEAFF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3D1AD-C83B-48DD-A4F9-DFE76F11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EEEE9-36E5-422E-B0CA-27B4A1CF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 재입력</a:t>
            </a:r>
          </a:p>
        </p:txBody>
      </p:sp>
    </p:spTree>
    <p:extLst>
      <p:ext uri="{BB962C8B-B14F-4D97-AF65-F5344CB8AC3E}">
        <p14:creationId xmlns:p14="http://schemas.microsoft.com/office/powerpoint/2010/main" val="117584258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90E57-CC41-4B11-8EA5-53EC2400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7FF7C-DC4C-4F9D-B6D9-823290D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 Policy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0D0CC-E2CD-48C1-A874-4E47264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FCE05-51C6-4551-8045-C1607457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ACDE0-B072-4460-BCE5-2D3B91F8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DD44C-403F-4590-B15C-CCED696E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9B32-1276-4458-BD1A-244F9B50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8BA00-44B2-4657-82F3-89A686E4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19BCB-3CD9-488B-84CB-471CEAF2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F2E70-62DF-450A-9B07-0655A08E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6718C-A27E-4B64-AABF-91671988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9F9F4-CFD9-459B-BEEE-64CB2D55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78DE2-5B90-4A9F-B596-BA8A2B3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C158D-D440-435E-892F-879A154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F0D21-CF1E-4045-9663-15DEA2B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 지식 검색 범위를 통제하는 회의 Assistant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3185A-1439-4EF1-B30F-5D30BCD8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B521E-5444-4702-9798-08BBBEFD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수작업 시간·오류·승인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08645-CCF1-4BB3-AF71-67B5CF5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A64F8-21CB-464D-BABD-0A656E79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32A3E-E8C6-43DF-9074-517D558E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6C338-A1A1-4B5F-BB01-DA0A7B9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Least Privilege가 반영된 MCP Policy Spec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3B3D5-2566-4261-85CB-BFC29710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524BB-D878-4B34-A802-70CF0083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문제·Code·Test·실행 화면</a:t>
            </a:r>
          </a:p>
        </p:txBody>
      </p:sp>
    </p:spTree>
    <p:extLst>
      <p:ext uri="{BB962C8B-B14F-4D97-AF65-F5344CB8AC3E}">
        <p14:creationId xmlns:p14="http://schemas.microsoft.com/office/powerpoint/2010/main" val="177408209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AB1BD-4979-4E58-9A29-A46AEDF6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829F4-CCEC-4D2E-8CE8-F455380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E9D70-1265-4F2C-96D9-7CDE9F54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35EAA-70BE-4DB2-99C4-430CEC30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1B434-4B01-4CC4-A6D5-5B179A09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1B955-9FFF-4E90-91B0-D36935B6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1AEB9-60A8-4E54-A1F2-6F6B4FCF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11576-8C18-44C9-A29D-85B56D6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3차시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059FB-5931-4603-8F92-31E180F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A1A40-175C-40B1-9458-807EAAA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61B20-A596-4466-AC55-1C17323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mcp_retrieval_plan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A12CE-1B30-453F-9131-945B16DD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B3D44-A012-4474-951D-F9FAE499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EA684-9E13-433A-9C8B-7BED63A9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· Connector·기간·Scope·선택 이유를 가진 Read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8623C-05AE-497C-BD4D-7532CD2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AB86F-AFD5-4AD3-B89D-ADE1EC8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C863B-AFD8-43A2-8358-F3795744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필요한 회의 맥락만 찾는 Read Plan</a:t>
            </a:r>
          </a:p>
        </p:txBody>
      </p:sp>
    </p:spTree>
    <p:extLst>
      <p:ext uri="{BB962C8B-B14F-4D97-AF65-F5344CB8AC3E}">
        <p14:creationId xmlns:p14="http://schemas.microsoft.com/office/powerpoint/2010/main" val="55189276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BF5AA-BCE1-4CD2-9786-56ECE5D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6F2E6-B54C-4EAA-98F8-35567288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97730-2491-4B59-867D-C86BF903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19E62-64FC-43FE-B441-FE6C5A9B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765BF-0BBE-4182-B976-1E42B7E4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8D000-8A1F-4455-A3A9-F021F2B0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3348C-ABE7-4EFB-8162-8D9F444E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EF6FA-F343-4F44-9EA2-7E821A1B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 작성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08C74-2A98-478A-A97B-0740DF50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ECE51-E3A3-4459-8EDF-FA2F321F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504C3-14F7-4400-BB26-B5D33AD9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 Plan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68698-7067-4317-9B04-39CC015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35EDB-0A47-4E15-A708-1C6BEFAB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EC171-1F0E-431E-808C-608A7F33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 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20FF7-C019-495B-B4B3-93A5CD9B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A0614-3129-4284-ACE0-D218E99C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MeetingRecord Schema</a:t>
            </a:r>
          </a:p>
        </p:txBody>
      </p:sp>
    </p:spTree>
    <p:extLst>
      <p:ext uri="{BB962C8B-B14F-4D97-AF65-F5344CB8AC3E}">
        <p14:creationId xmlns:p14="http://schemas.microsoft.com/office/powerpoint/2010/main" val="72920698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F0EF0-4315-452E-AF38-6713A449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D1544-9CEB-4E5F-8DD6-E45B362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4차시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5135B-30C4-4854-BB65-82F32CCB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13:00-13:50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DEA7D-24C0-454E-8570-32177C23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MeetingRecord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1319A-F4D6-4AA7-BAE1-4927F938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Summary · Perspectives · To Do · Insights ·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7619D-8E9B-4F99-A96D-822146B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C7B38-86E3-49CA-A71C-C221939E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1CD35-4BC1-4EC5-AC3A-75CDC7A2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1BDE4-48A0-4AC7-B023-908751D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10-20분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01A5F-9598-410E-85C9-ED2EAA67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C2A87-00C9-42B0-BC55-CB83ECCB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20-48분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1B48D-FA4D-4A0F-B789-1271A59B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100E5-DE9C-4F2D-8580-23D2D727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48-50분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2FB41-184E-4618-A491-10286C1B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1BBAA-F55F-4213-80A8-98E16EA4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04_meeting_record_contract.json</a:t>
            </a:r>
          </a:p>
        </p:txBody>
      </p:sp>
    </p:spTree>
    <p:extLst>
      <p:ext uri="{BB962C8B-B14F-4D97-AF65-F5344CB8AC3E}">
        <p14:creationId xmlns:p14="http://schemas.microsoft.com/office/powerpoint/2010/main" val="179753440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53938-C2C4-44DE-95A4-271999F6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A7524-44C1-4B89-86D7-A1709918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기록의 공통 결과 형식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2B5E6-6698-48A4-A08E-BB7CA07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B6478-E5C1-450F-A1F6-E441C91C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E1186-688D-43AA-B406-677209CA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DD205-605E-434C-A13C-87876422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요약·관점·할 일·인사이트를 원문 구간과 연결하는 재사용 가능한 결과 형식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B68D6-8AFB-49BF-AF48-1377BB33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CDE41-08E7-4222-B621-31332F2A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DBE81-E4A9-4CBF-80C0-11201074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담당자·기한·감정 상태를 추측하면 회의록이 아니라 조직 리스크가 된다.</a:t>
            </a:r>
          </a:p>
        </p:txBody>
      </p:sp>
    </p:spTree>
    <p:extLst>
      <p:ext uri="{BB962C8B-B14F-4D97-AF65-F5344CB8AC3E}">
        <p14:creationId xmlns:p14="http://schemas.microsoft.com/office/powerpoint/2010/main" val="183696648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27C966-B479-4C63-B172-7AF0CF8A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1F23-ED62-4FF9-A228-7DB9C7A1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 문장과 Structured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0D253-FE86-4A08-9FC5-BF61A03D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570A7-6612-4123-83CA-216558C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64E29-4841-4405-A577-C57F1D24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A31C3-185C-4CCE-A75B-324D127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EEECD-1D07-42FD-BB2D-E33B8D2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EC714-9147-4BA2-BA7A-0D199661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66D2D-47CC-40C9-8693-50B67385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5E6B0-7B5D-49A7-B75E-21CE84CD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4EC94-522D-4B7D-AB48-DB19612F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F1F98-3751-4677-900D-7CDA8495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00DE0-704A-4202-9454-9EC4CB1D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D31CC-C7DB-444B-962F-FD59CDB6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B86E6-4A29-433A-AC0F-0052DE3B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요약·관점·할 일·인사이트·근거를 묶은 최종 결과 규격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5AF59-6B16-4D48-956A-EABC6FB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69C8D-3BC7-42C3-852A-32577947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179EB-EDA9-40F6-9F3C-830AA07C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5B3A2-1B93-46C6-8287-B1B7AACE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TodoItem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69E32-B928-48B9-9797-41704214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74EED-7C69-4643-BC5F-D4E0682D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할 일·담당자·기한·근거 ID를 가진 실행 항목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3C957-04E4-481A-915B-CDDE13CA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007DC-BC62-475C-93FA-D05DA5EF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9BE0D-029C-4E38-84C7-81A999A5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9D36C-4A1E-4CFE-9A40-8023B71E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HorizonInsights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9C4F5-96F7-4762-AA9B-63E7095A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A07AB-C366-4B57-8340-A1526C40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단기·중기·장기 관점으로 나눈 회의 인사이트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FC356-C5D5-4030-824D-F7B10365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DE4679-E4CD-40BB-9E4A-9C146E4E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TodoItem · owner / due 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6AD6F5-903B-4438-A5D8-C39FEFB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59E204-6345-46FC-ACBE-919E3DB0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409C22-7621-43D2-AFCA-2248CA1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1A0F4D-54AB-4907-A82D-1B4F36BB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결과의 근거 ID가 실제 발화 Segment에 있는지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3A1581-3423-4AA3-89A6-CF35FD2E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3E107-B384-4272-965D-E4A5DF26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· well-being risks</a:t>
            </a:r>
          </a:p>
        </p:txBody>
      </p:sp>
    </p:spTree>
    <p:extLst>
      <p:ext uri="{BB962C8B-B14F-4D97-AF65-F5344CB8AC3E}">
        <p14:creationId xmlns:p14="http://schemas.microsoft.com/office/powerpoint/2010/main" val="106467032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CB372-3B09-4EBB-9D3F-61892E7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A4AA1-FD6E-4895-A5AA-BE958478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생성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26C97-FF38-4719-A1FF-8AAFCAA7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CEBA0-8716-413B-B6DA-311D050F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BAFE5-8DA1-4916-AC14-1112A5AB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12AAB-04A1-44BE-88F0-7D94577C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D9ABE-65E1-4552-8EAA-6DB495BD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F4DF9-C367-47B4-9D12-7589F04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FDC78-458C-48D7-A426-AEF889DB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0DB6A-B212-45D7-91FF-3888DDEE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EDEEC-4A62-4960-849C-D99A087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35D5E-F4A4-4E7E-B4AF-3AF21A99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목적·맥락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FDD6F-7047-4308-968B-AB68BFC3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D1375-F106-469C-879F-5D0CC495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665D1-F4E1-45B5-8836-14E4D5D5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발화자별 관점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E1489-477B-4ED2-85AD-42BD4304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7CBB9-DFB8-4D99-820C-D69480E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8B7EC-1FC2-4035-9258-F262467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결정·To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6327F-EE81-4AB8-B6D7-5813AB6D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155A1-70A3-4B32-9865-1BA30A7E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A5BE3-A895-4432-BFEA-749BA22C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단중장기 통찰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55EDC-AC22-46B7-8AE3-C2005E09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08DE0-2EE1-47C8-A3D0-3A07741A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98683-7060-4ACB-89A2-D050B0EC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evidence·null 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BE349-830A-40F4-A6D3-EA623076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04_meeting_record_contract.json</a:t>
            </a:r>
          </a:p>
        </p:txBody>
      </p:sp>
    </p:spTree>
    <p:extLst>
      <p:ext uri="{BB962C8B-B14F-4D97-AF65-F5344CB8AC3E}">
        <p14:creationId xmlns:p14="http://schemas.microsoft.com/office/powerpoint/2010/main" val="59337187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C4686-2E9A-4057-B872-D982E32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B5914-4F75-4614-B77C-B8785B5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Field별 작성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47E60-C8C9-4B74-828E-4ED2DC69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7AA9D-5EE7-42BD-9F0A-F9FD08B7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E73FD-5E8C-4CDB-B8A4-C3B265EB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FE3F4-FBFE-46D7-80F4-322200E7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8E74C-14E7-44F2-86BB-871DD083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84041-E33A-411D-877C-33CB0666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43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940D6-E8F7-41D6-A74D-B605C97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2D672-B983-4D88-9744-7D00061E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618BB-7DF0-4FD1-9382-431D7DD7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C7B9D-3709-47A9-A0C5-B7D48577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9CC83-D548-4CD6-99FE-86A78FBC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요약·결정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43E60-62C0-4E2F-9D9C-95E5587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47AE7-EB09-4E9B-8791-73C0967A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 근거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F5115-1672-49C5-909D-DEDA1ABC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F5DA1-207A-4E0A-ABDB-1EB10BD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evidence_ids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AB483-AB5B-46E7-87AD-516F87F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CF590-73B1-4183-8744-DCF84108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담당자·기한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14E75-2D82-4280-AE29-8ABF42B2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3FF79-3408-4211-9887-94C9038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추정 금지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7115B-8AFE-4D49-8752-78B67C90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4972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96626-1E63-4ECD-BC0B-B6B9BC32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모르면 null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90768-448C-44BD-98EF-17913084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11114-F37E-4F3C-A80E-084D6AEF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Well-being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09F75-1776-43C6-830F-6F1982FF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5DA1A-BDFA-43E1-AB54-3632F23E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96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진단 금지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5EABD-4DF4-4D9F-A9AC-688BE68D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547EA-1D54-4486-851E-0440A7CE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발화와 완화 방안</a:t>
            </a:r>
          </a:p>
        </p:txBody>
      </p:sp>
    </p:spTree>
    <p:extLst>
      <p:ext uri="{BB962C8B-B14F-4D97-AF65-F5344CB8AC3E}">
        <p14:creationId xmlns:p14="http://schemas.microsoft.com/office/powerpoint/2010/main" val="115411499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41D394-5D48-4811-942E-5B018332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1BF0C-ECF0-4BE9-8A4C-48269095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Schema·Validator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68C10-05F2-4527-882B-4FE83E6C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05D9C-F09F-49FB-A6D1-6EBA4374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8C30B-94BC-4095-9A70-5DFAB86A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4CB9A-10AC-4A24-BBC7-8ECB2C5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4D102-C32F-43B7-9A43-DC44F654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1F6CF-8BAD-4F01-B661-15204B1F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C88DB-FFD5-475C-AD69-17D18A4F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41328-2BAC-493B-9054-01B12A4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66884-6776-4887-899F-77558BAB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177D3-CACE-4DD9-940B-52A8D9BC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D98C2-9054-47E4-873F-A7919F99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· TodoItem · HorizonInsights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941CE-7FD3-4D18-B146-0AC6B73F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DC357-EBCC-4110-AC4E-75CD7354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7C431-2604-4967-9845-B83385D6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75DDE-D9B4-4CE3-9561-137FF9CF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4차시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51500-F01E-4673-A649-E9DFB2CB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9D16F-C8E6-435B-944D-331E15D1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B5669-EF37-40D1-8F28-DFF9F79E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83988-648D-4FF3-8FB1-CE646413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validate_record_evidence()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1FB62-431D-4668-8FA1-4BC1392B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DB6AF-6642-478A-9E2A-7A190749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30C17-3564-422F-9B4F-7E2AF0FF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6E7C2D-4937-4FE1-A231-83E819F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04_meeting_record_contract.json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6D4D2-8CBD-40C1-A623-62E0536A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F2EBA-2BFE-430A-9E80-8F29BC2B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Pydantic·LangGraph 설치   ·   Notebook 4차시 Cell   ·   세 입력 중 하나의 TranscriptEnvelope</a:t>
            </a:r>
          </a:p>
        </p:txBody>
      </p:sp>
    </p:spTree>
    <p:extLst>
      <p:ext uri="{BB962C8B-B14F-4D97-AF65-F5344CB8AC3E}">
        <p14:creationId xmlns:p14="http://schemas.microsoft.com/office/powerpoint/2010/main" val="18418761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77FE0-EE04-417B-BA04-13A07929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FEA41-1617-4DF4-A4CC-AFEEC9D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Validation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56E8D-87C6-4A30-818B-D6901C00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705B4-0A59-4606-9C31-2EDF2036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EE57B-3501-4067-8361-80102A86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2C02D-5126-42ED-8D8C-6151A554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FC367-CCFB-48DD-87BE-58912429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6769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"meeting_summary": "배송 지연 자동화 범위 합의",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"summary_evidence_ids": ["s003"],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"todos": [{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"owner": null,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"due_date": null,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"evidence_ids": ["s006"]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}],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"human_review_required":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9AEF7-8E79-4CA3-A95F-A929882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별도 오류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F650A-6F05-4A55-B214-131DC70B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4267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592EA-E6E2-4D9F-9E25-FFD07613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s999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206E5-73A3-4523-8B75-C2C36BA0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TODO_1_UNKNOWN_EVIDENCE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92A51-89FB-42A2-81EB-2CD52F3F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확인 원칙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70814-EEC9-42DB-85CB-6E13A02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4267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모르는 값은 null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사실 Field는 Segment ID 필수</a:t>
            </a:r>
          </a:p>
        </p:txBody>
      </p:sp>
    </p:spTree>
    <p:extLst>
      <p:ext uri="{BB962C8B-B14F-4D97-AF65-F5344CB8AC3E}">
        <p14:creationId xmlns:p14="http://schemas.microsoft.com/office/powerpoint/2010/main" val="153725956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5C322-9080-458F-8BC7-96976027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9958C-D452-4330-8720-06EBE899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0D76B-F7A4-4281-B966-CF144742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97929-ADF4-426B-9D25-796C97C4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47F53-C119-43E5-A3AE-AC55BFAF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6B503-D9A8-4B7D-AB8A-85FB40BC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FC2F8-A649-45CD-88BA-E82BD344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DCCC7-F4AF-4FC4-8393-CAE58BC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4차시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B2192-243C-4B3E-9E0A-694C6288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72EF8-83CE-4BBB-BC98-105541B6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F03EC-5FE1-4C1C-A526-742A7C6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jupyter lab materials/day2/day2_service_lab.ipynb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426E-5DA0-4499-9C89-1E74A14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F85C3-3FCB-40E3-A66C-25816A27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45655-0325-47DB-84E7-8FAD16C4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사실 Field가 실제 Segment ID와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00514-5DE1-4B0C-841D-0FDADAC1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B9E5B-A293-4CDF-B196-BF6389F8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FC448-F781-45DB-BFF6-3AEDA17B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없는 근거·임의 담당자·추가 Field는 Validation 실패</a:t>
            </a:r>
          </a:p>
        </p:txBody>
      </p:sp>
    </p:spTree>
    <p:extLst>
      <p:ext uri="{BB962C8B-B14F-4D97-AF65-F5344CB8AC3E}">
        <p14:creationId xmlns:p14="http://schemas.microsoft.com/office/powerpoint/2010/main" val="105340975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CE5E6-17B7-4ED6-8EAB-5139EAA6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DF115-3675-4D08-B964-A421D671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9E49D-5A20-4019-BBB3-95390B36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33DFF-02B6-4971-B67B-0210E12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BB19E-5A09-4E1E-B56C-E44D753D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06A40-B3C5-466F-96C2-53DF5706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E7809-463A-4F7B-9A91-D01EDAA1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9C177-D034-4293-A0A0-3E519149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meeting_record_matches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9E236-F503-466D-AAD8-D616B656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04359-5FCC-4DF3-A3C1-0B86F9C0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2EF05-4964-4561-AFEA-0F5B9973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08959-3C4F-4146-9B9C-C9FCEFA3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6E2CC-9C2F-4F12-899D-2E2A4E53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AE4B1-3999-42C4-A6A4-660F2996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AE562-1FB3-4B74-982E-F0FFFED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6EAE0-32C6-4965-880E-4A17B63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79126-9FE8-4CE6-9B25-4A7AFC21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66834-FDBB-4001-A9BC-9120116D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70282-41B3-44DF-99F6-10670ACA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735DC-5278-4634-AA25-D4FDC6E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04_meeting_record_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contract.json</a:t>
            </a:r>
          </a:p>
        </p:txBody>
      </p:sp>
    </p:spTree>
    <p:extLst>
      <p:ext uri="{BB962C8B-B14F-4D97-AF65-F5344CB8AC3E}">
        <p14:creationId xmlns:p14="http://schemas.microsoft.com/office/powerpoint/2010/main" val="179877942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F9D02-8F45-4C57-AE13-14FE0C45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0E54B-70E1-4506-B3D1-851DF111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8CA80-58BF-455F-8680-771AFC20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83E74-A20B-4AB0-B834-5A7318A0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B0050-3398-4EF4-943D-66134192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CD8AE-07C3-4676-8103-F598C78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BD196-937C-4888-8978-345A7C87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"schema": "MeetingRecord",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"field_count": 14,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"evidence_errors": [],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"human_review_required":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8BBD5-D091-49A6-AAFB-1E570E0F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DE8DD-BCFB-455E-823B-AE183D16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E63DA-BE94-4FD9-924F-60F6EA43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3FD24-9224-4040-B9AB-DC424F40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· field_count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D61E7-D3A6-46E3-A535-69E13515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519F2-C16D-451B-B962-F63B024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115C8-E361-4A54-B967-DB7538EF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evidence_errors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59F84-34FB-4ECC-8FE5-21CE5B31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E6476-D393-4B05-A883-B5229316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3B916-0A80-43D4-91F8-21755912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human_review_required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67059-0F3A-4A96-83FA-11A997F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3A498-A9D2-4380-9BC0-7D61B10B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B8F54-D423-4973-8430-1183302A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57489066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F714B-372F-492C-BF0F-1AD01475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101EC-8B34-47DD-9B67-1B3A9F95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88472-DC8E-4DE9-9B4D-59C23CCB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AF310-19E0-4488-8493-5D4385EB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509F4-42D4-4A3B-BF87-66243BEC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701BB-3F1D-42B6-818E-1B14AF63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F22BD-2117-47F6-9619-13F144AA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8548-4A67-41CB-B5D5-7E919565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run_meeting_workflow(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sources["google_meet_text"],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domain_context,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review_decision="approve",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retrieval_policy=retrieval_policy,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record = MeetingRecord.model_validate(result["record"])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envelope = TranscriptEnvelope.model_validate(result["envelope"])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errors = validate_record_evidence(record, envelope)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errors == []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record.external_write is False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record_contract_result = record.model_dump(mode="json")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B1420-8808-4399-98D5-21770B22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save_json("04_meeting_record_contract.json", record_contract_result)</a:t>
            </a:r>
          </a:p>
        </p:txBody>
      </p:sp>
    </p:spTree>
    <p:extLst>
      <p:ext uri="{BB962C8B-B14F-4D97-AF65-F5344CB8AC3E}">
        <p14:creationId xmlns:p14="http://schemas.microsoft.com/office/powerpoint/2010/main" val="160541435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4FF27-F98A-4038-9A41-29FA37B9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3FBA4-2A31-47F7-82A7-D6475F67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Schema와 Validator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F0E93-AFFC-417F-BFF0-7238939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906B4-5AAC-4B46-891D-7FA70A6A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D357E-78AD-44CE-B19B-D99933B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8531-A74A-49B9-9427-A20962F3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F603B-A73D-4C7C-87BF-FAB03EA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F8536-7010-4000-A64C-D578508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BAD2F-8165-4304-B65B-4EE44EB6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C1361-82AC-43C1-A456-87121ED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DD4B1-AA92-4C78-8220-6302165E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1DA2C-6EF8-4AF7-B982-CE6821A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4D7CB-C71F-4E40-AF74-DD5431A9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MeetingRecord Schema와 근거 Validator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ECD71-B815-4895-91D6-BA7409F7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FF8E1-4C9A-4A00-B607-5721DBF1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3A3F7-D610-4453-973F-65650DC0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1DF9B-ECF6-4ADE-9B77-8CC46F8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MeetingRecord·Validator·해당 Test만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065B8-B968-4277-841E-5F9E8B7D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F4E39-CA39-4945-B078-57A3A01D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89EEC-48E6-488A-B688-9CE5F00D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C550A-A2DA-4A2A-825A-ADA587E4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Unknown Evidence·임의 Owner·Extra Field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B16BF-7765-4E11-A672-62D6329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4CAD6-B357-435E-A4E5-78F8318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D5EF7-0340-44A2-B292-C8A6A44C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1BCBC-665D-4009-BC73-796E4115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임의 담당자·기한·개인 성향 추정</a:t>
            </a:r>
          </a:p>
        </p:txBody>
      </p:sp>
    </p:spTree>
    <p:extLst>
      <p:ext uri="{BB962C8B-B14F-4D97-AF65-F5344CB8AC3E}">
        <p14:creationId xmlns:p14="http://schemas.microsoft.com/office/powerpoint/2010/main" val="137241104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EBEC3-928D-49E5-8F4F-FF531A57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55FBF-46FB-4A88-952D-FE565B92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1B886-94F9-4C4D-8493-0E7BC13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9C7E4-BE20-4B96-AE64-47E8D85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A55C5-E46E-4478-AFB1-F7A89BE5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9212C-2E6D-49CD-BB25-CD20E233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DDF5A-48E9-4447-8613-EAC85274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D125B-F127-438C-BC2E-A2F9A914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validate_record_evidence()의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0B703-CCB8-454B-B7A4-A6483F26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B1974-8636-46D0-83BC-4E75AB61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44D79-F954-4FB8-A307-8A9A6656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Schema와 근거 Validator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4A008-6254-47E2-AC0E-9BF01DDF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4B9CA-20E8-42FF-81F0-55B3362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546E3-0058-4953-9685-03EA829E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meeting_record_matches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FFB5B-1EC4-48B4-9B45-2481BFA2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B2507-0264-41A0-BF73-0F6AEE07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677A5-243D-43D0-BC79-849E769D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72400635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75619-6784-448D-A4EE-C7C27102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5E959-78BB-422C-AA53-D33AAD57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FAA1F-4D47-4143-9E87-6536B48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57BDC-624A-494F-AFBE-71039B81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765DD-BF16-42B5-9A91-6DD021B0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2B360-9A58-4B96-BDCC-224375D1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C4DBB-77B4-4774-A51F-A188FE7A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7A6EC-DEA9-49D8-9B55-8E280C3A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4차시 Cell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78F81-BD61-46BE-9B2A-072EE5F3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9727E-457A-4E64-A1E7-C7A32144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D9730-3A42-4A18-B8BC-F6DDC4E4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 Field와 nullable Field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7323B-500B-4298-B607-D8309439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002C4-0E9E-4439-AABA-8624B92B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67903-1CB0-4527-A226-986CD8A8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MeetingRecord Sample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04F2D-05AB-4EED-8F27-D3A7F63B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70E50-4C84-4BD0-8175-E63FDD7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04_meeting_record_contract.json</a:t>
            </a:r>
          </a:p>
        </p:txBody>
      </p:sp>
    </p:spTree>
    <p:extLst>
      <p:ext uri="{BB962C8B-B14F-4D97-AF65-F5344CB8AC3E}">
        <p14:creationId xmlns:p14="http://schemas.microsoft.com/office/powerpoint/2010/main" val="10723952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0325E-98AE-47A0-B3A1-783BB5D8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EA18-7E4A-41C6-917C-035E5F8C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 근거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C09D1-9BD0-4E8A-AFFD-D4B61991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D0F6B-7A5B-4A33-858A-8A928A09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1D417-CF9B-4B3D-B63D-FA5CFEA4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19521-265E-4839-A57B-FCE5471E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F5BCC-3A0C-4171-981D-80772C31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A1855-9060-40BE-AF43-8F38353B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존재하지 않는 evidence id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D7D40-96E4-4917-B6EE-CD85FAFE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91E66-25A6-460B-B531-24E66246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56647-00E0-4C7B-9B32-DAF5254F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UNKNOWN_EVIDENCE Error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71D5D-AE26-4F9D-9E73-F40CBDA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B59FF-DF4B-4845-BC28-6E2452A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477FF-F1D6-4E0C-93B8-0839E556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담당자·기한 null 정책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25353-2C06-4FBA-B163-927292C0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3B9DA-1D65-46B4-8ECF-4BDFDCA7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04_meeting_record_contract.json</a:t>
            </a:r>
          </a:p>
        </p:txBody>
      </p:sp>
    </p:spTree>
    <p:extLst>
      <p:ext uri="{BB962C8B-B14F-4D97-AF65-F5344CB8AC3E}">
        <p14:creationId xmlns:p14="http://schemas.microsoft.com/office/powerpoint/2010/main" val="923807150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7F4E5B-315A-4696-B479-FBE7EBAB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07587-DA14-42C3-BF94-4C210D73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63E31-5BC1-4E50-9FB6-6FD11213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5C93D-3EB2-4CD4-9D00-FDD2929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30EFC-5FC1-4230-9EA4-D0881533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C0263-067E-4C83-A702-CC3811C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EEDE9-3473-4CE1-96FC-ABF1271C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FB6C9-9673-431C-BE7A-CB390928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665E5-EC34-407D-ACB2-2ED3DD68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2CCC3-353D-40ED-981E-600E521C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9F72A-039F-4BC9-A7B6-08E66C04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1CDCF-E729-4D1F-8093-83AAC52C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BB254-9FEE-4C4A-B0F5-5BBECA83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15F62-EB6E-4ED5-A990-8905B996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8420A-8C2E-4AFD-9868-B44D3F6D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사실 Field가 실제 Segment ID와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7D5F2-C54C-455C-9AB6-C229C110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5F8D0-ACE7-4F09-9443-0E1AE246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29039-FA82-4C5F-993D-90CD20A1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B8D26-990C-4569-B025-FE423016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BEC4C-8490-47F0-A82B-29A26BBE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6B171-B30A-40F4-B92A-BBE0E11E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없는 근거·임의 담당자·추가 Field는 Validation 실패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18CAA-ED96-42E8-AA71-91ADD3DF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024DB-F135-4963-B2DE-D47EB45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74735-5F4F-4D9B-B8E8-52E49120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5BB3E-9B44-4428-AB97-2E58A7A6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76FD7-0178-4A1D-992D-7DB932E5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C4EDB-3339-40DB-AB11-6F5CAEBC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검증된 MeetingRecord도 Local 결과로 유지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78919F-F197-439F-90D0-ACC992E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DA0E2-BAC7-4A68-A413-97511372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Validation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56957-2A39-4F1E-8CD3-FF7E4B56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150C4B-0FE0-4AD0-A276-71DF470C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75C854-C165-4F29-A136-64D7EBEF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5BC5E5-6D60-414A-9CC3-245B4481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04_meeting_record_contract.json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298A44-D968-4C8C-8634-968FA55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724BBA-46A1-4F2A-AF47-7152982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2112660632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32C1A-9F33-46E1-908A-58F7D25C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D0775-B6E2-45B2-8FB7-70CE916C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2D383-1159-4B2B-8A7D-263FCE0F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842F1-CC75-4FA9-AD72-72145599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C9824-99AD-4AB7-B45D-F555CB4E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FE70E-59D9-4A9B-9532-E6C755AD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F3839-BD42-48E4-BFEE-C668C528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A1E0C-BD7C-41FB-900B-14AB55AA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Error 위치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C06B1-0AC6-4CFD-9784-3ADF6909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67842-03B1-42DF-BADC-54A55785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5B26A-CE0D-4E3E-8EF1-C74DC7E3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ID 목록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BF776-EC1E-44A5-A26B-07EF0B13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76BF0-DD28-476C-AB8F-0CDEF6D8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B46F1-303D-46B0-891E-0F6CE141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nullable Field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9F10E-3D77-4ED9-8184-862AA5F2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832F6-8892-470F-A7A1-47FBBE43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0AA52-7D71-482C-9C00-6A87664C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재검증</a:t>
            </a:r>
          </a:p>
        </p:txBody>
      </p:sp>
    </p:spTree>
    <p:extLst>
      <p:ext uri="{BB962C8B-B14F-4D97-AF65-F5344CB8AC3E}">
        <p14:creationId xmlns:p14="http://schemas.microsoft.com/office/powerpoint/2010/main" val="27447262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BA8B9-5671-4A9C-92A5-8FE4130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F8963-9D54-4E1D-9C4C-3E1CFA91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A3C7B-D507-4943-95A8-7AB38CC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329F4-F81A-44E6-9CDD-AF003A47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F65FF-922E-48BB-8C5C-18C2277D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A6DF3-AF4B-42C0-B7F2-710F6BEF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4423A-828C-449B-B8FB-BB67BA20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DB0BB-F94C-4C34-BF6B-03A1B6CE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840E9-6DB4-4CA9-9D35-30CFAFFE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5CA97-DDFC-4CD5-8C85-6175BB7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00E85-6088-4589-AB70-341C332D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89C1E-A34B-41C5-8A57-2D164E6C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AE07A-1293-41A5-8994-831B9B2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D364E-6624-45CA-8210-6CE73603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407BE-122B-4F95-B004-8549DA98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도구가 달라도 같은 결과를 쓰는 Data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B7FE0-F357-4097-8195-C6E5B34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EA7CC-04D9-4DF4-8B77-5054B1F2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수작업 시간·오류·승인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F9E72-510F-4C58-8314-324456A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5C7DA-16D0-4693-97A2-F2268861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6BECC-D3A6-4BA1-B211-691F740E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C5DD5-2958-45FE-86C5-7226069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Structured Output·Evidence Validator 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F8034-6630-484F-B2DD-3C88D402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3537B-9520-4526-BE15-54C110FF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문제·Code·Test·실행 화면</a:t>
            </a:r>
          </a:p>
        </p:txBody>
      </p:sp>
    </p:spTree>
    <p:extLst>
      <p:ext uri="{BB962C8B-B14F-4D97-AF65-F5344CB8AC3E}">
        <p14:creationId xmlns:p14="http://schemas.microsoft.com/office/powerpoint/2010/main" val="205318763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120DA-C819-4A41-BE4F-AF17640D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84343-B074-4AB1-8929-1115A9E1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5D98C-4D38-4AC9-809B-0236060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B6032-DFA0-4CFB-9517-55C7DA04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09C04-2969-4DDA-82BF-E96BD3B9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C30FB-EF18-48C4-94C1-A943EC29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00860-B337-4716-87A8-116F2FCC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8884D-0EA7-44C6-833D-1D4AAB7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 · 4차시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AD2F6-3A68-4C54-B90A-092C1480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D2EFB-C968-4BA9-9C8D-1BB385D7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A68FF-A56D-4576-9583-C469B9FF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meeting_record_matches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AAFC3-096E-4FBE-891E-E10E158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A7856-6D6E-450B-8B70-79AA6F11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1CF5B-4968-4C62-A160-04D57A94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04_meeting_record_contract.json · 모든 사실 Field가 실제 Segment ID와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44A2F-178A-4166-BC78-296972FB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602A4-077B-462B-9032-7CD40B7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0A604-6449-488E-9B5F-283CA400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MeetingRecord Schema와 근거 Validator</a:t>
            </a:r>
          </a:p>
        </p:txBody>
      </p:sp>
    </p:spTree>
    <p:extLst>
      <p:ext uri="{BB962C8B-B14F-4D97-AF65-F5344CB8AC3E}">
        <p14:creationId xmlns:p14="http://schemas.microsoft.com/office/powerpoint/2010/main" val="1679193627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6A52B-F1C5-45DC-A889-C2A09BE5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7956C-1DDA-4C23-821E-C8EE7E32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0CA0B-DBEE-463E-BE9D-E8A2FFF2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B1ADD-02CE-4E34-96F4-C4642636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FB1A6-7BE8-4E73-ADCB-CAE62588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82958-662F-4948-891F-4672F103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36852-4F77-42AB-A689-3713A53E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0E41D-174B-439F-9DB8-B68D6765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 Field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D2818-8D30-452F-9828-E7CE77F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9183B-E78C-42A7-807E-B1D6D735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B9B99-8EBF-40EF-A499-41177BED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Sample Record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3A892-818A-4AC3-8A93-7E70B878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13772-53D1-45EC-A7E5-0BFEF335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33893-D1E6-4D3F-8699-60A387CB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오류 차단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5A9E6-14FF-4C65-802F-2E79EA8F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9831D-A275-4CCE-A858-799EBC8E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Coding Agent Patch</a:t>
            </a:r>
          </a:p>
        </p:txBody>
      </p:sp>
    </p:spTree>
    <p:extLst>
      <p:ext uri="{BB962C8B-B14F-4D97-AF65-F5344CB8AC3E}">
        <p14:creationId xmlns:p14="http://schemas.microsoft.com/office/powerpoint/2010/main" val="188948758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42A8B-60D1-41AC-8B6B-FF3E1A64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98F8B-1C07-4D6B-99D2-1D70DB95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5차시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A043C-D423-46E0-BC9F-9BD3F07B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13:50-14:40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55E43-4A1D-4755-954A-CB397A6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Coding Agent 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377FA-3BBC-4436-BC63-3C5A44EF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Scenario Tree · Task Spec · Test · Diff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293A2-3CD2-4BDD-9B3E-74B34AB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2E29C-E98F-406B-82E5-7C1C9A27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D2CBD-3A68-4200-A625-53CB2D1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E9547-4ADE-4FF8-8853-AA8AB029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10-20분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62804-BF4F-4E4A-AFD6-83D7F0E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A1FE9-7FFC-42EB-851A-163EB841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20-45분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4AF65-7694-42B0-8C34-3DB58C3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25678-1235-4643-A4B7-13C82A18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45-50분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CDAE8-38C2-4154-80BE-106889BD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AC66C-5A3A-47DA-82AA-0ADEEB39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05_codex_run.json</a:t>
            </a:r>
          </a:p>
        </p:txBody>
      </p:sp>
    </p:spTree>
    <p:extLst>
      <p:ext uri="{BB962C8B-B14F-4D97-AF65-F5344CB8AC3E}">
        <p14:creationId xmlns:p14="http://schemas.microsoft.com/office/powerpoint/2010/main" val="2006169541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F46CC-7185-4A8F-89F3-DA2FE027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CD7EB-13E6-48B5-98B6-28764712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Coding Agent와 작업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2D276-A814-488B-AADF-88DBC65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2176F-404D-44A7-BDCA-75F83DD9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2CF71-3D05-4A4D-9D44-1EF13629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A4BA0-FB88-4B42-85A3-7CF8B956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상위 모델에게 목표·허용 파일·Test·금지 행동을 함께 전달하는 개발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883C7-6619-4B24-8928-7D29B05A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7E759-8425-4D3C-A716-6D39A44F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1D1FE-2B35-4462-B873-AC5EC71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상위 모델은 설계 파트너이지 통제를 넘길 대상이 아니다.</a:t>
            </a:r>
          </a:p>
        </p:txBody>
      </p:sp>
    </p:spTree>
    <p:extLst>
      <p:ext uri="{BB962C8B-B14F-4D97-AF65-F5344CB8AC3E}">
        <p14:creationId xmlns:p14="http://schemas.microsoft.com/office/powerpoint/2010/main" val="2101351155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2A4B73-A508-4F03-80A6-62661C91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F7909-1849-4A7A-9285-7440285F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Scenario Tree ·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75161-F5DA-4DD8-AF80-F6219369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93D02-0C36-4C4D-B60D-64DCCB0A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AB729-79EB-4F72-93FD-43742BB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FD753-25C8-4B58-83EB-1BF123A9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E8CA4-CD18-48F5-8FBB-57E1AA01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5855A-BAF7-404C-A0A6-3CFEBBD2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8C670-C1D0-481B-9BD6-B4B4B3AD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D99B5-50FE-496A-9C6B-6CEC0674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E8058-200E-4057-B998-17A9481A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F095E-1532-461F-A46A-04F969A8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07E20-0E40-45AE-806C-7283421B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Scenario 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8F4E6-EBA1-480D-A88E-15B1A3FA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D306B-C08F-48C5-B779-6242B1E0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입력·목적·오류 조건에 따른 여러 경로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E2BDB-7536-4E2D-BCE9-C080BE5B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80376-CEE4-4579-AB71-66663EED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labs/day2/codex-task/TASK.md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3D67E-31C1-4A7D-9813-0E9BD2F2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B7B0A-231A-4C6C-8480-E9C799D1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BABA6-5F92-4593-88E7-BE44E41C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4E556-1139-44DD-876E-76EF143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Goal·Allowed·Test·Do not을 묶은 작업 계약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1EDBD-66E0-4F3F-91DB-20943E0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60BB2-B2BC-4EE1-890C-1F9500CF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A4057-6FB9-48D8-81C8-067317C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488AC-96B4-4E96-8FC3-46756006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F63B5-62E3-40D3-BA8E-10C89BF1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7CC71-02D7-4C4E-B3C2-95EF265A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 수정·Test·Review를 수행하는 Coding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EF5AF-E48F-48D2-B09F-55DABE9B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F232B-482A-4876-9485-BE52F3B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4CE6E-1E0E-48E5-BC8D-7BC53420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098B47-B6B8-4658-8E8A-64B6E61C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Independent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1B546-0BE8-49B0-A751-59753241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278F9C-41BE-46DA-B120-6814232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다른 Session의 누락·권한·Fallback 검토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F48CA0-2B61-4CFD-BD29-043EC4AC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7493E7-24A5-4437-94FA-6F6049B7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Cross-Review</a:t>
            </a:r>
          </a:p>
        </p:txBody>
      </p:sp>
    </p:spTree>
    <p:extLst>
      <p:ext uri="{BB962C8B-B14F-4D97-AF65-F5344CB8AC3E}">
        <p14:creationId xmlns:p14="http://schemas.microsoft.com/office/powerpoint/2010/main" val="40107167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FA0F4-46A1-478D-A468-BDF0D16E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86161-D57A-48DE-873B-18990A0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Harness 기반 개발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88F72-F828-4EA7-A8B1-9FA2683F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55863-7014-4D18-9E8A-63C4263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E55F6-1E23-49C3-ADEC-552D3CDF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F00EC-28CE-4C3D-9026-C85E32D0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59445-1C30-4023-9B4A-2191E3A0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7DA74-EFD2-417D-912D-1D1BD2EA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6A48C-55C8-4409-AE2D-D525E2A0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C357D-CDE0-44BA-9184-CDF8F0A7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3A8A3-1A03-4F6C-A55B-50EE6B3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4E46C-C110-4C78-A263-D4BDA296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시나리오 3개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4575D-2D35-4FE3-A778-90487F6C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FEB1A-E858-4369-BA19-6DD515F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6B6BB-4359-4345-BF41-46606507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7222C-9FAD-41DC-954A-E53EFD99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D55A8-3191-46C3-BE05-46F88CB4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A25A3-CFFA-48F9-BDBF-A3DF167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최소 diff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E73C5-2D2D-466A-AAA5-B31B6C0B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9CF52-E770-4698-8377-06EDA4EF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089D8-AB53-469B-A72C-37364597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독립 리뷰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A985C-0FB3-48DC-9E10-33959A8F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733C3-9B61-4229-9C18-F9F7F75F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C9DA2-3ECD-4B58-9D15-A798CFB0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merge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5DF4D-5B57-4D4E-BD84-BAB1C8EB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05_codex_run.json</a:t>
            </a:r>
          </a:p>
        </p:txBody>
      </p:sp>
    </p:spTree>
    <p:extLst>
      <p:ext uri="{BB962C8B-B14F-4D97-AF65-F5344CB8AC3E}">
        <p14:creationId xmlns:p14="http://schemas.microsoft.com/office/powerpoint/2010/main" val="158814781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01FB18-E293-4CE8-B6C8-81ED7C13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98230-7D22-41A0-9183-81A08226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대화형 요청과 Task Spec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EDFBC-3288-4FC2-ADEE-4AC04DCE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D33EB-D0F3-4EE9-AFBE-8676D01F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A9CA3-B2B8-4E9E-A474-255739DB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8B7B-12B2-4A30-95FA-7E55B27D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90258-C935-4344-BD47-F628C1E5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0E821-E0E9-44A7-8511-356098D9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43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136E4-6B50-48BC-A3AC-3D6C72FF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A104F-A636-485F-B82F-A37EE5A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803A4-ECFD-4F13-8DAF-E6DC5044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5F660-0801-4409-89EA-775FD9CD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3B913-1F34-4BE8-9405-A73433E8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 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64467-57BC-4112-95F5-6B96CBC0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EE33D-3FE1-4EEC-8917-F954A359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탐색·아이디어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F4C8E-E80D-4825-91BB-4AB84EDC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7C918-6B3B-477A-9631-FCAA3DDC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빠르지만 재현성 낮음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262E4-9CC4-4A20-817B-456DD08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4D58E-B1FA-49C1-AECE-E4B2B7D1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단계형 요청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B09F3-28AD-4A0C-BFAF-998FEE38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23196-FBDB-4E58-9044-927D0AF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설계→구현→Test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B656E-C429-46C1-9C52-762B78B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4972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81E1B-8E30-4782-902D-7C8126EC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중간 확인 용이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9AF66-F6DE-4D52-9F90-579F5417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94864-AA95-44D6-80AF-A97D4EF2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 Spec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9DD4D-A543-4A3B-A97C-7D3EB533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64B4B-B19C-4018-AD18-9A9D8436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96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목표·범위·Test·금지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9783E-6E6F-4566-BCAC-5720A65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5184E-639F-494D-88CC-3957E7FF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반복·Review 적합</a:t>
            </a:r>
          </a:p>
        </p:txBody>
      </p:sp>
    </p:spTree>
    <p:extLst>
      <p:ext uri="{BB962C8B-B14F-4D97-AF65-F5344CB8AC3E}">
        <p14:creationId xmlns:p14="http://schemas.microsoft.com/office/powerpoint/2010/main" val="132425396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829B3-7A08-43FB-99D8-EE8219E1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0FA32-5CAB-4575-8980-D9428EB9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Coding Agent 작업 파일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F091C-39E1-4D64-B4DF-C9D2C976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8F267-4925-4AA2-9C44-C2F1951A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1C3B4-D4A2-4D3D-84F2-EF80FF65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E8103-2DD4-4416-AB3D-3C0A365C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68647-BDEA-42E0-9580-222DB89B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8BA3B-B1AF-476E-9D0C-2754D1FB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E34BD-CF27-4F4E-81F6-0C7571E8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24292-570D-4772-B0DB-FA7A3161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03CA4-6A8E-4321-B449-D2B9B308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DAE12-6026-4C7B-A387-02B9B40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1A371-E742-4ADB-B377-A86F51E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labs/day2/codex-task/TASK.md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76B7F-3EAF-4D1F-8A4E-4A2EAC5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34F8A-597D-406C-A50A-F6822910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Starter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17D75-39FA-4796-992B-36EBD39E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5AC41-5DDE-459D-BD6D-109EB296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labs/day2/codex-task/starter/review_policy.py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2DC0F-73D1-4D0F-8EC2-13FA949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C5976-DA2C-42B9-A6B0-39C23118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E9C91-69BB-457C-8995-14BCC720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B88D0-D895-4692-9636-F462F851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labs/day2/codex-task/task_check.py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D6077-66FC-4EC7-B823-31A243A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BF94E-B257-44F4-84CC-2009B03C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67733-AA92-4F8C-894B-5E4B7A37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C5959-8361-471F-A426-49E8364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-- labs/day2/codex-task/starter/review_policy.py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99E9B-AFF5-4337-8CD9-2F17B7AF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38088-B721-4A61-A143-A1FD86B1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App 또는 CLI Login   ·   labs/day2/codex-task/TASK.md   ·   작업 전 git status · Starter 실패 확인</a:t>
            </a:r>
          </a:p>
        </p:txBody>
      </p:sp>
    </p:spTree>
    <p:extLst>
      <p:ext uri="{BB962C8B-B14F-4D97-AF65-F5344CB8AC3E}">
        <p14:creationId xmlns:p14="http://schemas.microsoft.com/office/powerpoint/2010/main" val="1655109860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14BBA-FC68-4A84-887B-6ABD8EA7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403DC-F8A5-4636-93F3-57264A00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진행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C0DAE-C0A8-404C-A022-8DF99FF7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7240B-8C14-447F-8890-722F299B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495CF-C44E-44E7-B1A5-0A44AFC5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563a871914b04"/>
          <a:stretch xmlns:a="http://schemas.openxmlformats.org/drawingml/2006/main"/>
        </p:blipFill>
        <p:spPr>
          <a:xfrm xmlns:a="http://schemas.openxmlformats.org/drawingml/2006/main">
            <a:off x="1695450" y="1296591"/>
            <a:ext cx="8801100" cy="49506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27250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16827-A8C2-4F21-9D46-8F244A6B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7AB7E-5CF8-4756-AAA4-054C9EC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Patch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C056-7509-4107-B090-DCA3AD02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2AE6B-F13E-4183-B09C-23F58FCD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063C4-134A-4C16-931A-4758D509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100B8-E30E-43B0-BE68-A1B64183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F6CED-4A8D-4510-BE5B-F75CD609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AF9E1-C84D-4D30-AE2F-861E78FB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labs/day2/codex-task/starter/review_policy.py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8ECBC-6874-434B-8BFC-934CE777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A2071-FAC6-4774-9601-CF1A381A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CACE5-2A6D-4563-8B8F-384FED9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labs/day2/codex-task/task_check.py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1BE56-44BC-49F8-9E4D-0B9F3BEF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BBF73-4832-4B14-A8AC-34DD3D6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2916B-2D17-4703-93C5-1A7F8BD4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네 Policy Case PASS와 external_write=false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6447C-DE17-4924-8D34-DD5C35A2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A84C4-08C8-41E7-A2DA-CA5AF5B3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EE1AE-ADF0-4FD2-9243-A71EED4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수정 전 email·Notion·evidence error Case는 의도적으로 FAIL</a:t>
            </a:r>
          </a:p>
        </p:txBody>
      </p:sp>
    </p:spTree>
    <p:extLst>
      <p:ext uri="{BB962C8B-B14F-4D97-AF65-F5344CB8AC3E}">
        <p14:creationId xmlns:p14="http://schemas.microsoft.com/office/powerpoint/2010/main" val="59630893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3B9A5-248D-4923-8C59-BA17B7D2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C97EA-C5E6-4B8D-A655-88125BE5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Patch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EC5F-8E84-4F6A-B8EC-76FBA86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FE7CF-4187-4759-8D05-F80F920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F3E5C-4E10-45B4-9CED-B6273D32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5704D-22CB-4456-A20B-AA90E9D5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DC56D-E380-487A-A54F-70D993D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6E40B-AB9F-45F9-BD72-6657217C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labs/day2/codex-task/task_check.py --report output/course-labs/day2-v2/student-run/05_codex_run.json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61CF1-98B9-40DB-88DD-9CCE921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7F3E6-AAE2-4F46-97AC-B4FE2CF7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E8DDE-1D0F-48C8-BFAB-2380F22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7F0BF-43D3-4509-89CE-ECB35344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00989-244D-4B6D-B402-4630BD26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351D3-4EB9-4258-BCCE-BB00949D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3AE37-CFD2-4A26-B57D-250D6AB9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11B3E-160A-4B1C-83BC-6BEDE535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B717D-122A-4024-A243-5DC0AF1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B7ED6-1216-42B5-BAA7-302DAD4B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CC445-5BF5-4BDE-A97D-654933C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9593A-F538-4166-8FE3-BE6A14C8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05_codex_run.json</a:t>
            </a:r>
          </a:p>
        </p:txBody>
      </p:sp>
    </p:spTree>
    <p:extLst>
      <p:ext uri="{BB962C8B-B14F-4D97-AF65-F5344CB8AC3E}">
        <p14:creationId xmlns:p14="http://schemas.microsoft.com/office/powerpoint/2010/main" val="103896818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B9D50-C7A9-4672-A46D-FBF9500B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E26D5-15DC-49C8-811D-A1DF6D32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Patch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A24DC-3143-4A77-BEA6-CA0C2E2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CD69D-5ABF-43C4-BF09-1DD90378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2052C-EEF6-490A-B1F9-25E724C8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C17BF-ED0B-475E-B2E6-BDACF21C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613D5-A0B7-4981-B033-46B083D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"task_status": "PASS",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"case_count": 4,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"all_cases_pass":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"external_action_review":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15703-2575-49EF-A22A-29E28AC5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5FED6-6193-4C7B-A2E0-7F16F975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6C478-A659-42B3-A8A3-4DF7DA81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BF3AE-3B6C-46CF-A446-A0C763B2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task_status=PASS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7C13B-072C-4262-AEA3-12AC5113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33C77-4338-4716-B54F-13EBAF5B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6DB4F-A44A-4B0D-88DD-3B7BE84E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case_count=4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D3A54-8D13-405D-B246-5CC5949C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55E67-F9AF-467C-B26B-C2087260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F65F1-F506-4FBD-A37D-DC4F86F3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external_action_review=true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37A7D-86D0-45D4-95C3-84276DE4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7E115-133D-4BE1-BCA2-8F45F8C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D3884-AB84-4CD9-90BA-C9A5C377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315522719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8EE8E-2D44-426C-BA4D-F90B2111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84440-9E5C-4FBF-9F8B-03E738FB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Patch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298FE-220B-42D0-838D-EFB55F5E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BF9B0-C45A-4925-8BB2-B0870686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25462-D518-4151-9580-DBDCB192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7F7A7-A2DA-41A7-859B-2D1953F9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B2F7A-430C-4AE0-9E95-C04ECB6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69A65-D166-46F8-8568-DD2A707D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Terminal · 수정 전 FAIL, Codex Patch 뒤 PASS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labs/day2/codex-task/task_check.py \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--report output/course-labs/day2-v2/\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student-run/05_codex_run.json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수정 허용 파일 1개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labs/day2/codex-task/starter/review_policy.py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사람 확인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labs/day2/codex-task/starter/review_policy.py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81E6C-8DEF-4628-8AD1-595C512F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student-run/05_codex_run.json</a:t>
            </a:r>
          </a:p>
        </p:txBody>
      </p:sp>
    </p:spTree>
    <p:extLst>
      <p:ext uri="{BB962C8B-B14F-4D97-AF65-F5344CB8AC3E}">
        <p14:creationId xmlns:p14="http://schemas.microsoft.com/office/powerpoint/2010/main" val="1940894975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BA97B-67A8-4806-80FF-F7ABDE32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0D6E4-27DE-4BA8-8798-45F967E5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Human Review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63DC8-86B0-4C03-B2EF-BE484733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78BB8-599C-44F7-BA66-C41D59FA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1B34F-2DA8-475F-A83D-19ECE4D8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E77B2-9546-4A27-A700-8E5446C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1F379-16D6-4913-99CA-CF68C0B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0AC3A-527A-449C-9131-2606CDB9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3B2B1-C416-4EA4-9533-51C198DD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AC8BF-466F-4B61-AF27-8A402712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277DE-DCE1-4C11-BBD3-4064B3C7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94DF2-3273-4A10-A153-4918F976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77B66-0656-4C6A-848B-07CE0770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requires_human_review Policy 완성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C6CA9-E590-4868-BE22-A4C411AF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1B638-EF2E-4489-959C-E2345058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39D42-BB12-4A30-9156-F330E20A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70EA9-0B4F-410D-B765-4C8213DA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starter/review_policy.py 한 파일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E51B9-BFA9-4E98-B767-602A7202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6A17B-29C6-4291-97AD-C946E6E7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91504-01B4-48C0-81A6-0AD081B7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EBE69-545B-4083-89A2-A129DD2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local draft·email·Notion·evidence error 4건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6D480-7836-4C18-9257-E56CE1A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1ECED-0CAD-4738-A061-815756DE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90BC1-844C-40FE-9955-D07A9BFE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580AD-4A7B-40AC-AA74-704E4AF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task_check·solution·.env·외부 서비스 변경</a:t>
            </a:r>
          </a:p>
        </p:txBody>
      </p:sp>
    </p:spTree>
    <p:extLst>
      <p:ext uri="{BB962C8B-B14F-4D97-AF65-F5344CB8AC3E}">
        <p14:creationId xmlns:p14="http://schemas.microsoft.com/office/powerpoint/2010/main" val="714641966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60D0F-EE63-4123-A9A9-A9FDF3BA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F47C9-95A3-4F40-8693-5D82A96B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Patch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8E208-599B-4C94-9087-6ED57C6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93F97-0A35-4907-85A6-12230C1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3651B-98BD-4402-AB4B-64D9A3D2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DABFA-0224-4986-8EFE-22FEDC02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EAAB2-6581-4A32-AD4E-63F5F07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903F2-5AF1-4CC8-A97B-BB9FFE3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labs/day2/codex-task/task_check.py의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AEB06-CEA7-4B75-BE58-95A35DC6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621C2-B536-40F4-B02C-AB33E38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CABFB-DB69-48B0-BA59-7F8B3E81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requires_human_review Policy 완성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88236-6725-4721-93E7-413A1C7B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D9E3C-B097-4CD4-8549-3610470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8ADAC-98A3-462A-A593-93400AD5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labs/day2/codex-task/task_check.py --report output/course-labs/day2-v2/student-run/05_codex_run.json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D167D-5307-490E-A933-5C4D1F4A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93433-4A45-439C-BBC6-42B82C0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D2F90-23DB-4898-A234-8C55EAB8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715209853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52739-845A-41EE-800A-1C940DEF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9203B-AA83-4B6B-8405-F05D09DD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Starter 실패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E24DF-93DA-48EE-AF99-2CBADD1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41C0F-249E-4B3D-9CE0-14D2969B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10EA1-0A43-4EFD-9A20-B8A46F48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3CF92-B2C5-4573-9ED4-B0573AC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CD389-FD40-4078-9703-5178D48B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ABDF7-A5A0-4B0E-B883-E853211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task_check.py 실행 후 실패 Case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CA31E-6600-4D85-8299-575667CE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A58CD-6010-4BFB-8328-BB782ED7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E8062-E2F9-4FFC-B716-2A8470AF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TASK.md의 Goal·Allowed·Test·Do not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DCD08-E951-4EAD-A8F8-3E8210D6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4E3FC-C7FE-43BD-99B5-FC88A81F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2B9E9-EDE8-4F74-B1BE-50F51581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 계획과 영향 파일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DECCF-AAD3-4F4F-A95C-F36ACF44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06BE6-67C7-485E-BD18-EE9FF2F9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05_codex_run.json</a:t>
            </a:r>
          </a:p>
        </p:txBody>
      </p:sp>
    </p:spTree>
    <p:extLst>
      <p:ext uri="{BB962C8B-B14F-4D97-AF65-F5344CB8AC3E}">
        <p14:creationId xmlns:p14="http://schemas.microsoft.com/office/powerpoint/2010/main" val="289147067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75477-07AB-490E-BCB4-01CA20CE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8E1E3-E754-45EB-8770-B62EA121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Patch·Test·Diff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E6F08-786A-4ADB-A49D-1B896EC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98195-3265-4992-A9E3-6E92FF01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1033D-FB98-44C4-9B51-443F84DA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138E2-8382-4189-8A67-171546E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547ED-8C7F-4A22-B8AE-7EBA8145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AC4FF-D40F-46D2-81A6-C7F55860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Starter 1개 파일 Patch 후 task_check 재실행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FE313-BB4D-4070-A224-3CE14EEB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28F93-37F2-4F5E-9338-238D8E4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D726E-C267-4A3F-BB3D-74865D20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05_codex_run.json의 4개 PASS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FE1A8-6221-4F76-A96E-E50B2E9E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2A61D-2C4B-4CA4-8E69-4C1D5B5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1C280-E1A0-4B04-9B65-1CCFD5A9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diff와 독립 Review 후 사람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850ED-3C69-494C-9830-07C01F40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38CBB-7B45-464F-8B57-5E75A4DA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05_codex_run.json</a:t>
            </a:r>
          </a:p>
        </p:txBody>
      </p:sp>
    </p:spTree>
    <p:extLst>
      <p:ext uri="{BB962C8B-B14F-4D97-AF65-F5344CB8AC3E}">
        <p14:creationId xmlns:p14="http://schemas.microsoft.com/office/powerpoint/2010/main" val="1117401962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627AD-8B61-4F19-B75C-C655DACE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73982-3F38-4C1B-A7AD-8B8D71A0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Patch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D4606-138A-47BE-8946-93C5E4A0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1ABA7-8D8C-42FF-B949-3A018F95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17F88-D534-418F-BA5D-BFFC3847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D69AD-21BB-4B41-AAAE-3FCDEFB8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5BAF7-3213-4DCF-A1B1-3027C1A2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8B53E-FA8D-40BE-991A-5E26C28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518BB-377E-4145-B8F8-CB52573F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EE681-99D7-4237-B172-020BFA84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619E9-741E-4854-8392-E6F9400B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32506-1CBD-4BAF-BFEB-A8353719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F004B-70E0-4B17-A860-27FB21F6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2BE38-7359-4316-A95B-93E057CB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CED5B-E3F6-4F86-B60E-AE668E01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네 Policy Case PASS와 external_write=false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93D39-A2BB-463D-8612-DBCA636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13999-680D-49CD-B771-90C020BD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609DA-A64C-4C46-A757-26E27D9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70A0A-AA4F-4223-9DD9-60D381DA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1CD2D-635A-4796-AE9F-0470CFD0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7129C-3607-400F-B405-321FCBC5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수정 전 email·Notion·evidence error Case는 의도적으로 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0DC55-C73C-48FA-BAD7-DEAA6FEB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49490-1370-42E7-8317-EB137D0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9E188-C625-49FE-BD5A-67CE27C4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B03B6-91C4-4415-9084-7022E12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C5175-0097-4B9F-8CFE-C5006B91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E8B4C-60A9-4494-A5CF-960BD5A7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Commit·Merge 없이 Diff만 제안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9A974-6A67-4F45-8189-C747CA3D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0CFC1-5AFB-4B2B-AFC2-3C4EFFD2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8DA975-544E-4606-B7E4-8C195AB5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3308D2-252B-433E-A7EA-F02F3DCA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98665F-6878-4791-A6FA-6B3B3E8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50C686-C2EB-4449-8C73-A0F5838C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05_codex_run.json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3FBC2A-74E2-4394-AACA-AB7C1474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636E3A-E5DE-40BE-B33B-8C225126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1553599517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A0F1A-7B45-48D8-A44D-C543C5E3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182F1-920B-4E3C-A1DF-A87F49B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Patch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C46E3-7519-4111-9504-044B27F8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78F36-433F-44F7-AA2D-41DF186B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DF029-E7A8-4DB8-990C-6ADAB7F0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7452A-1A8F-4704-A30B-F375AE62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68937-3CF6-4D58-97F6-B03CB298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44C72-3AAC-4ECC-8A92-9D2273B7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status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9BD8F-CE64-451F-AEB7-EA6E1F3F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165DF-4517-4622-8A4C-F73946FF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603F6-3832-43F8-9D71-1620BF1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 범위 축소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BEEC1-AB63-489D-8E16-8F2B71DF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53AAF-D1BF-4A36-BB7D-16068BF5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7CF6E-9C9A-4E85-A8A0-2CCAF15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A2E5B-20B8-4D4E-8854-15312A8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BB72E-3694-47BC-AF71-9E95E4E4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D1682-5AC1-4F7C-98EE-07952092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재검토</a:t>
            </a:r>
          </a:p>
        </p:txBody>
      </p:sp>
    </p:spTree>
    <p:extLst>
      <p:ext uri="{BB962C8B-B14F-4D97-AF65-F5344CB8AC3E}">
        <p14:creationId xmlns:p14="http://schemas.microsoft.com/office/powerpoint/2010/main" val="860139866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6F608-4A63-4A58-86F1-5E5F98AD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FB339-6E31-4D43-BF0C-24FDAF98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Patch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44D76-6F47-4A7D-BB19-552737B3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569D5-EB65-4E11-84FA-5B574C3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113C3-2FE9-443C-8261-AB00902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8EAA8-E8EF-4116-88BB-78479EF2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A2398-DE01-49D7-A21C-8A6CC632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39679-88B6-459E-BEDD-689F99EA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A09BA-256B-42B9-8898-B06FD3FF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56855-B06F-4D0E-BD2D-A8B8254E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7CBC9-6313-4FC8-AB6D-3AFFFB1D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14654-0758-42B6-B75B-4909100C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EE840-9E31-4D1E-B8BE-716CE45C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71AAB-52BB-490D-80D7-B68CAD67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0C4CA-2359-46CE-B14C-94C8C07D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회사 Policy가 포함된 반복 개발 Task 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1F085-DECC-4EA4-88F5-820BD04D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4EEF8-BC8F-4302-B71F-06E3E0B1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수작업 시간·오류·승인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B415B-A642-4657-982B-550BC743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8A67F-DEE0-438D-9CE8-CAB42D1C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B6410-AF1C-43C5-B780-D6BC8728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41C4D-AE0F-4F37-952D-5B86CEF1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Prompt가 아닌 Test·Diff 기반 AI 협업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18FBD-309D-46B5-BA38-59A373B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C4688-C684-4056-9194-75D80789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문제·Code·Test·실행 화면</a:t>
            </a:r>
          </a:p>
        </p:txBody>
      </p:sp>
    </p:spTree>
    <p:extLst>
      <p:ext uri="{BB962C8B-B14F-4D97-AF65-F5344CB8AC3E}">
        <p14:creationId xmlns:p14="http://schemas.microsoft.com/office/powerpoint/2010/main" val="1610099295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2CDED-487C-4CF9-9C2F-70D3BA28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C17F3-BB73-433D-8DF3-4879C9EC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302C1-4BDE-405D-8746-1C66CE9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15D8-672C-4956-8E80-6F6ED1B7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58C12-EB42-4747-9107-984C0CCF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63445-98F1-4C05-9B09-44A476B0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A644A-AD24-416C-B3D1-DFBE8F1D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04524-1EB6-40B1-A440-8BA38A82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labs/day2/codex-task/starter/review_policy.py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F7179-DDCE-42F0-B6E8-E80C96AB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A9458-F8FE-4B2C-9B1B-D707AD96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A43FC-EE49-4CFF-9298-4CAC4B12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labs/day2/codex-task/task_check.py --report output/course-labs/day2-v2/student-run/05_codex_run.json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0FE03-182C-42B6-A10D-022459CF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AD777-7F2D-4808-9A33-7636B04F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0B8E4-3308-4FD2-80A3-7B14AD5A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05_codex_run.json · 네 Policy Case PASS와 external_write=false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8201F-3531-462B-A564-7AB98EDA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AF4C0-E6D6-4F9A-B1F0-82121249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12986-366D-4FC2-BFDF-7631CCF0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requires_human_review Policy 완성</a:t>
            </a:r>
          </a:p>
        </p:txBody>
      </p:sp>
    </p:spTree>
    <p:extLst>
      <p:ext uri="{BB962C8B-B14F-4D97-AF65-F5344CB8AC3E}">
        <p14:creationId xmlns:p14="http://schemas.microsoft.com/office/powerpoint/2010/main" val="1635374362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D0802-1D0E-4939-8BA2-C15A0DB2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87ED-B48C-4DC8-9AC6-22EB5DE4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3AD85-5C88-4EE4-8E62-D01BF7A0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FB08C-66DC-419B-89C7-F20A48FE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5AF4A-BB9C-47D7-93EE-E10EABC0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11219-113A-443A-BE98-875F365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151E7-9117-4123-8050-DCE5F14C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59192-1976-43CD-8360-A82610D7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Starter 실패 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93DFE-1B14-45BC-833E-47B4DB40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9E1B1-29D3-415B-9990-2DAE6F74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5EFAB-6755-44D1-BF8A-C3F356AA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4개 Case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AAE83-563A-432B-9EEC-4E2BEE2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29874-7151-441C-9B4D-7CC829C0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F91A3-BCC5-41F3-BE53-55E5CA99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Diff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97CC1-5209-4B0A-AD69-F396AD52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E0114-13AF-4F6F-8122-16450695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LLM Provider · Cost Guardrail</a:t>
            </a:r>
          </a:p>
        </p:txBody>
      </p:sp>
    </p:spTree>
    <p:extLst>
      <p:ext uri="{BB962C8B-B14F-4D97-AF65-F5344CB8AC3E}">
        <p14:creationId xmlns:p14="http://schemas.microsoft.com/office/powerpoint/2010/main" val="1146096373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6B848-6E69-4259-9A47-48FE06DD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79943-0ACC-45E2-81DD-E57959C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6차시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5A4DC-CA4B-4869-A604-C836593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15:00-15:50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269AB-4C8D-4723-8CAC-CECB8E9E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 Provider · Cost Guardrail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C0403-2268-4777-BE3D-9D4F087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Fixture · Ollama · OpenAI API · Codex · Claude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54A61-5FD9-47D7-A786-43A1CA7D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799DC-3520-4C06-8698-8DE846B8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01257-4C5B-45A6-95FB-24B81E91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6F4BB-E052-4FDC-A218-912D1EEE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12-22분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EB7FD-4AC5-400E-B859-08DFA531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6BE8A-526E-47A4-A18A-7F0A0BD9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22-47분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0E69F-996F-456D-A19E-61350684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C6F46-9D14-4357-AE0A-AC0DE61A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47-50분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9E98F-12BC-4DAF-9BCF-BEC140C7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20B6F-B8E5-41FD-96A4-6E17E171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469394557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B2380-77C2-438D-BAB4-828DB35C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7C7C9-387B-4B37-B8BD-0B76448C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Model Provider와 실행 비용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4F634-366B-472F-BDCD-FCAD79F0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19513-D2BA-4C7E-9362-4519B4C2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E9862-D210-4DA7-8EB3-4C833CBA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A4080-CCBA-4C37-A1AD-5F8F7014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결과 형식 뒤에서 로컬 모델·구독형 CLI·종량제 API를 안전하게 교체하는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558C4-8942-422A-A9F2-D6D70C7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ADC6A-AF11-4AA2-AD0F-E2C8B3CC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75C0-D9D6-4D47-9FAA-ACE19603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Agent는 여러 번 생각하고 도구를 호출해 단일 LLM 요약보다 비용·지연·오류 면적이 커진다.</a:t>
            </a:r>
          </a:p>
        </p:txBody>
      </p:sp>
    </p:spTree>
    <p:extLst>
      <p:ext uri="{BB962C8B-B14F-4D97-AF65-F5344CB8AC3E}">
        <p14:creationId xmlns:p14="http://schemas.microsoft.com/office/powerpoint/2010/main" val="781220066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EFD55D-561E-4A5D-BCA7-32B21AF4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26F1-35D4-4F88-825C-EDF73148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 모델과 실제 사용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8031D-54A4-40EA-9B9E-0569CFD0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DCFF2-7187-412F-AF51-48E42628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FD7A3-14E2-4EE4-84FA-E6F20363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DDEDE-AAA8-45BC-B145-EE5D5910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75853-5149-4957-8556-4DDED079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DD377-999F-41BD-BC8B-502FEE71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91B5E-38A0-4E22-A315-7B2B3BBB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3D3E8-BC8B-4916-A9C3-8639534E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6A7D9-4AC1-4778-AE52-11BBB70C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4A3DA-105B-4890-B2A7-45AE37B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2901E-7503-4BED-84DC-E66C7EC6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2C6B5-AC4B-4F83-A328-2C6C72F9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A9416-2D0C-4390-86B7-F668263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모델마다 다른 호출 방식을 같은 입력·결과 계약 뒤에 숨기는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E6183-3F1D-4B7F-A8D4-ED66F634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3EA49-7681-4A34-A5C6-BAD2DBD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diagnose_provider_options()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1DB4B-2FF7-4B2E-A357-5CC7F193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3CE4F-E4F6-4396-AE7C-88C590AF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D0388-9C29-41DD-9C23-1D96AE46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D10A0-2E37-4A35-B030-7203DA7E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네트워크·비용 없이 항상 같은 결과를 내는 수업·Test용 응답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FD596-DB2C-4840-B518-5C77B566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062A9-1024-4C84-AEDF-DCF4A41C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run_optional_cli_prompt()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E30A8-539D-4D36-9A97-0B22A0E0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F2112-B176-44AE-BCF4-10254B86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Opt-in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D71A7-36A3-471B-BA2E-D686F41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72DD5-DCA7-416E-A482-8F6D2027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환경 변수 1로 명시한 경우에만 실제 Provider를 호출하는 경계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9B195-CD58-45E3-990D-6C6CBA18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65EA6-FB39-4B2D-8DEC-912B99D0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validate_model_record_output()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92086-2D79-4A48-A327-FD0C156A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A97E16-9FC3-4303-89B3-37DE1E41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 Reason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36C617-2E06-4138-9401-2A2FE14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70F49-7796-4E08-8103-2B1D0AEB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 모델 대신 다른 경로를 썼을 때 반드시 남기는 이유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B45265-B9A2-4E11-9325-852D431D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2F97DF-C30E-44E7-AC9B-0A41C16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1385935311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80E25-64D8-44D8-9D70-23412B88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89746-FBBF-409D-BDE8-FFEF31C6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선택·Fallback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1C838-2F5F-40B9-ADE8-C29D981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6F162-3F02-4520-AD7B-4B7E31E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8DC34-D5FE-40B0-8247-B6DBE96E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61FA8-45C9-4F8B-9F27-9FBE8981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64268-E302-4592-86D9-94752ED0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28B09-FC40-4B39-BC5E-61C2AFAF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38C10-9161-4810-AA11-A6D8C554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95DC4-7282-4528-8E14-D3CF2B4B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AD381-EB3A-4287-95FB-AB09AEB4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BADD7-4BB2-40D4-AB0D-9E196F4A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진단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4D99A-1DA4-450B-9977-950484DC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FADA9-3A28-42D2-AEF5-175DA215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FEAD7-9816-48DC-BFBC-85851BF6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model 가용성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F344B-BB30-42A3-86C3-05C8F159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97E3A-0766-4935-952E-3A00DE06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E37FF-02E7-49D0-934E-A565FD63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 한도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F0497-72B5-47A3-8C4F-120C7F50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3C2D3-9CA7-4F68-A47C-9FDCCB68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1C7F2-F32B-49CB-959D-735CAC5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0123C-CAA9-4C4D-B66F-D158165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488A4-6BC5-4145-A957-06EB027D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86734-AB04-4822-ACF0-3AF0B5D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 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1D536-8D0D-47FE-89C7-E649CE6E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127938569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4076BD-2B2E-41D7-9917-A1A35CB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ACDDB-BDF4-460C-80A7-675DEE0A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무료·구독·API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FA44D-4917-4571-810A-04C16587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D1725-549E-4D00-A617-0CB482C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9A421-5B0B-48EE-B0AF-60E8348A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785B0-335C-449E-87D3-289BB0D8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EDDAC-BF18-4D70-9490-C9EF8AC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DF1BA-3155-4EF7-B262-6C4DA791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43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3110F-30B0-4DE5-930B-FB27EC20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3CE13-C5A2-48E4-9D94-1E322A6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30BB5-6CEF-4D15-B28C-270C8399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470FF-1749-488A-A49B-4885F94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CF33A-A1DE-4424-97B4-54945D8B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B62C3-AD55-4054-AFDB-EFC2E232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30392-7E12-4BA2-8305-76DA752D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무료·결정적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03DB8-1C65-4A65-A509-33231EB2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972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1E08A-32FD-48B3-BDF9-B1CC69A3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수업·회귀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3DA3A-9E61-4F3A-99B3-7DEDF5A4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76B6D-BCE4-4A10-A8ED-E38704D5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D3F63-3119-4F30-9CB0-F7C81843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718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21336-E17A-4198-AE28-D2BD0363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861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로컬·무료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490A7-CF2E-42E5-A374-42B30B2C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71800"/>
            <a:ext cx="4972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DBCB2-FB15-4AFF-BE19-8B831E0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개인정보·오프라인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A7115-8B25-43E2-B389-65AA817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B94E8-97BB-4CB7-980B-41C3F92B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81380-2673-47D7-BA53-5CB228CD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862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23A80-43E9-4365-A09E-58AA3644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종량제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DA352-8A70-47A0-A97D-21E34AB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A1B4D2-B7D5-4CC8-A726-60D13890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고품질 반복 처리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327F6B-DD8D-4240-802D-3180746E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F4002-1A85-4FF1-9ADD-DD83D2F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AC94E-1AA8-45AC-949C-AEAEBC52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7288F3-6D12-4F35-BE67-C67EF604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구독·Login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20A2F-9167-4F8B-8A43-7CE74076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4972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6C0FC4-6A39-48EC-AF9E-95E86925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 제작·Review</a:t>
            </a:r>
          </a:p>
        </p:txBody>
      </p:sp>
    </p:spTree>
    <p:extLst>
      <p:ext uri="{BB962C8B-B14F-4D97-AF65-F5344CB8AC3E}">
        <p14:creationId xmlns:p14="http://schemas.microsoft.com/office/powerpoint/2010/main" val="1676861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9581B-D797-4BD0-A7E6-1710338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026F-FD8A-423B-93BD-5E94406D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5584F-214B-444F-8A03-0D882476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F5463-BA71-4BF9-A083-2E5CE120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5D021-56C5-4691-BABB-72C5079B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4E3F5-AF7C-4D9F-9CF4-E281AC1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8BCE6-9187-4132-9DDC-6AE5B646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84A7E-39CB-4E86-A50A-2F92AFCE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CA5B0-EC43-41E3-BBE4-116F8F4D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B24EF-2B10-4410-9D32-25AA40F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C241C-1647-4ADE-8853-26FC372B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00720-C7A3-4E20-9D75-10A7A9D0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5489C-AB69-4534-84CD-3D59A0A2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 · *_LIVE_OPT_IN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A00B6-004A-4473-A16E-109B9912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64895-A087-451C-9DC8-ED13F583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529F7-5190-40F5-97BE-860F7100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315E7-107B-4E4A-A8BA-39E9853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79630-CB5F-4AB7-B681-2F8CBED8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51034-5912-4495-B798-594C70F7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707F3-9772-4F2E-9585-06175596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0B79E-B43C-492F-9281-EAAF1CB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 · Ollama qwen3:4b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B8D01-34AF-43C0-9951-95F7309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B7084-E9F8-4C30-87FE-E2F577BB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B811B-128A-4647-B95C-76124B72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341D1-C1B4-44D6-BF43-9898D87C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C3838-7969-458F-8154-48AE7685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2EEF7-1279-4BA7-A57C-5496BA11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· qwen3:4b 설치   ·   Notebook 6차시 Cell   ·   .env.example 확인 · Key 화면 노출 금지</a:t>
            </a:r>
          </a:p>
        </p:txBody>
      </p:sp>
    </p:spTree>
    <p:extLst>
      <p:ext uri="{BB962C8B-B14F-4D97-AF65-F5344CB8AC3E}">
        <p14:creationId xmlns:p14="http://schemas.microsoft.com/office/powerpoint/2010/main" val="176018260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D70CC0-5BA6-431D-8B6B-6392EA6A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0A39C-E9D2-4E5F-9257-552874DA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진단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C24DD-C574-41E1-8268-F5C497EB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53B3B-BE6D-4697-BD5C-FF2DC620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45F33-80E7-4177-ADE9-BECA2C55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DE4CA-6D8A-4506-B49F-5406262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8BD59-B70E-4583-9BC1-8264F80F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8055D-EA21-49E2-80C1-4D589490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859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FCA68-C5AC-41ED-AB25-61BF592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002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현재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EAC32-F121-4F12-AAA2-D70F510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85900"/>
            <a:ext cx="5448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0D920-3520-4579-AA68-4AD2D643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D4470-8F68-4DA7-A894-96B25963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4232A-B1E2-485A-8DD2-1497325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05BA3-7D87-4163-BC85-786F33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00250"/>
            <a:ext cx="2476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B9354-9597-4F5B-A231-83386C0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209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222AE-1F0E-4F91-832A-029A2F18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5448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8960B-D0AB-42B8-AD2B-88671656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518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 완주 · Network 0회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AE703-C24D-4723-A849-2A0A69DD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DA2EF-9BD8-4DB1-894D-42A1E3BB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qwen3:4b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998EA-7081-4DC8-B5EB-0F3AD15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17D1D-AE20-4F28-AB33-B2628FC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2209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8837E-70BF-41B6-AAEC-7650B86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5448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BA188-258A-49B6-BDDE-1082FF51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86100"/>
            <a:ext cx="518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· Evidence 실측 통과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398C8-25BD-4FE0-B1EF-6085F488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0C00E-42CE-4336-8CE7-D694276B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762C4-41A0-4251-9E99-D57BC546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2476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0C0A4-269E-480B-A31E-5DAD43A4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57650"/>
            <a:ext cx="2209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DEFAULT 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8C26C-B31F-4555-8A81-EFDEA183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5448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CE3E6-0087-456A-9CDE-2D37CFDE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518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Opt-in 없으면 Fixture와 이유 표시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7C15D2-1069-4091-A131-C47D885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7B4E4-0987-4F96-8607-1C88D41C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Claude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81E8BE-73C0-4E2E-B746-F2A43BED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14900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4C3B76-8801-460E-9321-2ADF7C0C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29200"/>
            <a:ext cx="2209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LOGIN 선택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96DAC6-5E30-49CA-B663-CF907483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14900"/>
            <a:ext cx="5448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BE95ED-A2AC-46EC-BD9F-96966C5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518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 제작 · Review</a:t>
            </a:r>
          </a:p>
        </p:txBody>
      </p:sp>
    </p:spTree>
    <p:extLst>
      <p:ext uri="{BB962C8B-B14F-4D97-AF65-F5344CB8AC3E}">
        <p14:creationId xmlns:p14="http://schemas.microsoft.com/office/powerpoint/2010/main" val="2024797983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C82E7-1686-46D8-A5CA-4D80B825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B3486-0A07-4AF3-962C-0C8159BC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F9699-0C44-4F81-9EC7-5FAD5C7B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6D399-6E3B-4554-B0C2-8A19D0DE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2C0C1-1E64-405A-B217-6FB660D5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9FF47-F241-4B58-B948-F2D249F0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FB331-D6BF-4567-A27C-154BBD46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E0E21-EEAA-42BA-9F85-0C6E0F7F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C838F-E07B-47C3-832B-A6446245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7BEAA-6170-404D-99BC-01D1AF8A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94C8A-9423-4A00-ABC6-3901BBFC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list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OLLAMA_LIVE_OPT_IN=1 jupyter lab materials/day2/day2_service_lab.ipynb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B3182-C078-495C-A954-0612A053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3287C-6147-4517-A5F1-910D1E06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09F2F-EC2D-44AD-A471-5BF2946B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Provider와 실제 사용 Provider·Model이 명확히 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EC413-0740-48E9-82B1-7C6609EF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AFD4F-0E47-4364-A0E7-AD4F9D5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F2B13-35EB-41D9-8C37-069B6730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미설정·Model 미지원·Timeout은 일관된 Error Code</a:t>
            </a:r>
          </a:p>
        </p:txBody>
      </p:sp>
    </p:spTree>
    <p:extLst>
      <p:ext uri="{BB962C8B-B14F-4D97-AF65-F5344CB8AC3E}">
        <p14:creationId xmlns:p14="http://schemas.microsoft.com/office/powerpoint/2010/main" val="178083045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04336-BF88-487F-9FD7-FE823A35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B82BB-BBDC-4A1A-8F38-8DB298DA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1C90B-D04D-4E35-A994-63905121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97D33-AC9F-4DCA-8612-E14CA4E6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07D00-3CEA-48F6-A6FF-8D84225D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6B664-C61A-4C31-9590-F3AC9EBE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76AA3-733B-4E00-9BC7-76FA1F9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30A0D-5F76-462D-B12A-A320127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'openai_adapter or cli_providers'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73FB9-39CF-48EF-8116-03E1E71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04BBF-7E0B-4C92-8CD7-4F0338B5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492F0-BB4F-42CB-B4AF-DEED490D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5139B-AA10-4529-936B-CD944BC4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5F045-D853-4500-8803-12F1B626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A1B42-C1E2-4573-A331-4C26E96E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6CD1D-9E4B-4F4A-B174-3417CAFE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2BF69-F948-4EAA-ACD7-3800529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BD315-D1A9-446F-A006-CE28714F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EB6A9-2971-4698-A5C0-641B6C84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A6240-8020-4F1E-8014-B3C6819D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45CA1-35E3-4D10-9CDE-C906DF7E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1742019817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DB732-2A60-4BEC-BC8B-A0562DDB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81BB8-7690-461B-96EA-E69F089C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A5EE1-C23D-4726-88FF-A9E90137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0A71A-87FE-4053-AD67-2FC43F7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115A4-227F-4B60-AADA-9BD6C293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F770E-B342-426F-87B5-90CD6CF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82ECA-D2D9-45D9-92F6-0A7FC63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"default_openai_used": "fixture",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"default_reason": "OPENAI_LIVE_OPT_IN_REQUIRED",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"live_provider": "ollama qwen3:4b",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"schema_valid":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"evidence_valid":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B304D-2987-4B4A-8220-5D0E0A6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97E9F-A3F2-4BF7-B954-A4A31CF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15CE7-C95F-42F3-BFFE-26BA8AEE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619CA-8D06-487C-8A21-95EE109B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default_openai_used=fixture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BC7F7-87D2-451C-9FD6-B6C5EECD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2080B-5ECD-4247-A117-D285CC0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BFB87-A803-4B9B-B5E5-96EF40DB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live_provider=ollama qwen3:4b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C7809-0541-4320-B6D0-39A3F2B5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E2E25-9BD2-48F7-AB7C-443DCFD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939DA-4F76-4CD2-BE07-34BEBCDB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schema_valid=true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AE594-CB0B-4019-80F8-D949AFC7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58B8A-D4D4-4CF8-ABF7-517C4D00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CFF76-C9EC-470A-94F0-55583691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evidence_valid=true</a:t>
            </a:r>
          </a:p>
        </p:txBody>
      </p:sp>
    </p:spTree>
    <p:extLst>
      <p:ext uri="{BB962C8B-B14F-4D97-AF65-F5344CB8AC3E}">
        <p14:creationId xmlns:p14="http://schemas.microsoft.com/office/powerpoint/2010/main" val="690227785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553FC-7E27-4A12-9295-7E4F3416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8F890-E538-4C85-9360-69663525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CE7AF-5FAE-4084-8FF0-4231C658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A8746-1EC2-4637-B530-EB4E3ED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DA1D4-23A1-4D9B-93A6-1DB14F69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7A995-6143-43EA-891B-6B3EA98A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923F8-5B27-470A-9529-5C1AB22C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3B5F1-182A-499B-A9ED-54ED2266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load_dotenv(ROOT / ".env", override=False)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openai_live = os.getenv("OPENAI_LIVE_OPT_IN", "0") == "1"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ollama_live = os.getenv("OLLAMA_LIVE_OPT_IN", "0") == "1"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openai_result = run_optional_openai_record(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envelopes["google_meet_text"], domain_context,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env=os.environ if openai_live else {},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allow_fixture_fallback=True,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ollama_call = run_optional_cli_prompt(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"ollama", ollama_prompt, live_opt_in=ollama_live,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model="qwen3:4b")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ollama_check = validate_model_record_output(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ollama_call["output_text"], envelopes["google_meet_text"])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ollama_check["fallback_used"] is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3A132-5D05-4C54-BC40-12E94DF4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save_json("06_provider_diagnostics.json", provider_result)</a:t>
            </a:r>
          </a:p>
        </p:txBody>
      </p:sp>
    </p:spTree>
    <p:extLst>
      <p:ext uri="{BB962C8B-B14F-4D97-AF65-F5344CB8AC3E}">
        <p14:creationId xmlns:p14="http://schemas.microsoft.com/office/powerpoint/2010/main" val="1371936317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7718B-E755-4022-BB60-1FEAD26F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BAA66-93E4-4CD7-B086-886ACAFA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Provider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67B7E-B4AE-4F78-9336-A4E4CAB8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BEA47-DD4A-49E4-86DA-2B3CD219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4A75B-E63F-4F57-8BA6-5698C1D6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5089A-806A-4EA3-83E5-3B64C867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49CD7-4EED-4C8B-AD0E-48304180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6D132-EB3D-4E95-876B-6543B4B7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7431B-EEE4-4ED9-9F0B-6834157C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8E266-7BB6-4A0B-9A66-ED06AC7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C6F0D-21F2-4C52-8362-45AA271E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CAC23-5576-44F4-AB21-1C9D3299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35CC7-ABB7-4127-817D-F66DF0F7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Provider 교체 가능한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3D710-DF19-4426-B24E-614F21AD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9860A-11BD-4B39-B113-E9719AE4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EABB4-C75A-4C77-B107-D9E365E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6487A-F59C-4E4B-8CC7-73F51CF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Provider Adapter·해당 Test·.env.example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CA365-8A0D-467F-82C3-E7272B35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33B87-5B06-4930-9E55-CDC2AE70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4DA2C-7635-410E-A278-5CCE7FD5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9459F-1BFC-4B72-A2BC-151B767D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미설정·미지원 Model·Timeout·Fallback Reason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C8E16-2DCD-41D8-BCF1-0DEAA0E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A127C-EDEF-4AA0-99CE-1991E9D8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824E7F-8F9D-47C6-9923-A221A43F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D02D5-3B26-41E0-A5FF-5EF3B314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Key·Raw Error·Credential 경로 출력</a:t>
            </a:r>
          </a:p>
        </p:txBody>
      </p:sp>
    </p:spTree>
    <p:extLst>
      <p:ext uri="{BB962C8B-B14F-4D97-AF65-F5344CB8AC3E}">
        <p14:creationId xmlns:p14="http://schemas.microsoft.com/office/powerpoint/2010/main" val="178520093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461E0-D3A7-4503-B2A9-BC7921F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C61FF-FE52-415E-ACA5-A0A9AAE1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E688B-BD6A-4CA3-8367-35CA512F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6E95B-E1AC-41DE-B4BE-5E9DF457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FC1D5-AF6C-4D1D-B497-74A4824E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FF6E3-756F-4687-8F01-48155434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1572D-7F3A-48BF-B32D-26CC4435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B5DAF-F701-4E40-A3F4-50F1A07C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 · Ollama qwen3:4b의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77438-A020-4029-AE5D-9375ED1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7672B-E4AA-4C89-8789-034CD91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28658-7DE0-451B-B033-641927D9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교체 가능한 Adapter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8AEC3-A747-4647-9A16-57F9C95E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043A7-CA6C-44AF-8472-9B768F2F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183B3-F40A-44DA-B973-A5479293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'openai_adapter or cli_providers'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0C80D-9049-4218-A2FB-51259D91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AF719-8120-4E27-96DA-6C87F2A1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2B282-F4FC-4DDA-987A-4273DD55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evidence_valid=true</a:t>
            </a:r>
          </a:p>
        </p:txBody>
      </p:sp>
    </p:spTree>
    <p:extLst>
      <p:ext uri="{BB962C8B-B14F-4D97-AF65-F5344CB8AC3E}">
        <p14:creationId xmlns:p14="http://schemas.microsoft.com/office/powerpoint/2010/main" val="1915525522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0B43D-F941-4EC2-A4D3-214090C3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70A64-A48D-4B05-8B66-65BDE4D7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qwen3:4b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73877-0F34-4580-B8DA-9B4F5C0B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506DB-8F10-4752-820E-2AB9AD11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703E3-F88A-4666-A3ED-10DA9ECE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870CE-2623-4E0C-9896-D5DFBD51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DF023-743D-4606-A333-D1784A0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0770C-7AA8-4C80-B539-982D5562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list로 qwen3:4b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6FA5F-306B-4A71-A572-8AD60B59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4B768-B713-43EF-8585-95CDA0D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A1C50-39C2-4C9B-A4D1-216C9C8E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OLLAMA_LIVE_OPT_IN=1로 Notebook 6차시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467D3-3A23-4985-931F-C1F6BD2A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A2A20-7EA1-401D-904B-3F760565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B62AD-F422-46AC-B672-D1F10FDD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Schema·Evidence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55758-82A1-4B3F-86E6-D1165A86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8E6CF-B042-4DC5-9EB2-5545312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171479654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6231C-1A4C-47D7-BCD3-CE74010F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FE132-F535-4EB9-802C-A5AEE4B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 Opt-in 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2EE5C-1733-486A-92DC-614B61B9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63D45-5AB8-44D8-9CAE-745972AF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D58EF-ACD5-4F86-B07F-4142C13F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FCDD1-F656-416C-82DE-B5861A9B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A5D11-EB73-4834-AFBF-5EA3CDA6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AA42F-F974-4B91-B76E-165AA9D1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 Opt-in false 결과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9DEB7-8CBE-4FB6-B783-A6404F0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C4054-0D73-4F2F-8EA9-0BA3C6B1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D5B81-6E76-4228-A336-F65ED74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선택적으로 Live 진단 1회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465A4-143F-40E6-A48B-7DCC2B3C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E8E24-7D93-4AE1-A043-24F4558D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6FECF-0CCD-45C2-8FB7-79B4D565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Model 미지원·Timeout Error Code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C2894-BF88-4045-9567-8807541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EC4BF-2A26-4DA7-971D-10AB6A03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289676298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0B5C20-5A54-4DB8-A04D-61B904EC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9A9C2-DE57-4777-A03A-C664B29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D8F88-A15E-4ED7-9C78-A7B061B9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C5083-7473-4253-898F-D6681206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F02FE-8726-45EA-9E31-C9A93E2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AA839-75F6-4C6B-8718-324D4E5D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502F2-8F76-4619-891D-704A9277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E401E-2496-41D3-997F-9CF075F3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BE9B3-232E-4922-A25D-569808E7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78415-755A-4298-96D9-4078E77B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9E992-AA24-430A-BE61-8B30664F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BD14A-E63C-4FF3-8789-9847B161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7E279-203D-49AF-BFA1-7415FE8F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4330B-5583-4126-B014-FFA9DD29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6ECC5-9D8A-4335-BA37-EC18C77B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Provider와 실제 사용 Provider·Model이 명확히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E2296-8FCE-4A24-BBEC-1820397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C7B33-C131-4A9F-B679-EF850255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A5AA5-0C8A-4957-A05D-9A98E93E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82F8D-A93F-4C79-B099-0BFB4D2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B637B-7EB3-492B-9DE0-FBF31860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7FC35-D745-4DA5-96F2-F170712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미설정·Model 미지원·Timeout은 일관된 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FD534-6044-42C3-8918-D07A5257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2161D-7FFD-4DFE-97C8-109848B6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B78DA-69D6-4A9E-ADFA-3C131D1C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38420-9528-4E7C-9C51-40E74ACF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B1C373-2134-4803-AC31-AEA0F084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B6193-6763-44B1-A0AC-B1C06DA8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Provider는 사용자 Opt-in 범위에서만 호출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ACDF1-00F6-46F8-A948-AF987A2E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DD5FA-A926-4589-B19F-82228927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Opt-in Required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CFC96-E24B-44FF-8C47-1EB4885F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3E9BF2-CFF2-401D-8218-5187517C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E50975-732D-44BE-8CB0-B024E5B3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0FA038-BF2A-4A54-85B8-B4EFC42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06_provider_diagnostics.json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108C74-D125-4376-8777-F00C55F1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2B9D45-1C11-4AFE-8D68-468F442C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1218460287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46B9F-0A77-4E7A-92DB-BB0F8292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9B863-A93A-49CC-B8C3-48392F47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3C266-9360-4BBF-BB2B-8A8636C3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5213A-8424-4908-9521-DEBE3EDC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82C9E-BEB9-4317-8EB2-E73410EF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B85CB-34D7-407C-92B6-188FBBF5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9AF60-A5D9-4E6E-9C14-39E1B3D1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73D3C-6132-44DD-9DBC-4FC22811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준비 상태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81B29-D392-4EF1-B005-ECD8D468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B996F-D7F0-4CCB-A221-E715D9EF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F2964-A6BC-47E6-AA44-1C17249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 Model 이름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720E7-C491-4DB8-B605-97229EE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1EB1C-205F-426E-9CC3-99A3D4C2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B5955-477D-4A11-AA1E-2547FDF9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Opt-in 설정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05F2F-51B3-4F27-AFA6-1528A77F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6C2A5-EE68-4B1D-A4D7-6638C86E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639FB-FA1F-4A99-BE72-F48597A5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또는 Ollama로 재실행</a:t>
            </a:r>
          </a:p>
        </p:txBody>
      </p:sp>
    </p:spTree>
    <p:extLst>
      <p:ext uri="{BB962C8B-B14F-4D97-AF65-F5344CB8AC3E}">
        <p14:creationId xmlns:p14="http://schemas.microsoft.com/office/powerpoint/2010/main" val="815274706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4470F-204C-4C20-AEBF-7F9C235A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6F6FE-DDB8-4259-A1B0-7FE2C8D5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1EE1F-91BA-44B4-9409-A479600A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2554B-3360-480A-93BD-297E75BA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CECF5-4DC8-47C5-829D-0A8B4BAA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68FD9-59C3-4EA9-8BD9-426BDFC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93A2D-9D0F-43AE-A6FC-2B83C0CF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5950F-D3F6-471E-9A50-688ED96C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46F6E-EDCF-47EA-8426-5C79481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519BF-A4AF-4DE2-8FC3-4397FB2C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F81B7-0F49-47E4-A22F-6D2ED245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04CB4-9F10-4AA4-8AE6-D0625405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FEE31-D607-4BA5-A83C-43A481E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B1813-3F1E-4C25-BF93-04C570E4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C0095-DB9E-4828-82BE-81381453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데이터 민감도·비용에 따른 Provider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E5C5D-B4EF-42C4-BC92-45796FF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55AB4-46C6-4180-9D85-486EBC4C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수작업 시간·오류·승인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1731F-755F-4939-BBA1-83732BA6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A9403-C028-4A75-ACEF-66DBC128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0D647-0BB6-4E7E-82AF-9701591A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7825B-848D-4151-B1C6-3FB90407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Adapter와 Deterministic Fallback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22CBF-E99A-4766-A929-E275A2BE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2B355-C194-480A-83FE-4447ED32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문제·Code·Test·실행 화면</a:t>
            </a:r>
          </a:p>
        </p:txBody>
      </p:sp>
    </p:spTree>
    <p:extLst>
      <p:ext uri="{BB962C8B-B14F-4D97-AF65-F5344CB8AC3E}">
        <p14:creationId xmlns:p14="http://schemas.microsoft.com/office/powerpoint/2010/main" val="480021193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579B8-1A5A-4203-B298-707E26AC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5FF0C-D85B-4823-844B-333D86A8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F70B0-6134-415F-A85E-67286C37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6E4F4-4A6D-4AA5-AE84-4B42A67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67423-1CB5-41B5-9AB2-A1EDBD13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90732-3A41-4ED4-811C-B90BE727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851DF-C2C3-40AE-B96D-BA1C4C29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B98C8-ED9B-49D6-A619-6FF51A7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AE42E-3637-4B60-BBEA-06A4C760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E4F71-4D63-4B02-9273-B1A0835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E9033-AC31-4D37-9DBE-125831A8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openai_adapter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75B6F-56BA-44BC-8353-BC75F4A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A8EFE-C24A-4093-9B42-F20D852E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C7134-9154-4228-B7CD-D6912859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· 선택 Provider와 실제 사용 Provider·Model이 명확히 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DB0FA-0781-47F5-B0AD-71021FBD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48D8B-8684-42B9-A627-DD53B526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128EE-5A90-4361-9F0A-2EA8BDD8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Provider 교체 가능한 Adapter</a:t>
            </a:r>
          </a:p>
        </p:txBody>
      </p:sp>
    </p:spTree>
    <p:extLst>
      <p:ext uri="{BB962C8B-B14F-4D97-AF65-F5344CB8AC3E}">
        <p14:creationId xmlns:p14="http://schemas.microsoft.com/office/powerpoint/2010/main" val="128592044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EB08A-1B0C-4973-B809-BB357605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8D759-9F6C-4CE9-ABF5-01584FFF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5A06C-0F7C-438A-A424-A8BF95BB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DB4AD-ADAC-4111-A379-0585BD2C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1BD8A-4AB5-4D0F-8086-FB0580ED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3B5FA-0279-4AB1-991D-69A3EAB1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EC860-0824-455D-A0F5-F298FE93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D0022-65F1-40A7-82DE-95307F37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86804-98D5-4D57-81C8-6C6355B4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30681-D536-4D3D-804C-E2DE46E8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BC812-8459-4CAE-A710-12DA9AF0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Opt-in 차이 설명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39A36-D539-4932-9A57-2FF0830E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4EA54-FB69-4150-9B89-0C70FEC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E0460-9138-4BDE-B824-C14DD1D6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 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52644-36CB-4412-B592-94E64B24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9CC4C-D2EF-46BC-95D2-05633662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LangGraph · Human Review</a:t>
            </a:r>
          </a:p>
        </p:txBody>
      </p:sp>
    </p:spTree>
    <p:extLst>
      <p:ext uri="{BB962C8B-B14F-4D97-AF65-F5344CB8AC3E}">
        <p14:creationId xmlns:p14="http://schemas.microsoft.com/office/powerpoint/2010/main" val="489341337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2027E-7AE2-446B-A965-0528D6E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D16A1-5196-4714-827C-B03327A6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7차시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7AE8E-6E59-4C4D-8A7D-89A688F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15:50-16:40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15F58-B291-4073-B1C5-5BF0E64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LangGraph · Human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33163-F63D-441E-8866-DC8B23C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State · Conditional Edge · Interrupt · Resume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EB012-98C8-42B8-A4F7-D15F92A8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727FC-7750-4704-80C3-3EFAB723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B28C0-4696-4740-B4F6-B20BE99F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28380-5AA5-4A47-94BA-0B6D0040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10-20분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2BFC9-C2D4-4B95-8379-505C6619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F9466-DF7D-4EC2-ADDC-FEA018FF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20-48분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B97DB-D7D7-430A-8D2E-44286AE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3F8B6-FD0F-4A66-AF44-600CBE5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48-50분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9A220-16DE-4114-8262-35FFF6ED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01F25-B941-437E-B774-34789FE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07_human_review.json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459086350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058B6-937C-4F53-BF24-594B44A5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60BC3-C6A0-4804-A8D4-4F598E3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Graph State와 Reviewer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4658C-21C2-4CD5-9836-B453D075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6BD1D-391D-40F5-A4FC-CAE1A1EA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05F25-E4DE-4129-AF31-C7399BC3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AECDE-DA75-44DC-8473-CF48AED2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검토 전 멈추고, 사람의 승인·수정·거절에 따라 다음 Node가 달라지는 실제 State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316D-5578-419B-9D5D-5E98D440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53323-BB85-4314-B2F6-4D3FFE71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0BF3C-4413-4687-97EE-DD0C59A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LangGraph는 AI가 아니라 AI와 코드가 어디서 멈추고 다시 시작할지 표현하는 상태 기계다.</a:t>
            </a:r>
          </a:p>
        </p:txBody>
      </p:sp>
    </p:spTree>
    <p:extLst>
      <p:ext uri="{BB962C8B-B14F-4D97-AF65-F5344CB8AC3E}">
        <p14:creationId xmlns:p14="http://schemas.microsoft.com/office/powerpoint/2010/main" val="1171966235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1697E-ED45-4072-B5C1-599E3809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76E18-250F-4AB3-AAB5-44DFF811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고정 Workflow와 중단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9D9E2-76CA-49FD-A524-B8060D04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65D93-8227-47B9-A8B9-BDC41DE3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74F91-044E-4EB3-BE10-B02CD7BB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2850D-0FDD-4F18-861F-1BB945E9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96D43-AEEB-4BAD-A958-23146DA8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77806-B67D-4498-84A6-97217095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6CEA8-0D69-4900-92E0-1166B24D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0704A-D659-44E4-BDF7-13B2C34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99D16-A1F8-4292-9A6B-D3EAFDB4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08D13-C45B-4BDD-AFD2-5333FB54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42D8F-917C-46E3-9003-184FB56C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110D2-920B-4F27-A3B7-6E6FEFA2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700D9-C77B-4DE0-A3E6-252446ED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단계가 함께 사용하는 현재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9AFB6-7776-41C7-86EF-DB7203DF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96DD9-B0D8-42EF-8AAE-1F40276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ABD41-BE02-45BF-8638-0288003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AF421-05B1-4225-8384-BDFA95A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Conditional 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44110-BD36-4644-B9F6-5E30CAE4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A8BE6-C522-4A57-96F7-608BD26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검증·사람 결정에 따라 다음 Node를 고르는 분기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68C39-7FD3-4E70-8223-744354DB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36B26-E35A-4D86-B284-B0D982E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build_interruptible_meeting_graph()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114D0-4978-45C7-AE8C-CA422C79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297D7-310F-4AB5-8024-ABF74C84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FF4E5-0818-4D3A-8324-36A09090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F7C7B-31DD-48E8-8B3E-F48C5F9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중단된 State와 thread_id를 저장해 같은 지점에서 재개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B79A06-9B22-4E01-896F-3DC52D84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4F680-E32C-46C3-B9D8-76B81C55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interrupt() · InMemorySaver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3CB5A6-FF6E-49CB-96C2-6524E78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FD0EDF-5C85-48DB-B976-E31A739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 · Resume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4C4B5B-6799-4F73-8010-1AD0941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0EA44E-9E39-4FD2-9FD1-0D96FFCC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결정을 기다렸다가 같은 Thread로 실행을 이어가는 한 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271EFA-D19C-435A-82D7-F7331338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69B805-E6A8-458A-9557-28862D60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resume_interruptible_meeting_review()</a:t>
            </a:r>
          </a:p>
        </p:txBody>
      </p:sp>
    </p:spTree>
    <p:extLst>
      <p:ext uri="{BB962C8B-B14F-4D97-AF65-F5344CB8AC3E}">
        <p14:creationId xmlns:p14="http://schemas.microsoft.com/office/powerpoint/2010/main" val="409586198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9872B-E748-4DD6-A373-CE6A0B5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0B147-E02E-4BE3-BE3F-29770D1D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Interrupt·Resume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1F741-D1C6-48A4-92EA-0046B080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7DBDB-F7A4-41E8-85A3-9525110E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3A4F3-2D46-4682-B34D-CBBFE534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D6F2F-5E25-408F-97B2-D20EB161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94A46-3E90-49A7-9E63-3F77A0DC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86681-C915-4689-81A2-B3322DD0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34531-F220-4752-8C94-812076E3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6199D-97AA-441F-8A86-2D557946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A2832-CEC4-414F-8971-E33DD61E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692C3-DC68-4607-AA89-EF817778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13A0A-CA16-4A1C-AA00-37F34C3C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CB4F5-6AEC-4F48-BEDE-859AEBE7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DAA9C-76E2-44BC-9455-E0FC6E21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Graph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1E301-DA16-436F-95CD-FB923593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0CA5C-3932-49EC-B096-12620DE5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4C04D-23B3-4573-A40F-95F759CB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검사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06EB6-B3C9-4308-B301-00335D8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B5F43-AC76-4024-B68B-17A94A30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946CC-C407-496B-8334-153B266A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3BDCA-5A75-4BEF-BF5C-8A9747E8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07D4B-03B8-4CD6-9372-F5F2E78B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2A3FF-7EF2-468F-BB27-5A2E2F6D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Resume·분기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E3A99-AA12-4789-9CED-D6B6286E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07_human_review.json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329571364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00B79-8C4B-43D9-AAF1-22EA897E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6604C-35FB-4F2A-A484-3F8919FD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FCFAE-D484-43CB-A926-C5D94CC8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3AC86-11FB-4B11-9852-5C1CB1DF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7A8EF-A092-48F4-BC6C-D69F1C26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06ED7-66B6-4FD4-A987-30A04601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613F6-E3B4-4B31-B210-9D412468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59338-F078-4208-8DEF-0303049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43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C8C31-8D63-48CA-87B9-ACBEB427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처리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D9404-24C9-47EA-9B86-37C2172F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816AF-5B97-4860-9B6D-C3E9657E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외부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3CE46-4755-469A-BEB5-5C9D502E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39FEC-E23D-4926-AAFA-73B2DCE3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7F31F-EFA3-443C-9B70-49B9D454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A2611-3CF3-4CF9-AF71-9F333B62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45EE5-3439-470B-A725-A073A7DC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C96BD-DB7C-444F-B2AB-B9303DCD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반영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8BE39-8DB4-473F-B905-7DD849C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524DF-0AAA-47D7-99FB-D1E182E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7F5E4-78FE-41DC-920F-26474BF5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6CC17-F4AB-4160-9BE2-DFB0405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Field 수정 후 재검증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83F8C-BC0D-4632-85E3-D1804258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4972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FB58E-E014-4FA7-B029-9E9415BC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6B229-EECF-41DE-9B39-F2DE7CD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19C8E-BC5E-4E5C-8622-AEAAF948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E22F7-C0B0-4287-8167-D297C34B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3C6C7-8535-42FC-B2F4-0ED97FFB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96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종료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115679-2014-48CF-BD67-E0A566CE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D41B9-FC80-44F5-BA1A-0879F54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초안·외부 반영 없음</a:t>
            </a:r>
          </a:p>
        </p:txBody>
      </p:sp>
    </p:spTree>
    <p:extLst>
      <p:ext uri="{BB962C8B-B14F-4D97-AF65-F5344CB8AC3E}">
        <p14:creationId xmlns:p14="http://schemas.microsoft.com/office/powerpoint/2010/main" val="652563683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A017C-7A4F-478A-BB22-7B033F86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33FF9-1206-461D-8087-891D1782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6B2ED-2C74-4429-9EEA-A039B970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5432A-B237-4B54-A918-D6A5B5E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E82A4-E208-4CFF-8C4D-7DE5E6A1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11674-49DA-4E8C-B2A1-40B4D9E8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51525-1BF4-49C9-BCC9-4F7AAD52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77FF7-6782-4768-8B20-28E5F792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F7CBC-4766-4B29-A154-D4ADAA29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D200B-F503-46B4-9F75-14419501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8AA90-8413-40DE-8D2C-026692E7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F5E47-9CB9-4118-8561-B1866118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705B1-D136-499E-9EEB-07411550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build_interruptible_meeting_graph()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F73FD-4E86-4DCD-80CE-8AE57B22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B744D-F956-4D59-B5A0-B6668CF6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5A558-9B00-4C62-98CF-9AB47653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820BA-A2B0-47C2-8792-973DE932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BA8B3-020F-4D54-8F7D-418FF608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F19F4-6507-4F30-A3A8-A0B2263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D0BDD-BB0D-45CB-801B-F16818AF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23DC7-70B5-4122-A735-AF053DDF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day2_service_lab.ipynb · 7차시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E9660-F13A-4EB1-B332-94040AE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3C74F-7668-419C-AFE0-D85FB044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B4A4A-0A6C-41C1-A64A-0066AFBA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AFDCDB-82B2-40B3-AB68-190964B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58E6D-6B32-425F-A6F1-51FDC060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FDB8C-CB42-475A-A001-AC8D96F8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langgraph·checkpointer 설치   ·   Notebook 7차시 Cell   ·   MeetingRecord Sample</a:t>
            </a:r>
          </a:p>
        </p:txBody>
      </p:sp>
    </p:spTree>
    <p:extLst>
      <p:ext uri="{BB962C8B-B14F-4D97-AF65-F5344CB8AC3E}">
        <p14:creationId xmlns:p14="http://schemas.microsoft.com/office/powerpoint/2010/main" val="773078159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0ABBC-665F-40A3-8C2F-53845D50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FC53C-AF7E-4933-8941-37BBF66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Interrupt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94079-D9DB-411F-9C45-3A0718E6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2C3E7-50B8-40B5-A482-6E41DDA0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DB047-D3ED-4CB4-A17E-FAABC26D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352DE-8D6F-4C91-BD7F-BF9DD2E3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BCD2A-1C40-4D8F-9D58-218035DC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9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Interrupt Payload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eb5948d1641a2"/>
          <a:stretch xmlns:a="http://schemas.openxmlformats.org/drawingml/2006/main"/>
        </p:blipFill>
        <p:spPr>
          <a:xfrm xmlns:a="http://schemas.openxmlformats.org/drawingml/2006/main">
            <a:off x="686422" y="1752600"/>
            <a:ext cx="5466106" cy="30765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80F23-B14F-49A2-8989-A28FEAA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600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27973-C351-48C9-801D-A22A1693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6D7BD-834D-4693-B365-63A51611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53000"/>
            <a:ext cx="16002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E56B6-3F19-4B56-ACA3-6061C10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48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9AD0D-0DE3-4A73-AD32-8A524E04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6002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C53A2-B9AB-4297-BC0C-813E217B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거절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6E9DE-AAE6-4A5A-A40B-E6EC566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5105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FBB73-C6DB-428A-9CD5-9D1C20A6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결정으로 재개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FCEC8-BEE0-4DA9-A87E-C8C53B36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50482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8D9D4-AF72-40A6-ADC9-71BC9C8A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4386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"approve",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"approve", "edit", "reject"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["s12", "s18"],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"approval_required":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"automatic_email":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6070584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40C9D-D6B4-493C-8EBE-A0AE2B6A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BBC3A-AD26-4358-B735-F596248C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1129A-9486-4016-A43F-EAE6B657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8803B-5E36-49D7-90DC-B3F2197B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D7115-A114-46A4-B998-1070EA89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41BC1-8880-4118-9EBC-9F9D6645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3DB63-BE9C-4344-8A76-C37A1497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685DF-3579-49AF-B25A-E97963A0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45E1B-FEC7-4EE5-960E-CB0A125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D2357-49C5-4DC4-A57F-B5ADDF58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90474-AA6E-4C59-BB41-2C5766AD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jupyter lab materials/day2/day2_service_lab.ipynb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F98FE-4BC6-48F4-8A81-A9F931B2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CFC6E-182B-411E-B0C2-1607E6FC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33DCA-08DD-43D4-997D-F1208A5D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검토 전 Interrupt, 승인 후에만 Local Draft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39491-EF13-43B9-8FCD-14F0B9B0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6514B-E628-4114-9C59-0B838F32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DC507-B008-4DBB-B411-93C1775E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Unknown Evidence·Policy 위반은 Human Review 전 Hold</a:t>
            </a:r>
          </a:p>
        </p:txBody>
      </p:sp>
    </p:spTree>
    <p:extLst>
      <p:ext uri="{BB962C8B-B14F-4D97-AF65-F5344CB8AC3E}">
        <p14:creationId xmlns:p14="http://schemas.microsoft.com/office/powerpoint/2010/main" val="1682121019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66436-4C3F-470D-BFF4-8F7D0D1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4719A-E776-44A3-9855-FD3ED61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6352D-AA88-40B2-85F1-866ABC9D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FD8EF-8C69-4792-B87F-ABCAEFC4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5988F-0DD4-43B3-AD92-3BC020C9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E8D3B-FBFD-43BF-9F32-877895ED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6F399-BC9E-4443-A32F-6A1572F1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26C44-DD44-43A2-B5B1-00E35591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interruptible_human_review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F3474-FFA8-4763-A331-A26DA558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0A4AD-03DC-4466-9B69-D9B2E90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4D3FA-58DE-4AB7-B31D-3009AC44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446DC-7B87-4303-B6DC-A4E00B7E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C98E5-EE80-4B3F-AEA9-307B22DE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803CA-4EC4-44B3-9EE8-05D4A3D9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F6D64-5E7F-48EC-9B04-948FC2FD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832B3-83B9-4590-9871-E8CDFC2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AB146-E211-46BC-B96A-A3E107B7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36F8C-02C3-48B2-9E05-AA0E26B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403D8-F4F2-4308-B4B7-74A4C832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02F8E-8CB9-45AF-982A-FDF5131F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</p:spTree>
    <p:extLst>
      <p:ext uri="{BB962C8B-B14F-4D97-AF65-F5344CB8AC3E}">
        <p14:creationId xmlns:p14="http://schemas.microsoft.com/office/powerpoint/2010/main" val="1691793321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B8AE6-3435-49C3-8316-F41B1E27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4F1C9-2694-43CD-98AF-E16CE9A1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EF940-E09F-48D5-B837-4DB5737E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12EA3-E42E-4FED-B375-9FF2E9B5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B729F-4EB6-4F17-B2C2-8A09F4DD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AE8D2-86AB-415E-9BBD-1252464D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5676E-CA44-4C91-A883-AC59DCF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"graph": "LangGraph",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"checkpointer": "InMemorySaver",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"pause": "interrupt()",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"day2-learner-review",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"resume": "Command(resume=...)",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"learner_decision": "edit",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"learner_status": "DRAFT_READY",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"regression_paths": "approve/edit/reject"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BC491-1E2D-41A2-BD79-96BF88E9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7717B-C4AC-490E-82FA-D28042C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F3293-9BDC-41D5-9C1C-D7E465B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A9074-AF38-4543-AC27-C2D4E86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pause=interrupt()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B646B-72D6-4A9A-91A1-1E4A14D5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52364-7C6B-4009-8DF2-66A20B95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88B48-BBA1-42A4-BF62-CAD6AF0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checkpointer · thread_id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8EB2C-CD0D-44AF-A06A-FE5AB0B8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759A4-2EAD-42BA-9972-E8CA5B3F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EEEE3-4E18-469C-B24B-A62086C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resume=Command(...)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5ECBE-6349-494D-988C-5CB2ABED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9C7E4-CE0C-4A9F-A195-D7940610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7A5DD-9B7C-4566-A8AB-06F21B81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 · edit · reject</a:t>
            </a:r>
          </a:p>
        </p:txBody>
      </p:sp>
    </p:spTree>
    <p:extLst>
      <p:ext uri="{BB962C8B-B14F-4D97-AF65-F5344CB8AC3E}">
        <p14:creationId xmlns:p14="http://schemas.microsoft.com/office/powerpoint/2010/main" val="1454514091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04C2C-2C5A-4E21-9AA2-266EC46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E661F-0073-4820-ABB0-22D3135E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B175C-F601-4B32-9937-D85DE997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ABF72-4BEE-45FC-ACEB-3BD2226F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11325-C0CB-4DEC-B5C9-58EE6611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DCB58-6573-4831-850B-D9E8BF66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AB941-7E93-4033-B3A7-9B845D08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7CB6D-072F-4628-A32E-E0F42783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Cell A · Interrupt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graph = build_interruptible_meeting_graph()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start = start_interruptible_meeting_review(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graph, sources["google_meet_text"], domain_context,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thread_id="day2-learner-review")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start["status"] == "WAITING_FOR_HUMAN_REVIEW"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Cell B · 수강생 결정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REVIEW_DECISION = "edit"  # approve · edit · reject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Cell C · 같은 thread_id로 Resume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resumed = resume_interruptible_meeting_review(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graph, thread_id="day2-learner-review",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decision=REVIEW_DECISION, edits=REVIEW_EDITS)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resumed["external_write"] is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AA03-ADF1-4FCD-8FC0-FB65BD9F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save_json("07_human_review.json", human_review_result)</a:t>
            </a:r>
          </a:p>
        </p:txBody>
      </p:sp>
    </p:spTree>
    <p:extLst>
      <p:ext uri="{BB962C8B-B14F-4D97-AF65-F5344CB8AC3E}">
        <p14:creationId xmlns:p14="http://schemas.microsoft.com/office/powerpoint/2010/main" val="881121293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177A2-273B-4985-80A6-7260A441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46888-9077-4CDA-AB52-4594DD15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Review State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0F8ED-15FB-486A-A476-711DA7E3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F8F17-D7E1-4733-B0A9-8566A4DB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6C873-DA2B-4858-BAFA-5CB79A63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612A6-EC7A-4FEE-BBBE-2FC186CE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D7CBF-A792-449F-8177-3EBB4ED9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03BDB-D985-409C-A1A1-2CD5A188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5A4FC-848D-4708-A11F-6A3F7C76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3EC31-EDE8-4FCC-AB49-E18DB33B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6A2DE-D2BA-45A0-B281-B2DC2DC1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A18D0-00F1-4ECC-8A15-C2009781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11A09-FC41-4550-ABB0-5B6AF26E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실제 interrupt·resume Human Review 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E338B-5D18-4690-B488-AF07DE34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B52D5-0EF2-46F6-92AD-640FFFA2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624B3-00FE-42E4-85E1-B66C8CE0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390F7-46F3-49C4-9CD9-EA3578B0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Graph 함수·해당 Test·Notebook 7차시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1D8D3-DA27-4BD8-B267-03C2468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031FB-C97F-45E0-93A0-29A2A243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739EF-9F72-4091-8289-BBB24CA4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050E7-7F54-4DA7-9B84-8F16419C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Interrupt 전 Export 없음·세 Decision·완료 Thread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A7BD5-CAAE-47D6-B99C-9B66A7F3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2FEFD-C907-443B-A435-601C737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A09083-971D-4FE8-A2C6-5867A7C1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1184F-E143-4B3E-BE88-43973E3D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승인 전 외부 저장·발송·Thread ID 변경</a:t>
            </a:r>
          </a:p>
        </p:txBody>
      </p:sp>
    </p:spTree>
    <p:extLst>
      <p:ext uri="{BB962C8B-B14F-4D97-AF65-F5344CB8AC3E}">
        <p14:creationId xmlns:p14="http://schemas.microsoft.com/office/powerpoint/2010/main" val="1633689605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122F2-0577-4BD7-B992-4F4B762B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F164B-A954-48B8-81F8-B4402E97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9F85A-9DA0-450D-A56A-9BA1CC22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FCB1B-ABE2-4139-AACD-65E2A58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0533C-24EE-4289-AF79-012F7CE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A62DB-F9AB-497A-A6EB-85462A91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145A3-E06D-496A-880C-26BF6FF8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D97C4-51F8-40BC-A1C9-471F8354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day2_service_lab.ipynb · 7차시의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05498-B497-414F-84F4-BEEE756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F494B-2471-4E02-A589-18C30EFC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EFD4F-39C9-4EBD-9A2F-2BF03594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interrupt·resume Human Review 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61490-DA37-4494-9E49-70BEF909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39A33-2C92-4F3E-BCAA-9453910C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A70B0-77AB-4EA7-AFBB-7D641C03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interruptible_human_review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D620F-12E6-4F73-ABF7-4C07E356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42B55-0A24-4661-AAD6-70B23B5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65800-CDE1-44B6-8180-6D01046E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approve · edit · reject</a:t>
            </a:r>
          </a:p>
        </p:txBody>
      </p:sp>
    </p:spTree>
    <p:extLst>
      <p:ext uri="{BB962C8B-B14F-4D97-AF65-F5344CB8AC3E}">
        <p14:creationId xmlns:p14="http://schemas.microsoft.com/office/powerpoint/2010/main" val="1832505390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BC922-E4F2-4D14-8633-E4B4A3D9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D731A-EF89-4915-88E9-E9561CF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Graph Interrupt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99987-01CC-4A7A-9C68-9B9D1EFF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9F4C8-81F0-442B-85CD-2145FBA3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1309D-0A5F-4D6B-87A1-E2B333B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7BB06-39C8-4970-B0C6-6624082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1B3C6-0D73-42D9-B852-972D846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FFEFF-BBF3-4DA0-A7A9-F0FD2A4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7차시 Interrupt Cell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0A6B9-9AD5-46DC-AB42-16A4BC0A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CF537-B63D-4447-BB9E-DB62F453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9A69C-D8F1-436E-AEF0-00C89AE4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Thread ID와 중단 Payload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9F7FE-CF4E-47D7-A64C-167F58DA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2A81C-331B-4EC4-B084-52395063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313D2-6C2D-4D2F-AB46-F9E2B911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Reviewer에게 필요한 Field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A1A0D-8811-40EA-B8B3-FCDB4F3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3D6F4-3330-4751-9FA2-12535C23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07_human_review.json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885950307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4A0B6-3FDD-470B-834A-F1937E0C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36835-86F5-446B-80B1-DA55D0B2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 Resume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09394-EE57-48EA-B484-EBC2A163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542B9-D9CD-4092-AABD-0D859D46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8C22A-D123-4478-BF75-9D59D623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69583-BC4C-4239-9373-86FDCE1C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2D0C4-21E2-4D4A-A44D-C19D0250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3D354-483B-4DFF-A97B-8E6E1F17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Approve·Edit·Reject로 각각 Resume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37110-05A3-4BC1-87F3-F20D44DE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9D735-01D7-4DF7-960F-6A939269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7E012-CB44-4856-9273-63467D3E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Conditional Edge와 최종 상태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4E6CF-9724-4987-9DFA-F456A8D1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82467-DA77-4282-88D7-1A1A90AF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37EA0-2628-418E-AFA4-42E6EC83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 없음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22034-1FA5-4004-B4EF-B040778C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6C291-D553-4349-AF04-E5F66A94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07_human_review.json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2099434568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6A2BDE-189B-495B-8A08-F626376D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78A29-09A2-461D-BF1C-1B3AE35F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8A477-4847-4A22-A83B-98A05F6A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454AF-3FE8-4760-952E-92380F8D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8DB4E-7AE2-439B-91C6-D83B1DA9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2200B-D1F4-40AC-8FB0-A23BAB87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9506C-1F91-4B2B-9822-55EA6335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84A0F-C12A-4E53-8451-84BA28D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7F7C6-7CDF-44CC-96D2-058BC2C7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62837-D74E-4EBC-946C-736D9067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27C42-B3E0-42AB-B2E2-3A9F339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07FA3-0417-4CE5-B718-6A2BFC12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0135D-95FA-4538-872D-CA66DC56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6B366-FFA8-4F3A-8BD2-640EFD1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87749-404C-4FB3-A503-D8F36FD0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검토 전 Interrupt, 승인 후에만 Local Draft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7B2D3-5982-497A-BC94-64813F1A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504F7-9234-402E-B468-C78F3210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3C083-B11D-47EF-B8D0-AC85232E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3366D-B341-4799-99BC-55D28FAB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89323-3322-4F8A-B8C1-A31DB846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00B3A-7A74-47F9-8BA6-8536A214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Unknown Evidence·Policy 위반은 Human Review 전 Hold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B47C6-1D93-4A38-9594-2DAB44A7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6BC51-BE1B-459E-B4C6-D515DA67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174DC-DCE0-4121-9355-60B37304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C2DC76-45E2-4E28-BE4C-6F6E2CBF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BC91C-2DCC-478A-91DF-B9E6A652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DE5C02-179A-4F47-8C98-CE9B3725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 뒤에도 Local Draft만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D7068-C203-4CD1-A4D1-7EDEF9FE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07C47-89F9-44BA-9071-7C6F6819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7BE7B-CA5C-4EC6-9B50-5336670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D71912-4095-4CE2-9C5F-A489DEB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86464-AB69-40CE-9C64-2DAFEDE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35F31-FFC3-4835-9C82-85692185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07_human_review.json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89ED88-4A17-4265-B025-F3F5A051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8ED85-6108-4731-A3E1-5CA717C8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304796599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244FA-5DA2-4758-A21C-C464E894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B291-2632-4FAB-B7F9-0022E092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9D51D-BFE5-409F-9840-9DB889E3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70D92-6640-4554-93B6-AA13F5D6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669CE-779A-4BB5-82B7-9FCE161B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D50D3-59EB-4EC9-9810-B01EA0AC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035A6-DBD6-4909-9DC2-4DBAFA1D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E3C9A-5A46-4904-8D00-AB1B27A5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Thread ID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46567-E136-4DBA-8E31-80C21CA8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3F4F5-E0C8-4C0E-B35A-393355FF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86E1B-B7A5-4E94-8E5E-8C5EC88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 Payload 필수 Field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78EB4-6137-43ED-A2AA-88FAD41C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6BA70-B668-4572-9DBA-131ABD23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5E071-F96F-4F0C-87BB-66200146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Thread ID로 Resume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83E1F-140B-48FB-91E5-5DE70E58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E98EE-6D44-4122-9651-85689E4A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53B12-08EF-41BD-B7FE-DE56981B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 최종 상태 비교</a:t>
            </a:r>
          </a:p>
        </p:txBody>
      </p:sp>
    </p:spTree>
    <p:extLst>
      <p:ext uri="{BB962C8B-B14F-4D97-AF65-F5344CB8AC3E}">
        <p14:creationId xmlns:p14="http://schemas.microsoft.com/office/powerpoint/2010/main" val="2120752673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3E8A0-07DC-4495-B813-9351398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A7420-9B90-4EAB-AAFA-56EEA51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57B7F-29DC-448D-9F65-0971784F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133B3-6EEC-486F-9B44-20043DBD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39C2E-7E52-4F0E-A230-88EDCF4B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EF7CD-810D-4B11-907D-26796560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5403B-1EF5-4DDF-ADB5-56E02051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1CF34-BD07-4DE8-9663-654842A2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FC502-825F-4C5F-8772-4A90796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1E51E-67D5-41FB-8075-419AAC5C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6E304-5209-471E-931E-71C82F8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F4B4D-A2F4-4A40-9E0A-80674CD4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A4EAF-C9A3-4230-8486-FA1F20F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21105-A608-469F-AE8F-21B4C952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10E28-3121-4AA7-89BF-4AE6ABF4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메일·문서 반영 전 Reviewer 승인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97A42-E852-4DE2-BF70-DF5337A6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E70DB-5FAC-4175-BDAA-A190556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수작업 시간·오류·승인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55723-5DCA-48E0-B30E-2F2C0528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DEF89-6F9A-4BB6-B1D1-A404EAAC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724CD-B680-488F-816E-9098CB1F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E947E-EA21-4BD2-813C-834B4CD1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Interrupt·Checkpoint·Conditional Edge 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746B8-30A1-4081-A46C-190E956A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D495B-9E7E-4AA1-844C-3226C7DC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문제·Code·Test·실행 화면</a:t>
            </a:r>
          </a:p>
        </p:txBody>
      </p:sp>
    </p:spTree>
    <p:extLst>
      <p:ext uri="{BB962C8B-B14F-4D97-AF65-F5344CB8AC3E}">
        <p14:creationId xmlns:p14="http://schemas.microsoft.com/office/powerpoint/2010/main" val="96227140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B3D5A-763E-4B63-B979-E769DA29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56C47-B580-4593-BEE4-486AEC6D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138EA-8B33-49F2-BB9A-903ED2B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F9CD6-18E1-4B17-94E1-E00E5E1A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5F5A4-0028-43EE-B4B0-41F8AD50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71B8C-F6E6-4AC4-BB2C-8025126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D2947-4AEF-4CFD-B60D-4FA6DDAB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353BD-ADAA-4E57-BBC0-70352F0E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567DE-001C-482F-AF5A-34D5602E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B4474-52D5-45AD-90EC-86B8FF8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4E68A-CCDF-42D3-8D0A-4C10F673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tests/test_day2_meeting_workflow.py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interruptible_human_review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ABD4A-57E4-4A00-90BE-0A372465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FDFB1-3633-43EF-B2F9-B1C8EF3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18E18-D296-4C31-8AF8-F03CD6E4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· 검토 전 Interrupt, 승인 후에만 Local Draft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3C3C6-521A-4167-88B8-E1CBDFCD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22006-95C1-4EF9-AFFA-0DD46A83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1EB59-4B9B-4F25-A68B-2F0C019A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실제 interrupt·resume Human Review Graph</a:t>
            </a:r>
          </a:p>
        </p:txBody>
      </p:sp>
    </p:spTree>
    <p:extLst>
      <p:ext uri="{BB962C8B-B14F-4D97-AF65-F5344CB8AC3E}">
        <p14:creationId xmlns:p14="http://schemas.microsoft.com/office/powerpoint/2010/main" val="168258714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A8CEA-304B-4494-BF24-E20E3B1C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04A99-84F5-494D-9953-04EE7F2F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E2392-D361-4677-82B2-F9569F58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D7759-EBC8-4E92-B7E1-EF58647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3215D-5224-4134-A44E-51DC03E2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128FF-0951-4414-AE12-0F98C36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63FFD-94C4-4875-A959-5D0D029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1D9A6-E08A-4BCA-9B6E-1B00E7EC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AA8E0-1863-494E-98F2-2A543848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5CEB7-769A-4F32-8C65-D0FD1697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5297C-4441-4B35-9D88-EC277061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Decision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BEECB-8763-4296-8135-BFC8415E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912CD-EE68-4975-9F0A-6E97C8BD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955A5-139A-4750-B18E-D9D3F425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 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925D2-F652-4486-BE21-AED9D73E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0D01B-15FD-4162-A41B-A60D0330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Localhost 회의 기록 App</a:t>
            </a:r>
          </a:p>
        </p:txBody>
      </p:sp>
    </p:spTree>
    <p:extLst>
      <p:ext uri="{BB962C8B-B14F-4D97-AF65-F5344CB8AC3E}">
        <p14:creationId xmlns:p14="http://schemas.microsoft.com/office/powerpoint/2010/main" val="1801973167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981EE-4EB6-4D0D-A79F-AB89DD1A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8BDFA-D85D-46B2-85DD-D1060AC9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8차시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3EBC4-0830-420A-A2BE-41146931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16:40-17:30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98E89-B3DC-4F8F-BE6B-908A1D1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Localhost 회의 기록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FA17C-D8A7-4FFD-9406-EFA963E7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예시 입력 · LangGraph · Human Review · Local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C9DA4-CBC6-44FA-9436-04D918A8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4391D-8DD9-4B38-ABC6-0C6E0BDA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0-8분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9B5D2-D618-4B73-9243-7878F5F4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5D022-50B6-4450-8954-AADA4055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8-18분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D7F81-17A2-4249-ADFC-47EA22E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E2C67-ABFD-4222-BC81-E35141CD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18-48분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151E7-7770-41E5-A513-81598762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9AB6D-0387-4643-82B2-85CFE38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48-50분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F13A4-C40D-4C26-9CE2-7AE3405C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F7B03-1CDF-48A4-A178-5E48CF9D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08_localhost_launch.json</a:t>
            </a:r>
          </a:p>
        </p:txBody>
      </p:sp>
    </p:spTree>
    <p:extLst>
      <p:ext uri="{BB962C8B-B14F-4D97-AF65-F5344CB8AC3E}">
        <p14:creationId xmlns:p14="http://schemas.microsoft.com/office/powerpoint/2010/main" val="1025476024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31B9A-7B03-41D6-8045-AF930D95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ABAAF-2477-4AD6-9967-FC017E31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 Python 환경 기반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0E42C-3961-4AA4-8DBA-24D0D946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574B6-DF90-43EE-A65D-371A7AF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8B92C-6703-498E-81A3-2D519898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E1DF0-DD8A-421F-BD90-5F065884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Docker나 API Key 없이 예시 회의록을 처리하고 검토 결과를 확인하는 로컬 웹 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EA51E-722F-47C0-BE2D-51775A33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4A6CA-7FDA-4365-8988-C2033129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45CC9-7162-48AA-9E74-BEE43696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쓰는 사람에게는 설치 성공보다 한 번의 실행, 오류 복구, 안전한 종료가 제품 품질이다.</a:t>
            </a:r>
          </a:p>
        </p:txBody>
      </p:sp>
    </p:spTree>
    <p:extLst>
      <p:ext uri="{BB962C8B-B14F-4D97-AF65-F5344CB8AC3E}">
        <p14:creationId xmlns:p14="http://schemas.microsoft.com/office/powerpoint/2010/main" val="1738500450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54E2E-B3C5-4AC0-9665-17B6778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B3517-5AA2-46B3-9B78-29DE683B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실행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B8C01-9ACB-43F3-BCB7-B9AB359F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B262B-F0D1-4B3F-85D3-2A077A1C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50F5E-1945-4266-80A9-ECEA349B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187D8-DFD9-43B8-AC0F-81F16E0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7D733-0884-4A00-9F1C-CD3D1548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84E05-F444-4051-9FCD-49B44510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7FDDA-5D66-4A6F-AE73-7277582B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AEE3F-4812-44C0-AE6D-5A43D7E2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D3137-CED8-4FA2-BA06-E3281D7D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3FBBD-739B-4C8A-8EC9-44B40B66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18CAE-85A0-46D2-9535-C243C558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54DF2-5173-42F3-9C30-B3256B25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4A4E7-B55E-4B75-850D-4A22B948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 PC에서만 열리는 주소; 외부 공개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ABE6B-02C9-4D0B-8AF6-284917B0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B112B-465A-494C-8059-C7F46A74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127.0.0.1:8766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0239F-6B49-4FB7-BCD9-E4459879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12DE8-320E-4D0E-87B2-F52BC72A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51BB8-02FE-4115-ADE3-76DBA93E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DCECA-AEF5-4541-83B4-D1858E8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Key 없이 같은 결과를 재현하는 교육용 예시 입력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E8EA5-B20B-41F6-97A0-22737AE6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5A840-8925-4862-B749-8393D80D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data/meeting_sample_ko.txt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EC77B-6AAF-41C1-8BC6-F632FB8C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B3F37-9AA5-4406-820C-D4CBB40A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Smoke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ED1E5-DBF1-4EFE-A37A-6AAB42D9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1493B-0FEF-4C37-A10A-2C76AF64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앱 기동·처리 API·안전 경계를 짧게 확인하는 실제 검사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DD42B1-D37B-4F84-94F6-4D44FB7C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EB7108-2062-4684-9045-861B1682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--smoke-and-exit --port 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57FF9-5287-4673-9136-DAFBD725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CD3F2-C059-4467-B56D-0FB47B3D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Package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ADDDAE-2C50-4DE5-8FE0-4327CCB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17190-CAB4-4E9E-ACF2-96203925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Docker가 준비된 PC에서만 쓰는 선택 Launcher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E52715-DDAC-4A13-9772-61CD9FD4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E324A9-E443-4F48-9521-CB2A1E57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dist/*.exe · dist/*.pkg</a:t>
            </a:r>
          </a:p>
        </p:txBody>
      </p:sp>
    </p:spTree>
    <p:extLst>
      <p:ext uri="{BB962C8B-B14F-4D97-AF65-F5344CB8AC3E}">
        <p14:creationId xmlns:p14="http://schemas.microsoft.com/office/powerpoint/2010/main" val="1797493346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4C415-52F0-4B5E-B68E-B8846053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2B330-56D8-494D-A3F6-D41FD415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파일에서 검토 초안까지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4EF26-B7FB-4B9C-82F7-F0D2F1C4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D4E33-9317-4F4E-A910-C69E8AAE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1FAF6-D3A5-4990-B01B-8239F6DF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BA210-24EA-4DCA-91D3-C21D5566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FE915-DF4A-4FCD-BC69-6EB60E91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3534E-4CCD-49F0-9C31-8DA11B15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41EF9-94AC-4C65-9EE9-57363DB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4BAB2-0DF5-431D-97FA-F6289229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84B15-0100-4A3D-866A-D85556DF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69D35-8168-4300-918A-AD63C593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예시 파일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0599C-B248-4042-B7FD-0ECEA991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EEA06-C1EA-4C3B-B9A1-3C136E6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B414A-4AD9-4660-A72C-AB2F6366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7A41C-45D0-4A68-977B-CBD89822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4AC09-0E02-4ADE-8CFF-7AEE0A9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6FC41-4A64-4B47-9200-8F9EA20A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AAE64-BF4D-4F86-89FD-5BD48168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ACAA-7DB1-4AEB-9CFA-39A0CA3E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6BD65-DD58-4AF8-8364-8E04B8CA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6660A-FF4B-41F8-8155-555420BD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27314-8B0A-4D05-BE47-C1BB86BE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3B2F1-86E2-4236-A0BB-D286F155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69F06-321F-4D28-8610-4B49EC8F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08_localhost_launch.json</a:t>
            </a:r>
          </a:p>
        </p:txBody>
      </p:sp>
    </p:spTree>
    <p:extLst>
      <p:ext uri="{BB962C8B-B14F-4D97-AF65-F5344CB8AC3E}">
        <p14:creationId xmlns:p14="http://schemas.microsoft.com/office/powerpoint/2010/main" val="1403586493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18F2A-960F-4FF6-8555-0A29DED1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52B25-668A-4B41-BAD4-7A0D69EA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경로와 준비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60951-ED1F-426F-B84A-61BABA7C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2A3DE-AEC6-48FD-8378-C3101FA2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D4A51-EEF1-4678-B2A8-AF46353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EC919-8928-49F1-A0D3-C01336D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26B38-6139-42FF-898C-ED66641B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2EA3B-D0A5-4C7F-8C21-B137E537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43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E09DD-A487-40A6-8258-967AC66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254C1-76D6-4C47-A9BC-882B4FD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12D5F-F982-4B2E-9122-4309E5A3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C160D-F05E-4A42-852D-EFCBA7C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8373C-4BAF-42BE-84BC-15B8784F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run-local.command · run-local.cmd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8249E-0F63-4704-8660-6BEBEA28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8B594-FD75-479D-9E91-E4C8B0A5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수강생 기본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77CCD-10DB-432C-98E3-FB96953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D9FAD-BAF3-4874-941D-1F62D3B5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더블클릭 또는 Terminal 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25028-D43D-412F-B556-C29D926A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EE3E4-D228-47E8-8425-21BFA77B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run_day2_local_app.py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8CFB6-0C52-4E3E-BB2A-21D49F2F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3C6E9-D96B-4F94-8D94-377D4A32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공통 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4AB68-BC88-42F0-9DF9-3E6994C7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4972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C8023-4DF5-4A45-82CF-A88D970C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Port 변경·Smoke Report 지원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C6CC9-1888-449A-92B9-38656F8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80988B-E44C-4408-B3FD-0C6B3AB3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EXE·PKG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4521E-21C3-4E7F-9715-31B48320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9BAFF-4C6A-47DA-93E9-34AD2A7B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960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74F395-120E-4C65-A007-4270039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4972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97D1F-BDC9-4A4A-845A-8CA8A4C9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Docker·OS 보안 경고 사전 확인</a:t>
            </a:r>
          </a:p>
        </p:txBody>
      </p:sp>
    </p:spTree>
    <p:extLst>
      <p:ext uri="{BB962C8B-B14F-4D97-AF65-F5344CB8AC3E}">
        <p14:creationId xmlns:p14="http://schemas.microsoft.com/office/powerpoint/2010/main" val="276890447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30BBCA-DA07-41B3-87A4-41393B8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56A70-AAF7-4F50-B0E5-149268D1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파일과 결과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0EA43-B5E9-4912-B848-E3093F3D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FBDA3-F8A6-49A5-AD3D-DDD0C4D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FC080-F146-4968-83EC-460913FF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E643D-34F1-4B1F-B4D3-02C1A2F7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3C962-93D9-4FD5-8543-12AA3300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F347F-5767-4EFE-A00F-AD10E76E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D48B3-A311-4E94-AF4B-3A1660D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6C548-FDC3-4ADD-99C6-5D3B4516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3888C-81A1-4309-9F7F-268235B7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E647C-A2FD-46DB-86F6-64F5E676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B28B8-3CDC-4F10-93A2-49BF794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desktop-app/meeting-intelligence/README.md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BC64A-F427-44C1-98DF-4AF0B7B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6CBAC-F998-4713-9A76-A96F7D53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ECA67-8A1E-4316-B8EB-F058803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BFA48-73B8-41A6-92AF-7CAF005A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scripts/run_day2_local_app.py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894F3-B060-40E2-87A4-50D5182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F1ED7-3D5D-4CE1-A37A-7E768F39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51EB0-7FC4-4184-99C7-E3D07FD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9C312-390E-4D02-B807-D21C955E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desktop-app/meeting-intelligence/static/app.js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22A67-2BCD-4771-8768-4E26311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83732-8D8F-4FDA-A155-F9C5A06E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2FD7A-5881-4E5A-BEE6-40782D2E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29AFC-7D2C-4855-BC24-6B73EEDF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student-run/08_localhost_launch.json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11016-3A5E-445D-AA40-0B9C3B7F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2CCB84-FE6F-4D60-AD5A-FB3D7D5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 Python 환경 재사용   ·   pip install -r requirements-localhost.txt · 최초 1회   ·   Browser · http://127.0.0.1:8766</a:t>
            </a:r>
          </a:p>
        </p:txBody>
      </p:sp>
    </p:spTree>
    <p:extLst>
      <p:ext uri="{BB962C8B-B14F-4D97-AF65-F5344CB8AC3E}">
        <p14:creationId xmlns:p14="http://schemas.microsoft.com/office/powerpoint/2010/main" val="462252721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8A9EB-9AA6-437C-B507-84EBCE0D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863EC-8C7B-43B2-AFE7-AF1D426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기록 도우미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8B4A6-AC06-4CDC-9ED6-F3E4AE0F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2EDAD-8DFD-4DB6-9370-9658DCD6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C1748-67B0-480D-A644-CCB2EF08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EB93D-3F77-4FA0-9CA8-93EAA138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실제 localhost 화면 · 이메일 초안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f8ae6e3ea4303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10820400" cy="403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E67F1-EEEB-4863-8123-711ADD5C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D9003-D1EE-4280-A587-4C77062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받는 사람 직접 입력 · 자동 발송 없음 · 외부 저장 없음</a:t>
            </a:r>
          </a:p>
        </p:txBody>
      </p:sp>
    </p:spTree>
    <p:extLst>
      <p:ext uri="{BB962C8B-B14F-4D97-AF65-F5344CB8AC3E}">
        <p14:creationId xmlns:p14="http://schemas.microsoft.com/office/powerpoint/2010/main" val="671652933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11C89-DBD6-494A-A273-83C9C095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5A67F-6E1C-4553-A204-B9251467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2EA35-3AEF-4C9D-A04F-E2306DD0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48303-6A43-48C8-BF03-7B59C953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854F1-A81D-4DDF-8A29-3FCE21CA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5C75A-9FE5-4394-9409-EED45DDC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CC270-07F0-4CBE-AB36-B0BA6051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23C7F-3D1A-4977-8FB1-D1A6837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Launcher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macOS run-local.command · Windows run-local.cmd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2AEA7-4FE2-413D-8E1A-A7A0E095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79814-E497-458D-84FE-C03DE452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15D97-BD2C-47C5-8109-C23DFD88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브라우저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표시된 Local URL 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24CFB-E234-4398-B78E-D9EDDDAB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BD333-6C28-4CE7-A13B-1F381E8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4D5E0-7C06-490B-9320-0773E89D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처리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예시로 바로 시작 · 회의 기록 만들기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6A454-CE67-42AF-A7A1-9C1CCBD2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CCF1C-CE03-445E-A2AB-348D76A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EBEED-1B4A-4875-8375-2C0D470E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확인·종료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human_review · DRAFT_ONLY 확인 · Terminal Ctrl+C</a:t>
            </a:r>
          </a:p>
        </p:txBody>
      </p:sp>
    </p:spTree>
    <p:extLst>
      <p:ext uri="{BB962C8B-B14F-4D97-AF65-F5344CB8AC3E}">
        <p14:creationId xmlns:p14="http://schemas.microsoft.com/office/powerpoint/2010/main" val="1787047089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8F6B4-9AF5-455A-991B-57CDD6EC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10CA1-0169-4B24-B47C-62C8DE00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5C539-563F-4EAA-B911-9CE04F5C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E828B-D93B-4873-9239-CA1DF6D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2B641-DF21-4CA3-AEFF-D1BA283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831B5-1E8C-4412-8E00-B939B29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7FA53-8CCA-4B8D-AA3A-0BA26BB0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02A32-A897-4966-A124-82BEECC6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scripts/run_day2_local_app.py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--smoke-and-exit --port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13ED0-B113-4E5B-86C8-446DD243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10930-2A7E-426F-8E3B-9516F76B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6759A-C2DF-4EAE-A530-7F9DB301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729D1-2611-4BED-B483-1585798B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ABD9A-46B0-4CDA-A3EE-285CFC95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B7DC6-78DA-4C28-B6C3-CF8A0D7E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19D47-7177-47AF-BFA1-D4555537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31547-7565-42A8-B8A1-98A4D539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588C1-DFCC-4A69-834E-925C5B48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CAD31-9CEC-4959-868F-E7BC2111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3E1F5-2F26-4B1A-AB06-F00D87B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CBEC6-7996-4E25-8155-56E23A1D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08_localhost_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launch.json</a:t>
            </a:r>
          </a:p>
        </p:txBody>
      </p:sp>
    </p:spTree>
    <p:extLst>
      <p:ext uri="{BB962C8B-B14F-4D97-AF65-F5344CB8AC3E}">
        <p14:creationId xmlns:p14="http://schemas.microsoft.com/office/powerpoint/2010/main" val="347098540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C8EE1-C3EA-4A6D-A4EE-BC01F008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01387-DA29-4670-8D99-E978B12C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C863E-B748-4069-9013-E9E30D0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178BD-307C-47A4-A660-64EF8F16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0C805-8BB5-4BA3-972D-D468B4F5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00F3E-7D08-439C-B4F9-8E97CDCD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58C30-5DAF-441F-A979-9F0EE534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"status": "PASS",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"service_version": "2.1.0",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"delivery_mode": "localhost",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"stage": "human_review",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"email_status": "DRAFT_ONLY",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"integration_plan_only":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8F8D4-6B90-4EA3-A913-47040EDD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A897C-6C13-471F-96D5-ACD2F920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CAA34-FE01-43B6-8DF6-63654DD8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096D3-8442-4B75-903B-185DFCE1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status=PASS · service_version=2.1.0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273B9-5C99-4A3E-B5D3-E72C8D08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CDC45-27F9-4A09-8405-CC756BDA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62DDB-09A6-4B3D-94A9-9EF9B284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delivery_mode=localhost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3B18D-CAB3-4D00-9D58-7E2D98CB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B9FD1-0157-4C4D-A2D3-986D5F4E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04E70-2DB2-4EE6-AB16-0C057A1F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stage=human_review · DRAFT_ONLY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BD221-5C1E-45E2-A8E3-09B7E2E8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40EFF-910F-4435-9FF1-B9450564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A66B6-9ECF-4B42-9DE0-52E54C90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342007394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578AA-54E4-4FE5-BF40-B75924B9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219ED-2A9F-4296-A935-A73A38EB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10071-A508-4693-BDDA-9AD513DF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7CBD2-5A36-4AE4-8F54-FFECB0E0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38F80-F5C4-416D-B4E3-4FABD918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DE726-4BF4-45DA-BBC2-D2077000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A3222-9721-4C1F-9619-3FD25A16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3A9FA-70B6-4F08-9DF4-D3069974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localhost_report_path = OUT / "08_localhost_launch.json"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localhost_smoke = run_command([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PYTHON, "scripts/run_day2_local_app.py",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"--smoke-and-exit", "--port", "0",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"--report", str(localhost_report_path.relative_to(ROOT)),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localhost_smoke["returncode"] == 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localhost_report = json.loads(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localhost_report_path.read_text(encoding="utf-8"))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localhost_report["status"] == "PASS"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localhost_report["external_write"] is False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save_json("08_localhost_launch.json", localhost_report)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1D7EC-910E-4EE3-9914-1BE449C7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save_json("08_localhost_launch.json", localhost_report)</a:t>
            </a:r>
          </a:p>
        </p:txBody>
      </p:sp>
    </p:spTree>
    <p:extLst>
      <p:ext uri="{BB962C8B-B14F-4D97-AF65-F5344CB8AC3E}">
        <p14:creationId xmlns:p14="http://schemas.microsoft.com/office/powerpoint/2010/main" val="18002356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4BE4F-AB35-419E-822C-248F60C7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F99C4-B656-4475-97D7-0D3C7E95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Local App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28304-D0DE-4CA2-A524-09E5AAED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EE781-AE2D-4FC5-A8F2-959135F8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2F4DE-B0BB-4332-AC07-32DE59D4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A2CFB-F306-42DA-AC94-36278D9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DB9B9-02FB-4688-AF2D-C9D9A5D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12C40-44CA-4BED-A77B-4D73744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93DC2-B489-44E4-B4B2-DC929C27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532BB-F772-4D26-A244-59A8568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E3832-19C0-4D47-ADB6-6DE15D7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26741-60CC-41A5-B65A-F6EFAA28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E0473-8995-40A6-80A0-BD2CBBB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Localhost 실행과 종료를 한 명령으로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F194C-5EEC-4F81-9178-11B3D03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2E054-1786-4BBD-85A9-1FE3DF77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1F1CD-E3A4-430B-8B6A-551D33C1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2004F-8715-4A27-B7A7-51C7971F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Local Launcher·App API·UI·해당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54142-FB31-4A3F-BB16-5A40BC4B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43A3C-EA2A-4AC9-88D1-07BC7D9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2CF23-A75E-4E0A-A9FA-BE4AA92C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6113C-A870-4A0D-9659-E44367C0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동적 Port·Fixture·Human Review·종료 후 Port 정리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40FE1-3E86-4517-B674-030889C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03CE6-E61F-4933-BFB8-1F52FC97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3E625-4D33-49B9-8288-D306096C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DBA1D-837D-487C-BEBD-50865E61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자동 메일·Notion·Confluence 반영</a:t>
            </a:r>
          </a:p>
        </p:txBody>
      </p:sp>
    </p:spTree>
    <p:extLst>
      <p:ext uri="{BB962C8B-B14F-4D97-AF65-F5344CB8AC3E}">
        <p14:creationId xmlns:p14="http://schemas.microsoft.com/office/powerpoint/2010/main" val="1095847710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DA35A-2BAF-423E-B715-6CC1E8A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8CB5D-07C6-4D9C-9098-A1DD7C50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5D513-9A63-4A7C-BD06-D0E1094D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F8D01-565A-49A2-B949-BDCF649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70A4F-85C1-4700-941C-782383F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319DB-2253-42AC-8347-062E44DD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0C697-FA16-4881-834C-2A85833D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B1AF8-1194-446B-98D7-06754573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desktop-app/meeting-intelligence/static/app.js의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B34D8-9A11-4BEE-90B9-BCA5D39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8EBAF-9639-4298-BA83-74F5E3B6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D34BA-5375-4A4C-9DAE-F993BC6F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실행과 종료를 한 명령으로 재현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9B6DD-0E3F-4FA9-AC1B-A32728C5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8A081-8F01-413E-9118-5F050110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73DBE-EB26-45FD-92B1-39F20942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scripts/run_day2_local_app.py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--smoke-and-exit --port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41506-5028-4E67-8F30-598DFF37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D049A-DF30-440A-B85E-67880FCD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E0B5B-ADA5-40C7-93C6-38E7810A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89495701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DC7B6-88B2-4DAA-B32C-CDC3A28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5E354-8F32-495C-A744-7B4FBF32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54898-3C5E-4DCF-8E17-446FE656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2C4CD-257A-4F84-8521-6F583A9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14539-314B-46B3-87E6-A6A25086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31524-CD1A-4E57-9DFD-C1FC8EC1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3D562-E2AD-46E6-BC96-F9706C38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D936E-73D4-488F-8F38-0B456A66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--smoke-and-exit --port 0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B6D9F-2BA3-46B1-B36A-EF0943C8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88ADB-559F-4412-B19F-7C7512F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95527-D105-4BE1-B265-84091E2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상태·예시 처리·사람 검토 대기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89016-547A-42F5-9B74-F824794A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C30D8-9D81-414E-8270-08EE845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AB2CD-6955-4261-9D8C-96548BA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08_localhost_launch.json PASS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5E731-A445-4ABA-AF5C-900E825E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55B66-6C8E-4F22-9995-89CD22AF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08_localhost_launch.json</a:t>
            </a:r>
          </a:p>
        </p:txBody>
      </p:sp>
    </p:spTree>
    <p:extLst>
      <p:ext uri="{BB962C8B-B14F-4D97-AF65-F5344CB8AC3E}">
        <p14:creationId xmlns:p14="http://schemas.microsoft.com/office/powerpoint/2010/main" val="520580009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B53E7-17BE-4436-8281-EB80427F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71D00-63E2-4487-BF43-3D81EEBD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예시 회의록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244B3-B25A-4652-9AEB-072E212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74DEB-67B0-4274-81D4-3C1A2C8B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3BB12-0FEF-45E8-80AE-BFA24445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2693C-073E-4ADE-B040-9CDC0536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434BC-7D1D-47BF-AFA0-4FB1BFB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BF04D-258B-49B9-B6E0-342F896B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run-local.command 또는 run-local.cmd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2E383-6D86-4EFE-951B-075E44A2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F2C51-473F-4943-A1E0-27BEBDB6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20704-FCF1-4B6E-8357-E15B29F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예시로 바로 시작 · 회의 기록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0B099-B5DD-4572-9CA7-1F230E43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8545B-96EE-4AD7-93C9-C0D5F094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0543F-AC17-4D05-B931-445AAE80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Evidence·Email Draft·외부 미반영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0D11D-C1C1-4830-8AB3-44E6E597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FEEA0-DB40-44FF-B0BB-9DD15BCC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확인 · 08_localhost_launch.json</a:t>
            </a:r>
          </a:p>
        </p:txBody>
      </p:sp>
    </p:spTree>
    <p:extLst>
      <p:ext uri="{BB962C8B-B14F-4D97-AF65-F5344CB8AC3E}">
        <p14:creationId xmlns:p14="http://schemas.microsoft.com/office/powerpoint/2010/main" val="212012337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746EDC-273D-4D06-BC82-079B7D77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FE306-139F-4BB8-BF1E-FC331323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B3509-41A4-48F7-9464-8804D4F7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01C63-3149-45DC-9D15-803075D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4F849-5E95-4C7B-9930-9E34996D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76CDE-1600-4EF8-8ECD-2B9BFE33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C2A27-A2CB-42BE-A46A-3044A24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BD0A0-4989-413C-8701-4F5C684A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75F01-D6D4-4193-8B01-E91B303D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D0D8B-D53F-428C-A73A-242EADC5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4D77B-CB23-4EE1-9297-777AAF23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E0AB7-6686-4AAA-B8FC-5A09E1C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E4C06-CF3B-4683-B63F-F6D53A09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DCB57-99D1-4777-B4FB-C29CB26A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9E503-AB12-4DB1-8B0D-B369812B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기동·Fixture 처리·Human Review·정상 종료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93B53-3D11-48A1-8BCA-EE31EC7D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A6633-95EB-4EB7-9F20-1F1563BD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530F0-C7E3-40CF-8B3B-3591D72F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DF9B4-E7AC-4DC0-A3A1-8230208D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6923B-26C6-4E67-A7F9-F1262F2B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C704E-F3C0-417F-8B73-04860829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의존성 누락·Port 충돌은 Error Code와 복구 명령으로 종료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A4EC5-9F56-41C8-8083-EEBF8B03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1C267-E593-4087-AE98-F3CC69E8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AF0B8-4D1E-44E4-B14A-83416F65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6EBDEA-3A0A-43D9-9DB2-07AB63AD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2E87C-D22C-4172-B71F-D6EC1146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88133-A68C-4CF1-8ED1-8B2EE346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Notion·Confluence·Email은 연결 계획만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94F8E-AE76-4AE7-924E-E6E6C1A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78B09-7EA3-4108-A592-1A94B592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PLAN_ONLY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CF0ECC-819A-42D9-BC76-074185F4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A8C6A-9D45-4C54-A4F4-8CD79D92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1B2F7-D994-42EE-8EB7-8E45AFF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82996-DD2F-4846-9C63-1E000403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08_localhost_launch.json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BA8BB5-9C7F-4486-BEEA-B5AFAF00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B2EB38-5221-4D4F-BF21-238DA035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988352850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2DCD7-21CF-4C21-A760-690C4262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D5B69-8124-4BDD-9892-0FE098A5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DB41E-10A2-4F46-8F92-F778DFD3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F8968-D5D0-4F36-AB11-5B57B256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3CCF4-51F7-4E4A-81A1-51D73F1E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CE593-3786-4CED-A7E6-A5451114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4098A-C1C1-40F3-954C-7B85AB9C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4F429-2503-488E-B86F-D809547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pip install -r requirements-localhost.txt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7EEAB-C9A6-4AFA-800A-7A259CD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6A261-C5DD-490B-893A-5CD19753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E60EB-D989-4F08-8C88-661F2AE8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--port 0으로 빈 Port 자동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50387-2085-4925-9254-3F514267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BE4AA-402A-45DC-A4E4-5654B932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F5D88-0CC0-47AF-BF07-DEDA7E9F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브라우저에서 표시된 Local URL 다시 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9CFBC-F316-4596-BDCF-E19BF39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0D16D-43BC-4596-8C66-294EA8FC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391A4-E13B-4760-8634-8E111F5C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예시 데이터로 모델 연결 문제와 앱 문제 구분</a:t>
            </a:r>
          </a:p>
        </p:txBody>
      </p:sp>
    </p:spTree>
    <p:extLst>
      <p:ext uri="{BB962C8B-B14F-4D97-AF65-F5344CB8AC3E}">
        <p14:creationId xmlns:p14="http://schemas.microsoft.com/office/powerpoint/2010/main" val="43482217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57081-5D11-45A6-B339-3F6587F2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4E858-0D3A-4FD6-A39C-8E60F711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App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CA770-C6F8-43CA-9FC1-5806F87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92171-A46D-4997-AF8A-10120BED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2E71C-BCA6-4427-9DCB-19C6E10F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74B79-79AA-4936-B7BC-6FBF2F85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FE8EB-9C30-4557-9173-80461148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F4F11-FBC2-4E9F-BAC9-16B827C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ABB47-9418-4C3F-AE64-FCCA65E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16CF6-8380-446A-A974-AF5F0D49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5AE17-B615-404B-8AAF-30D5A72D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A2A36-5918-478C-BB26-0387FC77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AB258-E909-43FC-A458-DE220D7F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B8847-44F7-4002-AF0D-78E9D142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CD046-9915-4088-8767-EFF3C054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팀원이 브라우저로 쓰는 로컬 회의 기록 도구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00CB9-C757-4494-B3ED-F63DAB08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2B1C1-B63B-4822-B264-C61257CC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수작업 시간·오류·승인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8A403-EAA7-4151-8268-922222CC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2367F-502E-4698-9FD2-669F103D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7A2B7-E6D3-4F00-969A-05BDD742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3F389-D560-473F-BF46-329451AC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앱·LangGraph·테스트·복구 결과 모음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9E5CF-C7AC-4835-A136-94452FFF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08048-E29C-44F2-A1FA-568D9B88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문제·Code·Test·실행 화면</a:t>
            </a:r>
          </a:p>
        </p:txBody>
      </p:sp>
    </p:spTree>
    <p:extLst>
      <p:ext uri="{BB962C8B-B14F-4D97-AF65-F5344CB8AC3E}">
        <p14:creationId xmlns:p14="http://schemas.microsoft.com/office/powerpoint/2010/main" val="2005064351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832AE-3B30-4910-92B4-CA28EA62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4E98-DE94-4875-B56E-6A7C4D2B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3C20F-9F81-4DC5-B06A-5222E8E1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26A39-C576-4649-825A-9CEB1750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09E91-3615-4A0B-B18E-0BE220C4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EDF17-CDF9-4966-A13B-FA6FB475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19DF6-DAA4-4972-8D10-8D85BD0C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CF89C-5E51-4E81-863F-1FE8F9B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scripts/run_day2_local_app.py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F7665-012D-4775-9952-AE4B24BD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8B4EB-9E3A-46DE-BFE9-A2036A4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23464-5531-4C7E-801B-85F007E9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scripts/run_day2_local_app.py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--smoke-and-exit --port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76103-D11F-4C16-9E94-F1B1AA2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8AD4E-6BFA-4F31-B371-76276AA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7E046-1CD5-47DD-94EC-4DA7DC6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08_localhost_launch.json · Localhost App 기동·Fixture 처리·Human Review·정상 종료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3BA20-8169-47FF-9512-3DD4690C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F9D7C-E6E6-4C36-A321-80322C13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4C7B9-CD4B-4673-82D5-16261E99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Localhost 실행과 종료를 한 명령으로 재현</a:t>
            </a:r>
          </a:p>
        </p:txBody>
      </p:sp>
    </p:spTree>
    <p:extLst>
      <p:ext uri="{BB962C8B-B14F-4D97-AF65-F5344CB8AC3E}">
        <p14:creationId xmlns:p14="http://schemas.microsoft.com/office/powerpoint/2010/main" val="486117331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7E828-6A90-42B0-8742-F6AAE5A6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9C7B7-12E9-4012-9CC3-025A2B9E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6CD43-EC55-45F5-8124-E4C7CCE0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4E99F-3E2F-49AF-BEE3-DF7B5C58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A41C2-C0C9-4986-8C46-90DC628E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90F7D-34C3-49F7-ADE0-887D20C6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0AB10-CFBC-4892-9E0B-28BC0162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B4058-035A-454A-B966-2A5F2C2B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실행 확인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7D739-E947-49A9-A38E-3AD9A23C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4D8FE-47FE-4871-A1B9-6B1ECD49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9B78D-C6BB-4AB8-AE83-9220B0F2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예시 회의록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B445D-C4BB-4FB0-81B5-A3C9E021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7D906-513C-427D-A659-A2AA1189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C718D-7586-46DE-B6A9-E1C6705E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 미리보기·외부 저장 없음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76CCE-086C-492F-8858-834BD42F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2DDF4-AFED-4A1D-B30C-87F35A8F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Q&amp;A와 전체 복구</a:t>
            </a:r>
          </a:p>
        </p:txBody>
      </p:sp>
    </p:spTree>
    <p:extLst>
      <p:ext uri="{BB962C8B-B14F-4D97-AF65-F5344CB8AC3E}">
        <p14:creationId xmlns:p14="http://schemas.microsoft.com/office/powerpoint/2010/main" val="738514062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2DA367-09F4-4884-B564-B64D0512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D2BDB-CE68-442B-B379-417A4115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1~4차시 산출물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6E916-A098-4854-8A2E-877EB64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E8572-2CBE-441E-95B0-0575C4A5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C9FB4-F53D-48DC-AA97-286D123C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335F3-5CA0-453B-8C6A-4CDA1D40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980C7-7DAA-466E-9546-FC372A67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906B9-B048-4F48-9A02-1BE07785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85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D026D-DF05-4983-B763-ECA8F7FA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CBB4D-85CB-4CD4-9CCD-06EF1A80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563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9F73B-394D-45AE-8F3A-FEFADC6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537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C1668-0319-47D9-98A0-90F7CF22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F4159-4EA1-4EC1-A9F7-85BA89C8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B3624-1B31-41BF-BE0D-9826B699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5BDD7-58BC-49AC-86E0-A1973578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4EA63-B05A-4DA1-9E34-0209AEBE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563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8A8EE-C229-4C9C-ACD1-6CA6D2B6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layer_count · fixed_graph · agent_views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176BD-DAA4-49FC-ADAB-F7CA8F94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24237-9B7F-4C45-901D-FEBBD111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7A1AE-780D-4BB5-8ADA-13152C5C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908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246A6-C718-45D7-AE03-C54D7754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B12EE-B481-4603-9A67-7BD97DD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563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60310-79CE-44B3-A1C8-58669C2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source_mode_count · segment_ids_preserved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0D370-BF00-4125-8B5C-1F201D33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0C27E-FD90-4E47-B2DB-0CF2D16C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6599AA-6AA0-4D7E-813D-643142FF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8294C7-AD12-46DB-8EEA-6C23FFCC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CCE6EF-5C86-454F-96ED-F4B6CA00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563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E4D94-7B47-4DFE-8A37-BB48413E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connector_count · lookback_days · scope_allowlist · max_items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EB293-6A38-4F39-A019-F88D5115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E8C0F9-A8B3-44E9-84E5-9D7461AE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F4B49B-07E0-4330-8BF0-D7BE3831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720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FB824F-720E-4CE2-9BC4-DE1389E8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863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04_meeting_record_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FF8BD9-97C9-4E8C-BE5B-C3788F1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72050"/>
            <a:ext cx="563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EAEBB9-340E-4AE6-BF8E-817CEACA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· field_count · evidence_errors</a:t>
            </a:r>
          </a:p>
        </p:txBody>
      </p:sp>
    </p:spTree>
    <p:extLst>
      <p:ext uri="{BB962C8B-B14F-4D97-AF65-F5344CB8AC3E}">
        <p14:creationId xmlns:p14="http://schemas.microsoft.com/office/powerpoint/2010/main" val="433984594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19408C-D102-4A56-96E2-73DAFC09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63D96-46C5-4B9F-BD35-09A7D319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5~8차시 산출물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50547-B565-4F3C-8894-21F251E2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37AD9-1B78-437A-AC9C-C48CBAE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A5F03-436D-458B-853A-E7057507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A7FC9-C303-49AA-ABA7-30B2C33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B1336-5380-452E-8AB1-45C05EB1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9FCFF-D694-427E-BFF3-EDBBBFA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85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88BF2-7CC7-4D45-85E5-669CB9DA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BB61C-7619-446C-AC45-1DD4712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563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E88DF-49F2-4D7B-8662-08A39BD7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537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2AAAC-E61A-4162-92E5-7BD62565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A0573-72BF-4FB1-9CDC-E5289788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E458-FDCD-4077-B05A-5E250B9F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DF8C0-C640-49AF-A029-EED9D649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05_codex_run.json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A167F-500A-4630-98FB-A44EAFF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563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4BA50-A2D2-4E09-B4AC-CE141F77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task_status=PASS · case_count=4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92243-C547-4EA2-87A1-B006E9AC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24AF3-8807-4DBD-B660-D19A959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4B663-0ACE-4934-BFE2-912D726C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908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D5E80-6C08-4E97-9E2B-177B3280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diagnostics.json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46AEC-342C-450A-98A4-0F669DE2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563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67D1B-446B-4148-8EFD-564C02FD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default_openai_used=fixture · live_provider=ollama qwen3:4b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A2BD3-455C-40C2-AE6E-4AB327F5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9E8F8-A004-4EF5-82E7-3B4BC8D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D8E10-88AD-492B-9A7D-959F8A41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B0721-EA13-4348-8B5E-5F024A15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4367C-0537-44E3-BDE8-E2F079DE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563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64259-19D9-4570-AA85-9CB0A753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pause=interrupt() · checkpointer · thread_id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858CE-EE31-42BA-ABFB-4AE43BD6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142DFB-5035-45C6-86BC-08F6404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0E4E5F-EBA5-4124-A030-1BB7A027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720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C747F-9E9A-46BC-B037-66711920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863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08_localhost_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launch.json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C4A458-F389-47EB-9DCC-A19060DB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72050"/>
            <a:ext cx="563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075B8-6FDA-4E72-9907-68985DAC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status=PASS · service_version=2.1.0 · delivery_mode=localhost</a:t>
            </a:r>
          </a:p>
        </p:txBody>
      </p:sp>
    </p:spTree>
    <p:extLst>
      <p:ext uri="{BB962C8B-B14F-4D97-AF65-F5344CB8AC3E}">
        <p14:creationId xmlns:p14="http://schemas.microsoft.com/office/powerpoint/2010/main" val="504149591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A9C6B-3DEF-4AE9-9B79-899213D9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4056B-28E2-48F7-8303-AAB6C5D0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복습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34694-84A0-4A61-8285-6D25F4FF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0D0F1-7BD9-4B61-A6E2-1881DC74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A6610-871F-415C-BD5A-DA08E83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B60DA-2399-4444-A600-A59BD96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05FE1-9EC7-44C1-88D5-BDD58B10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주제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B8198-02D0-4E12-BA14-79D6C3CD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85900"/>
            <a:ext cx="8020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A3129-45DC-4F5A-9CFF-B6FDA5C8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00200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공식 문서·영상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8A323-168C-4B38-8387-46A95A98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027A4-0A12-479C-A8C7-07511BCB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DAAFD-6903-4434-B25C-622A7152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8020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AEF69-2741-4871-A7EE-9AE0B801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https://developers.openai.com/codex/cli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6D32A-C8D3-4FD4-9C33-3ABD426A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225CF-2556-4161-8478-9CD31CC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Interrupt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207E5-CC7F-43B1-A134-8B5F6448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802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B8A74-8E76-4E83-BD87-E714A19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https://docs.langchain.com/oss/python/langgraph/interrupts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A701F-EFD6-40FC-ADF5-2518AB3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C4FA3-2EBD-420D-97A4-4B09DE38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Video · Interrupt 08:20-14:00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FF803-77C7-49BD-A52B-B288B91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90950"/>
            <a:ext cx="8020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3007C-5D7C-4F2D-81DC-81F3D3F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https://www.youtube.com/watch?v=6t7YJcEFUIY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131DA-B0E7-44EA-9224-08647BB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0B60D-136D-4352-8CDB-DF92B32C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A58B7-1B13-458E-81CE-C900C91B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86300"/>
            <a:ext cx="802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AF6BF-58D2-43EA-B27F-979046CD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0060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https://modelcontextprotocol.io/introduction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C1036-3ECF-4A73-A3A4-900FEAB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BD271-A2B2-40D6-9D92-4F6F5872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음성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C00D0-6DBC-4D99-BD17-C21588F4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81650"/>
            <a:ext cx="8020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7D07F1-A13D-4E2B-A45E-A5C67C2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9595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materials/day2/공개_한국어_회의음성_가이드.md</a:t>
            </a:r>
          </a:p>
        </p:txBody>
      </p:sp>
    </p:spTree>
    <p:extLst>
      <p:ext uri="{BB962C8B-B14F-4D97-AF65-F5344CB8AC3E}">
        <p14:creationId xmlns:p14="http://schemas.microsoft.com/office/powerpoint/2010/main" val="2103842548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E66DE-E46F-4F5B-96C2-77226619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981D6-FFAF-4779-AB1F-A5189861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전체 실습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33D38-4230-40D3-8EE2-EF31DF5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5EEA5-DB39-45CB-965D-C1B74E34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122E2-5DA9-4DC7-8420-8D594A73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00C0B-8178-43E9-B7D8-B19CF809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032C2-5416-4389-8B01-2E228F26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95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1FF34-924A-430E-AB34-F8EFEC90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09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 · .venv312 · Notebook Kernel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BAE10-ED2A-4EF6-B225-AAD005D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542E3-38BD-4BDE-BA10-872F3202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8B59D-026D-4565-8F03-856C001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71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1~8차시 Cell 순서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B0841-949E-48A7-A4D0-C7CE58A6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3D8E5-8CD4-4E9D-9B71-AD4744D4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19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1637F-3453-482E-BAEC-67D823D1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33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output/course-labs/day2-v2/student-run 결과·run_manifest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38F67-2F50-4416-9405-7FE87EC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8908A-228F-41DF-AAF1-F79AD580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D3B87-6014-451C-AF2B-11BFD58F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95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scripts/run_day2_preflight.py --full-suite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3A84C-33C2-4EB2-9431-518AEF26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F3D79-E7E8-4938-A9F1-18920633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F3DAE-1BD1-47E4-9533-46BB025E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57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Smoke · 8766 화면 · 예시 입력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B125E-57F2-449A-AF81-E34D8D28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C152D-0AC5-46A9-80B4-80A66321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05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1D095-5C55-42C7-995F-87EAF1E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19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Starter Patch · Test · Diff · 사람 판단</a:t>
            </a:r>
          </a:p>
        </p:txBody>
      </p:sp>
    </p:spTree>
    <p:extLst>
      <p:ext uri="{BB962C8B-B14F-4D97-AF65-F5344CB8AC3E}">
        <p14:creationId xmlns:p14="http://schemas.microsoft.com/office/powerpoint/2010/main" val="770640540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F4B02-38F5-4203-B053-52098CB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E4653-7B32-4D14-9AB4-57D3191E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17:30-18:00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47098-70D4-41FB-B95D-FFB22648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Q&amp;A · 실습 복구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69AE2-2E08-49C5-A8A4-9C4AAE22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질문 형식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CB964-D05E-4160-BF82-41E58A81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 번호 · 실행 명령 · Error 첫 줄 · 기대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A1C08-437B-4570-8049-1DD5CF63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A88B4-7A49-42F9-8C8F-FE8DD73F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EFF93-4E82-437A-9A60-94D54749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1490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Notebook · 8개 결과 파일 · Desktop App · Test</a:t>
            </a:r>
          </a:p>
        </p:txBody>
      </p:sp>
    </p:spTree>
    <p:extLst>
      <p:ext uri="{BB962C8B-B14F-4D97-AF65-F5344CB8AC3E}">
        <p14:creationId xmlns:p14="http://schemas.microsoft.com/office/powerpoint/2010/main" val="1596911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2026-08-30T06:08:51.8990000Z</dcterms:created>
  <dcterms:modified xsi:type="dcterms:W3CDTF">2026-08-30T06:08:51.8990000Z</dcterms:modified>
</coreProperties>
</file>