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1c6393c5534ce5" /><Relationship Type="http://schemas.openxmlformats.org/officeDocument/2006/relationships/extended-properties" Target="/docProps/app.xml" Id="Rc89e65c766ec4ca0" /><Relationship Type="http://schemas.openxmlformats.org/officeDocument/2006/relationships/officeDocument" Target="/ppt/presentation.xml" Id="R04315074c4cd49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63daa1e5f34840"/>
  </p:sldMasterIdLst>
  <p:notesMasterIdLst>
    <p:notesMasterId xmlns:r="http://schemas.openxmlformats.org/officeDocument/2006/relationships" r:id="R7856dd8ce57c45a2"/>
  </p:notesMasterIdLst>
  <p:sldIdLst>
    <p:sldId xmlns:r="http://schemas.openxmlformats.org/officeDocument/2006/relationships" id="256" r:id="R0c8a2a5cae9748d6"/>
    <p:sldId xmlns:r="http://schemas.openxmlformats.org/officeDocument/2006/relationships" id="257" r:id="R32a6559798e54822"/>
    <p:sldId xmlns:r="http://schemas.openxmlformats.org/officeDocument/2006/relationships" id="258" r:id="R1ba6abe6c9c742a7"/>
    <p:sldId xmlns:r="http://schemas.openxmlformats.org/officeDocument/2006/relationships" id="259" r:id="Rbf2f5a3fc8ea457f"/>
    <p:sldId xmlns:r="http://schemas.openxmlformats.org/officeDocument/2006/relationships" id="260" r:id="Rab949042c75b4a6f"/>
    <p:sldId xmlns:r="http://schemas.openxmlformats.org/officeDocument/2006/relationships" id="261" r:id="R7149355b755c4021"/>
    <p:sldId xmlns:r="http://schemas.openxmlformats.org/officeDocument/2006/relationships" id="262" r:id="R86869b759b2947e0"/>
    <p:sldId xmlns:r="http://schemas.openxmlformats.org/officeDocument/2006/relationships" id="263" r:id="Rab24c166e9af4794"/>
    <p:sldId xmlns:r="http://schemas.openxmlformats.org/officeDocument/2006/relationships" id="264" r:id="Rd71bfc2bb10140a4"/>
    <p:sldId xmlns:r="http://schemas.openxmlformats.org/officeDocument/2006/relationships" id="265" r:id="R6ba541cd295943f8"/>
    <p:sldId xmlns:r="http://schemas.openxmlformats.org/officeDocument/2006/relationships" id="266" r:id="Rcaa548b5dca3494c"/>
    <p:sldId xmlns:r="http://schemas.openxmlformats.org/officeDocument/2006/relationships" id="267" r:id="R5f6135f150964a90"/>
    <p:sldId xmlns:r="http://schemas.openxmlformats.org/officeDocument/2006/relationships" id="268" r:id="R476053e9c26f417d"/>
    <p:sldId xmlns:r="http://schemas.openxmlformats.org/officeDocument/2006/relationships" id="269" r:id="R58706c2403c04ee4"/>
    <p:sldId xmlns:r="http://schemas.openxmlformats.org/officeDocument/2006/relationships" id="270" r:id="Ra7ee3e57bc734a8f"/>
    <p:sldId xmlns:r="http://schemas.openxmlformats.org/officeDocument/2006/relationships" id="271" r:id="Rc7b6acd2c7f54cb1"/>
    <p:sldId xmlns:r="http://schemas.openxmlformats.org/officeDocument/2006/relationships" id="272" r:id="R2724799a58504215"/>
    <p:sldId xmlns:r="http://schemas.openxmlformats.org/officeDocument/2006/relationships" id="273" r:id="R95cd4534070343f7"/>
    <p:sldId xmlns:r="http://schemas.openxmlformats.org/officeDocument/2006/relationships" id="274" r:id="R76aae1c341b54c9a"/>
    <p:sldId xmlns:r="http://schemas.openxmlformats.org/officeDocument/2006/relationships" id="275" r:id="Re8065ad7053a4847"/>
    <p:sldId xmlns:r="http://schemas.openxmlformats.org/officeDocument/2006/relationships" id="276" r:id="Rccdf009d5bd94435"/>
    <p:sldId xmlns:r="http://schemas.openxmlformats.org/officeDocument/2006/relationships" id="277" r:id="Rc154c888e5714d91"/>
    <p:sldId xmlns:r="http://schemas.openxmlformats.org/officeDocument/2006/relationships" id="278" r:id="R3d4d3520ca714aba"/>
    <p:sldId xmlns:r="http://schemas.openxmlformats.org/officeDocument/2006/relationships" id="279" r:id="R9196703bf04049f7"/>
    <p:sldId xmlns:r="http://schemas.openxmlformats.org/officeDocument/2006/relationships" id="280" r:id="R6cd75c5b85d94842"/>
    <p:sldId xmlns:r="http://schemas.openxmlformats.org/officeDocument/2006/relationships" id="281" r:id="R01ef06eca15441b3"/>
    <p:sldId xmlns:r="http://schemas.openxmlformats.org/officeDocument/2006/relationships" id="282" r:id="Ra7d3d516acf64574"/>
    <p:sldId xmlns:r="http://schemas.openxmlformats.org/officeDocument/2006/relationships" id="283" r:id="R044171f7980a481d"/>
    <p:sldId xmlns:r="http://schemas.openxmlformats.org/officeDocument/2006/relationships" id="284" r:id="R9a88aac0ea5948ad"/>
    <p:sldId xmlns:r="http://schemas.openxmlformats.org/officeDocument/2006/relationships" id="285" r:id="R40358df6334f450f"/>
    <p:sldId xmlns:r="http://schemas.openxmlformats.org/officeDocument/2006/relationships" id="286" r:id="R9f5542e45648414d"/>
    <p:sldId xmlns:r="http://schemas.openxmlformats.org/officeDocument/2006/relationships" id="287" r:id="R8e8bf5a2e171471f"/>
    <p:sldId xmlns:r="http://schemas.openxmlformats.org/officeDocument/2006/relationships" id="288" r:id="R8befb5ee44214660"/>
    <p:sldId xmlns:r="http://schemas.openxmlformats.org/officeDocument/2006/relationships" id="289" r:id="R8859492e988b49b3"/>
    <p:sldId xmlns:r="http://schemas.openxmlformats.org/officeDocument/2006/relationships" id="290" r:id="Re5cc5b1e9d51446c"/>
    <p:sldId xmlns:r="http://schemas.openxmlformats.org/officeDocument/2006/relationships" id="291" r:id="Rbe87b972609b47b9"/>
    <p:sldId xmlns:r="http://schemas.openxmlformats.org/officeDocument/2006/relationships" id="292" r:id="R5f66625bacf84770"/>
    <p:sldId xmlns:r="http://schemas.openxmlformats.org/officeDocument/2006/relationships" id="293" r:id="Rdbaa4849da9145b3"/>
    <p:sldId xmlns:r="http://schemas.openxmlformats.org/officeDocument/2006/relationships" id="294" r:id="Rde998ae398b54ddf"/>
    <p:sldId xmlns:r="http://schemas.openxmlformats.org/officeDocument/2006/relationships" id="295" r:id="R1cb7d3cd8fac4dc3"/>
    <p:sldId xmlns:r="http://schemas.openxmlformats.org/officeDocument/2006/relationships" id="296" r:id="R5ae799a9c9354215"/>
    <p:sldId xmlns:r="http://schemas.openxmlformats.org/officeDocument/2006/relationships" id="297" r:id="R055c872439ca479d"/>
    <p:sldId xmlns:r="http://schemas.openxmlformats.org/officeDocument/2006/relationships" id="298" r:id="Rfb410431faf94fc5"/>
    <p:sldId xmlns:r="http://schemas.openxmlformats.org/officeDocument/2006/relationships" id="299" r:id="R5dd587c6683a416c"/>
    <p:sldId xmlns:r="http://schemas.openxmlformats.org/officeDocument/2006/relationships" id="300" r:id="R7729290a1d6b4a09"/>
    <p:sldId xmlns:r="http://schemas.openxmlformats.org/officeDocument/2006/relationships" id="301" r:id="Rcc30f9bd45e04c68"/>
    <p:sldId xmlns:r="http://schemas.openxmlformats.org/officeDocument/2006/relationships" id="302" r:id="R3d051fb21dbf422c"/>
    <p:sldId xmlns:r="http://schemas.openxmlformats.org/officeDocument/2006/relationships" id="303" r:id="Rfdfb566da38845e2"/>
    <p:sldId xmlns:r="http://schemas.openxmlformats.org/officeDocument/2006/relationships" id="304" r:id="Rbc714c2d4a6543ab"/>
    <p:sldId xmlns:r="http://schemas.openxmlformats.org/officeDocument/2006/relationships" id="305" r:id="R70b00e9e7c9e4738"/>
    <p:sldId xmlns:r="http://schemas.openxmlformats.org/officeDocument/2006/relationships" id="306" r:id="R20c7edc2564a40c4"/>
    <p:sldId xmlns:r="http://schemas.openxmlformats.org/officeDocument/2006/relationships" id="307" r:id="R23eb8b7bfc7746e1"/>
    <p:sldId xmlns:r="http://schemas.openxmlformats.org/officeDocument/2006/relationships" id="308" r:id="R44a2b253f4f94a10"/>
    <p:sldId xmlns:r="http://schemas.openxmlformats.org/officeDocument/2006/relationships" id="309" r:id="Re1f2205c34e24b69"/>
    <p:sldId xmlns:r="http://schemas.openxmlformats.org/officeDocument/2006/relationships" id="310" r:id="Rd365609a84634fe5"/>
    <p:sldId xmlns:r="http://schemas.openxmlformats.org/officeDocument/2006/relationships" id="311" r:id="R87639eb74e774a47"/>
    <p:sldId xmlns:r="http://schemas.openxmlformats.org/officeDocument/2006/relationships" id="312" r:id="R2532b3ca5dd84d3b"/>
    <p:sldId xmlns:r="http://schemas.openxmlformats.org/officeDocument/2006/relationships" id="313" r:id="Rc842f0af65604876"/>
    <p:sldId xmlns:r="http://schemas.openxmlformats.org/officeDocument/2006/relationships" id="314" r:id="R5f0c08e327d84655"/>
    <p:sldId xmlns:r="http://schemas.openxmlformats.org/officeDocument/2006/relationships" id="315" r:id="Rb1135c4227fb493d"/>
    <p:sldId xmlns:r="http://schemas.openxmlformats.org/officeDocument/2006/relationships" id="316" r:id="R5ec49bbee9824d12"/>
    <p:sldId xmlns:r="http://schemas.openxmlformats.org/officeDocument/2006/relationships" id="317" r:id="R5d211531a993426f"/>
    <p:sldId xmlns:r="http://schemas.openxmlformats.org/officeDocument/2006/relationships" id="318" r:id="R3000e5f8a7dc4fd9"/>
    <p:sldId xmlns:r="http://schemas.openxmlformats.org/officeDocument/2006/relationships" id="319" r:id="R31f675e436954bc5"/>
    <p:sldId xmlns:r="http://schemas.openxmlformats.org/officeDocument/2006/relationships" id="320" r:id="R99b38e6395f44a62"/>
    <p:sldId xmlns:r="http://schemas.openxmlformats.org/officeDocument/2006/relationships" id="321" r:id="R9f7c90d504fc4e92"/>
    <p:sldId xmlns:r="http://schemas.openxmlformats.org/officeDocument/2006/relationships" id="322" r:id="R062e4d2259424d1a"/>
    <p:sldId xmlns:r="http://schemas.openxmlformats.org/officeDocument/2006/relationships" id="323" r:id="Refadeb3f53b34208"/>
    <p:sldId xmlns:r="http://schemas.openxmlformats.org/officeDocument/2006/relationships" id="324" r:id="R7bce88584b9a443e"/>
    <p:sldId xmlns:r="http://schemas.openxmlformats.org/officeDocument/2006/relationships" id="325" r:id="Rce958096b53241fd"/>
    <p:sldId xmlns:r="http://schemas.openxmlformats.org/officeDocument/2006/relationships" id="326" r:id="Re0c09918c820457e"/>
    <p:sldId xmlns:r="http://schemas.openxmlformats.org/officeDocument/2006/relationships" id="327" r:id="R77b73b5eea424d82"/>
    <p:sldId xmlns:r="http://schemas.openxmlformats.org/officeDocument/2006/relationships" id="328" r:id="R27ba6ed9f83b409c"/>
    <p:sldId xmlns:r="http://schemas.openxmlformats.org/officeDocument/2006/relationships" id="329" r:id="R07c8359be2ec4992"/>
    <p:sldId xmlns:r="http://schemas.openxmlformats.org/officeDocument/2006/relationships" id="330" r:id="R4ff38551e18d4d2e"/>
    <p:sldId xmlns:r="http://schemas.openxmlformats.org/officeDocument/2006/relationships" id="331" r:id="R8c78e71c27994ff4"/>
    <p:sldId xmlns:r="http://schemas.openxmlformats.org/officeDocument/2006/relationships" id="332" r:id="R2c1e51d12b404c5e"/>
    <p:sldId xmlns:r="http://schemas.openxmlformats.org/officeDocument/2006/relationships" id="333" r:id="R1168071039604361"/>
    <p:sldId xmlns:r="http://schemas.openxmlformats.org/officeDocument/2006/relationships" id="334" r:id="R174e7f88fe2b4812"/>
    <p:sldId xmlns:r="http://schemas.openxmlformats.org/officeDocument/2006/relationships" id="335" r:id="R1d7abb93ce614232"/>
    <p:sldId xmlns:r="http://schemas.openxmlformats.org/officeDocument/2006/relationships" id="336" r:id="R26f18fb39cf745b5"/>
    <p:sldId xmlns:r="http://schemas.openxmlformats.org/officeDocument/2006/relationships" id="337" r:id="Rcb1b906e64fd4015"/>
    <p:sldId xmlns:r="http://schemas.openxmlformats.org/officeDocument/2006/relationships" id="338" r:id="R0a4ef17751dc4f79"/>
    <p:sldId xmlns:r="http://schemas.openxmlformats.org/officeDocument/2006/relationships" id="339" r:id="Re4071b3b60c64af3"/>
    <p:sldId xmlns:r="http://schemas.openxmlformats.org/officeDocument/2006/relationships" id="340" r:id="R045f7be053c642e1"/>
    <p:sldId xmlns:r="http://schemas.openxmlformats.org/officeDocument/2006/relationships" id="341" r:id="R3cc4bf09ece94b6c"/>
    <p:sldId xmlns:r="http://schemas.openxmlformats.org/officeDocument/2006/relationships" id="342" r:id="Rdfb3501388fb4f5a"/>
    <p:sldId xmlns:r="http://schemas.openxmlformats.org/officeDocument/2006/relationships" id="343" r:id="R79e2f529462b4e47"/>
    <p:sldId xmlns:r="http://schemas.openxmlformats.org/officeDocument/2006/relationships" id="344" r:id="R3f156551df6747d0"/>
    <p:sldId xmlns:r="http://schemas.openxmlformats.org/officeDocument/2006/relationships" id="345" r:id="R08818be8f21d4e1f"/>
    <p:sldId xmlns:r="http://schemas.openxmlformats.org/officeDocument/2006/relationships" id="346" r:id="R66ed3f64ab5f48dd"/>
    <p:sldId xmlns:r="http://schemas.openxmlformats.org/officeDocument/2006/relationships" id="347" r:id="Rf63eb5921c89445e"/>
    <p:sldId xmlns:r="http://schemas.openxmlformats.org/officeDocument/2006/relationships" id="348" r:id="Rfd25f6e034e64b35"/>
    <p:sldId xmlns:r="http://schemas.openxmlformats.org/officeDocument/2006/relationships" id="349" r:id="R94df390c3d504600"/>
    <p:sldId xmlns:r="http://schemas.openxmlformats.org/officeDocument/2006/relationships" id="350" r:id="Rea54c8b7ccf341c7"/>
    <p:sldId xmlns:r="http://schemas.openxmlformats.org/officeDocument/2006/relationships" id="351" r:id="R3dcfb4bd339742b1"/>
    <p:sldId xmlns:r="http://schemas.openxmlformats.org/officeDocument/2006/relationships" id="352" r:id="R96f4a4a6b790449d"/>
    <p:sldId xmlns:r="http://schemas.openxmlformats.org/officeDocument/2006/relationships" id="353" r:id="R22c6b7c558ae458a"/>
    <p:sldId xmlns:r="http://schemas.openxmlformats.org/officeDocument/2006/relationships" id="354" r:id="R81eb7f212041446d"/>
    <p:sldId xmlns:r="http://schemas.openxmlformats.org/officeDocument/2006/relationships" id="355" r:id="R93e4ad68d32747e5"/>
    <p:sldId xmlns:r="http://schemas.openxmlformats.org/officeDocument/2006/relationships" id="356" r:id="R0c7a5e211be54b87"/>
    <p:sldId xmlns:r="http://schemas.openxmlformats.org/officeDocument/2006/relationships" id="357" r:id="R1edf5d873fbd4aef"/>
    <p:sldId xmlns:r="http://schemas.openxmlformats.org/officeDocument/2006/relationships" id="358" r:id="R092a30471f324bcf"/>
    <p:sldId xmlns:r="http://schemas.openxmlformats.org/officeDocument/2006/relationships" id="359" r:id="Rdbf9226fccd040b6"/>
    <p:sldId xmlns:r="http://schemas.openxmlformats.org/officeDocument/2006/relationships" id="360" r:id="R3073a92d154e465c"/>
    <p:sldId xmlns:r="http://schemas.openxmlformats.org/officeDocument/2006/relationships" id="361" r:id="R0ed125c8291a4004"/>
    <p:sldId xmlns:r="http://schemas.openxmlformats.org/officeDocument/2006/relationships" id="362" r:id="R3eb92161d2b14710"/>
    <p:sldId xmlns:r="http://schemas.openxmlformats.org/officeDocument/2006/relationships" id="363" r:id="R4bc50d4ab4994e42"/>
    <p:sldId xmlns:r="http://schemas.openxmlformats.org/officeDocument/2006/relationships" id="364" r:id="R29c81278eb3b4e2f"/>
    <p:sldId xmlns:r="http://schemas.openxmlformats.org/officeDocument/2006/relationships" id="365" r:id="R03a9f14499dc420b"/>
    <p:sldId xmlns:r="http://schemas.openxmlformats.org/officeDocument/2006/relationships" id="366" r:id="R7fa7d823f46c48e9"/>
    <p:sldId xmlns:r="http://schemas.openxmlformats.org/officeDocument/2006/relationships" id="367" r:id="R51391a8ce27b46b6"/>
    <p:sldId xmlns:r="http://schemas.openxmlformats.org/officeDocument/2006/relationships" id="368" r:id="R9e1cc159aa4c4013"/>
    <p:sldId xmlns:r="http://schemas.openxmlformats.org/officeDocument/2006/relationships" id="369" r:id="Rd0e3dec535834c8f"/>
    <p:sldId xmlns:r="http://schemas.openxmlformats.org/officeDocument/2006/relationships" id="370" r:id="R5db3af368aa843c5"/>
    <p:sldId xmlns:r="http://schemas.openxmlformats.org/officeDocument/2006/relationships" id="371" r:id="R48b80d5112374938"/>
    <p:sldId xmlns:r="http://schemas.openxmlformats.org/officeDocument/2006/relationships" id="372" r:id="R0591b1ad38af48a6"/>
    <p:sldId xmlns:r="http://schemas.openxmlformats.org/officeDocument/2006/relationships" id="373" r:id="R592e137bcd7d4122"/>
    <p:sldId xmlns:r="http://schemas.openxmlformats.org/officeDocument/2006/relationships" id="374" r:id="R95aac3f4d298453d"/>
    <p:sldId xmlns:r="http://schemas.openxmlformats.org/officeDocument/2006/relationships" id="375" r:id="Rfb535b6e7cb94589"/>
    <p:sldId xmlns:r="http://schemas.openxmlformats.org/officeDocument/2006/relationships" id="376" r:id="Re805756674a343a7"/>
    <p:sldId xmlns:r="http://schemas.openxmlformats.org/officeDocument/2006/relationships" id="377" r:id="R5294d87efa03420a"/>
    <p:sldId xmlns:r="http://schemas.openxmlformats.org/officeDocument/2006/relationships" id="378" r:id="Rd71eb94066e34aec"/>
    <p:sldId xmlns:r="http://schemas.openxmlformats.org/officeDocument/2006/relationships" id="379" r:id="R742bf0a948f34634"/>
    <p:sldId xmlns:r="http://schemas.openxmlformats.org/officeDocument/2006/relationships" id="380" r:id="R7fac9597e23f425f"/>
    <p:sldId xmlns:r="http://schemas.openxmlformats.org/officeDocument/2006/relationships" id="381" r:id="R4b954fc6500048f3"/>
    <p:sldId xmlns:r="http://schemas.openxmlformats.org/officeDocument/2006/relationships" id="382" r:id="Rd8a0f4e2472541b5"/>
    <p:sldId xmlns:r="http://schemas.openxmlformats.org/officeDocument/2006/relationships" id="383" r:id="R2593f6f83d904a29"/>
    <p:sldId xmlns:r="http://schemas.openxmlformats.org/officeDocument/2006/relationships" id="384" r:id="R2312d78421004275"/>
    <p:sldId xmlns:r="http://schemas.openxmlformats.org/officeDocument/2006/relationships" id="385" r:id="R1ca1fec0b2124fe9"/>
    <p:sldId xmlns:r="http://schemas.openxmlformats.org/officeDocument/2006/relationships" id="386" r:id="R8f1781fde01f48ac"/>
    <p:sldId xmlns:r="http://schemas.openxmlformats.org/officeDocument/2006/relationships" id="387" r:id="Rd9827781f31948f1"/>
    <p:sldId xmlns:r="http://schemas.openxmlformats.org/officeDocument/2006/relationships" id="388" r:id="Rf6e8ac2a5d0f4b60"/>
    <p:sldId xmlns:r="http://schemas.openxmlformats.org/officeDocument/2006/relationships" id="389" r:id="R3af8413c6ccf49a7"/>
    <p:sldId xmlns:r="http://schemas.openxmlformats.org/officeDocument/2006/relationships" id="390" r:id="R03259b28d885430e"/>
    <p:sldId xmlns:r="http://schemas.openxmlformats.org/officeDocument/2006/relationships" id="391" r:id="Rc3fbf2a7e4a94868"/>
    <p:sldId xmlns:r="http://schemas.openxmlformats.org/officeDocument/2006/relationships" id="392" r:id="Rdfc08c8fd99a4950"/>
    <p:sldId xmlns:r="http://schemas.openxmlformats.org/officeDocument/2006/relationships" id="393" r:id="R4905f70f16164919"/>
    <p:sldId xmlns:r="http://schemas.openxmlformats.org/officeDocument/2006/relationships" id="394" r:id="R87b16dd8e60b4c7a"/>
    <p:sldId xmlns:r="http://schemas.openxmlformats.org/officeDocument/2006/relationships" id="395" r:id="R5513f75422904ad5"/>
    <p:sldId xmlns:r="http://schemas.openxmlformats.org/officeDocument/2006/relationships" id="396" r:id="Rc33127436fce4a82"/>
    <p:sldId xmlns:r="http://schemas.openxmlformats.org/officeDocument/2006/relationships" id="397" r:id="R2ee8c70d6d794539"/>
    <p:sldId xmlns:r="http://schemas.openxmlformats.org/officeDocument/2006/relationships" id="398" r:id="R8741988dc9924557"/>
    <p:sldId xmlns:r="http://schemas.openxmlformats.org/officeDocument/2006/relationships" id="399" r:id="R1776c2bfc35d479d"/>
    <p:sldId xmlns:r="http://schemas.openxmlformats.org/officeDocument/2006/relationships" id="400" r:id="R2f1e16f19dca402b"/>
    <p:sldId xmlns:r="http://schemas.openxmlformats.org/officeDocument/2006/relationships" id="401" r:id="R2910eda31d8148b4"/>
    <p:sldId xmlns:r="http://schemas.openxmlformats.org/officeDocument/2006/relationships" id="402" r:id="R9346feb967ae49e1"/>
    <p:sldId xmlns:r="http://schemas.openxmlformats.org/officeDocument/2006/relationships" id="403" r:id="R71e51d46020b43f9"/>
    <p:sldId xmlns:r="http://schemas.openxmlformats.org/officeDocument/2006/relationships" id="404" r:id="R79441d1be98a43fe"/>
    <p:sldId xmlns:r="http://schemas.openxmlformats.org/officeDocument/2006/relationships" id="405" r:id="R29d5bd6986484e58"/>
    <p:sldId xmlns:r="http://schemas.openxmlformats.org/officeDocument/2006/relationships" id="406" r:id="Rb45fd76b3c214554"/>
    <p:sldId xmlns:r="http://schemas.openxmlformats.org/officeDocument/2006/relationships" id="407" r:id="R68838fd2ff97484f"/>
    <p:sldId xmlns:r="http://schemas.openxmlformats.org/officeDocument/2006/relationships" id="408" r:id="Rb62da0c2dbbc4629"/>
    <p:sldId xmlns:r="http://schemas.openxmlformats.org/officeDocument/2006/relationships" id="409" r:id="R62e074d76f734990"/>
    <p:sldId xmlns:r="http://schemas.openxmlformats.org/officeDocument/2006/relationships" id="410" r:id="R9a72e9456f294044"/>
    <p:sldId xmlns:r="http://schemas.openxmlformats.org/officeDocument/2006/relationships" id="411" r:id="R28f4d7b85b7c40bb"/>
    <p:sldId xmlns:r="http://schemas.openxmlformats.org/officeDocument/2006/relationships" id="412" r:id="R6f6b9ca9fd234372"/>
    <p:sldId xmlns:r="http://schemas.openxmlformats.org/officeDocument/2006/relationships" id="413" r:id="R5efded2161e94032"/>
    <p:sldId xmlns:r="http://schemas.openxmlformats.org/officeDocument/2006/relationships" id="414" r:id="Rb1b61f617cf941e7"/>
    <p:sldId xmlns:r="http://schemas.openxmlformats.org/officeDocument/2006/relationships" id="415" r:id="Rddad38ac3d874ee7"/>
    <p:sldId xmlns:r="http://schemas.openxmlformats.org/officeDocument/2006/relationships" id="416" r:id="R11735068094a4f82"/>
    <p:sldId xmlns:r="http://schemas.openxmlformats.org/officeDocument/2006/relationships" id="417" r:id="Re77f9afa55684e21"/>
    <p:sldId xmlns:r="http://schemas.openxmlformats.org/officeDocument/2006/relationships" id="418" r:id="Re0bddf11188845b3"/>
    <p:sldId xmlns:r="http://schemas.openxmlformats.org/officeDocument/2006/relationships" id="419" r:id="R92fe43b0592640f8"/>
    <p:sldId xmlns:r="http://schemas.openxmlformats.org/officeDocument/2006/relationships" id="420" r:id="R46c6cf7df70146bf"/>
    <p:sldId xmlns:r="http://schemas.openxmlformats.org/officeDocument/2006/relationships" id="421" r:id="R5b033d2ac9f44f29"/>
    <p:sldId xmlns:r="http://schemas.openxmlformats.org/officeDocument/2006/relationships" id="422" r:id="R2198093002e4409c"/>
    <p:sldId xmlns:r="http://schemas.openxmlformats.org/officeDocument/2006/relationships" id="423" r:id="R04199fc5ae134443"/>
    <p:sldId xmlns:r="http://schemas.openxmlformats.org/officeDocument/2006/relationships" id="424" r:id="R3340f3ed551c4268"/>
    <p:sldId xmlns:r="http://schemas.openxmlformats.org/officeDocument/2006/relationships" id="425" r:id="R5b8049f031e24e0e"/>
    <p:sldId xmlns:r="http://schemas.openxmlformats.org/officeDocument/2006/relationships" id="426" r:id="Rbc5ddec93fb84c70"/>
    <p:sldId xmlns:r="http://schemas.openxmlformats.org/officeDocument/2006/relationships" id="427" r:id="R50d5090678a14453"/>
    <p:sldId xmlns:r="http://schemas.openxmlformats.org/officeDocument/2006/relationships" id="428" r:id="Rb98b4e17b76c4727"/>
    <p:sldId xmlns:r="http://schemas.openxmlformats.org/officeDocument/2006/relationships" id="429" r:id="R4eda557accf74024"/>
    <p:sldId xmlns:r="http://schemas.openxmlformats.org/officeDocument/2006/relationships" id="430" r:id="Rba53dfbf7bd94f09"/>
    <p:sldId xmlns:r="http://schemas.openxmlformats.org/officeDocument/2006/relationships" id="431" r:id="R3edf965fe09349ac"/>
    <p:sldId xmlns:r="http://schemas.openxmlformats.org/officeDocument/2006/relationships" id="432" r:id="R7719c3903e2b4925"/>
    <p:sldId xmlns:r="http://schemas.openxmlformats.org/officeDocument/2006/relationships" id="433" r:id="R430ade148aa84426"/>
    <p:sldId xmlns:r="http://schemas.openxmlformats.org/officeDocument/2006/relationships" id="434" r:id="R17f9502cf6704a8d"/>
    <p:sldId xmlns:r="http://schemas.openxmlformats.org/officeDocument/2006/relationships" id="435" r:id="Rfa45b301baec4347"/>
    <p:sldId xmlns:r="http://schemas.openxmlformats.org/officeDocument/2006/relationships" id="436" r:id="Ra0f06982c21c4db8"/>
    <p:sldId xmlns:r="http://schemas.openxmlformats.org/officeDocument/2006/relationships" id="437" r:id="Rc5aadfe7b2214b4c"/>
    <p:sldId xmlns:r="http://schemas.openxmlformats.org/officeDocument/2006/relationships" id="438" r:id="R1c07152e5ec24a97"/>
    <p:sldId xmlns:r="http://schemas.openxmlformats.org/officeDocument/2006/relationships" id="439" r:id="R51ff8ec6f4c64632"/>
    <p:sldId xmlns:r="http://schemas.openxmlformats.org/officeDocument/2006/relationships" id="440" r:id="Rd0576f98299f40fc"/>
    <p:sldId xmlns:r="http://schemas.openxmlformats.org/officeDocument/2006/relationships" id="441" r:id="Ra154001f0c604e14"/>
    <p:sldId xmlns:r="http://schemas.openxmlformats.org/officeDocument/2006/relationships" id="442" r:id="R7902a2ba7b3a4ad0"/>
    <p:sldId xmlns:r="http://schemas.openxmlformats.org/officeDocument/2006/relationships" id="443" r:id="Rab3712c10c364a74"/>
    <p:sldId xmlns:r="http://schemas.openxmlformats.org/officeDocument/2006/relationships" id="444" r:id="R4531844793354bcf"/>
    <p:sldId xmlns:r="http://schemas.openxmlformats.org/officeDocument/2006/relationships" id="445" r:id="Re87065913251408e"/>
    <p:sldId xmlns:r="http://schemas.openxmlformats.org/officeDocument/2006/relationships" id="446" r:id="Raf4d5fffa6614d1a"/>
    <p:sldId xmlns:r="http://schemas.openxmlformats.org/officeDocument/2006/relationships" id="447" r:id="Rd5ffe907062044e9"/>
    <p:sldId xmlns:r="http://schemas.openxmlformats.org/officeDocument/2006/relationships" id="448" r:id="Rdea8ca961781461d"/>
    <p:sldId xmlns:r="http://schemas.openxmlformats.org/officeDocument/2006/relationships" id="449" r:id="R25f05a86ce1446ea"/>
    <p:sldId xmlns:r="http://schemas.openxmlformats.org/officeDocument/2006/relationships" id="450" r:id="Rec71155805c64572"/>
    <p:sldId xmlns:r="http://schemas.openxmlformats.org/officeDocument/2006/relationships" id="451" r:id="R35b91c9a8b92482b"/>
    <p:sldId xmlns:r="http://schemas.openxmlformats.org/officeDocument/2006/relationships" id="452" r:id="Ra8a8aadf50e44c58"/>
    <p:sldId xmlns:r="http://schemas.openxmlformats.org/officeDocument/2006/relationships" id="453" r:id="Rd0fa5b1109ab40ed"/>
    <p:sldId xmlns:r="http://schemas.openxmlformats.org/officeDocument/2006/relationships" id="454" r:id="R225792e9a38b45bc"/>
    <p:sldId xmlns:r="http://schemas.openxmlformats.org/officeDocument/2006/relationships" id="455" r:id="R297eeaaba1d04cd6"/>
    <p:sldId xmlns:r="http://schemas.openxmlformats.org/officeDocument/2006/relationships" id="456" r:id="R09070dc848024039"/>
    <p:sldId xmlns:r="http://schemas.openxmlformats.org/officeDocument/2006/relationships" id="457" r:id="Ree77a749913c439c"/>
    <p:sldId xmlns:r="http://schemas.openxmlformats.org/officeDocument/2006/relationships" id="458" r:id="Re7749f250f5c427c"/>
    <p:sldId xmlns:r="http://schemas.openxmlformats.org/officeDocument/2006/relationships" id="459" r:id="R5ee38ce994d64f32"/>
    <p:sldId xmlns:r="http://schemas.openxmlformats.org/officeDocument/2006/relationships" id="460" r:id="Rf1df874565514886"/>
    <p:sldId xmlns:r="http://schemas.openxmlformats.org/officeDocument/2006/relationships" id="461" r:id="Rf7eed18586b44e9f"/>
    <p:sldId xmlns:r="http://schemas.openxmlformats.org/officeDocument/2006/relationships" id="462" r:id="R84ef11d6eb1c4d93"/>
    <p:sldId xmlns:r="http://schemas.openxmlformats.org/officeDocument/2006/relationships" id="463" r:id="R20e50bf9acab4e3a"/>
    <p:sldId xmlns:r="http://schemas.openxmlformats.org/officeDocument/2006/relationships" id="464" r:id="Rbb88ce04158a4145"/>
    <p:sldId xmlns:r="http://schemas.openxmlformats.org/officeDocument/2006/relationships" id="465" r:id="Rc1d2427a83694cb0"/>
    <p:sldId xmlns:r="http://schemas.openxmlformats.org/officeDocument/2006/relationships" id="466" r:id="R9a93049123ca4167"/>
    <p:sldId xmlns:r="http://schemas.openxmlformats.org/officeDocument/2006/relationships" id="467" r:id="R9bc23019161648b5"/>
    <p:sldId xmlns:r="http://schemas.openxmlformats.org/officeDocument/2006/relationships" id="468" r:id="R45f990117e8847fd"/>
    <p:sldId xmlns:r="http://schemas.openxmlformats.org/officeDocument/2006/relationships" id="469" r:id="R4287706e6670400f"/>
    <p:sldId xmlns:r="http://schemas.openxmlformats.org/officeDocument/2006/relationships" id="470" r:id="R96ce629ca6804462"/>
    <p:sldId xmlns:r="http://schemas.openxmlformats.org/officeDocument/2006/relationships" id="471" r:id="R03eef66e55234341"/>
    <p:sldId xmlns:r="http://schemas.openxmlformats.org/officeDocument/2006/relationships" id="472" r:id="Rb14677c376124520"/>
    <p:sldId xmlns:r="http://schemas.openxmlformats.org/officeDocument/2006/relationships" id="473" r:id="R4d4004606284447a"/>
    <p:sldId xmlns:r="http://schemas.openxmlformats.org/officeDocument/2006/relationships" id="474" r:id="R56d2a859cf3946d4"/>
    <p:sldId xmlns:r="http://schemas.openxmlformats.org/officeDocument/2006/relationships" id="475" r:id="R70c3a64727364d99"/>
    <p:sldId xmlns:r="http://schemas.openxmlformats.org/officeDocument/2006/relationships" id="476" r:id="R7892b0d75ecf456a"/>
    <p:sldId xmlns:r="http://schemas.openxmlformats.org/officeDocument/2006/relationships" id="477" r:id="Re5e98c6af4914528"/>
    <p:sldId xmlns:r="http://schemas.openxmlformats.org/officeDocument/2006/relationships" id="478" r:id="Rd1c0259486094cc3"/>
    <p:sldId xmlns:r="http://schemas.openxmlformats.org/officeDocument/2006/relationships" id="479" r:id="R44d37c2c75234631"/>
    <p:sldId xmlns:r="http://schemas.openxmlformats.org/officeDocument/2006/relationships" id="480" r:id="R5be1dfa9df80472a"/>
    <p:sldId xmlns:r="http://schemas.openxmlformats.org/officeDocument/2006/relationships" id="481" r:id="R2955a9a697fb45b1"/>
    <p:sldId xmlns:r="http://schemas.openxmlformats.org/officeDocument/2006/relationships" id="482" r:id="Re55806363e584a63"/>
    <p:sldId xmlns:r="http://schemas.openxmlformats.org/officeDocument/2006/relationships" id="483" r:id="Rd0df8ffdabe5404f"/>
    <p:sldId xmlns:r="http://schemas.openxmlformats.org/officeDocument/2006/relationships" id="484" r:id="Rfefe0718f6cf4b4d"/>
    <p:sldId xmlns:r="http://schemas.openxmlformats.org/officeDocument/2006/relationships" id="485" r:id="R131baee5fe204871"/>
    <p:sldId xmlns:r="http://schemas.openxmlformats.org/officeDocument/2006/relationships" id="486" r:id="Rc9c09ec8f93942e7"/>
    <p:sldId xmlns:r="http://schemas.openxmlformats.org/officeDocument/2006/relationships" id="487" r:id="R490855bced434993"/>
    <p:sldId xmlns:r="http://schemas.openxmlformats.org/officeDocument/2006/relationships" id="488" r:id="Rf65b187056584e78"/>
    <p:sldId xmlns:r="http://schemas.openxmlformats.org/officeDocument/2006/relationships" id="489" r:id="Rfd7cac31683441da"/>
    <p:sldId xmlns:r="http://schemas.openxmlformats.org/officeDocument/2006/relationships" id="490" r:id="R43cd55c584cb4316"/>
    <p:sldId xmlns:r="http://schemas.openxmlformats.org/officeDocument/2006/relationships" id="491" r:id="R8f64e518b26c40b1"/>
    <p:sldId xmlns:r="http://schemas.openxmlformats.org/officeDocument/2006/relationships" id="492" r:id="Rfba44ec417024417"/>
    <p:sldId xmlns:r="http://schemas.openxmlformats.org/officeDocument/2006/relationships" id="493" r:id="R19f375036cf14dbd"/>
    <p:sldId xmlns:r="http://schemas.openxmlformats.org/officeDocument/2006/relationships" id="494" r:id="Rdab3d7bf036d4de5"/>
    <p:sldId xmlns:r="http://schemas.openxmlformats.org/officeDocument/2006/relationships" id="495" r:id="Rfdd3f6ac72384e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98f460a2f34a17" /><Relationship Type="http://schemas.openxmlformats.org/officeDocument/2006/relationships/slideMaster" Target="/ppt/slideMasters/slideMaster1.xml" Id="Rad63daa1e5f34840" /><Relationship Type="http://schemas.openxmlformats.org/officeDocument/2006/relationships/notesMaster" Target="/ppt/notesMasters/notesMaster1.xml" Id="R7856dd8ce57c45a2" /><Relationship Type="http://schemas.openxmlformats.org/officeDocument/2006/relationships/presProps" Target="/ppt/presProps.xml" Id="R566cbdd6b49f447e" /><Relationship Type="http://schemas.openxmlformats.org/officeDocument/2006/relationships/tableStyles" Target="/ppt/tableStyles.xml" Id="Rdc7d561b1876403f" /><Relationship Type="http://schemas.openxmlformats.org/officeDocument/2006/relationships/slide" Target="/ppt/slides/slide1.xml" Id="R0c8a2a5cae9748d6" /><Relationship Type="http://schemas.openxmlformats.org/officeDocument/2006/relationships/slide" Target="/ppt/slides/slide2.xml" Id="R32a6559798e54822" /><Relationship Type="http://schemas.openxmlformats.org/officeDocument/2006/relationships/slide" Target="/ppt/slides/slide3.xml" Id="R1ba6abe6c9c742a7" /><Relationship Type="http://schemas.openxmlformats.org/officeDocument/2006/relationships/slide" Target="/ppt/slides/slide4.xml" Id="Rbf2f5a3fc8ea457f" /><Relationship Type="http://schemas.openxmlformats.org/officeDocument/2006/relationships/slide" Target="/ppt/slides/slide5.xml" Id="Rab949042c75b4a6f" /><Relationship Type="http://schemas.openxmlformats.org/officeDocument/2006/relationships/slide" Target="/ppt/slides/slide6.xml" Id="R7149355b755c4021" /><Relationship Type="http://schemas.openxmlformats.org/officeDocument/2006/relationships/slide" Target="/ppt/slides/slide7.xml" Id="R86869b759b2947e0" /><Relationship Type="http://schemas.openxmlformats.org/officeDocument/2006/relationships/slide" Target="/ppt/slides/slide8.xml" Id="Rab24c166e9af4794" /><Relationship Type="http://schemas.openxmlformats.org/officeDocument/2006/relationships/slide" Target="/ppt/slides/slide9.xml" Id="Rd71bfc2bb10140a4" /><Relationship Type="http://schemas.openxmlformats.org/officeDocument/2006/relationships/slide" Target="/ppt/slides/slide10.xml" Id="R6ba541cd295943f8" /><Relationship Type="http://schemas.openxmlformats.org/officeDocument/2006/relationships/slide" Target="/ppt/slides/slide11.xml" Id="Rcaa548b5dca3494c" /><Relationship Type="http://schemas.openxmlformats.org/officeDocument/2006/relationships/slide" Target="/ppt/slides/slide12.xml" Id="R5f6135f150964a90" /><Relationship Type="http://schemas.openxmlformats.org/officeDocument/2006/relationships/slide" Target="/ppt/slides/slide13.xml" Id="R476053e9c26f417d" /><Relationship Type="http://schemas.openxmlformats.org/officeDocument/2006/relationships/slide" Target="/ppt/slides/slide14.xml" Id="R58706c2403c04ee4" /><Relationship Type="http://schemas.openxmlformats.org/officeDocument/2006/relationships/slide" Target="/ppt/slides/slide15.xml" Id="Ra7ee3e57bc734a8f" /><Relationship Type="http://schemas.openxmlformats.org/officeDocument/2006/relationships/slide" Target="/ppt/slides/slide16.xml" Id="Rc7b6acd2c7f54cb1" /><Relationship Type="http://schemas.openxmlformats.org/officeDocument/2006/relationships/slide" Target="/ppt/slides/slide17.xml" Id="R2724799a58504215" /><Relationship Type="http://schemas.openxmlformats.org/officeDocument/2006/relationships/slide" Target="/ppt/slides/slide18.xml" Id="R95cd4534070343f7" /><Relationship Type="http://schemas.openxmlformats.org/officeDocument/2006/relationships/slide" Target="/ppt/slides/slide19.xml" Id="R76aae1c341b54c9a" /><Relationship Type="http://schemas.openxmlformats.org/officeDocument/2006/relationships/slide" Target="/ppt/slides/slide20.xml" Id="Re8065ad7053a4847" /><Relationship Type="http://schemas.openxmlformats.org/officeDocument/2006/relationships/slide" Target="/ppt/slides/slide21.xml" Id="Rccdf009d5bd94435" /><Relationship Type="http://schemas.openxmlformats.org/officeDocument/2006/relationships/slide" Target="/ppt/slides/slide22.xml" Id="Rc154c888e5714d91" /><Relationship Type="http://schemas.openxmlformats.org/officeDocument/2006/relationships/slide" Target="/ppt/slides/slide23.xml" Id="R3d4d3520ca714aba" /><Relationship Type="http://schemas.openxmlformats.org/officeDocument/2006/relationships/slide" Target="/ppt/slides/slide24.xml" Id="R9196703bf04049f7" /><Relationship Type="http://schemas.openxmlformats.org/officeDocument/2006/relationships/slide" Target="/ppt/slides/slide25.xml" Id="R6cd75c5b85d94842" /><Relationship Type="http://schemas.openxmlformats.org/officeDocument/2006/relationships/slide" Target="/ppt/slides/slide26.xml" Id="R01ef06eca15441b3" /><Relationship Type="http://schemas.openxmlformats.org/officeDocument/2006/relationships/slide" Target="/ppt/slides/slide27.xml" Id="Ra7d3d516acf64574" /><Relationship Type="http://schemas.openxmlformats.org/officeDocument/2006/relationships/slide" Target="/ppt/slides/slide28.xml" Id="R044171f7980a481d" /><Relationship Type="http://schemas.openxmlformats.org/officeDocument/2006/relationships/slide" Target="/ppt/slides/slide29.xml" Id="R9a88aac0ea5948ad" /><Relationship Type="http://schemas.openxmlformats.org/officeDocument/2006/relationships/slide" Target="/ppt/slides/slide30.xml" Id="R40358df6334f450f" /><Relationship Type="http://schemas.openxmlformats.org/officeDocument/2006/relationships/slide" Target="/ppt/slides/slide31.xml" Id="R9f5542e45648414d" /><Relationship Type="http://schemas.openxmlformats.org/officeDocument/2006/relationships/slide" Target="/ppt/slides/slide32.xml" Id="R8e8bf5a2e171471f" /><Relationship Type="http://schemas.openxmlformats.org/officeDocument/2006/relationships/slide" Target="/ppt/slides/slide33.xml" Id="R8befb5ee44214660" /><Relationship Type="http://schemas.openxmlformats.org/officeDocument/2006/relationships/slide" Target="/ppt/slides/slide34.xml" Id="R8859492e988b49b3" /><Relationship Type="http://schemas.openxmlformats.org/officeDocument/2006/relationships/slide" Target="/ppt/slides/slide35.xml" Id="Re5cc5b1e9d51446c" /><Relationship Type="http://schemas.openxmlformats.org/officeDocument/2006/relationships/slide" Target="/ppt/slides/slide36.xml" Id="Rbe87b972609b47b9" /><Relationship Type="http://schemas.openxmlformats.org/officeDocument/2006/relationships/slide" Target="/ppt/slides/slide37.xml" Id="R5f66625bacf84770" /><Relationship Type="http://schemas.openxmlformats.org/officeDocument/2006/relationships/slide" Target="/ppt/slides/slide38.xml" Id="Rdbaa4849da9145b3" /><Relationship Type="http://schemas.openxmlformats.org/officeDocument/2006/relationships/slide" Target="/ppt/slides/slide39.xml" Id="Rde998ae398b54ddf" /><Relationship Type="http://schemas.openxmlformats.org/officeDocument/2006/relationships/slide" Target="/ppt/slides/slide40.xml" Id="R1cb7d3cd8fac4dc3" /><Relationship Type="http://schemas.openxmlformats.org/officeDocument/2006/relationships/slide" Target="/ppt/slides/slide41.xml" Id="R5ae799a9c9354215" /><Relationship Type="http://schemas.openxmlformats.org/officeDocument/2006/relationships/slide" Target="/ppt/slides/slide42.xml" Id="R055c872439ca479d" /><Relationship Type="http://schemas.openxmlformats.org/officeDocument/2006/relationships/slide" Target="/ppt/slides/slide43.xml" Id="Rfb410431faf94fc5" /><Relationship Type="http://schemas.openxmlformats.org/officeDocument/2006/relationships/slide" Target="/ppt/slides/slide44.xml" Id="R5dd587c6683a416c" /><Relationship Type="http://schemas.openxmlformats.org/officeDocument/2006/relationships/slide" Target="/ppt/slides/slide45.xml" Id="R7729290a1d6b4a09" /><Relationship Type="http://schemas.openxmlformats.org/officeDocument/2006/relationships/slide" Target="/ppt/slides/slide46.xml" Id="Rcc30f9bd45e04c68" /><Relationship Type="http://schemas.openxmlformats.org/officeDocument/2006/relationships/slide" Target="/ppt/slides/slide47.xml" Id="R3d051fb21dbf422c" /><Relationship Type="http://schemas.openxmlformats.org/officeDocument/2006/relationships/slide" Target="/ppt/slides/slide48.xml" Id="Rfdfb566da38845e2" /><Relationship Type="http://schemas.openxmlformats.org/officeDocument/2006/relationships/slide" Target="/ppt/slides/slide49.xml" Id="Rbc714c2d4a6543ab" /><Relationship Type="http://schemas.openxmlformats.org/officeDocument/2006/relationships/slide" Target="/ppt/slides/slide50.xml" Id="R70b00e9e7c9e4738" /><Relationship Type="http://schemas.openxmlformats.org/officeDocument/2006/relationships/slide" Target="/ppt/slides/slide51.xml" Id="R20c7edc2564a40c4" /><Relationship Type="http://schemas.openxmlformats.org/officeDocument/2006/relationships/slide" Target="/ppt/slides/slide52.xml" Id="R23eb8b7bfc7746e1" /><Relationship Type="http://schemas.openxmlformats.org/officeDocument/2006/relationships/slide" Target="/ppt/slides/slide53.xml" Id="R44a2b253f4f94a10" /><Relationship Type="http://schemas.openxmlformats.org/officeDocument/2006/relationships/slide" Target="/ppt/slides/slide54.xml" Id="Re1f2205c34e24b69" /><Relationship Type="http://schemas.openxmlformats.org/officeDocument/2006/relationships/slide" Target="/ppt/slides/slide55.xml" Id="Rd365609a84634fe5" /><Relationship Type="http://schemas.openxmlformats.org/officeDocument/2006/relationships/slide" Target="/ppt/slides/slide56.xml" Id="R87639eb74e774a47" /><Relationship Type="http://schemas.openxmlformats.org/officeDocument/2006/relationships/slide" Target="/ppt/slides/slide57.xml" Id="R2532b3ca5dd84d3b" /><Relationship Type="http://schemas.openxmlformats.org/officeDocument/2006/relationships/slide" Target="/ppt/slides/slide58.xml" Id="Rc842f0af65604876" /><Relationship Type="http://schemas.openxmlformats.org/officeDocument/2006/relationships/slide" Target="/ppt/slides/slide59.xml" Id="R5f0c08e327d84655" /><Relationship Type="http://schemas.openxmlformats.org/officeDocument/2006/relationships/slide" Target="/ppt/slides/slide60.xml" Id="Rb1135c4227fb493d" /><Relationship Type="http://schemas.openxmlformats.org/officeDocument/2006/relationships/slide" Target="/ppt/slides/slide61.xml" Id="R5ec49bbee9824d12" /><Relationship Type="http://schemas.openxmlformats.org/officeDocument/2006/relationships/slide" Target="/ppt/slides/slide62.xml" Id="R5d211531a993426f" /><Relationship Type="http://schemas.openxmlformats.org/officeDocument/2006/relationships/slide" Target="/ppt/slides/slide63.xml" Id="R3000e5f8a7dc4fd9" /><Relationship Type="http://schemas.openxmlformats.org/officeDocument/2006/relationships/slide" Target="/ppt/slides/slide64.xml" Id="R31f675e436954bc5" /><Relationship Type="http://schemas.openxmlformats.org/officeDocument/2006/relationships/slide" Target="/ppt/slides/slide65.xml" Id="R99b38e6395f44a62" /><Relationship Type="http://schemas.openxmlformats.org/officeDocument/2006/relationships/slide" Target="/ppt/slides/slide66.xml" Id="R9f7c90d504fc4e92" /><Relationship Type="http://schemas.openxmlformats.org/officeDocument/2006/relationships/slide" Target="/ppt/slides/slide67.xml" Id="R062e4d2259424d1a" /><Relationship Type="http://schemas.openxmlformats.org/officeDocument/2006/relationships/slide" Target="/ppt/slides/slide68.xml" Id="Refadeb3f53b34208" /><Relationship Type="http://schemas.openxmlformats.org/officeDocument/2006/relationships/slide" Target="/ppt/slides/slide69.xml" Id="R7bce88584b9a443e" /><Relationship Type="http://schemas.openxmlformats.org/officeDocument/2006/relationships/slide" Target="/ppt/slides/slide70.xml" Id="Rce958096b53241fd" /><Relationship Type="http://schemas.openxmlformats.org/officeDocument/2006/relationships/slide" Target="/ppt/slides/slide71.xml" Id="Re0c09918c820457e" /><Relationship Type="http://schemas.openxmlformats.org/officeDocument/2006/relationships/slide" Target="/ppt/slides/slide72.xml" Id="R77b73b5eea424d82" /><Relationship Type="http://schemas.openxmlformats.org/officeDocument/2006/relationships/slide" Target="/ppt/slides/slide73.xml" Id="R27ba6ed9f83b409c" /><Relationship Type="http://schemas.openxmlformats.org/officeDocument/2006/relationships/slide" Target="/ppt/slides/slide74.xml" Id="R07c8359be2ec4992" /><Relationship Type="http://schemas.openxmlformats.org/officeDocument/2006/relationships/slide" Target="/ppt/slides/slide75.xml" Id="R4ff38551e18d4d2e" /><Relationship Type="http://schemas.openxmlformats.org/officeDocument/2006/relationships/slide" Target="/ppt/slides/slide76.xml" Id="R8c78e71c27994ff4" /><Relationship Type="http://schemas.openxmlformats.org/officeDocument/2006/relationships/slide" Target="/ppt/slides/slide77.xml" Id="R2c1e51d12b404c5e" /><Relationship Type="http://schemas.openxmlformats.org/officeDocument/2006/relationships/slide" Target="/ppt/slides/slide78.xml" Id="R1168071039604361" /><Relationship Type="http://schemas.openxmlformats.org/officeDocument/2006/relationships/slide" Target="/ppt/slides/slide79.xml" Id="R174e7f88fe2b4812" /><Relationship Type="http://schemas.openxmlformats.org/officeDocument/2006/relationships/slide" Target="/ppt/slides/slide80.xml" Id="R1d7abb93ce614232" /><Relationship Type="http://schemas.openxmlformats.org/officeDocument/2006/relationships/slide" Target="/ppt/slides/slide81.xml" Id="R26f18fb39cf745b5" /><Relationship Type="http://schemas.openxmlformats.org/officeDocument/2006/relationships/slide" Target="/ppt/slides/slide82.xml" Id="Rcb1b906e64fd4015" /><Relationship Type="http://schemas.openxmlformats.org/officeDocument/2006/relationships/slide" Target="/ppt/slides/slide83.xml" Id="R0a4ef17751dc4f79" /><Relationship Type="http://schemas.openxmlformats.org/officeDocument/2006/relationships/slide" Target="/ppt/slides/slide84.xml" Id="Re4071b3b60c64af3" /><Relationship Type="http://schemas.openxmlformats.org/officeDocument/2006/relationships/slide" Target="/ppt/slides/slide85.xml" Id="R045f7be053c642e1" /><Relationship Type="http://schemas.openxmlformats.org/officeDocument/2006/relationships/slide" Target="/ppt/slides/slide86.xml" Id="R3cc4bf09ece94b6c" /><Relationship Type="http://schemas.openxmlformats.org/officeDocument/2006/relationships/slide" Target="/ppt/slides/slide87.xml" Id="Rdfb3501388fb4f5a" /><Relationship Type="http://schemas.openxmlformats.org/officeDocument/2006/relationships/slide" Target="/ppt/slides/slide88.xml" Id="R79e2f529462b4e47" /><Relationship Type="http://schemas.openxmlformats.org/officeDocument/2006/relationships/slide" Target="/ppt/slides/slide89.xml" Id="R3f156551df6747d0" /><Relationship Type="http://schemas.openxmlformats.org/officeDocument/2006/relationships/slide" Target="/ppt/slides/slide90.xml" Id="R08818be8f21d4e1f" /><Relationship Type="http://schemas.openxmlformats.org/officeDocument/2006/relationships/slide" Target="/ppt/slides/slide91.xml" Id="R66ed3f64ab5f48dd" /><Relationship Type="http://schemas.openxmlformats.org/officeDocument/2006/relationships/slide" Target="/ppt/slides/slide92.xml" Id="Rf63eb5921c89445e" /><Relationship Type="http://schemas.openxmlformats.org/officeDocument/2006/relationships/slide" Target="/ppt/slides/slide93.xml" Id="Rfd25f6e034e64b35" /><Relationship Type="http://schemas.openxmlformats.org/officeDocument/2006/relationships/slide" Target="/ppt/slides/slide94.xml" Id="R94df390c3d504600" /><Relationship Type="http://schemas.openxmlformats.org/officeDocument/2006/relationships/slide" Target="/ppt/slides/slide95.xml" Id="Rea54c8b7ccf341c7" /><Relationship Type="http://schemas.openxmlformats.org/officeDocument/2006/relationships/slide" Target="/ppt/slides/slide96.xml" Id="R3dcfb4bd339742b1" /><Relationship Type="http://schemas.openxmlformats.org/officeDocument/2006/relationships/slide" Target="/ppt/slides/slide97.xml" Id="R96f4a4a6b790449d" /><Relationship Type="http://schemas.openxmlformats.org/officeDocument/2006/relationships/slide" Target="/ppt/slides/slide98.xml" Id="R22c6b7c558ae458a" /><Relationship Type="http://schemas.openxmlformats.org/officeDocument/2006/relationships/slide" Target="/ppt/slides/slide99.xml" Id="R81eb7f212041446d" /><Relationship Type="http://schemas.openxmlformats.org/officeDocument/2006/relationships/slide" Target="/ppt/slides/slide100.xml" Id="R93e4ad68d32747e5" /><Relationship Type="http://schemas.openxmlformats.org/officeDocument/2006/relationships/slide" Target="/ppt/slides/slide101.xml" Id="R0c7a5e211be54b87" /><Relationship Type="http://schemas.openxmlformats.org/officeDocument/2006/relationships/slide" Target="/ppt/slides/slide102.xml" Id="R1edf5d873fbd4aef" /><Relationship Type="http://schemas.openxmlformats.org/officeDocument/2006/relationships/slide" Target="/ppt/slides/slide103.xml" Id="R092a30471f324bcf" /><Relationship Type="http://schemas.openxmlformats.org/officeDocument/2006/relationships/slide" Target="/ppt/slides/slide104.xml" Id="Rdbf9226fccd040b6" /><Relationship Type="http://schemas.openxmlformats.org/officeDocument/2006/relationships/slide" Target="/ppt/slides/slide105.xml" Id="R3073a92d154e465c" /><Relationship Type="http://schemas.openxmlformats.org/officeDocument/2006/relationships/slide" Target="/ppt/slides/slide106.xml" Id="R0ed125c8291a4004" /><Relationship Type="http://schemas.openxmlformats.org/officeDocument/2006/relationships/slide" Target="/ppt/slides/slide107.xml" Id="R3eb92161d2b14710" /><Relationship Type="http://schemas.openxmlformats.org/officeDocument/2006/relationships/slide" Target="/ppt/slides/slide108.xml" Id="R4bc50d4ab4994e42" /><Relationship Type="http://schemas.openxmlformats.org/officeDocument/2006/relationships/slide" Target="/ppt/slides/slide109.xml" Id="R29c81278eb3b4e2f" /><Relationship Type="http://schemas.openxmlformats.org/officeDocument/2006/relationships/slide" Target="/ppt/slides/slide110.xml" Id="R03a9f14499dc420b" /><Relationship Type="http://schemas.openxmlformats.org/officeDocument/2006/relationships/slide" Target="/ppt/slides/slide111.xml" Id="R7fa7d823f46c48e9" /><Relationship Type="http://schemas.openxmlformats.org/officeDocument/2006/relationships/slide" Target="/ppt/slides/slide112.xml" Id="R51391a8ce27b46b6" /><Relationship Type="http://schemas.openxmlformats.org/officeDocument/2006/relationships/slide" Target="/ppt/slides/slide113.xml" Id="R9e1cc159aa4c4013" /><Relationship Type="http://schemas.openxmlformats.org/officeDocument/2006/relationships/slide" Target="/ppt/slides/slide114.xml" Id="Rd0e3dec535834c8f" /><Relationship Type="http://schemas.openxmlformats.org/officeDocument/2006/relationships/slide" Target="/ppt/slides/slide115.xml" Id="R5db3af368aa843c5" /><Relationship Type="http://schemas.openxmlformats.org/officeDocument/2006/relationships/slide" Target="/ppt/slides/slide116.xml" Id="R48b80d5112374938" /><Relationship Type="http://schemas.openxmlformats.org/officeDocument/2006/relationships/slide" Target="/ppt/slides/slide117.xml" Id="R0591b1ad38af48a6" /><Relationship Type="http://schemas.openxmlformats.org/officeDocument/2006/relationships/slide" Target="/ppt/slides/slide118.xml" Id="R592e137bcd7d4122" /><Relationship Type="http://schemas.openxmlformats.org/officeDocument/2006/relationships/slide" Target="/ppt/slides/slide119.xml" Id="R95aac3f4d298453d" /><Relationship Type="http://schemas.openxmlformats.org/officeDocument/2006/relationships/slide" Target="/ppt/slides/slide120.xml" Id="Rfb535b6e7cb94589" /><Relationship Type="http://schemas.openxmlformats.org/officeDocument/2006/relationships/slide" Target="/ppt/slides/slide121.xml" Id="Re805756674a343a7" /><Relationship Type="http://schemas.openxmlformats.org/officeDocument/2006/relationships/slide" Target="/ppt/slides/slide122.xml" Id="R5294d87efa03420a" /><Relationship Type="http://schemas.openxmlformats.org/officeDocument/2006/relationships/slide" Target="/ppt/slides/slide123.xml" Id="Rd71eb94066e34aec" /><Relationship Type="http://schemas.openxmlformats.org/officeDocument/2006/relationships/slide" Target="/ppt/slides/slide124.xml" Id="R742bf0a948f34634" /><Relationship Type="http://schemas.openxmlformats.org/officeDocument/2006/relationships/slide" Target="/ppt/slides/slide125.xml" Id="R7fac9597e23f425f" /><Relationship Type="http://schemas.openxmlformats.org/officeDocument/2006/relationships/slide" Target="/ppt/slides/slide126.xml" Id="R4b954fc6500048f3" /><Relationship Type="http://schemas.openxmlformats.org/officeDocument/2006/relationships/slide" Target="/ppt/slides/slide127.xml" Id="Rd8a0f4e2472541b5" /><Relationship Type="http://schemas.openxmlformats.org/officeDocument/2006/relationships/slide" Target="/ppt/slides/slide128.xml" Id="R2593f6f83d904a29" /><Relationship Type="http://schemas.openxmlformats.org/officeDocument/2006/relationships/slide" Target="/ppt/slides/slide129.xml" Id="R2312d78421004275" /><Relationship Type="http://schemas.openxmlformats.org/officeDocument/2006/relationships/slide" Target="/ppt/slides/slide130.xml" Id="R1ca1fec0b2124fe9" /><Relationship Type="http://schemas.openxmlformats.org/officeDocument/2006/relationships/slide" Target="/ppt/slides/slide131.xml" Id="R8f1781fde01f48ac" /><Relationship Type="http://schemas.openxmlformats.org/officeDocument/2006/relationships/slide" Target="/ppt/slides/slide132.xml" Id="Rd9827781f31948f1" /><Relationship Type="http://schemas.openxmlformats.org/officeDocument/2006/relationships/slide" Target="/ppt/slides/slide133.xml" Id="Rf6e8ac2a5d0f4b60" /><Relationship Type="http://schemas.openxmlformats.org/officeDocument/2006/relationships/slide" Target="/ppt/slides/slide134.xml" Id="R3af8413c6ccf49a7" /><Relationship Type="http://schemas.openxmlformats.org/officeDocument/2006/relationships/slide" Target="/ppt/slides/slide135.xml" Id="R03259b28d885430e" /><Relationship Type="http://schemas.openxmlformats.org/officeDocument/2006/relationships/slide" Target="/ppt/slides/slide136.xml" Id="Rc3fbf2a7e4a94868" /><Relationship Type="http://schemas.openxmlformats.org/officeDocument/2006/relationships/slide" Target="/ppt/slides/slide137.xml" Id="Rdfc08c8fd99a4950" /><Relationship Type="http://schemas.openxmlformats.org/officeDocument/2006/relationships/slide" Target="/ppt/slides/slide138.xml" Id="R4905f70f16164919" /><Relationship Type="http://schemas.openxmlformats.org/officeDocument/2006/relationships/slide" Target="/ppt/slides/slide139.xml" Id="R87b16dd8e60b4c7a" /><Relationship Type="http://schemas.openxmlformats.org/officeDocument/2006/relationships/slide" Target="/ppt/slides/slide140.xml" Id="R5513f75422904ad5" /><Relationship Type="http://schemas.openxmlformats.org/officeDocument/2006/relationships/slide" Target="/ppt/slides/slide141.xml" Id="Rc33127436fce4a82" /><Relationship Type="http://schemas.openxmlformats.org/officeDocument/2006/relationships/slide" Target="/ppt/slides/slide142.xml" Id="R2ee8c70d6d794539" /><Relationship Type="http://schemas.openxmlformats.org/officeDocument/2006/relationships/slide" Target="/ppt/slides/slide143.xml" Id="R8741988dc9924557" /><Relationship Type="http://schemas.openxmlformats.org/officeDocument/2006/relationships/slide" Target="/ppt/slides/slide144.xml" Id="R1776c2bfc35d479d" /><Relationship Type="http://schemas.openxmlformats.org/officeDocument/2006/relationships/slide" Target="/ppt/slides/slide145.xml" Id="R2f1e16f19dca402b" /><Relationship Type="http://schemas.openxmlformats.org/officeDocument/2006/relationships/slide" Target="/ppt/slides/slide146.xml" Id="R2910eda31d8148b4" /><Relationship Type="http://schemas.openxmlformats.org/officeDocument/2006/relationships/slide" Target="/ppt/slides/slide147.xml" Id="R9346feb967ae49e1" /><Relationship Type="http://schemas.openxmlformats.org/officeDocument/2006/relationships/slide" Target="/ppt/slides/slide148.xml" Id="R71e51d46020b43f9" /><Relationship Type="http://schemas.openxmlformats.org/officeDocument/2006/relationships/slide" Target="/ppt/slides/slide149.xml" Id="R79441d1be98a43fe" /><Relationship Type="http://schemas.openxmlformats.org/officeDocument/2006/relationships/slide" Target="/ppt/slides/slide150.xml" Id="R29d5bd6986484e58" /><Relationship Type="http://schemas.openxmlformats.org/officeDocument/2006/relationships/slide" Target="/ppt/slides/slide151.xml" Id="Rb45fd76b3c214554" /><Relationship Type="http://schemas.openxmlformats.org/officeDocument/2006/relationships/slide" Target="/ppt/slides/slide152.xml" Id="R68838fd2ff97484f" /><Relationship Type="http://schemas.openxmlformats.org/officeDocument/2006/relationships/slide" Target="/ppt/slides/slide153.xml" Id="Rb62da0c2dbbc4629" /><Relationship Type="http://schemas.openxmlformats.org/officeDocument/2006/relationships/slide" Target="/ppt/slides/slide154.xml" Id="R62e074d76f734990" /><Relationship Type="http://schemas.openxmlformats.org/officeDocument/2006/relationships/slide" Target="/ppt/slides/slide155.xml" Id="R9a72e9456f294044" /><Relationship Type="http://schemas.openxmlformats.org/officeDocument/2006/relationships/slide" Target="/ppt/slides/slide156.xml" Id="R28f4d7b85b7c40bb" /><Relationship Type="http://schemas.openxmlformats.org/officeDocument/2006/relationships/slide" Target="/ppt/slides/slide157.xml" Id="R6f6b9ca9fd234372" /><Relationship Type="http://schemas.openxmlformats.org/officeDocument/2006/relationships/slide" Target="/ppt/slides/slide158.xml" Id="R5efded2161e94032" /><Relationship Type="http://schemas.openxmlformats.org/officeDocument/2006/relationships/slide" Target="/ppt/slides/slide159.xml" Id="Rb1b61f617cf941e7" /><Relationship Type="http://schemas.openxmlformats.org/officeDocument/2006/relationships/slide" Target="/ppt/slides/slide160.xml" Id="Rddad38ac3d874ee7" /><Relationship Type="http://schemas.openxmlformats.org/officeDocument/2006/relationships/slide" Target="/ppt/slides/slide161.xml" Id="R11735068094a4f82" /><Relationship Type="http://schemas.openxmlformats.org/officeDocument/2006/relationships/slide" Target="/ppt/slides/slide162.xml" Id="Re77f9afa55684e21" /><Relationship Type="http://schemas.openxmlformats.org/officeDocument/2006/relationships/slide" Target="/ppt/slides/slide163.xml" Id="Re0bddf11188845b3" /><Relationship Type="http://schemas.openxmlformats.org/officeDocument/2006/relationships/slide" Target="/ppt/slides/slide164.xml" Id="R92fe43b0592640f8" /><Relationship Type="http://schemas.openxmlformats.org/officeDocument/2006/relationships/slide" Target="/ppt/slides/slide165.xml" Id="R46c6cf7df70146bf" /><Relationship Type="http://schemas.openxmlformats.org/officeDocument/2006/relationships/slide" Target="/ppt/slides/slide166.xml" Id="R5b033d2ac9f44f29" /><Relationship Type="http://schemas.openxmlformats.org/officeDocument/2006/relationships/slide" Target="/ppt/slides/slide167.xml" Id="R2198093002e4409c" /><Relationship Type="http://schemas.openxmlformats.org/officeDocument/2006/relationships/slide" Target="/ppt/slides/slide168.xml" Id="R04199fc5ae134443" /><Relationship Type="http://schemas.openxmlformats.org/officeDocument/2006/relationships/slide" Target="/ppt/slides/slide169.xml" Id="R3340f3ed551c4268" /><Relationship Type="http://schemas.openxmlformats.org/officeDocument/2006/relationships/slide" Target="/ppt/slides/slide170.xml" Id="R5b8049f031e24e0e" /><Relationship Type="http://schemas.openxmlformats.org/officeDocument/2006/relationships/slide" Target="/ppt/slides/slide171.xml" Id="Rbc5ddec93fb84c70" /><Relationship Type="http://schemas.openxmlformats.org/officeDocument/2006/relationships/slide" Target="/ppt/slides/slide172.xml" Id="R50d5090678a14453" /><Relationship Type="http://schemas.openxmlformats.org/officeDocument/2006/relationships/slide" Target="/ppt/slides/slide173.xml" Id="Rb98b4e17b76c4727" /><Relationship Type="http://schemas.openxmlformats.org/officeDocument/2006/relationships/slide" Target="/ppt/slides/slide174.xml" Id="R4eda557accf74024" /><Relationship Type="http://schemas.openxmlformats.org/officeDocument/2006/relationships/slide" Target="/ppt/slides/slide175.xml" Id="Rba53dfbf7bd94f09" /><Relationship Type="http://schemas.openxmlformats.org/officeDocument/2006/relationships/slide" Target="/ppt/slides/slide176.xml" Id="R3edf965fe09349ac" /><Relationship Type="http://schemas.openxmlformats.org/officeDocument/2006/relationships/slide" Target="/ppt/slides/slide177.xml" Id="R7719c3903e2b4925" /><Relationship Type="http://schemas.openxmlformats.org/officeDocument/2006/relationships/slide" Target="/ppt/slides/slide178.xml" Id="R430ade148aa84426" /><Relationship Type="http://schemas.openxmlformats.org/officeDocument/2006/relationships/slide" Target="/ppt/slides/slide179.xml" Id="R17f9502cf6704a8d" /><Relationship Type="http://schemas.openxmlformats.org/officeDocument/2006/relationships/slide" Target="/ppt/slides/slide180.xml" Id="Rfa45b301baec4347" /><Relationship Type="http://schemas.openxmlformats.org/officeDocument/2006/relationships/slide" Target="/ppt/slides/slide181.xml" Id="Ra0f06982c21c4db8" /><Relationship Type="http://schemas.openxmlformats.org/officeDocument/2006/relationships/slide" Target="/ppt/slides/slide182.xml" Id="Rc5aadfe7b2214b4c" /><Relationship Type="http://schemas.openxmlformats.org/officeDocument/2006/relationships/slide" Target="/ppt/slides/slide183.xml" Id="R1c07152e5ec24a97" /><Relationship Type="http://schemas.openxmlformats.org/officeDocument/2006/relationships/slide" Target="/ppt/slides/slide184.xml" Id="R51ff8ec6f4c64632" /><Relationship Type="http://schemas.openxmlformats.org/officeDocument/2006/relationships/slide" Target="/ppt/slides/slide185.xml" Id="Rd0576f98299f40fc" /><Relationship Type="http://schemas.openxmlformats.org/officeDocument/2006/relationships/slide" Target="/ppt/slides/slide186.xml" Id="Ra154001f0c604e14" /><Relationship Type="http://schemas.openxmlformats.org/officeDocument/2006/relationships/slide" Target="/ppt/slides/slide187.xml" Id="R7902a2ba7b3a4ad0" /><Relationship Type="http://schemas.openxmlformats.org/officeDocument/2006/relationships/slide" Target="/ppt/slides/slide188.xml" Id="Rab3712c10c364a74" /><Relationship Type="http://schemas.openxmlformats.org/officeDocument/2006/relationships/slide" Target="/ppt/slides/slide189.xml" Id="R4531844793354bcf" /><Relationship Type="http://schemas.openxmlformats.org/officeDocument/2006/relationships/slide" Target="/ppt/slides/slide190.xml" Id="Re87065913251408e" /><Relationship Type="http://schemas.openxmlformats.org/officeDocument/2006/relationships/slide" Target="/ppt/slides/slide191.xml" Id="Raf4d5fffa6614d1a" /><Relationship Type="http://schemas.openxmlformats.org/officeDocument/2006/relationships/slide" Target="/ppt/slides/slide192.xml" Id="Rd5ffe907062044e9" /><Relationship Type="http://schemas.openxmlformats.org/officeDocument/2006/relationships/slide" Target="/ppt/slides/slide193.xml" Id="Rdea8ca961781461d" /><Relationship Type="http://schemas.openxmlformats.org/officeDocument/2006/relationships/slide" Target="/ppt/slides/slide194.xml" Id="R25f05a86ce1446ea" /><Relationship Type="http://schemas.openxmlformats.org/officeDocument/2006/relationships/slide" Target="/ppt/slides/slide195.xml" Id="Rec71155805c64572" /><Relationship Type="http://schemas.openxmlformats.org/officeDocument/2006/relationships/slide" Target="/ppt/slides/slide196.xml" Id="R35b91c9a8b92482b" /><Relationship Type="http://schemas.openxmlformats.org/officeDocument/2006/relationships/slide" Target="/ppt/slides/slide197.xml" Id="Ra8a8aadf50e44c58" /><Relationship Type="http://schemas.openxmlformats.org/officeDocument/2006/relationships/slide" Target="/ppt/slides/slide198.xml" Id="Rd0fa5b1109ab40ed" /><Relationship Type="http://schemas.openxmlformats.org/officeDocument/2006/relationships/slide" Target="/ppt/slides/slide199.xml" Id="R225792e9a38b45bc" /><Relationship Type="http://schemas.openxmlformats.org/officeDocument/2006/relationships/slide" Target="/ppt/slides/slide200.xml" Id="R297eeaaba1d04cd6" /><Relationship Type="http://schemas.openxmlformats.org/officeDocument/2006/relationships/slide" Target="/ppt/slides/slide201.xml" Id="R09070dc848024039" /><Relationship Type="http://schemas.openxmlformats.org/officeDocument/2006/relationships/slide" Target="/ppt/slides/slide202.xml" Id="Ree77a749913c439c" /><Relationship Type="http://schemas.openxmlformats.org/officeDocument/2006/relationships/slide" Target="/ppt/slides/slide203.xml" Id="Re7749f250f5c427c" /><Relationship Type="http://schemas.openxmlformats.org/officeDocument/2006/relationships/slide" Target="/ppt/slides/slide204.xml" Id="R5ee38ce994d64f32" /><Relationship Type="http://schemas.openxmlformats.org/officeDocument/2006/relationships/slide" Target="/ppt/slides/slide205.xml" Id="Rf1df874565514886" /><Relationship Type="http://schemas.openxmlformats.org/officeDocument/2006/relationships/slide" Target="/ppt/slides/slide206.xml" Id="Rf7eed18586b44e9f" /><Relationship Type="http://schemas.openxmlformats.org/officeDocument/2006/relationships/slide" Target="/ppt/slides/slide207.xml" Id="R84ef11d6eb1c4d93" /><Relationship Type="http://schemas.openxmlformats.org/officeDocument/2006/relationships/slide" Target="/ppt/slides/slide208.xml" Id="R20e50bf9acab4e3a" /><Relationship Type="http://schemas.openxmlformats.org/officeDocument/2006/relationships/slide" Target="/ppt/slides/slide209.xml" Id="Rbb88ce04158a4145" /><Relationship Type="http://schemas.openxmlformats.org/officeDocument/2006/relationships/slide" Target="/ppt/slides/slide210.xml" Id="Rc1d2427a83694cb0" /><Relationship Type="http://schemas.openxmlformats.org/officeDocument/2006/relationships/slide" Target="/ppt/slides/slide211.xml" Id="R9a93049123ca4167" /><Relationship Type="http://schemas.openxmlformats.org/officeDocument/2006/relationships/slide" Target="/ppt/slides/slide212.xml" Id="R9bc23019161648b5" /><Relationship Type="http://schemas.openxmlformats.org/officeDocument/2006/relationships/slide" Target="/ppt/slides/slide213.xml" Id="R45f990117e8847fd" /><Relationship Type="http://schemas.openxmlformats.org/officeDocument/2006/relationships/slide" Target="/ppt/slides/slide214.xml" Id="R4287706e6670400f" /><Relationship Type="http://schemas.openxmlformats.org/officeDocument/2006/relationships/slide" Target="/ppt/slides/slide215.xml" Id="R96ce629ca6804462" /><Relationship Type="http://schemas.openxmlformats.org/officeDocument/2006/relationships/slide" Target="/ppt/slides/slide216.xml" Id="R03eef66e55234341" /><Relationship Type="http://schemas.openxmlformats.org/officeDocument/2006/relationships/slide" Target="/ppt/slides/slide217.xml" Id="Rb14677c376124520" /><Relationship Type="http://schemas.openxmlformats.org/officeDocument/2006/relationships/slide" Target="/ppt/slides/slide218.xml" Id="R4d4004606284447a" /><Relationship Type="http://schemas.openxmlformats.org/officeDocument/2006/relationships/slide" Target="/ppt/slides/slide219.xml" Id="R56d2a859cf3946d4" /><Relationship Type="http://schemas.openxmlformats.org/officeDocument/2006/relationships/slide" Target="/ppt/slides/slide220.xml" Id="R70c3a64727364d99" /><Relationship Type="http://schemas.openxmlformats.org/officeDocument/2006/relationships/slide" Target="/ppt/slides/slide221.xml" Id="R7892b0d75ecf456a" /><Relationship Type="http://schemas.openxmlformats.org/officeDocument/2006/relationships/slide" Target="/ppt/slides/slide222.xml" Id="Re5e98c6af4914528" /><Relationship Type="http://schemas.openxmlformats.org/officeDocument/2006/relationships/slide" Target="/ppt/slides/slide223.xml" Id="Rd1c0259486094cc3" /><Relationship Type="http://schemas.openxmlformats.org/officeDocument/2006/relationships/slide" Target="/ppt/slides/slide224.xml" Id="R44d37c2c75234631" /><Relationship Type="http://schemas.openxmlformats.org/officeDocument/2006/relationships/slide" Target="/ppt/slides/slide225.xml" Id="R5be1dfa9df80472a" /><Relationship Type="http://schemas.openxmlformats.org/officeDocument/2006/relationships/slide" Target="/ppt/slides/slide226.xml" Id="R2955a9a697fb45b1" /><Relationship Type="http://schemas.openxmlformats.org/officeDocument/2006/relationships/slide" Target="/ppt/slides/slide227.xml" Id="Re55806363e584a63" /><Relationship Type="http://schemas.openxmlformats.org/officeDocument/2006/relationships/slide" Target="/ppt/slides/slide228.xml" Id="Rd0df8ffdabe5404f" /><Relationship Type="http://schemas.openxmlformats.org/officeDocument/2006/relationships/slide" Target="/ppt/slides/slide229.xml" Id="Rfefe0718f6cf4b4d" /><Relationship Type="http://schemas.openxmlformats.org/officeDocument/2006/relationships/slide" Target="/ppt/slides/slide230.xml" Id="R131baee5fe204871" /><Relationship Type="http://schemas.openxmlformats.org/officeDocument/2006/relationships/slide" Target="/ppt/slides/slide231.xml" Id="Rc9c09ec8f93942e7" /><Relationship Type="http://schemas.openxmlformats.org/officeDocument/2006/relationships/slide" Target="/ppt/slides/slide232.xml" Id="R490855bced434993" /><Relationship Type="http://schemas.openxmlformats.org/officeDocument/2006/relationships/slide" Target="/ppt/slides/slide233.xml" Id="Rf65b187056584e78" /><Relationship Type="http://schemas.openxmlformats.org/officeDocument/2006/relationships/slide" Target="/ppt/slides/slide234.xml" Id="Rfd7cac31683441da" /><Relationship Type="http://schemas.openxmlformats.org/officeDocument/2006/relationships/slide" Target="/ppt/slides/slide235.xml" Id="R43cd55c584cb4316" /><Relationship Type="http://schemas.openxmlformats.org/officeDocument/2006/relationships/slide" Target="/ppt/slides/slide236.xml" Id="R8f64e518b26c40b1" /><Relationship Type="http://schemas.openxmlformats.org/officeDocument/2006/relationships/slide" Target="/ppt/slides/slide237.xml" Id="Rfba44ec417024417" /><Relationship Type="http://schemas.openxmlformats.org/officeDocument/2006/relationships/slide" Target="/ppt/slides/slide238.xml" Id="R19f375036cf14dbd" /><Relationship Type="http://schemas.openxmlformats.org/officeDocument/2006/relationships/slide" Target="/ppt/slides/slide239.xml" Id="Rdab3d7bf036d4de5" /><Relationship Type="http://schemas.openxmlformats.org/officeDocument/2006/relationships/slide" Target="/ppt/slides/slide240.xml" Id="Rfdd3f6ac72384e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6b101e7c8d45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a14ba1bad3452c" /><Relationship Type="http://schemas.openxmlformats.org/officeDocument/2006/relationships/notesMaster" Target="/ppt/notesMasters/notesMaster1.xml" Id="Rfbbf5450f03148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560098f07d46b1" /><Relationship Type="http://schemas.openxmlformats.org/officeDocument/2006/relationships/notesMaster" Target="/ppt/notesMasters/notesMaster1.xml" Id="R4a3a9f65ea5043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208ea6d8604604" /><Relationship Type="http://schemas.openxmlformats.org/officeDocument/2006/relationships/notesMaster" Target="/ppt/notesMasters/notesMaster1.xml" Id="R3d1164a3aca548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864b9559044612" /><Relationship Type="http://schemas.openxmlformats.org/officeDocument/2006/relationships/notesMaster" Target="/ppt/notesMasters/notesMaster1.xml" Id="R745cb810e5c548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d57920874c4d54" /><Relationship Type="http://schemas.openxmlformats.org/officeDocument/2006/relationships/notesMaster" Target="/ppt/notesMasters/notesMaster1.xml" Id="Rcbb1d3b0a23d4f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ae32a7bac0481b" /><Relationship Type="http://schemas.openxmlformats.org/officeDocument/2006/relationships/notesMaster" Target="/ppt/notesMasters/notesMaster1.xml" Id="R95e01599a16f4c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3f30303b4a4aef" /><Relationship Type="http://schemas.openxmlformats.org/officeDocument/2006/relationships/notesMaster" Target="/ppt/notesMasters/notesMaster1.xml" Id="R90e41939f8754a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8c5c1cd8244513" /><Relationship Type="http://schemas.openxmlformats.org/officeDocument/2006/relationships/notesMaster" Target="/ppt/notesMasters/notesMaster1.xml" Id="Rceb17e3c8f8a41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2426eb4a574385" /><Relationship Type="http://schemas.openxmlformats.org/officeDocument/2006/relationships/notesMaster" Target="/ppt/notesMasters/notesMaster1.xml" Id="R23b75377a7b44f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3c7349b6b34505" /><Relationship Type="http://schemas.openxmlformats.org/officeDocument/2006/relationships/notesMaster" Target="/ppt/notesMasters/notesMaster1.xml" Id="R86d2ae7077ed4b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7fe041caf44b57" /><Relationship Type="http://schemas.openxmlformats.org/officeDocument/2006/relationships/notesMaster" Target="/ppt/notesMasters/notesMaster1.xml" Id="Rb5db94d75ca349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cf49a709004089" /><Relationship Type="http://schemas.openxmlformats.org/officeDocument/2006/relationships/notesMaster" Target="/ppt/notesMasters/notesMaster1.xml" Id="R167bab664c144e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e36c692d20463f" /><Relationship Type="http://schemas.openxmlformats.org/officeDocument/2006/relationships/notesMaster" Target="/ppt/notesMasters/notesMaster1.xml" Id="R52d25007cd2b45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ff836fca004bde" /><Relationship Type="http://schemas.openxmlformats.org/officeDocument/2006/relationships/notesMaster" Target="/ppt/notesMasters/notesMaster1.xml" Id="Rdbf2b2020a2b4d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c820097ab64f1c" /><Relationship Type="http://schemas.openxmlformats.org/officeDocument/2006/relationships/notesMaster" Target="/ppt/notesMasters/notesMaster1.xml" Id="R320a25a8398a4d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405999ca1848a0" /><Relationship Type="http://schemas.openxmlformats.org/officeDocument/2006/relationships/notesMaster" Target="/ppt/notesMasters/notesMaster1.xml" Id="R5af2ef1cc729453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342824ca3d423b" /><Relationship Type="http://schemas.openxmlformats.org/officeDocument/2006/relationships/notesMaster" Target="/ppt/notesMasters/notesMaster1.xml" Id="R82a03e8f5dd144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91e09491354954" /><Relationship Type="http://schemas.openxmlformats.org/officeDocument/2006/relationships/notesMaster" Target="/ppt/notesMasters/notesMaster1.xml" Id="R0249bcb6c8394e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ef6635b8424435" /><Relationship Type="http://schemas.openxmlformats.org/officeDocument/2006/relationships/notesMaster" Target="/ppt/notesMasters/notesMaster1.xml" Id="R17a859431976476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59c58c58314574" /><Relationship Type="http://schemas.openxmlformats.org/officeDocument/2006/relationships/notesMaster" Target="/ppt/notesMasters/notesMaster1.xml" Id="R7b1134600aa847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b69086403fa4736" /><Relationship Type="http://schemas.openxmlformats.org/officeDocument/2006/relationships/notesMaster" Target="/ppt/notesMasters/notesMaster1.xml" Id="R1eedd79e740e475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5125d5d13843bd" /><Relationship Type="http://schemas.openxmlformats.org/officeDocument/2006/relationships/notesMaster" Target="/ppt/notesMasters/notesMaster1.xml" Id="R974e130dbb2b41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fb1eafd3fa84126" /><Relationship Type="http://schemas.openxmlformats.org/officeDocument/2006/relationships/notesMaster" Target="/ppt/notesMasters/notesMaster1.xml" Id="Rb93f05dc437640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9ce8635e29e472b" /><Relationship Type="http://schemas.openxmlformats.org/officeDocument/2006/relationships/notesMaster" Target="/ppt/notesMasters/notesMaster1.xml" Id="R08e06753d1c84ec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271fed273664dcd" /><Relationship Type="http://schemas.openxmlformats.org/officeDocument/2006/relationships/notesMaster" Target="/ppt/notesMasters/notesMaster1.xml" Id="R270c5b79c5f447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71a5123cd08443d" /><Relationship Type="http://schemas.openxmlformats.org/officeDocument/2006/relationships/notesMaster" Target="/ppt/notesMasters/notesMaster1.xml" Id="R37e55db0bc68484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3f7930038fe4a5a" /><Relationship Type="http://schemas.openxmlformats.org/officeDocument/2006/relationships/notesMaster" Target="/ppt/notesMasters/notesMaster1.xml" Id="R7ceb88765234441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cad18ef57164439" /><Relationship Type="http://schemas.openxmlformats.org/officeDocument/2006/relationships/notesMaster" Target="/ppt/notesMasters/notesMaster1.xml" Id="R361f122b2e7d427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a74c2e5e3094d68" /><Relationship Type="http://schemas.openxmlformats.org/officeDocument/2006/relationships/notesMaster" Target="/ppt/notesMasters/notesMaster1.xml" Id="Rf685790eeb06452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90906282aed4cff" /><Relationship Type="http://schemas.openxmlformats.org/officeDocument/2006/relationships/notesMaster" Target="/ppt/notesMasters/notesMaster1.xml" Id="Rbf539642f5ba425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f1fb1e61dc847ac" /><Relationship Type="http://schemas.openxmlformats.org/officeDocument/2006/relationships/notesMaster" Target="/ppt/notesMasters/notesMaster1.xml" Id="Rb845cfc1b0804b7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968f4cbb8d24a3e" /><Relationship Type="http://schemas.openxmlformats.org/officeDocument/2006/relationships/notesMaster" Target="/ppt/notesMasters/notesMaster1.xml" Id="Ra9e8bd69bdc94e2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0849da8c7de41cf" /><Relationship Type="http://schemas.openxmlformats.org/officeDocument/2006/relationships/notesMaster" Target="/ppt/notesMasters/notesMaster1.xml" Id="Rc3cbdd88aab1411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5b1ca5e4afc468a" /><Relationship Type="http://schemas.openxmlformats.org/officeDocument/2006/relationships/notesMaster" Target="/ppt/notesMasters/notesMaster1.xml" Id="R77d54e2beaa249f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28f840fd31d4f2f" /><Relationship Type="http://schemas.openxmlformats.org/officeDocument/2006/relationships/notesMaster" Target="/ppt/notesMasters/notesMaster1.xml" Id="R6a57a8e81587466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b8a69f3be8a4304" /><Relationship Type="http://schemas.openxmlformats.org/officeDocument/2006/relationships/notesMaster" Target="/ppt/notesMasters/notesMaster1.xml" Id="Rd8744110d95f459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ef29abc8f5d4a3c" /><Relationship Type="http://schemas.openxmlformats.org/officeDocument/2006/relationships/notesMaster" Target="/ppt/notesMasters/notesMaster1.xml" Id="R28970bed0b254cd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4477bf50db245fc" /><Relationship Type="http://schemas.openxmlformats.org/officeDocument/2006/relationships/notesMaster" Target="/ppt/notesMasters/notesMaster1.xml" Id="R7d0d1a44fe1b439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ed6c900a0d54658" /><Relationship Type="http://schemas.openxmlformats.org/officeDocument/2006/relationships/notesMaster" Target="/ppt/notesMasters/notesMaster1.xml" Id="Rc96a2e8850ad4c9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d6780739a204bd7" /><Relationship Type="http://schemas.openxmlformats.org/officeDocument/2006/relationships/notesMaster" Target="/ppt/notesMasters/notesMaster1.xml" Id="R6da7af1007df44d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ee36f5d2bcb43e7" /><Relationship Type="http://schemas.openxmlformats.org/officeDocument/2006/relationships/notesMaster" Target="/ppt/notesMasters/notesMaster1.xml" Id="R346392ed249649b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6ba1ad4bf21434c" /><Relationship Type="http://schemas.openxmlformats.org/officeDocument/2006/relationships/notesMaster" Target="/ppt/notesMasters/notesMaster1.xml" Id="R16bf26ede65a4d3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d8c2033ed104cb8" /><Relationship Type="http://schemas.openxmlformats.org/officeDocument/2006/relationships/notesMaster" Target="/ppt/notesMasters/notesMaster1.xml" Id="Rd9d3bf1f7d01438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fe8de1003774bfe" /><Relationship Type="http://schemas.openxmlformats.org/officeDocument/2006/relationships/notesMaster" Target="/ppt/notesMasters/notesMaster1.xml" Id="Rf052cad25c194c4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2a2cf5da94546df" /><Relationship Type="http://schemas.openxmlformats.org/officeDocument/2006/relationships/notesMaster" Target="/ppt/notesMasters/notesMaster1.xml" Id="Rcc3ddc8028b64f1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0d0602b7b08477c" /><Relationship Type="http://schemas.openxmlformats.org/officeDocument/2006/relationships/notesMaster" Target="/ppt/notesMasters/notesMaster1.xml" Id="R4977b7867e34412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70e7d5b897d4959" /><Relationship Type="http://schemas.openxmlformats.org/officeDocument/2006/relationships/notesMaster" Target="/ppt/notesMasters/notesMaster1.xml" Id="R09cccf3b9a4c4e6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c62a16890784ace" /><Relationship Type="http://schemas.openxmlformats.org/officeDocument/2006/relationships/notesMaster" Target="/ppt/notesMasters/notesMaster1.xml" Id="Rf41170a7653e4be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86747183da64b84" /><Relationship Type="http://schemas.openxmlformats.org/officeDocument/2006/relationships/notesMaster" Target="/ppt/notesMasters/notesMaster1.xml" Id="R4946bb21cbf745e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aef38bf09a34a50" /><Relationship Type="http://schemas.openxmlformats.org/officeDocument/2006/relationships/notesMaster" Target="/ppt/notesMasters/notesMaster1.xml" Id="R183e9d993bfb43b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637aa73c46304019" /><Relationship Type="http://schemas.openxmlformats.org/officeDocument/2006/relationships/notesMaster" Target="/ppt/notesMasters/notesMaster1.xml" Id="R3b9c95f31ad44e2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46ae8587d3f4bf7" /><Relationship Type="http://schemas.openxmlformats.org/officeDocument/2006/relationships/notesMaster" Target="/ppt/notesMasters/notesMaster1.xml" Id="Rf45d81736790425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a213258f4844945" /><Relationship Type="http://schemas.openxmlformats.org/officeDocument/2006/relationships/notesMaster" Target="/ppt/notesMasters/notesMaster1.xml" Id="R3c24d770b7d5428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3c2f04128a145e2" /><Relationship Type="http://schemas.openxmlformats.org/officeDocument/2006/relationships/notesMaster" Target="/ppt/notesMasters/notesMaster1.xml" Id="R5910bf173686477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7b4fe2df0714641" /><Relationship Type="http://schemas.openxmlformats.org/officeDocument/2006/relationships/notesMaster" Target="/ppt/notesMasters/notesMaster1.xml" Id="Rec8d0afefab640a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195e8b3a88240c2" /><Relationship Type="http://schemas.openxmlformats.org/officeDocument/2006/relationships/notesMaster" Target="/ppt/notesMasters/notesMaster1.xml" Id="R671a0cbed5e14d5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aa90329eb67404c" /><Relationship Type="http://schemas.openxmlformats.org/officeDocument/2006/relationships/notesMaster" Target="/ppt/notesMasters/notesMaster1.xml" Id="Rbc98dbf1bdfa4eb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c1206a8f1fa4990" /><Relationship Type="http://schemas.openxmlformats.org/officeDocument/2006/relationships/notesMaster" Target="/ppt/notesMasters/notesMaster1.xml" Id="R6cb47d0255f94b0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a6acf3d1a3d42df" /><Relationship Type="http://schemas.openxmlformats.org/officeDocument/2006/relationships/notesMaster" Target="/ppt/notesMasters/notesMaster1.xml" Id="Rd3892ad04e8d4f2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e8f5f5f94aff4a65" /><Relationship Type="http://schemas.openxmlformats.org/officeDocument/2006/relationships/notesMaster" Target="/ppt/notesMasters/notesMaster1.xml" Id="R41d0fc57e02549d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b704eb38742a4e23" /><Relationship Type="http://schemas.openxmlformats.org/officeDocument/2006/relationships/notesMaster" Target="/ppt/notesMasters/notesMaster1.xml" Id="R05de84e288ef400c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9f9a34c5253453c" /><Relationship Type="http://schemas.openxmlformats.org/officeDocument/2006/relationships/notesMaster" Target="/ppt/notesMasters/notesMaster1.xml" Id="R1ab2c100caca468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35e1264daaae4f4c" /><Relationship Type="http://schemas.openxmlformats.org/officeDocument/2006/relationships/notesMaster" Target="/ppt/notesMasters/notesMaster1.xml" Id="Rcbd4737ed36b435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7140a40d13e140a3" /><Relationship Type="http://schemas.openxmlformats.org/officeDocument/2006/relationships/notesMaster" Target="/ppt/notesMasters/notesMaster1.xml" Id="R1f4485ae969b43a5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f88e4a0c098945ff" /><Relationship Type="http://schemas.openxmlformats.org/officeDocument/2006/relationships/notesMaster" Target="/ppt/notesMasters/notesMaster1.xml" Id="Re27250d988dd448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b08fadbf5b5435d" /><Relationship Type="http://schemas.openxmlformats.org/officeDocument/2006/relationships/notesMaster" Target="/ppt/notesMasters/notesMaster1.xml" Id="R1ff8b05e413149d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e56268dd8b34fee" /><Relationship Type="http://schemas.openxmlformats.org/officeDocument/2006/relationships/notesMaster" Target="/ppt/notesMasters/notesMaster1.xml" Id="R4ca72493e6a6435d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aa002636471646b5" /><Relationship Type="http://schemas.openxmlformats.org/officeDocument/2006/relationships/notesMaster" Target="/ppt/notesMasters/notesMaster1.xml" Id="Re048c979ae134e01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4cf2d7b2860a4f6e" /><Relationship Type="http://schemas.openxmlformats.org/officeDocument/2006/relationships/notesMaster" Target="/ppt/notesMasters/notesMaster1.xml" Id="R361929a24d0c422d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cf65736b5fcf499f" /><Relationship Type="http://schemas.openxmlformats.org/officeDocument/2006/relationships/notesMaster" Target="/ppt/notesMasters/notesMaster1.xml" Id="R7714e3e2683a4605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b74d203edba412d" /><Relationship Type="http://schemas.openxmlformats.org/officeDocument/2006/relationships/notesMaster" Target="/ppt/notesMasters/notesMaster1.xml" Id="Ree3b4742d81d4519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306fdf519b4449dc" /><Relationship Type="http://schemas.openxmlformats.org/officeDocument/2006/relationships/notesMaster" Target="/ppt/notesMasters/notesMaster1.xml" Id="R4c49f2fc41ff4d78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d5817a0810df4123" /><Relationship Type="http://schemas.openxmlformats.org/officeDocument/2006/relationships/notesMaster" Target="/ppt/notesMasters/notesMaster1.xml" Id="R939f1e7b6939458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5918bbaf7e38405f" /><Relationship Type="http://schemas.openxmlformats.org/officeDocument/2006/relationships/notesMaster" Target="/ppt/notesMasters/notesMaster1.xml" Id="R255f95936266428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e9709c6cabfa46e3" /><Relationship Type="http://schemas.openxmlformats.org/officeDocument/2006/relationships/notesMaster" Target="/ppt/notesMasters/notesMaster1.xml" Id="Rac2d66ba65974c4e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4e6c9c838f9b4fe6" /><Relationship Type="http://schemas.openxmlformats.org/officeDocument/2006/relationships/notesMaster" Target="/ppt/notesMasters/notesMaster1.xml" Id="Re9f41fe57bf54735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ea2c485f6bdc4680" /><Relationship Type="http://schemas.openxmlformats.org/officeDocument/2006/relationships/notesMaster" Target="/ppt/notesMasters/notesMaster1.xml" Id="Rc017a5ab56894ad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94a5da8549004990" /><Relationship Type="http://schemas.openxmlformats.org/officeDocument/2006/relationships/notesMaster" Target="/ppt/notesMasters/notesMaster1.xml" Id="R5a7dda7552834651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7a97b6fa0ff434a" /><Relationship Type="http://schemas.openxmlformats.org/officeDocument/2006/relationships/notesMaster" Target="/ppt/notesMasters/notesMaster1.xml" Id="R63ab0038cc53406c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296750ce09b2488e" /><Relationship Type="http://schemas.openxmlformats.org/officeDocument/2006/relationships/notesMaster" Target="/ppt/notesMasters/notesMaster1.xml" Id="R29c72c58ad37483a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4112cd4c94484a13" /><Relationship Type="http://schemas.openxmlformats.org/officeDocument/2006/relationships/notesMaster" Target="/ppt/notesMasters/notesMaster1.xml" Id="Rec021b776be74e20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44de9fcb763844e5" /><Relationship Type="http://schemas.openxmlformats.org/officeDocument/2006/relationships/notesMaster" Target="/ppt/notesMasters/notesMaster1.xml" Id="Re398f6af7b0f4389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daa23befd458471f" /><Relationship Type="http://schemas.openxmlformats.org/officeDocument/2006/relationships/notesMaster" Target="/ppt/notesMasters/notesMaster1.xml" Id="Ra04790a2525240c7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0312193e2cb24e4d" /><Relationship Type="http://schemas.openxmlformats.org/officeDocument/2006/relationships/notesMaster" Target="/ppt/notesMasters/notesMaster1.xml" Id="Rc369939e97c04bda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8aae6a7114fe4291" /><Relationship Type="http://schemas.openxmlformats.org/officeDocument/2006/relationships/notesMaster" Target="/ppt/notesMasters/notesMaster1.xml" Id="R94ba4d07757b42c9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2a6c5ed89f0240b0" /><Relationship Type="http://schemas.openxmlformats.org/officeDocument/2006/relationships/notesMaster" Target="/ppt/notesMasters/notesMaster1.xml" Id="R57a062ee45b84342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27a8d5d30a2b4532" /><Relationship Type="http://schemas.openxmlformats.org/officeDocument/2006/relationships/notesMaster" Target="/ppt/notesMasters/notesMaster1.xml" Id="R122ddabe09704632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c9c6610dc5fc4642" /><Relationship Type="http://schemas.openxmlformats.org/officeDocument/2006/relationships/notesMaster" Target="/ppt/notesMasters/notesMaster1.xml" Id="R5f778f556a1f43aa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74b1f4d76d194701" /><Relationship Type="http://schemas.openxmlformats.org/officeDocument/2006/relationships/notesMaster" Target="/ppt/notesMasters/notesMaster1.xml" Id="R1f56949d70d6478d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5ed0c98ac6364fbc" /><Relationship Type="http://schemas.openxmlformats.org/officeDocument/2006/relationships/notesMaster" Target="/ppt/notesMasters/notesMaster1.xml" Id="R763295247a5447a5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15b06be2ac5f49e3" /><Relationship Type="http://schemas.openxmlformats.org/officeDocument/2006/relationships/notesMaster" Target="/ppt/notesMasters/notesMaster1.xml" Id="R09b3d3dcb1384708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aca88d14c8134c57" /><Relationship Type="http://schemas.openxmlformats.org/officeDocument/2006/relationships/notesMaster" Target="/ppt/notesMasters/notesMaster1.xml" Id="Rff4142d75fbd430d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f66fae36d9334995" /><Relationship Type="http://schemas.openxmlformats.org/officeDocument/2006/relationships/notesMaster" Target="/ppt/notesMasters/notesMaster1.xml" Id="Rd884f3fd8c96400d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b7a0cd9737004dd0" /><Relationship Type="http://schemas.openxmlformats.org/officeDocument/2006/relationships/notesMaster" Target="/ppt/notesMasters/notesMaster1.xml" Id="R2fdf2254165640b8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a5e329ee7a084c6d" /><Relationship Type="http://schemas.openxmlformats.org/officeDocument/2006/relationships/notesMaster" Target="/ppt/notesMasters/notesMaster1.xml" Id="R27036358e0af4af4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02222352c83149c9" /><Relationship Type="http://schemas.openxmlformats.org/officeDocument/2006/relationships/notesMaster" Target="/ppt/notesMasters/notesMaster1.xml" Id="R6c59126d29874b05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3d11872b73da462b" /><Relationship Type="http://schemas.openxmlformats.org/officeDocument/2006/relationships/notesMaster" Target="/ppt/notesMasters/notesMaster1.xml" Id="R2a82748bbbe14ca5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82ee2cda9d5e4a69" /><Relationship Type="http://schemas.openxmlformats.org/officeDocument/2006/relationships/notesMaster" Target="/ppt/notesMasters/notesMaster1.xml" Id="R542a46ad60df450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f1addc1c483143ee" /><Relationship Type="http://schemas.openxmlformats.org/officeDocument/2006/relationships/notesMaster" Target="/ppt/notesMasters/notesMaster1.xml" Id="R2a93cd6a1cb0488a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e5511a8da7844b84" /><Relationship Type="http://schemas.openxmlformats.org/officeDocument/2006/relationships/notesMaster" Target="/ppt/notesMasters/notesMaster1.xml" Id="R3f6c46ab3db445e3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adc9fc5066c24384" /><Relationship Type="http://schemas.openxmlformats.org/officeDocument/2006/relationships/notesMaster" Target="/ppt/notesMasters/notesMaster1.xml" Id="R8577014fe8794581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0c1f8729e077456f" /><Relationship Type="http://schemas.openxmlformats.org/officeDocument/2006/relationships/notesMaster" Target="/ppt/notesMasters/notesMaster1.xml" Id="R5de8d6ea0726444c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4e06e09d5c9f4742" /><Relationship Type="http://schemas.openxmlformats.org/officeDocument/2006/relationships/notesMaster" Target="/ppt/notesMasters/notesMaster1.xml" Id="R50a080113e5446c2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bab1c3f85c974837" /><Relationship Type="http://schemas.openxmlformats.org/officeDocument/2006/relationships/notesMaster" Target="/ppt/notesMasters/notesMaster1.xml" Id="R85682adba86746da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65515658c01f4e51" /><Relationship Type="http://schemas.openxmlformats.org/officeDocument/2006/relationships/notesMaster" Target="/ppt/notesMasters/notesMaster1.xml" Id="Ra191c6e8035f411c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62063cf34d174747" /><Relationship Type="http://schemas.openxmlformats.org/officeDocument/2006/relationships/notesMaster" Target="/ppt/notesMasters/notesMaster1.xml" Id="Rd35e2d44a5e4413d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0aff34838baa4074" /><Relationship Type="http://schemas.openxmlformats.org/officeDocument/2006/relationships/notesMaster" Target="/ppt/notesMasters/notesMaster1.xml" Id="R5a3804382f4249d9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13d1f05d9af84f7f" /><Relationship Type="http://schemas.openxmlformats.org/officeDocument/2006/relationships/notesMaster" Target="/ppt/notesMasters/notesMaster1.xml" Id="R28c32aecfd2b475c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64865cc1dfb44b0b" /><Relationship Type="http://schemas.openxmlformats.org/officeDocument/2006/relationships/notesMaster" Target="/ppt/notesMasters/notesMaster1.xml" Id="R151716ccd7734f84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8f2c92dee1624c5e" /><Relationship Type="http://schemas.openxmlformats.org/officeDocument/2006/relationships/notesMaster" Target="/ppt/notesMasters/notesMaster1.xml" Id="R430e28839b304987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b4f63febdec8494f" /><Relationship Type="http://schemas.openxmlformats.org/officeDocument/2006/relationships/notesMaster" Target="/ppt/notesMasters/notesMaster1.xml" Id="R3bdd77b47bec416f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ca2d7aaebb894f61" /><Relationship Type="http://schemas.openxmlformats.org/officeDocument/2006/relationships/notesMaster" Target="/ppt/notesMasters/notesMaster1.xml" Id="Rf14d1286fc974a95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c6a254e75d864772" /><Relationship Type="http://schemas.openxmlformats.org/officeDocument/2006/relationships/notesMaster" Target="/ppt/notesMasters/notesMaster1.xml" Id="R970dc856f07a43c0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aed42cd9c0b6486a" /><Relationship Type="http://schemas.openxmlformats.org/officeDocument/2006/relationships/notesMaster" Target="/ppt/notesMasters/notesMaster1.xml" Id="R35db8302b9c74bc4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c3fff0510da24201" /><Relationship Type="http://schemas.openxmlformats.org/officeDocument/2006/relationships/notesMaster" Target="/ppt/notesMasters/notesMaster1.xml" Id="Rfe08013db57242ee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bbee57c4f9c74b33" /><Relationship Type="http://schemas.openxmlformats.org/officeDocument/2006/relationships/notesMaster" Target="/ppt/notesMasters/notesMaster1.xml" Id="R1e24b8ff0f50497e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a7ad1d86bca44dd9" /><Relationship Type="http://schemas.openxmlformats.org/officeDocument/2006/relationships/notesMaster" Target="/ppt/notesMasters/notesMaster1.xml" Id="Rbb2914c0ea6642b7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2dd7f022def747ab" /><Relationship Type="http://schemas.openxmlformats.org/officeDocument/2006/relationships/notesMaster" Target="/ppt/notesMasters/notesMaster1.xml" Id="R9ee2543e40184a5f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63ce6f7311e241c2" /><Relationship Type="http://schemas.openxmlformats.org/officeDocument/2006/relationships/notesMaster" Target="/ppt/notesMasters/notesMaster1.xml" Id="Re5bf0f73978142d5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4e5fa05ab51449f0" /><Relationship Type="http://schemas.openxmlformats.org/officeDocument/2006/relationships/notesMaster" Target="/ppt/notesMasters/notesMaster1.xml" Id="Re5def41296784e75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739ef72e47d249dc" /><Relationship Type="http://schemas.openxmlformats.org/officeDocument/2006/relationships/notesMaster" Target="/ppt/notesMasters/notesMaster1.xml" Id="Rb57b912aa90a4265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4f1675a0a41a4620" /><Relationship Type="http://schemas.openxmlformats.org/officeDocument/2006/relationships/notesMaster" Target="/ppt/notesMasters/notesMaster1.xml" Id="R04b2e124002e480b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e449f8bd01a249e5" /><Relationship Type="http://schemas.openxmlformats.org/officeDocument/2006/relationships/notesMaster" Target="/ppt/notesMasters/notesMaster1.xml" Id="R481c042f14944888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13a0e020bfd24986" /><Relationship Type="http://schemas.openxmlformats.org/officeDocument/2006/relationships/notesMaster" Target="/ppt/notesMasters/notesMaster1.xml" Id="R081fc51978ad4cfa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f0fcb3ed46234f83" /><Relationship Type="http://schemas.openxmlformats.org/officeDocument/2006/relationships/notesMaster" Target="/ppt/notesMasters/notesMaster1.xml" Id="Raf47d767ba0d4a1b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8d7b56c440cd4efd" /><Relationship Type="http://schemas.openxmlformats.org/officeDocument/2006/relationships/notesMaster" Target="/ppt/notesMasters/notesMaster1.xml" Id="R2c9bc9948d7c4047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1fe256a3d96d4121" /><Relationship Type="http://schemas.openxmlformats.org/officeDocument/2006/relationships/notesMaster" Target="/ppt/notesMasters/notesMaster1.xml" Id="Rc7c2fd3aa2cc472c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36322c3313d540fe" /><Relationship Type="http://schemas.openxmlformats.org/officeDocument/2006/relationships/notesMaster" Target="/ppt/notesMasters/notesMaster1.xml" Id="Re6f0360ba9de4bdb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7523c5d0939c4781" /><Relationship Type="http://schemas.openxmlformats.org/officeDocument/2006/relationships/notesMaster" Target="/ppt/notesMasters/notesMaster1.xml" Id="Red385ab8edc44af2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a979f9ffc2d34b69" /><Relationship Type="http://schemas.openxmlformats.org/officeDocument/2006/relationships/notesMaster" Target="/ppt/notesMasters/notesMaster1.xml" Id="R6c82ddbec1d141f8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76f17175ec1246aa" /><Relationship Type="http://schemas.openxmlformats.org/officeDocument/2006/relationships/notesMaster" Target="/ppt/notesMasters/notesMaster1.xml" Id="R0c7fd56604a54685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23bc3931b5874361" /><Relationship Type="http://schemas.openxmlformats.org/officeDocument/2006/relationships/notesMaster" Target="/ppt/notesMasters/notesMaster1.xml" Id="R1ffe518031054aca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dabfc7d7d76a4b1c" /><Relationship Type="http://schemas.openxmlformats.org/officeDocument/2006/relationships/notesMaster" Target="/ppt/notesMasters/notesMaster1.xml" Id="R0ea308ea9a1a4658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1f59944f841446b2" /><Relationship Type="http://schemas.openxmlformats.org/officeDocument/2006/relationships/notesMaster" Target="/ppt/notesMasters/notesMaster1.xml" Id="R928b88b468f2479f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59fd8e88668f4359" /><Relationship Type="http://schemas.openxmlformats.org/officeDocument/2006/relationships/notesMaster" Target="/ppt/notesMasters/notesMaster1.xml" Id="R0e5777f769064c6c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7078aec45aae44c0" /><Relationship Type="http://schemas.openxmlformats.org/officeDocument/2006/relationships/notesMaster" Target="/ppt/notesMasters/notesMaster1.xml" Id="Rc39763e4635f437f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a81c9af4c2c04022" /><Relationship Type="http://schemas.openxmlformats.org/officeDocument/2006/relationships/notesMaster" Target="/ppt/notesMasters/notesMaster1.xml" Id="R106ce9bfb521499c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00dfe69340ba41a9" /><Relationship Type="http://schemas.openxmlformats.org/officeDocument/2006/relationships/notesMaster" Target="/ppt/notesMasters/notesMaster1.xml" Id="R21d3bd4f8001460f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d5e8ab22f10247e4" /><Relationship Type="http://schemas.openxmlformats.org/officeDocument/2006/relationships/notesMaster" Target="/ppt/notesMasters/notesMaster1.xml" Id="R1b2ea6afa03b4770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9775589287384b5a" /><Relationship Type="http://schemas.openxmlformats.org/officeDocument/2006/relationships/notesMaster" Target="/ppt/notesMasters/notesMaster1.xml" Id="R8adb4874a20c4df5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ac85e732f6524db2" /><Relationship Type="http://schemas.openxmlformats.org/officeDocument/2006/relationships/notesMaster" Target="/ppt/notesMasters/notesMaster1.xml" Id="R18e43061040d4bc5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9824cdcc160c4144" /><Relationship Type="http://schemas.openxmlformats.org/officeDocument/2006/relationships/notesMaster" Target="/ppt/notesMasters/notesMaster1.xml" Id="R38951226c8ed40c1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58636dd851f34b6a" /><Relationship Type="http://schemas.openxmlformats.org/officeDocument/2006/relationships/notesMaster" Target="/ppt/notesMasters/notesMaster1.xml" Id="R5b65a738aa034e28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caf94ab510b842b4" /><Relationship Type="http://schemas.openxmlformats.org/officeDocument/2006/relationships/notesMaster" Target="/ppt/notesMasters/notesMaster1.xml" Id="Rc82c52195b4d4785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c6a8a8b3657a4bb9" /><Relationship Type="http://schemas.openxmlformats.org/officeDocument/2006/relationships/notesMaster" Target="/ppt/notesMasters/notesMaster1.xml" Id="R6c24f49e854d440b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172e34e8c4464804" /><Relationship Type="http://schemas.openxmlformats.org/officeDocument/2006/relationships/notesMaster" Target="/ppt/notesMasters/notesMaster1.xml" Id="Rae2facff5ddb4570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e9110310d4c049b4" /><Relationship Type="http://schemas.openxmlformats.org/officeDocument/2006/relationships/notesMaster" Target="/ppt/notesMasters/notesMaster1.xml" Id="R801ccfaa580f422e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47aa37cc35da42e3" /><Relationship Type="http://schemas.openxmlformats.org/officeDocument/2006/relationships/notesMaster" Target="/ppt/notesMasters/notesMaster1.xml" Id="R3b9e52693d8944ac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050a59f9e8834b5d" /><Relationship Type="http://schemas.openxmlformats.org/officeDocument/2006/relationships/notesMaster" Target="/ppt/notesMasters/notesMaster1.xml" Id="Re0f0afd28fbe47f9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438c8a606d3b439a" /><Relationship Type="http://schemas.openxmlformats.org/officeDocument/2006/relationships/notesMaster" Target="/ppt/notesMasters/notesMaster1.xml" Id="R17dd9c81b0f547ae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986fd74de63f47ad" /><Relationship Type="http://schemas.openxmlformats.org/officeDocument/2006/relationships/notesMaster" Target="/ppt/notesMasters/notesMaster1.xml" Id="R6e2f28d019eb4fd1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2100527f2bdf4ba2" /><Relationship Type="http://schemas.openxmlformats.org/officeDocument/2006/relationships/notesMaster" Target="/ppt/notesMasters/notesMaster1.xml" Id="Ref3f8311848c4393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c87ab17a1742419d" /><Relationship Type="http://schemas.openxmlformats.org/officeDocument/2006/relationships/notesMaster" Target="/ppt/notesMasters/notesMaster1.xml" Id="R5ad09679112f4a13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41f36f17513a437e" /><Relationship Type="http://schemas.openxmlformats.org/officeDocument/2006/relationships/notesMaster" Target="/ppt/notesMasters/notesMaster1.xml" Id="R4c41eea7e83e4f0c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8c5fe2e91d374cdb" /><Relationship Type="http://schemas.openxmlformats.org/officeDocument/2006/relationships/notesMaster" Target="/ppt/notesMasters/notesMaster1.xml" Id="R1990b3d369de4bdf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77fccf4c698c46c1" /><Relationship Type="http://schemas.openxmlformats.org/officeDocument/2006/relationships/notesMaster" Target="/ppt/notesMasters/notesMaster1.xml" Id="Rf5144aa790054414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f921b707e61e48d1" /><Relationship Type="http://schemas.openxmlformats.org/officeDocument/2006/relationships/notesMaster" Target="/ppt/notesMasters/notesMaster1.xml" Id="R8d5f38504c614df1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3742ef8afb48417d" /><Relationship Type="http://schemas.openxmlformats.org/officeDocument/2006/relationships/notesMaster" Target="/ppt/notesMasters/notesMaster1.xml" Id="R283674b42c8e4d86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f733cda025064102" /><Relationship Type="http://schemas.openxmlformats.org/officeDocument/2006/relationships/notesMaster" Target="/ppt/notesMasters/notesMaster1.xml" Id="R52d9e46a979f4920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740c76a970fd4169" /><Relationship Type="http://schemas.openxmlformats.org/officeDocument/2006/relationships/notesMaster" Target="/ppt/notesMasters/notesMaster1.xml" Id="Rd5f3fc44277b43ee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a25d119ca4644545" /><Relationship Type="http://schemas.openxmlformats.org/officeDocument/2006/relationships/notesMaster" Target="/ppt/notesMasters/notesMaster1.xml" Id="R66b4e33cabd34525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dd5936fce0e4498c" /><Relationship Type="http://schemas.openxmlformats.org/officeDocument/2006/relationships/notesMaster" Target="/ppt/notesMasters/notesMaster1.xml" Id="Ra3dcf8368ace4e19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66e4a4a0e5e1466c" /><Relationship Type="http://schemas.openxmlformats.org/officeDocument/2006/relationships/notesMaster" Target="/ppt/notesMasters/notesMaster1.xml" Id="Rb523ab8611744c9d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77686e76a0f343a7" /><Relationship Type="http://schemas.openxmlformats.org/officeDocument/2006/relationships/notesMaster" Target="/ppt/notesMasters/notesMaster1.xml" Id="R4bb4018026334bce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ee82b16d04544160" /><Relationship Type="http://schemas.openxmlformats.org/officeDocument/2006/relationships/notesMaster" Target="/ppt/notesMasters/notesMaster1.xml" Id="R314d9f68b09a42d4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bb116333f4ac4f06" /><Relationship Type="http://schemas.openxmlformats.org/officeDocument/2006/relationships/notesMaster" Target="/ppt/notesMasters/notesMaster1.xml" Id="Rbff585427d2a4c79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da3b4c39f9124cff" /><Relationship Type="http://schemas.openxmlformats.org/officeDocument/2006/relationships/notesMaster" Target="/ppt/notesMasters/notesMaster1.xml" Id="R90eebdb19c2245ff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e49e3f3419054052" /><Relationship Type="http://schemas.openxmlformats.org/officeDocument/2006/relationships/notesMaster" Target="/ppt/notesMasters/notesMaster1.xml" Id="R0f99aba2b05246da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f455a1c390f34cf1" /><Relationship Type="http://schemas.openxmlformats.org/officeDocument/2006/relationships/notesMaster" Target="/ppt/notesMasters/notesMaster1.xml" Id="R99ccd70f99f6465d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4dbfe64593a24a0b" /><Relationship Type="http://schemas.openxmlformats.org/officeDocument/2006/relationships/notesMaster" Target="/ppt/notesMasters/notesMaster1.xml" Id="Rc514619809e74280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8cb84e68b7f04805" /><Relationship Type="http://schemas.openxmlformats.org/officeDocument/2006/relationships/notesMaster" Target="/ppt/notesMasters/notesMaster1.xml" Id="R55986fbb248f4125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6522e16ba5884991" /><Relationship Type="http://schemas.openxmlformats.org/officeDocument/2006/relationships/notesMaster" Target="/ppt/notesMasters/notesMaster1.xml" Id="R390ca8b3f26f4b1b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fc5e50bae708494c" /><Relationship Type="http://schemas.openxmlformats.org/officeDocument/2006/relationships/notesMaster" Target="/ppt/notesMasters/notesMaster1.xml" Id="Rb990a63938d748af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179d0879bb774134" /><Relationship Type="http://schemas.openxmlformats.org/officeDocument/2006/relationships/notesMaster" Target="/ppt/notesMasters/notesMaster1.xml" Id="R7065d30ba311495e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59b12df07f8a4c35" /><Relationship Type="http://schemas.openxmlformats.org/officeDocument/2006/relationships/notesMaster" Target="/ppt/notesMasters/notesMaster1.xml" Id="R81a3e83a3e604a81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16b90db4c35d496d" /><Relationship Type="http://schemas.openxmlformats.org/officeDocument/2006/relationships/notesMaster" Target="/ppt/notesMasters/notesMaster1.xml" Id="R39f872e117ee439c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70c8f66fe2a84b63" /><Relationship Type="http://schemas.openxmlformats.org/officeDocument/2006/relationships/notesMaster" Target="/ppt/notesMasters/notesMaster1.xml" Id="Rc57ff23fc46f4ff5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ea0f14de057b4e39" /><Relationship Type="http://schemas.openxmlformats.org/officeDocument/2006/relationships/notesMaster" Target="/ppt/notesMasters/notesMaster1.xml" Id="R7e86cc103052425b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f00c29397b204103" /><Relationship Type="http://schemas.openxmlformats.org/officeDocument/2006/relationships/notesMaster" Target="/ppt/notesMasters/notesMaster1.xml" Id="Ra4369abfedf04ab2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de0182138eca4be4" /><Relationship Type="http://schemas.openxmlformats.org/officeDocument/2006/relationships/notesMaster" Target="/ppt/notesMasters/notesMaster1.xml" Id="R96892b9761d74042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f7e166b35f7540e9" /><Relationship Type="http://schemas.openxmlformats.org/officeDocument/2006/relationships/notesMaster" Target="/ppt/notesMasters/notesMaster1.xml" Id="Rb26aada3d55e4bea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5108ed4554a0462a" /><Relationship Type="http://schemas.openxmlformats.org/officeDocument/2006/relationships/notesMaster" Target="/ppt/notesMasters/notesMaster1.xml" Id="R08a3c91b1c2b4f5f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b46d07a705f047a3" /><Relationship Type="http://schemas.openxmlformats.org/officeDocument/2006/relationships/notesMaster" Target="/ppt/notesMasters/notesMaster1.xml" Id="R804f3adb4e014734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7ff7621bc3f54a83" /><Relationship Type="http://schemas.openxmlformats.org/officeDocument/2006/relationships/notesMaster" Target="/ppt/notesMasters/notesMaster1.xml" Id="R7c0a89d0e9a44b65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43c2e2d71ad744f2" /><Relationship Type="http://schemas.openxmlformats.org/officeDocument/2006/relationships/notesMaster" Target="/ppt/notesMasters/notesMaster1.xml" Id="Re7d738a78de64fff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642e13bc1a0c4b61" /><Relationship Type="http://schemas.openxmlformats.org/officeDocument/2006/relationships/notesMaster" Target="/ppt/notesMasters/notesMaster1.xml" Id="Ra29470f2e44f4434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ce788477b3104788" /><Relationship Type="http://schemas.openxmlformats.org/officeDocument/2006/relationships/notesMaster" Target="/ppt/notesMasters/notesMaster1.xml" Id="R8cc5ac67ea6b4740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8d1909dd085347f5" /><Relationship Type="http://schemas.openxmlformats.org/officeDocument/2006/relationships/notesMaster" Target="/ppt/notesMasters/notesMaster1.xml" Id="Reef8ffe918004846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44a2687dd6d94b3e" /><Relationship Type="http://schemas.openxmlformats.org/officeDocument/2006/relationships/notesMaster" Target="/ppt/notesMasters/notesMaster1.xml" Id="Rf7692b15c15646a4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a00d0ffbf7064346" /><Relationship Type="http://schemas.openxmlformats.org/officeDocument/2006/relationships/notesMaster" Target="/ppt/notesMasters/notesMaster1.xml" Id="R503faf81386a47c0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e14b4b594657421f" /><Relationship Type="http://schemas.openxmlformats.org/officeDocument/2006/relationships/notesMaster" Target="/ppt/notesMasters/notesMaster1.xml" Id="R3d810629fe3146ce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6c97b5c4820b430a" /><Relationship Type="http://schemas.openxmlformats.org/officeDocument/2006/relationships/notesMaster" Target="/ppt/notesMasters/notesMaster1.xml" Id="Rb8da72e2d7cf4d97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893c6b65124840b7" /><Relationship Type="http://schemas.openxmlformats.org/officeDocument/2006/relationships/notesMaster" Target="/ppt/notesMasters/notesMaster1.xml" Id="R6348d0e0c70c4a1e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058462c175484b00" /><Relationship Type="http://schemas.openxmlformats.org/officeDocument/2006/relationships/notesMaster" Target="/ppt/notesMasters/notesMaster1.xml" Id="R7359b5b30bbe4985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ff0a01ecbaf24cb4" /><Relationship Type="http://schemas.openxmlformats.org/officeDocument/2006/relationships/notesMaster" Target="/ppt/notesMasters/notesMaster1.xml" Id="Rbd40dda39d9c4386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d060c2d258bf447b" /><Relationship Type="http://schemas.openxmlformats.org/officeDocument/2006/relationships/notesMaster" Target="/ppt/notesMasters/notesMaster1.xml" Id="R078399e97ca9453b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0441764921bd4fa8" /><Relationship Type="http://schemas.openxmlformats.org/officeDocument/2006/relationships/notesMaster" Target="/ppt/notesMasters/notesMaster1.xml" Id="R1290860f7c984206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c6d9f8d5fcb04129" /><Relationship Type="http://schemas.openxmlformats.org/officeDocument/2006/relationships/notesMaster" Target="/ppt/notesMasters/notesMaster1.xml" Id="R72f38a1b10e44acb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9a5cad41d7474077" /><Relationship Type="http://schemas.openxmlformats.org/officeDocument/2006/relationships/notesMaster" Target="/ppt/notesMasters/notesMaster1.xml" Id="R4749617f1be540de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872f6897300b4f84" /><Relationship Type="http://schemas.openxmlformats.org/officeDocument/2006/relationships/notesMaster" Target="/ppt/notesMasters/notesMaster1.xml" Id="Rc240f6bcd0334f3b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975ef29aed294e3e" /><Relationship Type="http://schemas.openxmlformats.org/officeDocument/2006/relationships/notesMaster" Target="/ppt/notesMasters/notesMaster1.xml" Id="R18305e9893ab41db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6852ca74ced04512" /><Relationship Type="http://schemas.openxmlformats.org/officeDocument/2006/relationships/notesMaster" Target="/ppt/notesMasters/notesMaster1.xml" Id="R5cd81aa63a0644a7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1e8c2bb82c184006" /><Relationship Type="http://schemas.openxmlformats.org/officeDocument/2006/relationships/notesMaster" Target="/ppt/notesMasters/notesMaster1.xml" Id="R881858ff1019499f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67384ef4e7464117" /><Relationship Type="http://schemas.openxmlformats.org/officeDocument/2006/relationships/notesMaster" Target="/ppt/notesMasters/notesMaster1.xml" Id="Rf1800f1e83e64c9c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356065c53161402c" /><Relationship Type="http://schemas.openxmlformats.org/officeDocument/2006/relationships/notesMaster" Target="/ppt/notesMasters/notesMaster1.xml" Id="R1630ced3d7bb481e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6199f0a0211b49ab" /><Relationship Type="http://schemas.openxmlformats.org/officeDocument/2006/relationships/notesMaster" Target="/ppt/notesMasters/notesMaster1.xml" Id="R4ffd907983c2408f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fadd7b6c878240dc" /><Relationship Type="http://schemas.openxmlformats.org/officeDocument/2006/relationships/notesMaster" Target="/ppt/notesMasters/notesMaster1.xml" Id="R6a55b27e169142aa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cb742bbdf5a04a5e" /><Relationship Type="http://schemas.openxmlformats.org/officeDocument/2006/relationships/notesMaster" Target="/ppt/notesMasters/notesMaster1.xml" Id="R967eb2e0b0b54a5d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ac6c9a5743824800" /><Relationship Type="http://schemas.openxmlformats.org/officeDocument/2006/relationships/notesMaster" Target="/ppt/notesMasters/notesMaster1.xml" Id="R8fcfe43420f343d5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0c9b18b3ec37479f" /><Relationship Type="http://schemas.openxmlformats.org/officeDocument/2006/relationships/notesMaster" Target="/ppt/notesMasters/notesMaster1.xml" Id="R2976341777cf42da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c488c3ce9a5847a1" /><Relationship Type="http://schemas.openxmlformats.org/officeDocument/2006/relationships/notesMaster" Target="/ppt/notesMasters/notesMaster1.xml" Id="R1759c0160b9344fa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6fd4cc4ab6e341f2" /><Relationship Type="http://schemas.openxmlformats.org/officeDocument/2006/relationships/notesMaster" Target="/ppt/notesMasters/notesMaster1.xml" Id="R10631980fee6436f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c58793a04ff047f8" /><Relationship Type="http://schemas.openxmlformats.org/officeDocument/2006/relationships/notesMaster" Target="/ppt/notesMasters/notesMaster1.xml" Id="Ra6de39834a874dcc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a864884581734e06" /><Relationship Type="http://schemas.openxmlformats.org/officeDocument/2006/relationships/notesMaster" Target="/ppt/notesMasters/notesMaster1.xml" Id="R51b3c7ce4c2849e6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f15892a55ad64afe" /><Relationship Type="http://schemas.openxmlformats.org/officeDocument/2006/relationships/notesMaster" Target="/ppt/notesMasters/notesMaster1.xml" Id="R8154ea5971be44c2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5276804b74b24aeb" /><Relationship Type="http://schemas.openxmlformats.org/officeDocument/2006/relationships/notesMaster" Target="/ppt/notesMasters/notesMaster1.xml" Id="R2dbbe555db3d43f3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a47dfd11a864483d" /><Relationship Type="http://schemas.openxmlformats.org/officeDocument/2006/relationships/notesMaster" Target="/ppt/notesMasters/notesMaster1.xml" Id="Ra38f9c084d884c6b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86aaef2096894f30" /><Relationship Type="http://schemas.openxmlformats.org/officeDocument/2006/relationships/notesMaster" Target="/ppt/notesMasters/notesMaster1.xml" Id="R1ce3b4d5bdc0463d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34d8786cc9b74351" /><Relationship Type="http://schemas.openxmlformats.org/officeDocument/2006/relationships/notesMaster" Target="/ppt/notesMasters/notesMaster1.xml" Id="R1c41d34400c848e5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30d76554016e4521" /><Relationship Type="http://schemas.openxmlformats.org/officeDocument/2006/relationships/notesMaster" Target="/ppt/notesMasters/notesMaster1.xml" Id="Ra0e7f8500eaf4077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b9525d1d28564407" /><Relationship Type="http://schemas.openxmlformats.org/officeDocument/2006/relationships/notesMaster" Target="/ppt/notesMasters/notesMaster1.xml" Id="Rdd7aac9ee90445bc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d3bbc983d6c742de" /><Relationship Type="http://schemas.openxmlformats.org/officeDocument/2006/relationships/notesMaster" Target="/ppt/notesMasters/notesMaster1.xml" Id="R33e8d976893144ce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9f3120f2d6234b82" /><Relationship Type="http://schemas.openxmlformats.org/officeDocument/2006/relationships/notesMaster" Target="/ppt/notesMasters/notesMaster1.xml" Id="R9d47d5c0c6984ab7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e77d1aa4efcf401d" /><Relationship Type="http://schemas.openxmlformats.org/officeDocument/2006/relationships/notesMaster" Target="/ppt/notesMasters/notesMaster1.xml" Id="R00b66538e6fd4711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c71c5bc5a71544d1" /><Relationship Type="http://schemas.openxmlformats.org/officeDocument/2006/relationships/notesMaster" Target="/ppt/notesMasters/notesMaster1.xml" Id="R71bbe369b4024be6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19bd8f756b6e42d1" /><Relationship Type="http://schemas.openxmlformats.org/officeDocument/2006/relationships/notesMaster" Target="/ppt/notesMasters/notesMaster1.xml" Id="Re11710078fc84894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80d0eda3e58d4fe4" /><Relationship Type="http://schemas.openxmlformats.org/officeDocument/2006/relationships/notesMaster" Target="/ppt/notesMasters/notesMaster1.xml" Id="R87807d07386940f0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12606a4a17094690" /><Relationship Type="http://schemas.openxmlformats.org/officeDocument/2006/relationships/notesMaster" Target="/ppt/notesMasters/notesMaster1.xml" Id="R006cf61a29da4e64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0debc9cb0e824db4" /><Relationship Type="http://schemas.openxmlformats.org/officeDocument/2006/relationships/notesMaster" Target="/ppt/notesMasters/notesMaster1.xml" Id="Rc05f6a108e174e6f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913c13feb5fd47cc" /><Relationship Type="http://schemas.openxmlformats.org/officeDocument/2006/relationships/notesMaster" Target="/ppt/notesMasters/notesMaster1.xml" Id="R14f57026437940ab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a51b7e9dc9af4335" /><Relationship Type="http://schemas.openxmlformats.org/officeDocument/2006/relationships/notesMaster" Target="/ppt/notesMasters/notesMaster1.xml" Id="R31f7c366f8924a24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893697b828ae4de8" /><Relationship Type="http://schemas.openxmlformats.org/officeDocument/2006/relationships/notesMaster" Target="/ppt/notesMasters/notesMaster1.xml" Id="R499d5ab4d7a94247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45077c76351247b7" /><Relationship Type="http://schemas.openxmlformats.org/officeDocument/2006/relationships/notesMaster" Target="/ppt/notesMasters/notesMaster1.xml" Id="R87d54a09e9b04e5e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2f7c1eb727e742ad" /><Relationship Type="http://schemas.openxmlformats.org/officeDocument/2006/relationships/notesMaster" Target="/ppt/notesMasters/notesMaster1.xml" Id="R681cadc7f076495b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25c1f6a2c9924423" /><Relationship Type="http://schemas.openxmlformats.org/officeDocument/2006/relationships/notesMaster" Target="/ppt/notesMasters/notesMaster1.xml" Id="R22023a99ba4b4aa3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466fc538842f44da" /><Relationship Type="http://schemas.openxmlformats.org/officeDocument/2006/relationships/notesMaster" Target="/ppt/notesMasters/notesMaster1.xml" Id="Ra5e350cbfe6f4d3c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f34e6923c9064085" /><Relationship Type="http://schemas.openxmlformats.org/officeDocument/2006/relationships/notesMaster" Target="/ppt/notesMasters/notesMaster1.xml" Id="R4123b929bcc04ffc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132fcd196fb441f0" /><Relationship Type="http://schemas.openxmlformats.org/officeDocument/2006/relationships/notesMaster" Target="/ppt/notesMasters/notesMaster1.xml" Id="Rc42ceff0d8e341cb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275b5532f7c14f85" /><Relationship Type="http://schemas.openxmlformats.org/officeDocument/2006/relationships/notesMaster" Target="/ppt/notesMasters/notesMaster1.xml" Id="Ra9d4534e502c443c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1fbb9e282abe4028" /><Relationship Type="http://schemas.openxmlformats.org/officeDocument/2006/relationships/notesMaster" Target="/ppt/notesMasters/notesMaster1.xml" Id="R326d2b6b7aff4d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1차시의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45초 teaser로 완성 결과·정상 수치·대표 HOLD를 먼저 보여주고 구현 설명은 하지 않는다.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local:assets/demo-videos/day3_service_teaser.gif</a:t>
            </a:r>
          </a:p>
          <a:p xmlns:a="http://schemas.openxmlformats.org/drawingml/2006/main">
            <a:r>
              <a:t>- local:output/course-demos/day3/demo_result.json</a:t>
            </a:r>
          </a:p>
          <a:p xmlns:a="http://schemas.openxmlformats.org/drawingml/2006/main">
            <a:r>
              <a:t>- local:materials/days2_5/Codex_Claude_제작_사례와_오프닝_데모_런북.md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현재 차시와 강의·시연·소프트웨어 실습 비중을 한 번에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local:/Users/sungjae-cha/sungjae-cha/llm-agent-and-workflow-automation/output/course-labs/day3/01_review_rubric.json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local:output/course-labs/day3/01_review_rubric.json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local:/Users/sungjae-cha/sungjae-cha/llm-agent-and-workflow-automation/output/course-labs/day3/01_review_rubric.json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2차시의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https://docs.github.com/repositories/creating-and-managing-repositories/quickstart-for-repositories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local:/Users/sungjae-cha/sungjae-cha/llm-agent-and-workflow-automation/output/course-labs/day3/02_parsed_hunks.json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local:output/course-labs/day3/02_parsed_hunks.json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local:/Users/sungjae-cha/sungjae-cha/llm-agent-and-workflow-automation/output/course-labs/day3/02_parsed_hunks.json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3차시의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https://code.visualstudio.com/docs/editor/workspaces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local:/Users/sungjae-cha/sungjae-cha/llm-agent-and-workflow-automation/output/course-labs/day3/03_context_pack.json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local:output/course-labs/day3/03_context_pack.json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local:/Users/sungjae-cha/sungjae-cha/llm-agent-and-workflow-automation/output/course-labs/day3/03_context_pack.json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4차시의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local:/Users/sungjae-cha/sungjae-cha/llm-agent-and-workflow-automation/output/course-labs/day3/04_review_contract.json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local:output/course-labs/day3/04_review_contract.json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local:/Users/sungjae-cha/sungjae-cha/llm-agent-and-workflow-automation/output/course-labs/day3/04_review_contract.json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5차시의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- local:output/day3-review/baseline.json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- local:output/day3-review/baseline.json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https://code.visualstudio.com/docs/python/testing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- local:output/day3-review/baseline.json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local:/Users/sungjae-cha/sungjae-cha/llm-agent-and-workflow-automation/output/course-labs/day3/05_baseline_review.json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- local:output/day3-review/baseline.json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local:output/course-labs/day3/05_baseline_review.json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local:/Users/sungjae-cha/sungjae-cha/llm-agent-and-workflow-automation/output/course-labs/day3/05_baseline_review.json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6차시의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local:.github/workflows/test.yml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local:.github/workflows/test.yml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https://code.visualstudio.com/docs/python/testing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local:.github/workflows/test.yml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local:/Users/sungjae-cha/sungjae-cha/llm-agent-and-workflow-automation/output/course-labs/day3/06_hybrid_review.json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local:.github/workflows/test.yml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local:output/course-labs/day3/06_hybrid_review.json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local:/Users/sungjae-cha/sungjae-cha/llm-agent-and-workflow-automation/output/course-labs/day3/06_hybrid_review.json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7차시의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local:/Users/sungjae-cha/sungjae-cha/llm-agent-and-workflow-automation/output/course-labs/day3/07_review_eval.json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local:output/course-labs/day3/07_review_eval.json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local:/Users/sungjae-cha/sungjae-cha/llm-agent-and-workflow-automation/output/course-labs/day3/07_review_eval.json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8차시의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local:src/course_services/codex_harness.py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실제 저장소 파일과 연결해 다음 코드 화면의 위치를 준비한다.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local:src/course_services/codex_harness.py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구현과 Claude Code 독립 리뷰를 같은 Harness로 비교하고 사람이 merge를 결정한다.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https://code.claude.com/docs/en/desktop</a:t>
            </a:r>
          </a:p>
          <a:p xmlns:a="http://schemas.openxmlformats.org/drawingml/2006/main">
            <a:r>
              <a:t>- https://code.claude.com/docs/en/desktop-quickstart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local:src/course_services/codex_harness.py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local:src/course_services/codex_harness.py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코드로 생성한 실제 결과를 읽고 status·metric·boundary field를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local:/Users/sungjae-cha/sungjae-cha/llm-agent-and-workflow-automation/output/course-labs/day3/08_day3_report.json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local:src/course_services/codex_harness.py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해당 차시 Notebook의 실제 code cell을 열고 같은 순서로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현재 차시의 실제 명령과 결과 파일 경로를 한 화면에서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local:output/course-labs/day3/08_day3_report.json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실제 결과 파일·기대 상태·복구 경로로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local:/Users/sungjae-cha/sungjae-cha/llm-agent-and-workflow-automation/output/course-labs/day3/08_day3_report.json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4eeeb467c41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0f14676d664ea9" /><Relationship Type="http://schemas.openxmlformats.org/officeDocument/2006/relationships/slideLayout" Target="/ppt/slideLayouts/slideLayout1.xml" Id="Rf985959e13e749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85959e13e749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9cdc8ed7d4574" /><Relationship Type="http://schemas.openxmlformats.org/officeDocument/2006/relationships/notesSlide" Target="/ppt/notesSlides/notesSlide1.xml" Id="R88bb6aac08a14b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05bc826b54ce0" /><Relationship Type="http://schemas.openxmlformats.org/officeDocument/2006/relationships/image" Target="/ppt/media/image.jpeg" Id="R9b98358aaf1a4bb9" /><Relationship Type="http://schemas.openxmlformats.org/officeDocument/2006/relationships/notesSlide" Target="/ppt/notesSlides/notesSlide2.xml" Id="R0cf97e732f094f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410ea6e1745e1" /><Relationship Type="http://schemas.openxmlformats.org/officeDocument/2006/relationships/notesSlide" Target="/ppt/notesSlides/notesSlide3.xml" Id="R8e50378fee4b4f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5248b0bef471f" /><Relationship Type="http://schemas.openxmlformats.org/officeDocument/2006/relationships/notesSlide" Target="/ppt/notesSlides/notesSlide4.xml" Id="R5fa5f2080ff44c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a3f28e5734708" /><Relationship Type="http://schemas.openxmlformats.org/officeDocument/2006/relationships/notesSlide" Target="/ppt/notesSlides/notesSlide5.xml" Id="R7e7125ddc17d4f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f318398af4b26" /><Relationship Type="http://schemas.openxmlformats.org/officeDocument/2006/relationships/notesSlide" Target="/ppt/notesSlides/notesSlide6.xml" Id="R16246159b5984b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344bd5b684b39" /><Relationship Type="http://schemas.openxmlformats.org/officeDocument/2006/relationships/notesSlide" Target="/ppt/notesSlides/notesSlide7.xml" Id="R0451f2e9df2045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d96cae02847b8" /><Relationship Type="http://schemas.openxmlformats.org/officeDocument/2006/relationships/notesSlide" Target="/ppt/notesSlides/notesSlide8.xml" Id="Re72868ad8b5f43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06e3a93574028" /><Relationship Type="http://schemas.openxmlformats.org/officeDocument/2006/relationships/notesSlide" Target="/ppt/notesSlides/notesSlide9.xml" Id="R06e484b7bb6148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dfaaeae9d446c" /><Relationship Type="http://schemas.openxmlformats.org/officeDocument/2006/relationships/notesSlide" Target="/ppt/notesSlides/notesSlide10.xml" Id="R07a0d309b07341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ec4e3082c413b" /><Relationship Type="http://schemas.openxmlformats.org/officeDocument/2006/relationships/notesSlide" Target="/ppt/notesSlides/notesSlide11.xml" Id="R6d4baf29a05548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72890e4fc430b" /><Relationship Type="http://schemas.openxmlformats.org/officeDocument/2006/relationships/notesSlide" Target="/ppt/notesSlides/notesSlide12.xml" Id="R433a27c95fa04b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340c25b6a438c" /><Relationship Type="http://schemas.openxmlformats.org/officeDocument/2006/relationships/notesSlide" Target="/ppt/notesSlides/notesSlide13.xml" Id="R023da979233f47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1386c0c1c4672" /><Relationship Type="http://schemas.openxmlformats.org/officeDocument/2006/relationships/image" Target="/ppt/media/image2.jpeg" Id="Re31bbe6acb164063" /><Relationship Type="http://schemas.openxmlformats.org/officeDocument/2006/relationships/notesSlide" Target="/ppt/notesSlides/notesSlide14.xml" Id="R55e34daf785149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48da7ce844d78" /><Relationship Type="http://schemas.openxmlformats.org/officeDocument/2006/relationships/notesSlide" Target="/ppt/notesSlides/notesSlide15.xml" Id="Rd41b2bb33ebf4a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012e3a535429a" /><Relationship Type="http://schemas.openxmlformats.org/officeDocument/2006/relationships/notesSlide" Target="/ppt/notesSlides/notesSlide16.xml" Id="R4d55534ba7594b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b13074c5041cc" /><Relationship Type="http://schemas.openxmlformats.org/officeDocument/2006/relationships/notesSlide" Target="/ppt/notesSlides/notesSlide17.xml" Id="R373811ba42ce48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46d77f9c4474e" /><Relationship Type="http://schemas.openxmlformats.org/officeDocument/2006/relationships/notesSlide" Target="/ppt/notesSlides/notesSlide18.xml" Id="Ref723368478e4b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9bcea273e46e7" /><Relationship Type="http://schemas.openxmlformats.org/officeDocument/2006/relationships/notesSlide" Target="/ppt/notesSlides/notesSlide19.xml" Id="R78bdf437c711490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e69e519ba412f" /><Relationship Type="http://schemas.openxmlformats.org/officeDocument/2006/relationships/notesSlide" Target="/ppt/notesSlides/notesSlide20.xml" Id="R7b8a7d222e91404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9396751eb440b" /><Relationship Type="http://schemas.openxmlformats.org/officeDocument/2006/relationships/notesSlide" Target="/ppt/notesSlides/notesSlide21.xml" Id="R12eaa09c4c5a42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49d74779a47d2" /><Relationship Type="http://schemas.openxmlformats.org/officeDocument/2006/relationships/notesSlide" Target="/ppt/notesSlides/notesSlide22.xml" Id="Rd530021485a6457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0a7875729434a" /><Relationship Type="http://schemas.openxmlformats.org/officeDocument/2006/relationships/notesSlide" Target="/ppt/notesSlides/notesSlide23.xml" Id="R27db31c6c79644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dbc213e104765" /><Relationship Type="http://schemas.openxmlformats.org/officeDocument/2006/relationships/notesSlide" Target="/ppt/notesSlides/notesSlide24.xml" Id="R186084f3e4b840f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e2a765c5c4c79" /><Relationship Type="http://schemas.openxmlformats.org/officeDocument/2006/relationships/notesSlide" Target="/ppt/notesSlides/notesSlide25.xml" Id="R37007179bb9d42b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827f33e0449a4" /><Relationship Type="http://schemas.openxmlformats.org/officeDocument/2006/relationships/notesSlide" Target="/ppt/notesSlides/notesSlide26.xml" Id="R01f29deb92864e1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8ceefec2041e8" /><Relationship Type="http://schemas.openxmlformats.org/officeDocument/2006/relationships/notesSlide" Target="/ppt/notesSlides/notesSlide27.xml" Id="R7eee6562d96a49e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9bc81bcf4479b" /><Relationship Type="http://schemas.openxmlformats.org/officeDocument/2006/relationships/notesSlide" Target="/ppt/notesSlides/notesSlide28.xml" Id="R257617d3f11f4fe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eb7f889e64e00" /><Relationship Type="http://schemas.openxmlformats.org/officeDocument/2006/relationships/notesSlide" Target="/ppt/notesSlides/notesSlide29.xml" Id="R594154c39cfe42c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cbae8efbe46ae" /><Relationship Type="http://schemas.openxmlformats.org/officeDocument/2006/relationships/notesSlide" Target="/ppt/notesSlides/notesSlide30.xml" Id="R08479a0590b145d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5fd72600f4724" /><Relationship Type="http://schemas.openxmlformats.org/officeDocument/2006/relationships/notesSlide" Target="/ppt/notesSlides/notesSlide31.xml" Id="R3d298b302c76483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3ade97fb64e75" /><Relationship Type="http://schemas.openxmlformats.org/officeDocument/2006/relationships/notesSlide" Target="/ppt/notesSlides/notesSlide32.xml" Id="R6a6490e7407943a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912d5e0fe4533" /><Relationship Type="http://schemas.openxmlformats.org/officeDocument/2006/relationships/notesSlide" Target="/ppt/notesSlides/notesSlide33.xml" Id="R9b3e17f87704449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5ec2041124b0e" /><Relationship Type="http://schemas.openxmlformats.org/officeDocument/2006/relationships/notesSlide" Target="/ppt/notesSlides/notesSlide34.xml" Id="R59055985e6e94a0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f83711aa442a6" /><Relationship Type="http://schemas.openxmlformats.org/officeDocument/2006/relationships/notesSlide" Target="/ppt/notesSlides/notesSlide35.xml" Id="R7a983964e6404d4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38289e7034093" /><Relationship Type="http://schemas.openxmlformats.org/officeDocument/2006/relationships/notesSlide" Target="/ppt/notesSlides/notesSlide36.xml" Id="R3834efceef1f4d1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0f24b46f049c2" /><Relationship Type="http://schemas.openxmlformats.org/officeDocument/2006/relationships/notesSlide" Target="/ppt/notesSlides/notesSlide37.xml" Id="R7d30347507574fe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511df7ab54834" /><Relationship Type="http://schemas.openxmlformats.org/officeDocument/2006/relationships/notesSlide" Target="/ppt/notesSlides/notesSlide38.xml" Id="R5c54248ccec2499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345f4147d474d" /><Relationship Type="http://schemas.openxmlformats.org/officeDocument/2006/relationships/notesSlide" Target="/ppt/notesSlides/notesSlide39.xml" Id="Rfa07846a71eb4fe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ab95a67ce40a7" /><Relationship Type="http://schemas.openxmlformats.org/officeDocument/2006/relationships/notesSlide" Target="/ppt/notesSlides/notesSlide40.xml" Id="R771cf7b05439460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b45ea62cd4084" /><Relationship Type="http://schemas.openxmlformats.org/officeDocument/2006/relationships/notesSlide" Target="/ppt/notesSlides/notesSlide41.xml" Id="Re2c3b110dfc446e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b074f3b8247c2" /><Relationship Type="http://schemas.openxmlformats.org/officeDocument/2006/relationships/notesSlide" Target="/ppt/notesSlides/notesSlide42.xml" Id="Ra1827a28a5394c6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40be8e4f74f63" /><Relationship Type="http://schemas.openxmlformats.org/officeDocument/2006/relationships/notesSlide" Target="/ppt/notesSlides/notesSlide43.xml" Id="R738da76921b1426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b561c19df4de5" /><Relationship Type="http://schemas.openxmlformats.org/officeDocument/2006/relationships/image" Target="/ppt/media/image3.jpeg" Id="R23051a051c1a432b" /><Relationship Type="http://schemas.openxmlformats.org/officeDocument/2006/relationships/notesSlide" Target="/ppt/notesSlides/notesSlide44.xml" Id="Ra1f00eb337df45b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727088bb54c23" /><Relationship Type="http://schemas.openxmlformats.org/officeDocument/2006/relationships/notesSlide" Target="/ppt/notesSlides/notesSlide45.xml" Id="Rbfd8f149ba76418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14b7c88824045" /><Relationship Type="http://schemas.openxmlformats.org/officeDocument/2006/relationships/notesSlide" Target="/ppt/notesSlides/notesSlide46.xml" Id="R0b25cfd49fb14c4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3d1622c234cee" /><Relationship Type="http://schemas.openxmlformats.org/officeDocument/2006/relationships/notesSlide" Target="/ppt/notesSlides/notesSlide47.xml" Id="R24ac6247b87641c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49dd9f1bd4650" /><Relationship Type="http://schemas.openxmlformats.org/officeDocument/2006/relationships/notesSlide" Target="/ppt/notesSlides/notesSlide48.xml" Id="Rfc0652c6d484423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53d6df7994742" /><Relationship Type="http://schemas.openxmlformats.org/officeDocument/2006/relationships/notesSlide" Target="/ppt/notesSlides/notesSlide49.xml" Id="R3813533ebacf4fa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85e3d32224825" /><Relationship Type="http://schemas.openxmlformats.org/officeDocument/2006/relationships/notesSlide" Target="/ppt/notesSlides/notesSlide50.xml" Id="R1a9b2ec0335b474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45d75370244af" /><Relationship Type="http://schemas.openxmlformats.org/officeDocument/2006/relationships/notesSlide" Target="/ppt/notesSlides/notesSlide51.xml" Id="Rfc2a1ba07d81427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270ec94a84df4" /><Relationship Type="http://schemas.openxmlformats.org/officeDocument/2006/relationships/notesSlide" Target="/ppt/notesSlides/notesSlide52.xml" Id="R747e013cb96746f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5499333494e1c" /><Relationship Type="http://schemas.openxmlformats.org/officeDocument/2006/relationships/notesSlide" Target="/ppt/notesSlides/notesSlide53.xml" Id="Rb2bef1a8cb17460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fdce8bd7e46c7" /><Relationship Type="http://schemas.openxmlformats.org/officeDocument/2006/relationships/notesSlide" Target="/ppt/notesSlides/notesSlide54.xml" Id="R9ea3dff09f4b43b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b6a7547004ca0" /><Relationship Type="http://schemas.openxmlformats.org/officeDocument/2006/relationships/notesSlide" Target="/ppt/notesSlides/notesSlide55.xml" Id="R4c808bb01b2f451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f79d60068430b" /><Relationship Type="http://schemas.openxmlformats.org/officeDocument/2006/relationships/notesSlide" Target="/ppt/notesSlides/notesSlide56.xml" Id="R60e156e7c1154a5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0329d5ade433b" /><Relationship Type="http://schemas.openxmlformats.org/officeDocument/2006/relationships/notesSlide" Target="/ppt/notesSlides/notesSlide57.xml" Id="Rcf616b6db2e74bab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6887eb47e443d" /><Relationship Type="http://schemas.openxmlformats.org/officeDocument/2006/relationships/notesSlide" Target="/ppt/notesSlides/notesSlide58.xml" Id="R3a83d5f758a646e0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1dfa9e0f94c8a" /><Relationship Type="http://schemas.openxmlformats.org/officeDocument/2006/relationships/notesSlide" Target="/ppt/notesSlides/notesSlide59.xml" Id="R43071469427c431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9b8a3d80a4b3b" /><Relationship Type="http://schemas.openxmlformats.org/officeDocument/2006/relationships/notesSlide" Target="/ppt/notesSlides/notesSlide60.xml" Id="Rb727636adfa34d8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7f3330d14440d" /><Relationship Type="http://schemas.openxmlformats.org/officeDocument/2006/relationships/notesSlide" Target="/ppt/notesSlides/notesSlide61.xml" Id="Rc80048b1c100495d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4451a824c4709" /><Relationship Type="http://schemas.openxmlformats.org/officeDocument/2006/relationships/notesSlide" Target="/ppt/notesSlides/notesSlide62.xml" Id="R9f99c2bcc4a24ffd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0985c3f524d20" /><Relationship Type="http://schemas.openxmlformats.org/officeDocument/2006/relationships/notesSlide" Target="/ppt/notesSlides/notesSlide63.xml" Id="R437dbfb4aece460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ee1ac78c94f99" /><Relationship Type="http://schemas.openxmlformats.org/officeDocument/2006/relationships/notesSlide" Target="/ppt/notesSlides/notesSlide64.xml" Id="R965559fd044248de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f1f9a971644f9" /><Relationship Type="http://schemas.openxmlformats.org/officeDocument/2006/relationships/notesSlide" Target="/ppt/notesSlides/notesSlide65.xml" Id="Ra135259685dd441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d15c3e2034eba" /><Relationship Type="http://schemas.openxmlformats.org/officeDocument/2006/relationships/notesSlide" Target="/ppt/notesSlides/notesSlide66.xml" Id="R3c66cc129b50407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f5b9cfbda4f85" /><Relationship Type="http://schemas.openxmlformats.org/officeDocument/2006/relationships/notesSlide" Target="/ppt/notesSlides/notesSlide67.xml" Id="R2ea32651a2e345a5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3245b882245c8" /><Relationship Type="http://schemas.openxmlformats.org/officeDocument/2006/relationships/notesSlide" Target="/ppt/notesSlides/notesSlide68.xml" Id="R9a35561d3ed9425e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97ea092324690" /><Relationship Type="http://schemas.openxmlformats.org/officeDocument/2006/relationships/notesSlide" Target="/ppt/notesSlides/notesSlide69.xml" Id="R6d025fec6e3d42de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e415a53be4b1a" /><Relationship Type="http://schemas.openxmlformats.org/officeDocument/2006/relationships/notesSlide" Target="/ppt/notesSlides/notesSlide70.xml" Id="Rc124d1d286f946b9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dfedfb83942bf" /><Relationship Type="http://schemas.openxmlformats.org/officeDocument/2006/relationships/notesSlide" Target="/ppt/notesSlides/notesSlide71.xml" Id="Rb4ea491771884370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7a48c0c9f4f65" /><Relationship Type="http://schemas.openxmlformats.org/officeDocument/2006/relationships/notesSlide" Target="/ppt/notesSlides/notesSlide72.xml" Id="R9c9487d5df7f4514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e4fdb4f9f48a3" /><Relationship Type="http://schemas.openxmlformats.org/officeDocument/2006/relationships/notesSlide" Target="/ppt/notesSlides/notesSlide73.xml" Id="R0ebc7bf1939e485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a3997744a40aa" /><Relationship Type="http://schemas.openxmlformats.org/officeDocument/2006/relationships/image" Target="/ppt/media/image4.jpeg" Id="Rf69c10b4d7254b66" /><Relationship Type="http://schemas.openxmlformats.org/officeDocument/2006/relationships/notesSlide" Target="/ppt/notesSlides/notesSlide74.xml" Id="R262eb45205034f0c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a6b7d59874bbb" /><Relationship Type="http://schemas.openxmlformats.org/officeDocument/2006/relationships/notesSlide" Target="/ppt/notesSlides/notesSlide75.xml" Id="Ra2c97d0aac134ee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6a46d36924c27" /><Relationship Type="http://schemas.openxmlformats.org/officeDocument/2006/relationships/notesSlide" Target="/ppt/notesSlides/notesSlide76.xml" Id="Rf436df340ae24bcf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9f470ad0343f0" /><Relationship Type="http://schemas.openxmlformats.org/officeDocument/2006/relationships/notesSlide" Target="/ppt/notesSlides/notesSlide77.xml" Id="Rabeae17522ec4be6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74c6aae7340e6" /><Relationship Type="http://schemas.openxmlformats.org/officeDocument/2006/relationships/notesSlide" Target="/ppt/notesSlides/notesSlide78.xml" Id="R86e3b1b12900471c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24847b794402e" /><Relationship Type="http://schemas.openxmlformats.org/officeDocument/2006/relationships/notesSlide" Target="/ppt/notesSlides/notesSlide79.xml" Id="Re0c54a9a0e4b44f3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49dc2a09e4f20" /><Relationship Type="http://schemas.openxmlformats.org/officeDocument/2006/relationships/notesSlide" Target="/ppt/notesSlides/notesSlide80.xml" Id="R2136845280674af9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08dfe70df47e7" /><Relationship Type="http://schemas.openxmlformats.org/officeDocument/2006/relationships/notesSlide" Target="/ppt/notesSlides/notesSlide81.xml" Id="R06ec08db1179460f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0beba7c9b4158" /><Relationship Type="http://schemas.openxmlformats.org/officeDocument/2006/relationships/notesSlide" Target="/ppt/notesSlides/notesSlide82.xml" Id="R1baeb89a118949be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c8a55e3b9437c" /><Relationship Type="http://schemas.openxmlformats.org/officeDocument/2006/relationships/notesSlide" Target="/ppt/notesSlides/notesSlide83.xml" Id="Re712765438884227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3181019434427" /><Relationship Type="http://schemas.openxmlformats.org/officeDocument/2006/relationships/notesSlide" Target="/ppt/notesSlides/notesSlide84.xml" Id="Rdf7c5ea9810d4d0f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76d2d4cdc4095" /><Relationship Type="http://schemas.openxmlformats.org/officeDocument/2006/relationships/notesSlide" Target="/ppt/notesSlides/notesSlide85.xml" Id="Rfccc082638194205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4910413824cb6" /><Relationship Type="http://schemas.openxmlformats.org/officeDocument/2006/relationships/notesSlide" Target="/ppt/notesSlides/notesSlide86.xml" Id="Rb2ba26311b5249fd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d31c3ad4f40ad" /><Relationship Type="http://schemas.openxmlformats.org/officeDocument/2006/relationships/notesSlide" Target="/ppt/notesSlides/notesSlide87.xml" Id="Rd6e18b33944343b2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b7c5af26e4735" /><Relationship Type="http://schemas.openxmlformats.org/officeDocument/2006/relationships/notesSlide" Target="/ppt/notesSlides/notesSlide88.xml" Id="R6cf9e062cd6a4ed2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c053d15124372" /><Relationship Type="http://schemas.openxmlformats.org/officeDocument/2006/relationships/notesSlide" Target="/ppt/notesSlides/notesSlide89.xml" Id="Ra6ba380a6edd463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5b5e785384584" /><Relationship Type="http://schemas.openxmlformats.org/officeDocument/2006/relationships/notesSlide" Target="/ppt/notesSlides/notesSlide90.xml" Id="R62adca4c416547b7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5929a71c74cfa" /><Relationship Type="http://schemas.openxmlformats.org/officeDocument/2006/relationships/notesSlide" Target="/ppt/notesSlides/notesSlide91.xml" Id="R6387710aab67479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664afb7c94755" /><Relationship Type="http://schemas.openxmlformats.org/officeDocument/2006/relationships/notesSlide" Target="/ppt/notesSlides/notesSlide92.xml" Id="R96c7260f2e894fee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40fafb945481f" /><Relationship Type="http://schemas.openxmlformats.org/officeDocument/2006/relationships/notesSlide" Target="/ppt/notesSlides/notesSlide93.xml" Id="R3f9dba403341419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47db7375d4285" /><Relationship Type="http://schemas.openxmlformats.org/officeDocument/2006/relationships/notesSlide" Target="/ppt/notesSlides/notesSlide94.xml" Id="R6c3c855e73284a9a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3f791a4d74dc5" /><Relationship Type="http://schemas.openxmlformats.org/officeDocument/2006/relationships/notesSlide" Target="/ppt/notesSlides/notesSlide95.xml" Id="Rabb9c6553912460f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13c0691f3481b" /><Relationship Type="http://schemas.openxmlformats.org/officeDocument/2006/relationships/notesSlide" Target="/ppt/notesSlides/notesSlide96.xml" Id="R7ead451aed604792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b3963a3ff44b2" /><Relationship Type="http://schemas.openxmlformats.org/officeDocument/2006/relationships/notesSlide" Target="/ppt/notesSlides/notesSlide97.xml" Id="Rc4cd5b6654cf4e00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65f548cf24cb0" /><Relationship Type="http://schemas.openxmlformats.org/officeDocument/2006/relationships/notesSlide" Target="/ppt/notesSlides/notesSlide98.xml" Id="R25711ed95c1d4aea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93f1efe8d4d1c" /><Relationship Type="http://schemas.openxmlformats.org/officeDocument/2006/relationships/notesSlide" Target="/ppt/notesSlides/notesSlide99.xml" Id="R40eeb992d1834c06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6cfdb1eee4fab" /><Relationship Type="http://schemas.openxmlformats.org/officeDocument/2006/relationships/notesSlide" Target="/ppt/notesSlides/notesSlide100.xml" Id="Rf5224b1c79644eae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a89bb4c1147ac" /><Relationship Type="http://schemas.openxmlformats.org/officeDocument/2006/relationships/notesSlide" Target="/ppt/notesSlides/notesSlide101.xml" Id="R3301dbe74e824df4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6a7c8f4d94f5e" /><Relationship Type="http://schemas.openxmlformats.org/officeDocument/2006/relationships/notesSlide" Target="/ppt/notesSlides/notesSlide102.xml" Id="R042f893bfd2945a2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249db14c346a7" /><Relationship Type="http://schemas.openxmlformats.org/officeDocument/2006/relationships/notesSlide" Target="/ppt/notesSlides/notesSlide103.xml" Id="R9a1ee03ed36d475d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7f64e650b4dad" /><Relationship Type="http://schemas.openxmlformats.org/officeDocument/2006/relationships/image" Target="/ppt/media/image5.jpeg" Id="R6d6e34817e274a3a" /><Relationship Type="http://schemas.openxmlformats.org/officeDocument/2006/relationships/notesSlide" Target="/ppt/notesSlides/notesSlide104.xml" Id="Ra74745720c314acd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7d62e42ad41ad" /><Relationship Type="http://schemas.openxmlformats.org/officeDocument/2006/relationships/notesSlide" Target="/ppt/notesSlides/notesSlide105.xml" Id="R71d846795ff849d7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2da553dc84b0a" /><Relationship Type="http://schemas.openxmlformats.org/officeDocument/2006/relationships/notesSlide" Target="/ppt/notesSlides/notesSlide106.xml" Id="R2a402631a1e14724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c0266e71c49bd" /><Relationship Type="http://schemas.openxmlformats.org/officeDocument/2006/relationships/notesSlide" Target="/ppt/notesSlides/notesSlide107.xml" Id="R55686c497d3c4c45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435bb00f34a96" /><Relationship Type="http://schemas.openxmlformats.org/officeDocument/2006/relationships/notesSlide" Target="/ppt/notesSlides/notesSlide108.xml" Id="Rb28c10fe321c4d4b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97832df854b6c" /><Relationship Type="http://schemas.openxmlformats.org/officeDocument/2006/relationships/notesSlide" Target="/ppt/notesSlides/notesSlide109.xml" Id="R1efcb7125c9f40fe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5b3962c214b4f" /><Relationship Type="http://schemas.openxmlformats.org/officeDocument/2006/relationships/notesSlide" Target="/ppt/notesSlides/notesSlide110.xml" Id="R01912c0f98b24abb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90c0b79e24428" /><Relationship Type="http://schemas.openxmlformats.org/officeDocument/2006/relationships/notesSlide" Target="/ppt/notesSlides/notesSlide111.xml" Id="Rd510dbf74420402b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ece9cc9f44889" /><Relationship Type="http://schemas.openxmlformats.org/officeDocument/2006/relationships/notesSlide" Target="/ppt/notesSlides/notesSlide112.xml" Id="R8afbc07150eb4f3b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a764c259647f8" /><Relationship Type="http://schemas.openxmlformats.org/officeDocument/2006/relationships/notesSlide" Target="/ppt/notesSlides/notesSlide113.xml" Id="R7bbe915ba89f438b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9d22183094863" /><Relationship Type="http://schemas.openxmlformats.org/officeDocument/2006/relationships/notesSlide" Target="/ppt/notesSlides/notesSlide114.xml" Id="R08e844d1cf71403c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b04479d9e4702" /><Relationship Type="http://schemas.openxmlformats.org/officeDocument/2006/relationships/notesSlide" Target="/ppt/notesSlides/notesSlide115.xml" Id="R5457fa8fb5bf4fc6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85ec0505d4c34" /><Relationship Type="http://schemas.openxmlformats.org/officeDocument/2006/relationships/notesSlide" Target="/ppt/notesSlides/notesSlide116.xml" Id="R80ec50b8655e4f95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279c2f9994f00" /><Relationship Type="http://schemas.openxmlformats.org/officeDocument/2006/relationships/notesSlide" Target="/ppt/notesSlides/notesSlide117.xml" Id="R872e87d01b534340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dc467a5ad4e2d" /><Relationship Type="http://schemas.openxmlformats.org/officeDocument/2006/relationships/notesSlide" Target="/ppt/notesSlides/notesSlide118.xml" Id="Rd2af949e9c654b95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674123c314f8d" /><Relationship Type="http://schemas.openxmlformats.org/officeDocument/2006/relationships/notesSlide" Target="/ppt/notesSlides/notesSlide119.xml" Id="Ra72b44b21ff94e9c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cfa1dc20a4702" /><Relationship Type="http://schemas.openxmlformats.org/officeDocument/2006/relationships/notesSlide" Target="/ppt/notesSlides/notesSlide120.xml" Id="Rd0df85f0b8314751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7767a78a24839" /><Relationship Type="http://schemas.openxmlformats.org/officeDocument/2006/relationships/notesSlide" Target="/ppt/notesSlides/notesSlide121.xml" Id="R0a74651bd0184b87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fdd2b07574dd4" /><Relationship Type="http://schemas.openxmlformats.org/officeDocument/2006/relationships/notesSlide" Target="/ppt/notesSlides/notesSlide122.xml" Id="Rc0525e4254fb4884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e2d0ac48f46aa" /><Relationship Type="http://schemas.openxmlformats.org/officeDocument/2006/relationships/notesSlide" Target="/ppt/notesSlides/notesSlide123.xml" Id="Rf3e0f30006524a2c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90932948a4faa" /><Relationship Type="http://schemas.openxmlformats.org/officeDocument/2006/relationships/notesSlide" Target="/ppt/notesSlides/notesSlide124.xml" Id="R1628f7259a4e43e9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99a8d44154f48" /><Relationship Type="http://schemas.openxmlformats.org/officeDocument/2006/relationships/notesSlide" Target="/ppt/notesSlides/notesSlide125.xml" Id="R92f5331b1d3c48a4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f5be866ab4552" /><Relationship Type="http://schemas.openxmlformats.org/officeDocument/2006/relationships/notesSlide" Target="/ppt/notesSlides/notesSlide126.xml" Id="R75c1cb1771324b84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2b501f3bf4397" /><Relationship Type="http://schemas.openxmlformats.org/officeDocument/2006/relationships/notesSlide" Target="/ppt/notesSlides/notesSlide127.xml" Id="R280238ad6bb340ab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bdee11ddd41f7" /><Relationship Type="http://schemas.openxmlformats.org/officeDocument/2006/relationships/notesSlide" Target="/ppt/notesSlides/notesSlide128.xml" Id="Re30a68f5022d4cb3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5adb839ce48f0" /><Relationship Type="http://schemas.openxmlformats.org/officeDocument/2006/relationships/notesSlide" Target="/ppt/notesSlides/notesSlide129.xml" Id="R0b72252b4e624d58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3317c21d646e1" /><Relationship Type="http://schemas.openxmlformats.org/officeDocument/2006/relationships/notesSlide" Target="/ppt/notesSlides/notesSlide130.xml" Id="R14ea0a72829241d4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4e8f0d49c43bf" /><Relationship Type="http://schemas.openxmlformats.org/officeDocument/2006/relationships/notesSlide" Target="/ppt/notesSlides/notesSlide131.xml" Id="R67b6e184af7b48b1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15a2b80024a4d" /><Relationship Type="http://schemas.openxmlformats.org/officeDocument/2006/relationships/notesSlide" Target="/ppt/notesSlides/notesSlide132.xml" Id="R9ec0226dd0994602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c2b8363c6410e" /><Relationship Type="http://schemas.openxmlformats.org/officeDocument/2006/relationships/notesSlide" Target="/ppt/notesSlides/notesSlide133.xml" Id="Raa1106bac0be46de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2988e50f04dce" /><Relationship Type="http://schemas.openxmlformats.org/officeDocument/2006/relationships/image" Target="/ppt/media/image6.jpeg" Id="R1d0d710d5fb642ab" /><Relationship Type="http://schemas.openxmlformats.org/officeDocument/2006/relationships/notesSlide" Target="/ppt/notesSlides/notesSlide134.xml" Id="Rb42e440804084d1c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30b59ad6e4ca2" /><Relationship Type="http://schemas.openxmlformats.org/officeDocument/2006/relationships/notesSlide" Target="/ppt/notesSlides/notesSlide135.xml" Id="R77a51d45525f4b84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6652e25fd490b" /><Relationship Type="http://schemas.openxmlformats.org/officeDocument/2006/relationships/notesSlide" Target="/ppt/notesSlides/notesSlide136.xml" Id="Rd8dcbeb7f54943ae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c632ae7524a27" /><Relationship Type="http://schemas.openxmlformats.org/officeDocument/2006/relationships/notesSlide" Target="/ppt/notesSlides/notesSlide137.xml" Id="Rf861ac41111d45e1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6b58686f84e92" /><Relationship Type="http://schemas.openxmlformats.org/officeDocument/2006/relationships/notesSlide" Target="/ppt/notesSlides/notesSlide138.xml" Id="R00ea6b402b8f44d6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ae100a8564ee8" /><Relationship Type="http://schemas.openxmlformats.org/officeDocument/2006/relationships/notesSlide" Target="/ppt/notesSlides/notesSlide139.xml" Id="Rfffafd5fc3864b36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dad175cf14ad9" /><Relationship Type="http://schemas.openxmlformats.org/officeDocument/2006/relationships/notesSlide" Target="/ppt/notesSlides/notesSlide140.xml" Id="R86e433b6fbcd45b4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7c7d312754201" /><Relationship Type="http://schemas.openxmlformats.org/officeDocument/2006/relationships/notesSlide" Target="/ppt/notesSlides/notesSlide141.xml" Id="R8a74606d37f54df5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c797fe0a540f2" /><Relationship Type="http://schemas.openxmlformats.org/officeDocument/2006/relationships/notesSlide" Target="/ppt/notesSlides/notesSlide142.xml" Id="R98f22a0e76644296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54925bb274367" /><Relationship Type="http://schemas.openxmlformats.org/officeDocument/2006/relationships/notesSlide" Target="/ppt/notesSlides/notesSlide143.xml" Id="Ra62d3fb97c3b4ad7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3f1bfe1b34ae6" /><Relationship Type="http://schemas.openxmlformats.org/officeDocument/2006/relationships/notesSlide" Target="/ppt/notesSlides/notesSlide144.xml" Id="R0659772c078a45b0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fa88145154441" /><Relationship Type="http://schemas.openxmlformats.org/officeDocument/2006/relationships/notesSlide" Target="/ppt/notesSlides/notesSlide145.xml" Id="Rd137256fa5634e3a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9c754eec14e75" /><Relationship Type="http://schemas.openxmlformats.org/officeDocument/2006/relationships/notesSlide" Target="/ppt/notesSlides/notesSlide146.xml" Id="Re5abd89f8cc1447a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c327a397340e4" /><Relationship Type="http://schemas.openxmlformats.org/officeDocument/2006/relationships/notesSlide" Target="/ppt/notesSlides/notesSlide147.xml" Id="R3ee196dd9d6f4eb3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a8ccc7d9f4417" /><Relationship Type="http://schemas.openxmlformats.org/officeDocument/2006/relationships/notesSlide" Target="/ppt/notesSlides/notesSlide148.xml" Id="Ra252b96a10be4ff0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cdc76afb44571" /><Relationship Type="http://schemas.openxmlformats.org/officeDocument/2006/relationships/notesSlide" Target="/ppt/notesSlides/notesSlide149.xml" Id="R7dc411638a584431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f7ba83a824fab" /><Relationship Type="http://schemas.openxmlformats.org/officeDocument/2006/relationships/notesSlide" Target="/ppt/notesSlides/notesSlide150.xml" Id="Rd1fe739b0e384375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f8b33901943b4" /><Relationship Type="http://schemas.openxmlformats.org/officeDocument/2006/relationships/notesSlide" Target="/ppt/notesSlides/notesSlide151.xml" Id="R16ccd283bbcd46cf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b452fb3b94eca" /><Relationship Type="http://schemas.openxmlformats.org/officeDocument/2006/relationships/notesSlide" Target="/ppt/notesSlides/notesSlide152.xml" Id="R6f52017e4a4e4859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674f8f67a49ca" /><Relationship Type="http://schemas.openxmlformats.org/officeDocument/2006/relationships/notesSlide" Target="/ppt/notesSlides/notesSlide153.xml" Id="Rbf202166d7324132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818565e474a22" /><Relationship Type="http://schemas.openxmlformats.org/officeDocument/2006/relationships/notesSlide" Target="/ppt/notesSlides/notesSlide154.xml" Id="R9010562816794ca5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b63ed889d4365" /><Relationship Type="http://schemas.openxmlformats.org/officeDocument/2006/relationships/notesSlide" Target="/ppt/notesSlides/notesSlide155.xml" Id="Ref68116e3ebb4754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e489fd3ca4d89" /><Relationship Type="http://schemas.openxmlformats.org/officeDocument/2006/relationships/notesSlide" Target="/ppt/notesSlides/notesSlide156.xml" Id="R3906ae902d3846df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b548e876946ba" /><Relationship Type="http://schemas.openxmlformats.org/officeDocument/2006/relationships/notesSlide" Target="/ppt/notesSlides/notesSlide157.xml" Id="R0cf8a3b7735b424b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0060ef0fd4cea" /><Relationship Type="http://schemas.openxmlformats.org/officeDocument/2006/relationships/notesSlide" Target="/ppt/notesSlides/notesSlide158.xml" Id="R9463f7a4cfea47ac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0f40c29954075" /><Relationship Type="http://schemas.openxmlformats.org/officeDocument/2006/relationships/notesSlide" Target="/ppt/notesSlides/notesSlide159.xml" Id="Rf0732a0ac41840d9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8db6896074aae" /><Relationship Type="http://schemas.openxmlformats.org/officeDocument/2006/relationships/notesSlide" Target="/ppt/notesSlides/notesSlide160.xml" Id="R7fc955ed6729471b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5b0d3c4a14388" /><Relationship Type="http://schemas.openxmlformats.org/officeDocument/2006/relationships/notesSlide" Target="/ppt/notesSlides/notesSlide161.xml" Id="Re0bf2917ed3d4f6a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30f0c2c174335" /><Relationship Type="http://schemas.openxmlformats.org/officeDocument/2006/relationships/notesSlide" Target="/ppt/notesSlides/notesSlide162.xml" Id="R45be7fd7ff174146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fc541b35d421e" /><Relationship Type="http://schemas.openxmlformats.org/officeDocument/2006/relationships/notesSlide" Target="/ppt/notesSlides/notesSlide163.xml" Id="R804aff7f8f264941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ea35ca0c54f2b" /><Relationship Type="http://schemas.openxmlformats.org/officeDocument/2006/relationships/image" Target="/ppt/media/image7.jpeg" Id="Rcac72c6076f24b35" /><Relationship Type="http://schemas.openxmlformats.org/officeDocument/2006/relationships/notesSlide" Target="/ppt/notesSlides/notesSlide164.xml" Id="R58c7f39641df469d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5a3de106642f4" /><Relationship Type="http://schemas.openxmlformats.org/officeDocument/2006/relationships/notesSlide" Target="/ppt/notesSlides/notesSlide165.xml" Id="R458092022dc54934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d39302f5e4687" /><Relationship Type="http://schemas.openxmlformats.org/officeDocument/2006/relationships/notesSlide" Target="/ppt/notesSlides/notesSlide166.xml" Id="Rf394b244e89d4450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fd6792f804dca" /><Relationship Type="http://schemas.openxmlformats.org/officeDocument/2006/relationships/notesSlide" Target="/ppt/notesSlides/notesSlide167.xml" Id="Rc60f10bcacfd4088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91f59193d4822" /><Relationship Type="http://schemas.openxmlformats.org/officeDocument/2006/relationships/notesSlide" Target="/ppt/notesSlides/notesSlide168.xml" Id="R43c3ddecbf95482c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7ea25477645dc" /><Relationship Type="http://schemas.openxmlformats.org/officeDocument/2006/relationships/notesSlide" Target="/ppt/notesSlides/notesSlide169.xml" Id="Rf5d0298099d3481a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5c3900bba4b8f" /><Relationship Type="http://schemas.openxmlformats.org/officeDocument/2006/relationships/notesSlide" Target="/ppt/notesSlides/notesSlide170.xml" Id="Rf394e8e10f694e6e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7bdf6d9e148ee" /><Relationship Type="http://schemas.openxmlformats.org/officeDocument/2006/relationships/notesSlide" Target="/ppt/notesSlides/notesSlide171.xml" Id="Ree77270d9faa439d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adbc6e4524665" /><Relationship Type="http://schemas.openxmlformats.org/officeDocument/2006/relationships/notesSlide" Target="/ppt/notesSlides/notesSlide172.xml" Id="Re36b8f7be1a14bd8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27b042b484714" /><Relationship Type="http://schemas.openxmlformats.org/officeDocument/2006/relationships/notesSlide" Target="/ppt/notesSlides/notesSlide173.xml" Id="R0b7919a9ce284c06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fdff660454809" /><Relationship Type="http://schemas.openxmlformats.org/officeDocument/2006/relationships/notesSlide" Target="/ppt/notesSlides/notesSlide174.xml" Id="R463455c4b408414e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3499a2e924389" /><Relationship Type="http://schemas.openxmlformats.org/officeDocument/2006/relationships/notesSlide" Target="/ppt/notesSlides/notesSlide175.xml" Id="R1db2dd702b984128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16d2621904b06" /><Relationship Type="http://schemas.openxmlformats.org/officeDocument/2006/relationships/notesSlide" Target="/ppt/notesSlides/notesSlide176.xml" Id="R2680bf724b6a4d74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e133c2c1b47cb" /><Relationship Type="http://schemas.openxmlformats.org/officeDocument/2006/relationships/notesSlide" Target="/ppt/notesSlides/notesSlide177.xml" Id="Ra5f86e0109f44231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9be67a18b4772" /><Relationship Type="http://schemas.openxmlformats.org/officeDocument/2006/relationships/notesSlide" Target="/ppt/notesSlides/notesSlide178.xml" Id="Rf0269b6d15cf4724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902abb2c74186" /><Relationship Type="http://schemas.openxmlformats.org/officeDocument/2006/relationships/notesSlide" Target="/ppt/notesSlides/notesSlide179.xml" Id="R7c141ba7077d46d8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7cbe2eaa04afd" /><Relationship Type="http://schemas.openxmlformats.org/officeDocument/2006/relationships/notesSlide" Target="/ppt/notesSlides/notesSlide180.xml" Id="Rc7d151ecbc95417e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533a720b84f1e" /><Relationship Type="http://schemas.openxmlformats.org/officeDocument/2006/relationships/notesSlide" Target="/ppt/notesSlides/notesSlide181.xml" Id="R5854a8d030a846b8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b6efd14d346b8" /><Relationship Type="http://schemas.openxmlformats.org/officeDocument/2006/relationships/notesSlide" Target="/ppt/notesSlides/notesSlide182.xml" Id="R72418245896a4477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a20811d7941c3" /><Relationship Type="http://schemas.openxmlformats.org/officeDocument/2006/relationships/notesSlide" Target="/ppt/notesSlides/notesSlide183.xml" Id="R6f3cfc5ccdae4fdc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6208291724566" /><Relationship Type="http://schemas.openxmlformats.org/officeDocument/2006/relationships/notesSlide" Target="/ppt/notesSlides/notesSlide184.xml" Id="R3f2615c4b15c4f2d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7482dbbf64fb1" /><Relationship Type="http://schemas.openxmlformats.org/officeDocument/2006/relationships/notesSlide" Target="/ppt/notesSlides/notesSlide185.xml" Id="R58e3bca39e234445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febcca04f48a8" /><Relationship Type="http://schemas.openxmlformats.org/officeDocument/2006/relationships/notesSlide" Target="/ppt/notesSlides/notesSlide186.xml" Id="R9459a49596134954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467496a0e4960" /><Relationship Type="http://schemas.openxmlformats.org/officeDocument/2006/relationships/notesSlide" Target="/ppt/notesSlides/notesSlide187.xml" Id="R4b004fc6d6764c82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aeb96f3564a1c" /><Relationship Type="http://schemas.openxmlformats.org/officeDocument/2006/relationships/notesSlide" Target="/ppt/notesSlides/notesSlide188.xml" Id="R8fc60b685bdb4a12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edf74dcd744ab" /><Relationship Type="http://schemas.openxmlformats.org/officeDocument/2006/relationships/notesSlide" Target="/ppt/notesSlides/notesSlide189.xml" Id="R4289a1a3afc84b96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7ea5d26cc4e75" /><Relationship Type="http://schemas.openxmlformats.org/officeDocument/2006/relationships/notesSlide" Target="/ppt/notesSlides/notesSlide190.xml" Id="R1146d7dc5e6a4357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8529c4e614377" /><Relationship Type="http://schemas.openxmlformats.org/officeDocument/2006/relationships/notesSlide" Target="/ppt/notesSlides/notesSlide191.xml" Id="Rda53868f485f4e5a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aa12f8fb34106" /><Relationship Type="http://schemas.openxmlformats.org/officeDocument/2006/relationships/notesSlide" Target="/ppt/notesSlides/notesSlide192.xml" Id="Rd137e8fb45ee4259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700b9d51245fe" /><Relationship Type="http://schemas.openxmlformats.org/officeDocument/2006/relationships/notesSlide" Target="/ppt/notesSlides/notesSlide193.xml" Id="Rbdf6a05dec0543ca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a139758cd456e" /><Relationship Type="http://schemas.openxmlformats.org/officeDocument/2006/relationships/image" Target="/ppt/media/image8.jpeg" Id="R78605d13fdcd4e66" /><Relationship Type="http://schemas.openxmlformats.org/officeDocument/2006/relationships/notesSlide" Target="/ppt/notesSlides/notesSlide194.xml" Id="Reead9461a0864ad0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3784efb7240b0" /><Relationship Type="http://schemas.openxmlformats.org/officeDocument/2006/relationships/notesSlide" Target="/ppt/notesSlides/notesSlide195.xml" Id="R12760cc29f654f7c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50e444f3a405c" /><Relationship Type="http://schemas.openxmlformats.org/officeDocument/2006/relationships/notesSlide" Target="/ppt/notesSlides/notesSlide196.xml" Id="R66411077c06d4c30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f55bfce8a4a7f" /><Relationship Type="http://schemas.openxmlformats.org/officeDocument/2006/relationships/notesSlide" Target="/ppt/notesSlides/notesSlide197.xml" Id="Rabe9b0f18d274d88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c4216f80648a3" /><Relationship Type="http://schemas.openxmlformats.org/officeDocument/2006/relationships/notesSlide" Target="/ppt/notesSlides/notesSlide198.xml" Id="R089cb20338ca482b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49fe0cca74a9b" /><Relationship Type="http://schemas.openxmlformats.org/officeDocument/2006/relationships/notesSlide" Target="/ppt/notesSlides/notesSlide199.xml" Id="R67d6caa0f79a4031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25d9fd620436b" /><Relationship Type="http://schemas.openxmlformats.org/officeDocument/2006/relationships/notesSlide" Target="/ppt/notesSlides/notesSlide200.xml" Id="Rf0682a23eb8643c7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e91a7fead4661" /><Relationship Type="http://schemas.openxmlformats.org/officeDocument/2006/relationships/notesSlide" Target="/ppt/notesSlides/notesSlide201.xml" Id="R0ad17b29e7314411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0151f87b646a0" /><Relationship Type="http://schemas.openxmlformats.org/officeDocument/2006/relationships/notesSlide" Target="/ppt/notesSlides/notesSlide202.xml" Id="R53f972ccf7f54d0a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852361da44a80" /><Relationship Type="http://schemas.openxmlformats.org/officeDocument/2006/relationships/notesSlide" Target="/ppt/notesSlides/notesSlide203.xml" Id="R27250d10680b470e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e75e7e45a4a8f" /><Relationship Type="http://schemas.openxmlformats.org/officeDocument/2006/relationships/notesSlide" Target="/ppt/notesSlides/notesSlide204.xml" Id="R55134d89af604505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5793fa5714231" /><Relationship Type="http://schemas.openxmlformats.org/officeDocument/2006/relationships/notesSlide" Target="/ppt/notesSlides/notesSlide205.xml" Id="Rd71b7246ed29415b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820bc84bc481b" /><Relationship Type="http://schemas.openxmlformats.org/officeDocument/2006/relationships/notesSlide" Target="/ppt/notesSlides/notesSlide206.xml" Id="R8f926f000b8c47da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8395ac59d4a4c" /><Relationship Type="http://schemas.openxmlformats.org/officeDocument/2006/relationships/notesSlide" Target="/ppt/notesSlides/notesSlide207.xml" Id="R15b512b9f8d54b28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f31c516e443a1" /><Relationship Type="http://schemas.openxmlformats.org/officeDocument/2006/relationships/notesSlide" Target="/ppt/notesSlides/notesSlide208.xml" Id="Rd43b2cbbb2164d3a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f54b133a54a59" /><Relationship Type="http://schemas.openxmlformats.org/officeDocument/2006/relationships/notesSlide" Target="/ppt/notesSlides/notesSlide209.xml" Id="Rb51bc57c393c4e72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1e639ca4f42e1" /><Relationship Type="http://schemas.openxmlformats.org/officeDocument/2006/relationships/notesSlide" Target="/ppt/notesSlides/notesSlide210.xml" Id="R45cab75179eb49f1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1c6b180bf4a9b" /><Relationship Type="http://schemas.openxmlformats.org/officeDocument/2006/relationships/notesSlide" Target="/ppt/notesSlides/notesSlide211.xml" Id="R8af269f40d1446d6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58739d9c540fc" /><Relationship Type="http://schemas.openxmlformats.org/officeDocument/2006/relationships/notesSlide" Target="/ppt/notesSlides/notesSlide212.xml" Id="R797addc970a84636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c5812a81a4cbd" /><Relationship Type="http://schemas.openxmlformats.org/officeDocument/2006/relationships/notesSlide" Target="/ppt/notesSlides/notesSlide213.xml" Id="R8234817f30a4421e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2361b55794c0f" /><Relationship Type="http://schemas.openxmlformats.org/officeDocument/2006/relationships/notesSlide" Target="/ppt/notesSlides/notesSlide214.xml" Id="Rfa0166e7724743f5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053fb74164100" /><Relationship Type="http://schemas.openxmlformats.org/officeDocument/2006/relationships/notesSlide" Target="/ppt/notesSlides/notesSlide215.xml" Id="Re7ba2cf01e064ab4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e05bf709b4910" /><Relationship Type="http://schemas.openxmlformats.org/officeDocument/2006/relationships/notesSlide" Target="/ppt/notesSlides/notesSlide216.xml" Id="R22e72007a3ae4f6f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613c9f57949cf" /><Relationship Type="http://schemas.openxmlformats.org/officeDocument/2006/relationships/notesSlide" Target="/ppt/notesSlides/notesSlide217.xml" Id="R890fd4cbc05b4eb8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970f18f264fa0" /><Relationship Type="http://schemas.openxmlformats.org/officeDocument/2006/relationships/notesSlide" Target="/ppt/notesSlides/notesSlide218.xml" Id="Rf72b267286c84666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87256483d44a1" /><Relationship Type="http://schemas.openxmlformats.org/officeDocument/2006/relationships/notesSlide" Target="/ppt/notesSlides/notesSlide219.xml" Id="Re7aab7b0181a4f59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9e8c07202481d" /><Relationship Type="http://schemas.openxmlformats.org/officeDocument/2006/relationships/notesSlide" Target="/ppt/notesSlides/notesSlide220.xml" Id="Rdd2c3c59a1ad45fb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bb746f5914851" /><Relationship Type="http://schemas.openxmlformats.org/officeDocument/2006/relationships/notesSlide" Target="/ppt/notesSlides/notesSlide221.xml" Id="Rd4983b87b1df4d85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77525ff7245c8" /><Relationship Type="http://schemas.openxmlformats.org/officeDocument/2006/relationships/notesSlide" Target="/ppt/notesSlides/notesSlide222.xml" Id="R58f5cb03ac664f95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830a44a56481a" /><Relationship Type="http://schemas.openxmlformats.org/officeDocument/2006/relationships/notesSlide" Target="/ppt/notesSlides/notesSlide223.xml" Id="Raf2a296f96a74e0a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8319a09804bf4" /><Relationship Type="http://schemas.openxmlformats.org/officeDocument/2006/relationships/image" Target="/ppt/media/image9.jpeg" Id="R434fa909c15d488c" /><Relationship Type="http://schemas.openxmlformats.org/officeDocument/2006/relationships/notesSlide" Target="/ppt/notesSlides/notesSlide224.xml" Id="Reca1136559874da8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26c9d7cad4e3e" /><Relationship Type="http://schemas.openxmlformats.org/officeDocument/2006/relationships/notesSlide" Target="/ppt/notesSlides/notesSlide225.xml" Id="Rb3c0adf4497047a9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516a2103b4706" /><Relationship Type="http://schemas.openxmlformats.org/officeDocument/2006/relationships/notesSlide" Target="/ppt/notesSlides/notesSlide226.xml" Id="R8ecb762b1c2f49fb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e290dca8a47d1" /><Relationship Type="http://schemas.openxmlformats.org/officeDocument/2006/relationships/notesSlide" Target="/ppt/notesSlides/notesSlide227.xml" Id="R5569bc93a4d44eef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9adfce6164e61" /><Relationship Type="http://schemas.openxmlformats.org/officeDocument/2006/relationships/notesSlide" Target="/ppt/notesSlides/notesSlide228.xml" Id="Re465b54bdbaf446e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a864a8bf74e57" /><Relationship Type="http://schemas.openxmlformats.org/officeDocument/2006/relationships/notesSlide" Target="/ppt/notesSlides/notesSlide229.xml" Id="Rf8e1873f95114e26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c494e5e11405e" /><Relationship Type="http://schemas.openxmlformats.org/officeDocument/2006/relationships/notesSlide" Target="/ppt/notesSlides/notesSlide230.xml" Id="Rc9b2afa06a804534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8eee96edb45ba" /><Relationship Type="http://schemas.openxmlformats.org/officeDocument/2006/relationships/notesSlide" Target="/ppt/notesSlides/notesSlide231.xml" Id="R92bef69164384002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a4552a0c4434b" /><Relationship Type="http://schemas.openxmlformats.org/officeDocument/2006/relationships/notesSlide" Target="/ppt/notesSlides/notesSlide232.xml" Id="R33fa3f69e3bf455c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0ff64d06047f0" /><Relationship Type="http://schemas.openxmlformats.org/officeDocument/2006/relationships/notesSlide" Target="/ppt/notesSlides/notesSlide233.xml" Id="Rb2ee7e58b11c45fb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5186521374576" /><Relationship Type="http://schemas.openxmlformats.org/officeDocument/2006/relationships/notesSlide" Target="/ppt/notesSlides/notesSlide234.xml" Id="R614be90ed06f4af3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13bd996014e90" /><Relationship Type="http://schemas.openxmlformats.org/officeDocument/2006/relationships/notesSlide" Target="/ppt/notesSlides/notesSlide235.xml" Id="Reb7022a570d040f4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b860251574450" /><Relationship Type="http://schemas.openxmlformats.org/officeDocument/2006/relationships/notesSlide" Target="/ppt/notesSlides/notesSlide236.xml" Id="Rd1ca328efc3b42a0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484148c8a4646" /><Relationship Type="http://schemas.openxmlformats.org/officeDocument/2006/relationships/notesSlide" Target="/ppt/notesSlides/notesSlide237.xml" Id="Reb28ab417ce64b42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5e6a620db478e" /><Relationship Type="http://schemas.openxmlformats.org/officeDocument/2006/relationships/notesSlide" Target="/ppt/notesSlides/notesSlide238.xml" Id="R2c60103bdc5d4e10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aeda20f774069" /><Relationship Type="http://schemas.openxmlformats.org/officeDocument/2006/relationships/notesSlide" Target="/ppt/notesSlides/notesSlide239.xml" Id="Rac673afd084a44ee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b2cff331042c7" /><Relationship Type="http://schemas.openxmlformats.org/officeDocument/2006/relationships/notesSlide" Target="/ppt/notesSlides/notesSlide240.xml" Id="R60345e0eac1b49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5CE61-A50E-4297-8761-01B0CA8B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1B402-FB89-4FFF-A4D8-BBAC5895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코드 리뷰 기준과 Severity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A53A3-4BC4-4C90-800B-F0C2527D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IPA · LLM AGENT &amp; 업무자동화 40H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BCD3D-B024-46A0-8C21-D6FAE541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09:00-09:50  (쉬는 시간 11:30-12:00)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96303-177C-490D-895C-59F81466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Finding · Severity · review_rubric.md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16450-B460-4158-9605-A32D5F3E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3A8D0-BBD2-4FFD-B94F-E9FD5C59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E3A56-DC69-4E19-875B-62325BD2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코드 리뷰 기준과 Severity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C1124-6F43-46AD-93FC-9FE6F88F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B909B-EA6B-438B-974D-B8C1C6E6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src/course_services/contracts.py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5B2A2-BDB5-477B-AE27-F30A4957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94553-8AE2-404B-B96F-D9F94449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review_rubric.md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3390C-B14D-4BD8-BBA6-9AC55E5C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3 · 코드 리뷰 Agent · 1차시</a:t>
            </a:r>
          </a:p>
        </p:txBody>
      </p:sp>
    </p:spTree>
    <p:extLst>
      <p:ext uri="{BB962C8B-B14F-4D97-AF65-F5344CB8AC3E}">
        <p14:creationId xmlns:p14="http://schemas.microsoft.com/office/powerpoint/2010/main" val="1192913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D843D-BA66-4F87-B675-B2A3EC89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 Intelligence Service 완성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E47B9-C1F1-45EA-BAAB-DDCA0A33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45초 결과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B479F-22E0-42F7-9884-2442BFC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05BA0-BF9A-4858-B6BF-ED486DCE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181FF-20DA-4259-98A7-3DF29480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68E73-99EC-4F88-ABE6-8C3B965C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8358aaf1a4bb9"/>
          <a:stretch xmlns:a="http://schemas.openxmlformats.org/drawingml/2006/main"/>
        </p:blipFill>
        <p:spPr>
          <a:xfrm xmlns:a="http://schemas.openxmlformats.org/drawingml/2006/main">
            <a:off x="5295900" y="1409843"/>
            <a:ext cx="6057900" cy="340966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3FF4B-3993-4E1E-A8A1-06A1E6DF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스타일 지적이 많아질수록 중요한 correctness 오류가 묻힌다.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024F5-1C0C-4F62-A658-5DA99E3D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4095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 계약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핵심 처리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실패 경계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판단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평가·실행 증거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EE46F-3E76-442C-98FC-9CFD21F8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048250"/>
            <a:ext cx="605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재생 파일 · assets/demo-videos/day3_service_teaser.gif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F22BD-A51A-4E16-AAAA-89B6B85E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오늘 8차시는 이 화면을 현재 저장소에서 다시 만드는 과정입니다.</a:t>
            </a:r>
          </a:p>
        </p:txBody>
      </p:sp>
    </p:spTree>
    <p:extLst>
      <p:ext uri="{BB962C8B-B14F-4D97-AF65-F5344CB8AC3E}">
        <p14:creationId xmlns:p14="http://schemas.microsoft.com/office/powerpoint/2010/main" val="8353124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6AEF7BD-696C-4D7D-936B-0FC0F85B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3일차 전체 시간표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F15BD-F82E-413F-8609-F9813F1A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하루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F5DAF-DCF9-4E39-A739-E93145B7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BCE1C-B148-470C-B630-616593A8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70390-277C-4BA3-9B44-E550AB1D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B73B5-FEAC-4BA0-9BA7-05B8E096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82A8A-F852-49B1-9C5A-BA296020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2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3시간 블록(30분 휴식) · 2시간 블록(20분 휴식) · 점심 14:00-15:00 · 3시간 블록(30분 휴식)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D6289-E03D-4B6D-9D26-D4274F54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464C8-4455-4B82-996E-913D589F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F8629-ADC5-40DA-848F-43B5FF23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145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5CAAF-3FF8-4718-B70C-C8E7306E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907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차시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512C4-6038-443A-A304-2D41CFA6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14500"/>
            <a:ext cx="405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5D611-50EF-45CF-AFC3-253E7ED0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90700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배우는 내용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2AE8B-85E3-4337-A271-975D7EAD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D03EA-300E-425C-9FE0-D01E76BF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3CD98-7BC2-4D69-815E-DC0D05D4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145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17AE7-FC2B-4787-B58A-05E119CE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5D360-4B13-4FFF-8647-16F8A3C9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D5866-E344-47FA-9040-DE17DDB2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A002D-1EB8-406A-85C9-F514830F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76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A9E19-5D08-47D8-B3D1-79513E82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43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1차시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DA201-3321-460F-9293-79BF9A5C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6AB40-2283-45CB-BF8B-48D54F1F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3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8F2E6-0ABB-42CD-BE44-7F469B07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63F66B-78EC-4804-A5A0-0E936EEF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DE709B-B7C1-4A78-AC68-A625DF2F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11EE9E-693C-4133-B7C5-C3765332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43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CD3B78-4A7B-42F6-861F-17F8166A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0D0B90-E8A8-40A4-8CA3-FD9D7127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D7FD4D-7A3C-4922-BA20-B01012F0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52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943FA2-25DB-4601-8F1C-AF8738AE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19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2차시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D9C5AC-615C-4120-AC18-1376C3B1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52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9E20E6-77C3-4B10-924D-BBF208D3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8BA89F-2F03-4759-A59A-BE7CF59B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554676-1F77-4115-AE58-F3C225F2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ABD3C7-DCC8-4A41-9A52-213AD733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2B068D-F6E5-4E2D-9E74-D57622D6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7317AF-C264-4E62-9A6D-699D5F0E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B31D1D-CF4A-4581-B654-07881C96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22E710-6296-40D0-BFFA-260EB500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28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89AC59-0ACA-4908-8B26-14F06012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5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3차시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E4B650-DB78-4D7C-A04B-87B0802D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1F34F1-7CF5-442E-9B0D-B51F135B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95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10335E-7826-4F9D-95FC-4D696BA7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1B180E-457A-4E1E-814A-03087FFF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95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AA8395-9E05-4F69-A81A-F5B82B96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AF19D3-75C4-489D-9091-B4F2B9D0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95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74B849-8183-4A38-8888-0B63A85C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069028-6031-40EF-9C5C-1BCDC4B1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CFF6BB-9AE4-487A-858C-686463C5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05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27B0CC-DED9-4983-BB1E-31B96350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71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4차시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F3541F-CB11-4438-AC86-889517B5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05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6F748F-8589-47F1-A41F-F83FEF80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71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6AFE29-5B33-439D-A166-CF2B7E99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91B64C-8368-4A2B-8753-71FCF4B5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71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2FCA91-0D23-4747-8978-53BFF477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05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7664C9-C9B1-4AF1-84DB-0A7C27B7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71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552C91-8B74-44C9-84C6-309CD616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950B42-26D7-4BD7-92ED-7841FA89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6435C2-42D8-4AC7-AF7D-43FBBC48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6B6CFB-DC10-4AA3-B7B1-1A89A341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48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5차시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D51212-23C0-42A5-99F2-EB1D6A69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B9868B-85EB-418D-B67D-9C8D3EB3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48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781F82-9A36-4324-804F-A96D3FAF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3342862-77C2-4640-9E96-DA6EFC2C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48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37A7E6-FB02-47CA-B66D-0A6BD2AD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9006254-82CF-46AB-8877-768459A5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48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1650B9C-2742-4E80-9B2B-A16A32B7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532620-0302-4C80-BA11-23F8D63D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D57C90B-FD31-4AFB-B1FE-CB702839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57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CFC77A1-9987-4450-A800-3DBF29CB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24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6차시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FF930B-14D1-4B31-88ED-367D98A7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57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7553BB-73D2-49C8-96CD-00123419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24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C8F35F0-E483-4675-AA97-E6BC315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57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1006C46-4F4E-4595-A14F-5389DDF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24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D6D4FEE-AF27-4F64-BB68-78E89058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57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00AC4DF-60AC-4B95-80A4-DF901D9B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24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77F872-D0A1-42FB-A3EC-85B5B3F4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961AB4B-6F7B-4BD0-9D36-EB5723C4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65F7794-6A99-4510-98F8-3F99162C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33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57D6FE2-C8A8-4BEE-B9B9-91A36A82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00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7차시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7BC7C57-4241-4C07-A2F0-B1A9A279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33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F5DF33C-64AA-4392-BE4C-E39EA7F9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81E9F8A-8604-4381-8590-EB84C397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9B3E6F7-E216-41B9-92E3-31DC02F8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3AC47EC-C5C6-435C-BF9D-9DE215B1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33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FD9AB7-62C3-45BB-AE93-30500770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00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BE24FA2-402C-4AC0-86AB-2C67A14F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8AE3B2E-9031-4C1C-A5DC-876D8DA8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5C0F922-6404-44E2-BE75-A2CD2F0F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10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39ED464-B2B0-41BC-A46B-24F9D767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76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8차시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AE79220-F729-4A88-A28B-7FBF9205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80822E3-A881-4779-B036-A6AF7C41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76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CA7D2B8-E2F3-4387-AC21-7C90E233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10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F390446-61CE-40DF-8E52-8D88C44E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76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 5분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1B7AF64-1C8D-444B-87BC-892D8186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10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B76F487-E535-46A3-A9C7-1F0D590B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76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8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3F848B-2D9D-4C2A-89FE-5FCF1ED8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11:30-12:00 쉬는 시간 · 13:40-14:00 쉬는 시간 · 14:00-15:00 점심시간 · 17:30-18:00 쉬는 시간</a:t>
            </a:r>
          </a:p>
        </p:txBody>
      </p:sp>
    </p:spTree>
    <p:extLst>
      <p:ext uri="{BB962C8B-B14F-4D97-AF65-F5344CB8AC3E}">
        <p14:creationId xmlns:p14="http://schemas.microsoft.com/office/powerpoint/2010/main" val="131809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4FC58-9C11-4584-9FE2-9A3C0F0C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9F8C5-F2F2-4B48-8BBB-C07EE82B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26470-FACC-4A28-A04B-935C2E69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8BA87-5B06-4243-8A52-CF40A8B6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BDD87-F5FA-40B2-BFB9-9D627204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AE84D-ACC0-4854-8368-D7653E87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1651E-9D01-4ADD-9454-4AE511FC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14B50-0011-4812-942B-2BFEBE33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P0~P3 severity와 actionable finding 기준을 합의한다.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5384C-D14A-4EC2-9F00-F9355EDE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8ACEC-35E8-4959-8BFE-55D689E1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6ADD6-6024-4C00-B2FC-5FC2C5F6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모든 의견을 P1으로 부풀려 개발자가 경고를 무시한다.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C40EA-9678-48B6-B1DA-3B230A0E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3E785-F83B-4A2B-AC12-C38CE2EC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7D057-E38D-49B8-B1BD-FABCCDD1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583979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18D0CB-CAB8-4F94-94CF-4E11D730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BD63E-8830-4DB3-8644-7C6803B8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FC017-CA67-4566-8DD7-611AE748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FE51A-8893-4DA1-BF26-2376A867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EA2CD-0EC6-4AD7-8678-3493C975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D3A7F-5AF9-48DA-9180-18EBCAF3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E1506-8363-441F-80A7-55BE48A9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8CD6C-ED08-4744-AA8C-03D20BE6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FCA3E-150C-4757-9AD3-D9E5E086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24159-ADB1-4650-9283-6BC46FB0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EC00F-A736-46CA-8957-0BC36E93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4CF8B-F2AE-4AE4-9111-6A0DE6E1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696D0-C0B5-44C5-87BD-36E9FF4C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42256-D710-4DA3-8463-A65FF962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한 가지 문제와 교정 제안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F75B6-C567-47DD-A1B5-5D883A35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3F7AB-1D88-4C52-BA83-84B78053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Severity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AC369-7EC6-486F-B51C-58F860DF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D7092-0AA4-43B5-B85C-5CE62E31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사용자 영향과 긴급도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C066E-49EA-4B61-8E4F-F0C80432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040E2-F527-45A5-9F57-6FCD399B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False positive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CF55D-C4A2-4393-BADD-1E55B11A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86962-9AA5-4674-9F38-563AB86A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문제가 아닌데 문제라고 한 결과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B577C-3F57-4073-A835-480534E1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EDE16-08F0-4251-9B66-3B1CF1B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965D12-4A0B-469A-8ED9-8FD01EED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07D663-1C8E-4120-A1EF-F9046FC4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근거에 대한 확신 정도</a:t>
            </a:r>
          </a:p>
        </p:txBody>
      </p:sp>
    </p:spTree>
    <p:extLst>
      <p:ext uri="{BB962C8B-B14F-4D97-AF65-F5344CB8AC3E}">
        <p14:creationId xmlns:p14="http://schemas.microsoft.com/office/powerpoint/2010/main" val="8838640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5C017-4006-444F-9294-E0F53CB5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353AB-64E3-44FF-985E-07AF2B18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F4E75-43BA-403F-B96D-B2354B3F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8C599-242F-409C-8F1A-66972306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41D0D-1DFD-476D-ADA5-41C8A9AC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102D6-9706-409B-B277-0629FF0A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EEDAD-6EB1-4775-A332-73641A62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2FD88-93E8-4521-992B-4E9E732A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7134A-9E9E-4D7D-8000-A7E52635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CFE65-A537-422C-AB08-D123492E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A2CE1-4D91-46C5-A85F-0508D75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 확인 → 사용자 영향 → 재현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CC72D-C816-4134-B0DC-8787A23A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28E73-B7B1-4593-8597-EF3EEDC1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8D962-627A-44EF-9860-F6E4ABD1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1DB4E-6A83-45CE-8B51-F3DCB75A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635C2-41F0-4606-96E1-0C03E2C8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DC31A-E9A9-4036-B211-443521E6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한 finding에는 path·line·severity·근거·제안이 모두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변경과 무관한 파일 의견은 게시 후보에서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4581990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B1394-20DB-4BE8-AC6B-83DE094B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90C61-F4C6-4C17-A5C7-B85C4AFB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FE51D-C5E3-4264-9692-126948BD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3D893-1E45-49CB-82F0-D8B04B2B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0211C-0FAF-4778-8933-59559FD8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81C0C-3243-4D59-9A87-BAA02427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84354-9B7E-4F14-B300-690A2082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8B257-051E-4B32-990F-D8BC7E80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67CA2-0528-4354-9ABA-69FB5A8A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63E47-3C9C-4160-B054-E4E0844D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C56D6-8145-4B50-9662-DC5D16FC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8F7E9-7BB5-4A99-9A0C-0A7404CC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6D8CA-8B93-4C7F-B3C8-FB181812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368CA-9CB2-4714-B2B8-EB177E5F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DCB31-DB67-4DD0-9B38-6F5F6D95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재현 조건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7557B-80C5-48DF-88B7-11E3BFC9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2B598-9630-433E-AF90-7B6A0E15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E80B0-BCE5-40B4-AD6A-DA38B73F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근거 라인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BF943-A39D-4150-907E-DCA6EEF6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E7B02-15B1-42D1-AC3E-3F3E5E55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CBA3E-F2C6-4405-8B1C-89635B15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가장 작은 교정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CB6331-AA39-46E6-99BB-21210522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review_rubric.md에서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084857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E6448-DD7A-4094-B634-588DA247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7F7CA-C1C7-4470-BF9F-1EDAF528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DB5C8-D9CB-41F5-A8EB-9AC57A58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771BC-F710-4FAB-8C83-60BCDB90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A6DBC-758B-4805-BA5F-FD246C8E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DAF40-887B-4804-AA48-50F64486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F10C2-6840-482F-8609-B1018250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98650-7E39-4081-8454-057A9D3C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한 finding에는 path·line·severity·근거·제안이 모두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9667C-4546-4349-AEF8-F9A5A6BA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B6A66-01EF-4A1C-B0EB-C59F4D8C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92BC4-C37B-4B1D-8D2F-BBCA5673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변경과 무관한 파일 의견은 게시 후보에서 제외한다.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965D4-F8D8-47FC-AB4D-0FDD50CC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1DFAD-4A9B-4991-8CE8-85C7AD3F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432DB-8FA2-4474-A267-ED5FB66A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D09D1-BA94-433E-BFCB-4CF6CE3C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DB0D2-4908-4085-B6C7-07FAEEBC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FAF38-EB9F-4CBE-BAEF-0E10D515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식별자·review_rubric.md</a:t>
            </a:r>
          </a:p>
        </p:txBody>
      </p:sp>
    </p:spTree>
    <p:extLst>
      <p:ext uri="{BB962C8B-B14F-4D97-AF65-F5344CB8AC3E}">
        <p14:creationId xmlns:p14="http://schemas.microsoft.com/office/powerpoint/2010/main" val="2069851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D1490-73B1-4D1D-BF70-07EE79EF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5CE7F-D53E-4278-8CF6-C5929EFD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4062E-9A5A-4C52-B3BE-E1CEF555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1BA3C-DD4B-4B61-9F98-E8FF2514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B9BF6-1E62-492C-8D12-41B9B948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2465D-049E-4ED2-B95C-1D75CDB2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1F733-3B13-4B32-B853-62A6277B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897D9-43A2-4306-823A-37A5D9E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4BB26-3567-4368-9D1E-ACB8616F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88F00-15EC-4EE6-BD76-5D30E64D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E3AC8-BD9D-458F-AF81-A358590A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FE108-A279-43A9-88D8-B2FF7823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src/course_services/contracts.py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F8B2F-27F7-4042-8897-D17FD6E0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BA529-3074-48D6-B2A2-E6E33C54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55A88-50F2-4FDC-B421-CE2C657F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data/day3_review_cases/unsafe_pr.diff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C8437-5F76-4061-8110-810914A5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B859E1-22E2-4F05-A377-AF2968AF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EAE7E-39EF-4C38-A3A9-CBD6A06F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materials/day3/day3_service_lab.ipynb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21339015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175546-0AFB-4E60-AF34-76D7A296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857AB-6206-47A2-BF47-2C3E1104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F2217-01C8-4704-9071-DB06FCB3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D4F36-B91F-4418-B6C6-0DBC7F55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97267-AE6B-4D40-AECB-0DFD0AFC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D5B11-4AA7-4545-98F4-220BEEBC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A982B-E4C6-4E99-97E5-F1249150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96745-711A-492F-B761-2C500554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한 가지 문제와 교정 제안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27B11-48AB-49E7-9F71-461D87C0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BF024-18BC-4C81-8F87-CD879F01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AGENTS.md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22AFC-4A68-4168-BCDB-62C589CF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Severity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78BEE-9C02-45E2-AAAC-C138F044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영향과 긴급도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D79E1-6073-435E-A8C9-0A8AE177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6870D-9109-4866-87CA-E1C54189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src/course_services/contracts.py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78AE-6641-44CB-A6D3-26DFF5C5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False positive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FD522-006E-487D-A773-9BD00B10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문제가 아닌데 문제라고 한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18EB5-8636-457F-8C2F-9D2A6DB9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BA567-B218-48DB-8C5F-96143FAD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data/day3_review_cases/unsafe_pr.diff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EBD7C-E1FA-471E-B0ED-FBADF0EE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6EDB9-465B-4A19-A1D6-D2C56A86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근거에 대한 확신 정도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3FDCA-6C03-4C5B-989D-9D6580F0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6E74B-3920-455E-938A-EAD3225E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materials/day3/day3_service_lab.ipynb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2088725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2434E7-7DD9-4DF1-AE17-A28BEBE3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5ACB8-0CEE-4509-B4C6-A0390197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30075-5224-48F8-8604-39E6C898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CFE60-389F-485B-A15B-911267A2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B072E-5D9A-4B3D-AF85-BE58B15E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C5BC0-564F-47B9-AB2E-17B1C461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5FB69-ED94-4D67-B10A-BB66725A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44A1B-6E3B-4995-9545-BC3354BF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F30BB-5C57-4466-907A-CBF536B5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0B545-0929-4DBE-BBD5-CE8B22F7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BFCC2-97FD-4494-BCA1-C5F48ED1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AF117-4666-4948-8651-C0232EFA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3C455-31AD-4888-8695-AC099199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B0877-325F-44E3-A590-34CFEF73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406B6-FFFD-4182-B9ED-4F5D8516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288B0-7FEE-4138-8508-366D1CF2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 확인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FCC26-7EB0-4067-8468-8F7B3953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D3933-E0C4-40EA-BB1B-42E60B10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9AF42-425E-4706-A631-B599DA02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A4D84-3BD6-44FC-9CD7-2EFB9DA0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Severity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6A072-BA76-4E7D-AEF0-508D43BB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B2CD6-995F-476B-A78A-BD1C009F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사용자 영향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608F5-F302-4DFB-8E1C-FF1E656A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8EBDE-F536-40A4-AFE3-6274FA82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4BEE2-E2EA-40E3-9832-0EDE6611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88D6CD-DC5B-4DD5-8A8D-A0229A09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False positive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6570A4-548A-4743-A898-B747817C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74073-1DE1-4B26-B23C-0F152B70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재현 조건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B93C11-8BE8-489D-A9BF-F4022954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1336EF-C03F-4639-94AD-1F6A0B32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FC2159-8833-46D5-BB2C-36B29FBF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1DAAA6-71C7-4860-A9E0-2245BF6B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Confidence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06D1E3-64E4-4C50-8737-38C21490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CF23A4-250C-42B1-88A5-2FE3D4CD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근거 라인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76AB83-A659-49CB-BADD-A633D64E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EAC57A-C9B3-41FB-A37B-510212A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9125286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0297D-AF5F-40D5-911B-561BFAB3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16630-A30F-4A78-ACEF-8D032A1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08638-0B0B-483D-985B-90D8929C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14AE2-C876-4736-8363-C839AE0C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E7013-A251-4469-BF81-97C853D6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90332-9A68-4485-944A-88085FA0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0743A-A882-4975-997D-52BAF544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2E306-49DD-48F6-8D35-24FA3899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528A4-BF50-4B8A-BDCA-0B549AC7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모든 의견을 P1으로 부풀려 개발자가 경고를 무시한다.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8B7C3-34E6-42E6-9A03-7CCDFDEE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3CCE7-14FC-49E2-A5C0-54B88671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모든 의견을 P1으로 부풀려 개발자가 경고를 무시한다. 상태에서는 review_rubric.md을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08707-28DF-4D89-9C97-2FAC4EC7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7331033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AC8EE-496A-4592-8E5A-CD5DB1B7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1DA2B-79EF-4D1A-86AE-E31EDE3E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A0AE9-EF3B-463D-8105-5AFAA26C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AFC7C-8F7F-4831-8050-D9FFCEA7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AA923-CEE9-41CF-B55E-ABB7FB3E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0FE24-366E-47AB-9BFE-53FF5FAA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F845A-89BA-45DE-9D09-08857DF3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DCC40-A7C7-4F9E-8238-9DFE9039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79E9C-B69C-4CAC-BC9C-C038E53D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변경과 무관한 파일 의견은 게시 후보에서 제외한다.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741A5-CBB2-41E8-83FB-4A902C70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49D76-BF32-4F08-9319-B8F13617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88970-0B7D-4B79-8F9E-AF0740C2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모든 의견을 P1으로 부풀려 개발자가 경고를 무시한다.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BAD81-C2F7-4420-96CF-808EFB11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50B9B-886C-4ACB-A485-92A6E6F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E50EA-9BE7-4D86-A6B7-089AEC0F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correctness·security·data loss·contract break에 집중하고 style은 linter에 맡긴다.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055B5-EFA5-45BC-82A6-E83E0A6F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083F6-900E-4B18-844C-B16AD40C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7386C-39D2-44EA-AB1D-87EDAAB8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review_rubric.md과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298716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66FBC-8B61-47F7-95DE-D572FFF8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F0EE5-1D5E-49FC-AC78-ED4D0166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CAFEB-5EE6-49E4-BA5D-D6952B9C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AFDB5-0D2B-4586-A2B0-25615B7A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954C7-E611-405B-915C-C85FD04E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165E0-EA2D-4ADA-886B-6C47AA6B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bbe6acb164063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B697B-43F4-4A85-B62A-AB8EDCDF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src/course_services/contracts.py의 책임을 찾고 review_rubric.md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4EB41-0ABF-4D62-98BF-D7EE48E8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코드 리뷰 기준과 Severity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8954702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21B87-2F6D-410F-AE09-DC2D13B3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BEAEA-7EB3-4B71-9A44-510E38DA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CBEAE-E5BE-49F4-90FE-34D83154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3D262-E8A5-439A-A267-646939AB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D66CE-5CD0-48C9-8247-D686D12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94E6E-61CC-4D33-BD84-89B0BB58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65235-5508-463F-8E68-3BAAADD1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25314-FA95-48A9-9708-0E6C56A6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AF67C-69DA-4EF9-8F58-8E940735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 리뷰 기준을 읽고 바뀐 라인에만 finding을 작성하게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C21AB-A9FD-46EF-9CF9-7773EA8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02B36-5664-494B-8B77-AF22ADB3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C6331-09FD-4F78-B2C9-1ACA29B8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src/course_services/contracts.py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data/day3_review_cases/unsafe_pr.diff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EE0E2-A89D-4D1B-B1AD-58183AF6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BCC95-3420-46B0-BE16-FF8FD17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AB512-DD78-46F4-8B10-5DAEDB33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한 finding에는 path·line·severity·근거·제안이 모두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변경과 무관한 파일 의견은 게시 후보에서 제외한다.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92920-BF88-4892-A243-854763C0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94BB6-9590-48E0-B43F-56075AC4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31F5C-A1BC-4915-8629-8ACFD3E1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5147483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52CE8-D264-4FC4-B71D-EECE56AA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8CEF3-7D40-4F64-9ADD-EBF20CFB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4E8C9-9AE1-4299-9ED4-994ED7F8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035A9-16F2-4152-B446-5E781701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6DCCB-8F3E-4417-B608-E328B7AE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8E0F0-F992-4A71-B76B-6E668EF8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60CD5-062B-4154-BE6F-640A6EB9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38B72-DC7E-4865-B8DF-4BAA7122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11F4D-A328-41BE-8BE1-DF108C5B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709E5-3D97-4B7C-8EEE-494404B8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62642-0204-46AA-B26E-5EB3C8C1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E3AE2-FB72-49E3-B470-09CFF5EC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146CB-198B-44EE-A51A-3D5E8FAA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55BF1-6D64-4B0D-B073-8A2002DC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한 finding에는 path·line·severity·근거·제안이 모두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C0E3A-628B-4510-AE7D-230BAD83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B0D51-FF6E-4C30-B5A4-17B1052D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AD0A3-726C-4D4B-A2E8-D9BC82BE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A9EE3-F98D-4557-8E91-7FB465CD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C332E-6C12-4C3E-9A8E-CC880267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115D2-9C9A-4DF9-9E73-8DF06CDA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D5AD0-1654-4116-8AAF-FBCBF50B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E700D-9612-4769-83A1-40677048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2157214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11223-517A-4A98-A290-0996B37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05012-C0A0-42E6-997C-27F57952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D22F5-55DB-424C-B108-DC30EE05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78A25-2A74-487C-8DB1-D6026B88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0F283-10D7-4C34-B13B-324B6240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C316F-5659-45C1-A549-84BE8FC9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1D111-1D2D-4F37-A23D-BC5E0DBE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9AB99-CDC5-40DD-8035-7385CD4E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4DE6A-2B51-4942-B44D-6E52A101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B5329-F78A-4121-B6DF-8BB92CF8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34417-E29D-4EB3-8484-599DE63F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27F81-0668-452A-ACAB-17BAECCD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src/course_services/contracts.py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9CA5E-1BEB-48AF-B6C0-67CBE420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94714-9CD8-4F38-B442-F7B33F2D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0982B-974E-47C9-BB6D-B460F990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maps_findings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0EB77-6E5B-42AC-9E55-BEAFB0B8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D331B-6D50-4FC4-B913-6E796B08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5441C-4F34-44DD-8FAB-1B450196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한 finding에는 path·line·severity·근거·제안이 모두 있다.</a:t>
            </a:r>
          </a:p>
        </p:txBody>
      </p:sp>
    </p:spTree>
    <p:extLst>
      <p:ext uri="{BB962C8B-B14F-4D97-AF65-F5344CB8AC3E}">
        <p14:creationId xmlns:p14="http://schemas.microsoft.com/office/powerpoint/2010/main" val="20040955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BD298-CB97-4B19-91A9-317960E7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D3ECD-4AD1-4CE3-A67A-858FC734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3A803-4DDF-4BDF-A0DC-C968A818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446D9-13F6-410F-81A0-CCEB8E4E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4DC86-CFF8-479E-AA1D-96A69164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6B869-9C7F-4FE1-9584-A2E70029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4224E-4F4A-46FD-90C8-17E537F2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2A3B8-9C12-4BBA-ADD8-36FC962F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D81E2-9897-48B0-888A-92E05A83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 -k maps_findings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21901-2F39-418A-BC9D-256FF787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485B9-6DFB-4E4A-9D2A-25320FF9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4430442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36614-F58C-4485-A462-742357C3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01_review_rubric.json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52BD2-7A31-42E7-AAC3-9AF2AEEC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CD984-A6B5-4552-A681-CB585DF0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C5FBC-4F43-40B7-8AB2-EFC71FE8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4D3CE-9792-4312-B4E3-D79AA49A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18296-BA5E-4F55-BB64-9CCD09A1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E3954-FD40-46D4-AEDB-C41B9473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0AE3F-8B4E-4087-8838-0F0B6E82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"required_fields":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"path",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"line",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"severity",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"title",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"body",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"evidence",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"suggestion",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"confidence",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"rule_id"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"severity":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"P0": "즉시 악용·데이터 손실",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"P1": "외부 상태·핵심 기능 위험",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"P2": "복구·운영 품질 저하",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"P3": "국소적 개선"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"excluded":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"style_only",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"unrelated_file",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"invented_runtime_result"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43768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764C8-07AC-4D75-96BF-F5B7F7FD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C1300-F037-42B5-8DCA-522A69E3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29B98-C68A-494B-99DD-DBE681BC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15557-18A9-4A36-AD7C-0D289D89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44652-781E-4B27-96AF-B1E1EAEC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AA849-7779-4DAB-A4C3-4A20EA88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188F2-6BEF-4577-BD44-885B1DA5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97436-2395-4EF0-9E6B-EAD9346E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변경과 무관한 파일 의견은 게시 후보에서 제외한다.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FC344-07BA-4908-89D3-ABCC4EBB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BC2C9-D9BB-4823-9CAE-F8BC80F2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CD7CC-0ABB-449E-BF81-8BEA36CE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correctness·security·data loss·contract break에 집중하고 style은 linter에 맡긴다.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039DF-BA5E-47BD-98B9-2D029C36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변경과 무관한 파일 의견은 게시 후보에서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19222928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FB993-63A2-4A80-ABE5-F2687B38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2E26E-6FA6-42A5-8E49-64BF79DC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48FEE-6878-4CFA-9D8C-5293AE2E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80D1B-8198-46FE-AD71-81E8CF1D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64640-7CB8-424C-9415-9A040FC6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747AF-2231-48D0-92DA-C0FD989B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16778-5266-45FA-A7DB-1773867C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720EA-DBB7-4F40-A290-862AE566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src/course_services/contracts.py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data/day3_review_cases/unsafe_pr.diff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78C47-581D-4BF0-B517-DDB77327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A09B2-A886-4F1C-A664-691CCAD5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5C9B2-036D-4ADE-B645-CA8A0B9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C246E-08D7-4D51-BC2F-C4F0D904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한 finding에는 path·line·severity·근거·제안이 모두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 저장</a:t>
            </a:r>
          </a:p>
        </p:txBody>
      </p:sp>
    </p:spTree>
    <p:extLst>
      <p:ext uri="{BB962C8B-B14F-4D97-AF65-F5344CB8AC3E}">
        <p14:creationId xmlns:p14="http://schemas.microsoft.com/office/powerpoint/2010/main" val="19176704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450D9-A978-4089-B451-6F5AD4E8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06C92-860A-4BD0-9F4D-B898DA9A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8CBAA-243B-4959-838D-39D2225E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02B2E-391A-4073-B1F6-6D58914E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F5B42-D1E5-4B18-BC63-3785EFD0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9AF0A-13E0-4E13-8DBD-C753B037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4F370-9931-4850-8FB9-BF50AF18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materials/day3/day3_service_lab.ipynb · 1차시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27BC1-3E61-4859-9068-20CEE6A7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86A0E-8B86-4052-BB15-EBC72512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review_rubric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"required_fields": ["path", "line", "severity", "title", "body", "evidence", "suggestion", "confidence", "rule_id"],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"severity": {"P0": "즉시 악용·데이터 손실", "P1": "외부 상태·핵심 기능 위험", "P2": "복구·운영 품질 저하", "P3": "국소적 개선"},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"excluded": ["style_only", "unrelated_file", "invented_runtime_result"],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save_json("01_review_rubric.json", review_rubric)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review_rubric</a:t>
            </a:r>
          </a:p>
        </p:txBody>
      </p:sp>
    </p:spTree>
    <p:extLst>
      <p:ext uri="{BB962C8B-B14F-4D97-AF65-F5344CB8AC3E}">
        <p14:creationId xmlns:p14="http://schemas.microsoft.com/office/powerpoint/2010/main" val="4893151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49E17-EAA6-4E9B-91F9-44C88029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B5D67-2F4C-4D5B-8CF9-E04C3738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C66A4-109E-4A79-83D5-3C921012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2398E-657E-4144-B435-E7308DD6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8FF2E-DEC8-4822-BE69-FA432B58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452C1-4E09-44ED-B0FD-ED1A79AC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4D437-3E2B-41F0-B111-67DD0457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CB601-23B7-456C-9C78-71C1BDB8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 -k maps_findings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C7661-E5BD-484D-AB35-F659F586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output/course-labs/day3/01_review_rubric.json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6CC99-9DCC-4E5B-B4B6-C34DBA76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한 finding에는 path·line·severity·근거·제안이 모두 있다.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review_rubric.md의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6789528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2D2A1-51A3-49F3-B24A-2DA643C9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872F3-C4CB-425B-A63D-37C0B202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887FB-B9FF-4EE9-ABA6-AED81919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6C5F4-D1FD-4501-9CA7-68299AE0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9AB0E-DB52-4692-ADA7-7690DC8C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6A0F9-DEB7-4124-BC4C-E3B0C629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A7766-1FD2-433A-A7C9-887FFBB0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변경과 무관한 파일 의견은 게시 후보에서 제외한다.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0B3A4-0A78-467C-9F7D-42E613D5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DB6C1-41E5-4917-AA24-E594B3C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"output/course-labs/day3/01_review_rubric.json"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AFEFC-4E84-43AB-876D-0107784E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029369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B94CB-F0B3-4173-A79E-1E4D0F4B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7BA7D-0337-4CFA-8ED7-F0D4BE6F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439E0-A047-4B12-8D7A-79EB1839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EBC3A-6638-44E9-A65C-ED678DF0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27AA2-302B-4C53-AFC6-474F1BE8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365D2-C7A5-4107-B195-C5019E17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0C21C-2631-4582-88C4-F17E6ED8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235F3-B93E-476C-9C80-70DBB4E0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4E99B-DD66-4117-A262-490AAA5C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한 finding에는 path·line·severity·근거·제안이 모두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B20E9-4C5F-459F-80C1-22A627B7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1C096-F124-4368-89A1-46712118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186D5-5EC8-4901-B16A-CD29F9AB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6592B-8FBA-4E0B-A8FC-43AD3949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5D230-69F2-454C-8019-788C0772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3C5E9-15EB-46C9-A8EF-D37B1CE2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73407-1FFF-4415-A4B8-F7518A72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42AA3-91CF-4966-80CD-11B7CEA9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F7474-973B-4A82-A34C-B941FBFE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8597891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49F23-0CB2-42D7-AB83-BC0EEA79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26698-7A0E-4513-B609-95E7366B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453DD-3AFB-4997-891A-8B1B3341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C89C4-44CF-4642-B483-02615BD5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FCE65-5FC6-47D0-A9CA-E3B86F9E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E8F54-3021-4AAC-B0FC-CC6A5A13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182DD-FB8C-4AB3-B631-5B793717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02048-B0EA-470F-B486-BCCF76EB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896E8-B1AB-432E-85EB-7D160679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변경과 무관한 파일 의견은 게시 후보에서 제외한다.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C5089-4A98-495E-9D3F-4C6465FA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D05A1-AB2E-4D52-8A12-DC6AF2E2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6DBAA-3E26-4A55-BBAA-907EC6E2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2BB93-72DF-4CDE-B0A6-02BC1154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36921-776E-4734-AC19-10F8926E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9E443-F9A3-433F-A2B3-4705E29E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A8EB4-C0FC-4F97-8B85-E8C795CC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08DD8-2FA0-46D2-ADCA-B6C091B1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507CB-59AD-4480-851C-051CA970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변경과 무관한 파일 의견은 게시 후보에서 제외한다.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7659684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332A3-B4E9-4602-A47F-C911944D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FD87A-71B1-4047-982A-FE3474E8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2CFAF-7429-4559-B18D-D001775D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C8B24-84FE-41BF-9409-CFDBD7AF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B54CD-C7C9-493A-91B9-210DEBC2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A59E3-7D1C-4772-BCA1-68964B50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BDB79-761C-4947-8A45-CDD75CB3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작은 팀의 PR 대기 시간을 줄이는 첫 번째 자동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6FE3A-548A-4456-9261-B773EF60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B83F6-BE08-4184-A871-BEFCEA55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96100-8754-4DD3-A5CD-158CD404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8FF6F-8050-439A-803A-1080552A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E438A-ED89-4C8B-AF80-D8289750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220BF-1411-4020-A1AC-509914DE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작은 팀의 PR 대기 시간을 줄이는 첫 번째 자동 검토의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F362F-73AF-42FA-B912-BF64236E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6D6FE-18C1-4599-998A-2E1D218D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6A92E-B96A-404B-84EC-A51C8788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D8796-17C6-46C6-8BBB-F0F1BE9F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99D4F-6704-451F-B278-2B7BE51C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8DA04-9F96-445C-A800-23489AAA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5428514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757AF-3138-4FB1-A588-417223E2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7161F-8E0F-4CF5-9CBD-08EA87FC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4E8A2-A237-40E5-B2FB-415E86F8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F6176-A34D-47C7-869F-BA3AD9C2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651B9-01E0-4B4B-9670-5E0224E2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2F389-DAB2-4DDC-AE30-E2791711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C68DF-8BC6-4E98-8663-5A08DA3A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DB285-8698-4260-ADD4-EE551700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5B7C0-AC9F-4070-B39C-8FCC2AE8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3B2BF-798F-498F-8B95-7EF23F1F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모든 의견을 P1으로 부풀려 개발자가 경고를 무시한다.의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603AA-F923-40F4-A41E-AB9D2232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B03F1-3349-4F05-A7AE-F7A7079D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02A33-973B-48DD-A925-2E0C047F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3FDF1-40BB-4C4C-9AA2-7E2FDE8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822A8-882D-4345-B480-B28B3ECF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7A717-E919-49C1-96E8-5CEE9EAB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 리뷰 기준을 읽고 바뀐 라인에만 finding을 작성하게 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CAB96-9D12-43FA-9D14-E32D6659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EA12D-9E3A-47CD-9673-4EBBB1A2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84EA3-2C1F-4069-BF67-97E66ABB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209044400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65507-B664-4C45-9F02-765175C2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8039E-35E9-44A2-BAC3-7D98A0BC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4478A-9504-4AE4-A7B6-2BB7D7D8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168A6-D1D1-4454-9229-9A1ABF2D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85FB4-5296-49A3-BBB4-5F8A8938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B9DA7-05ED-4417-B512-08EEE09F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5D5F2-7234-486F-8D01-C40D71CD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7474D-52D8-4B56-9D6D-68078C9B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C4364-A1F6-43DB-87DF-691BE4CC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한 finding에는 path·line·severity·근거·제안이 모두 있다.로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0C94F-DDDE-49C2-A109-57B13D38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52BC2-A146-406F-B93D-B5D59A09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C053E-59ED-40FB-95BA-751EF028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 리뷰 기준과 Severity의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552A0-06FB-4F66-BE89-879D024B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55EC8-BE26-4910-AA30-D5A60E7E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5F535-5B08-4F47-9EB1-DD4E37F5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모든 의견을 P1으로 부풀려 개발자가 경고를 무시한다. 발생 시 review_rubric.md에서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88461-70AB-4E57-A5BD-76B02888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E1850-F3B1-4DCB-B0EB-F63B3CAF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776CF-185D-4749-8C54-F4B45936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9977823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AE384-DA3B-4755-A2E4-A972C7F8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095E9-B81D-46F2-B187-B62DB7C7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2CE91-CF98-41BD-82DB-959C824E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2446E-9859-413F-AB55-D2DACBFE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56250-E087-4A2F-AAC0-60A66C53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2E199-6039-4AD9-81EC-E074645D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F499F-034A-4340-B737-5256C2DD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2AB5C-247E-4E3B-B939-AE4BACAE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3B24D-B5DD-4C72-87CC-399002C2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코드 리뷰 기준과 Severity이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F6EF8-8198-4910-8DBA-D3D3C7A4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DAF1F-2AB4-467C-A213-E7905E39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E1C31-A193-429E-A8EB-FBF3A631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maps_findings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D47A2-431B-4B99-A912-112CDF1F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957F1-D784-4876-BB3F-E602E109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2C065-8889-43B7-8313-98F67FBD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review_rubric.md과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F6263-277C-46DF-B21B-5C3D7158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Unified Diff와 Line Mapping</a:t>
            </a:r>
          </a:p>
        </p:txBody>
      </p:sp>
    </p:spTree>
    <p:extLst>
      <p:ext uri="{BB962C8B-B14F-4D97-AF65-F5344CB8AC3E}">
        <p14:creationId xmlns:p14="http://schemas.microsoft.com/office/powerpoint/2010/main" val="7224210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02FF2-363E-43FE-B848-882FF189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965ED-2F99-418C-B58F-64398C9E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Unified Diff와 Line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EE0B0-2CEC-4A44-946A-0D837E04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3 · 2차시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ED30B-D788-444A-B871-0DCC926A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09:50-10:40  (쉬는 시간 11:30-12:00)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C5B61-C127-4770-BADE-A8EF5864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Diff · Hunk · parsed_hunks.json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CE284-4D13-412A-AC78-A9B72D96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0A8F9-EBAA-47D7-B90C-04B9E4F4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429F3-8AEB-4153-901D-E0F0485C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Unified Diff와 Line Mapping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58492-21B2-406A-AA28-256AC941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E8884-8460-4793-8531-08333901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14C59-683F-489B-8F37-6CE18A9A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07CFD-D3DA-44C7-AAE6-49C79072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parsed_hunks.json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C3183-B5CD-40DB-BA98-91FCF08B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3 · 코드 리뷰 Agent · 2차시</a:t>
            </a:r>
          </a:p>
        </p:txBody>
      </p:sp>
    </p:spTree>
    <p:extLst>
      <p:ext uri="{BB962C8B-B14F-4D97-AF65-F5344CB8AC3E}">
        <p14:creationId xmlns:p14="http://schemas.microsoft.com/office/powerpoint/2010/main" val="2033555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32E24-B4CA-477D-A730-B0ABC6AA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2차시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DB1CF-A328-45B2-84AF-D3E1B699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0F503-933C-4069-AF97-0FAF5A0E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A3F5B-3632-447F-BE59-007046C3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3ABBB-3854-4FD3-B59F-61DC9F15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EB46B-99C1-4E3A-8759-CBCCA713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D0D79-AB07-44C4-9185-8F911B15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41063-CCFF-41D9-828A-733C21A5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B4249-75AB-4C80-9A8B-D4AEC72A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review_rubric.md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B4441-E4FE-493C-BF77-5A7F7B53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3C0EC-F2E3-45B1-A7B4-9708DDA0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5908A-63ED-4E62-8BF5-154AA0DC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18E79-762B-40E7-A3C5-8A110B19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5A537-791D-4F88-AD18-BA2E2290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D63CE-0EED-4034-B442-0A6EF57D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65F3E-D82B-4C88-9FBB-6A7B435F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B1B00-3832-45BA-8819-AF2F8892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9BF19-8F19-4D82-9A5E-6085676C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</a:t>
            </a:r>
          </a:p>
        </p:txBody>
      </p:sp>
    </p:spTree>
    <p:extLst>
      <p:ext uri="{BB962C8B-B14F-4D97-AF65-F5344CB8AC3E}">
        <p14:creationId xmlns:p14="http://schemas.microsoft.com/office/powerpoint/2010/main" val="154692760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0AB0A-8305-4F57-BE5B-3902FD46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BA7B4-4BBF-46C0-AD79-4F9D632D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628E6-A196-4C78-B0B1-8F1C3481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42DFE-3D9E-4F4C-93E0-D583C457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F9E98-BBAE-4503-BAEE-755A8ACE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CD5EE-81EA-46D3-9243-D281AE66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내용이 맞아도 line mapping이 틀리면 GitHub comment는 422 또는 엉뚱한 위치에 붙는다.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1BF23-4E60-4E7B-A04B-FA60AD1B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+++ target 확인에서 parsed_hunks.json까지,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C7651-CBAA-4886-8DD3-3D5ADF56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B9AC8-FDFD-4D87-AA7E-1A9F52AC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parsed_hunks.json</a:t>
            </a:r>
          </a:p>
        </p:txBody>
      </p:sp>
    </p:spTree>
    <p:extLst>
      <p:ext uri="{BB962C8B-B14F-4D97-AF65-F5344CB8AC3E}">
        <p14:creationId xmlns:p14="http://schemas.microsoft.com/office/powerpoint/2010/main" val="8781209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7B559-4903-4D6B-AE2C-DAAEB062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77DE4-D939-4451-80E9-830D7997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9B0F4-7157-4FA2-98E0-978199EA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C49A8-343F-4A4D-A1C8-51C362A3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9A4E8-EA81-4AD0-8603-A966DE91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662E2-E565-4204-974A-9566F91A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067F7-B8BB-4C73-9C48-58B80C4F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A7172-9B61-4F10-BA4A-DFF9444F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hunk header로 새 파일 line number를 복원한다.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8EC53-062D-402F-9958-48B77033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C7106-8191-4065-961F-5F40BD88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91872-5270-42F9-AB75-8BBB68FB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파일 header와 코드의 + 기호를 같은 것으로 처리한다.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C01F5-75E8-4479-9E07-B86703F3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80777-CF0C-408E-B9CC-923673AE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D29D4-A734-45BC-9981-63ECFD33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36043480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19A1CD-1F9C-4328-A0C1-21EC5EA8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D9F81-7F3C-4731-9CCD-9F07F6C2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69752-F2DC-44DF-88AC-9701E3AB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8E20A-D600-48C7-BB5E-528DBCFE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E6DDB-F0A0-41A7-A6F9-D52D4A0B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DBAD6-4761-4692-8E53-767C7070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F6D57-D7A1-4C62-895A-0B324E64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42872-2648-48E6-BA68-98405D48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F7DB1-48AD-4811-AC45-1A7C6531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5B0E5-1A07-413F-A753-763B323A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F13C0-C78F-4D17-A9F2-9A47728D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37579-DCC4-4425-BF94-89DE4819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E4A99-3D23-4940-BE36-B06C6F05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0BD1E-17C4-4403-985C-B394089C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 전후 차이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D3836-6310-4F10-8A74-412EBA59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2CB42-1508-4552-8EB3-44905276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C6791-A4E5-4E65-9B22-EFA0FCB1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A6538-6BE3-4D75-A9DA-414347BA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연속된 변경 구간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C53DC-2AC0-49E5-9350-5776AFF6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5B2D8-F54A-41CD-9F56-EA97C3D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Old 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423E6-D4F8-4D74-B28E-8593CA2C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8B36E-0182-4BD5-B9FD-009DC074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 전 파일의 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4A35E-5F81-4787-BD8F-F54765C9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32CB31-DE67-47B9-A960-2F26FB71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New 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DB971-2DBB-4122-B8FE-056B1775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53F890-17C4-4E48-8D92-FF807418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 후 파일의 줄</a:t>
            </a:r>
          </a:p>
        </p:txBody>
      </p:sp>
    </p:spTree>
    <p:extLst>
      <p:ext uri="{BB962C8B-B14F-4D97-AF65-F5344CB8AC3E}">
        <p14:creationId xmlns:p14="http://schemas.microsoft.com/office/powerpoint/2010/main" val="59077569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E71AD-A5F0-464D-8F61-23320D87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CF1BE-A83E-4F47-B185-05CF634B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9D7F1-AFDB-46BD-A042-CCED8696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4558E-932A-459C-A06B-A618D2B1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26A3E-B454-4703-8111-04F50C8D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AA896-A13D-41FD-A1F8-7AFE4277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B4605-2B5B-465F-A120-2B45F0D4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5DE9A-C32D-4A82-9231-35FAA148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4797A-C121-4F65-B70E-FADBD623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EC0AD-D6D4-4A9B-8EA1-B975725D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C081B-552A-4D41-A861-3768B895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+++ target 확인 → @@ header parse → context는 양쪽 증가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5BCB5-82A0-4750-9B9E-1FB7DCD6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AC7F9-01B3-4597-9111-6F7E8199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5A89D-6AA3-4226-8B81-48CFD2CD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340E3-5000-4D4D-8141-8104DC8B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216D1-1174-4B95-994B-A6510B5E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49E4C-8A30-4A1A-BA22-BC965CB7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추가된 9·11·12번 줄에 finding이 매핑된다.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absolute path와 hunk 없는 입력은 구조화 실패다.</a:t>
            </a:r>
          </a:p>
        </p:txBody>
      </p:sp>
    </p:spTree>
    <p:extLst>
      <p:ext uri="{BB962C8B-B14F-4D97-AF65-F5344CB8AC3E}">
        <p14:creationId xmlns:p14="http://schemas.microsoft.com/office/powerpoint/2010/main" val="207016680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F48CE-2B43-459A-86B3-33FC5727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B0F3F-D24B-45AB-A40A-6BC6CE94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0EC74-B021-4C63-BF96-BBA698E4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E12C0-E165-4E42-B038-EA0F6361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E5093-D373-4B81-A480-0537B8C6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9B3AA-A16A-4D68-B2F1-18DCEE49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D365F-9015-494F-86AC-CD116AC7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E9CB8-629D-43A6-9535-3933C594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32F3B-28FF-4006-A20D-24D25967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+++ target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C4739-B15F-4558-A70A-33A56618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371C4-14AC-46F3-8E66-AEE7366D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F2250-33F3-47FE-AA32-F6EED070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@@ header parse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C1255-8A3E-4CCA-9ECF-EBD182A2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A184B-035A-4CD5-A555-016C3C44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1FC92-FB82-41DA-87F6-15AA8B06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context는 양쪽 증가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164B9-5707-4375-87BB-18A9C4ED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55FF2-3A73-420A-830F-E3C2B0D9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822F0-EFF5-44DD-A0E2-5A57305B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삭제는 old만 증가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87306-4E93-4DCB-A7D9-E5A02FA7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2DAD8-5F5B-4784-BDB5-4EE1BF51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519E2-351C-4EE4-88D4-BB3EE77E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추가는 new에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E6E3CE-31A9-44E6-9E06-D2C63802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parsed_hunks.json에서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48007321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34F5B-E92E-46D5-BE3C-E01354BE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A4EAD-A39E-44D2-B162-28A04881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5E1D9-2A19-4A27-8717-DB0EED33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3A7A8-A120-498D-A7DB-D7D5522C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285F9-A615-41DF-8C73-0986741F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E1167-8752-47F0-9B93-474A71A1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4F7A8-8904-4B4B-822A-2097B60F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A8ADD-A617-4A55-A17C-8C94C1A3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추가된 9·11·12번 줄에 finding이 매핑된다.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644FA-0274-4A0B-89BB-63A284E6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9BDEB-35B8-4A8F-9DB8-2F1E0BAB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D33B8-FB9F-4E27-8439-0CCC0F79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absolute path와 hunk 없는 입력은 구조화 실패다.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95BE6-6283-450C-B82B-8C0E3FE8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4A2CF-A842-490E-A39D-65744845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E6589-B9DA-439A-A333-9E15FD44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FE3F4-DA08-4ABF-B12D-AE171471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E4CB5-6E23-4617-AF5D-83E3060C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77497-9CD8-44EF-990A-8341B081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식별자·parsed_hunks.json</a:t>
            </a:r>
          </a:p>
        </p:txBody>
      </p:sp>
    </p:spTree>
    <p:extLst>
      <p:ext uri="{BB962C8B-B14F-4D97-AF65-F5344CB8AC3E}">
        <p14:creationId xmlns:p14="http://schemas.microsoft.com/office/powerpoint/2010/main" val="30842915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CDC62-5CDD-4618-A8A0-E30E2646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72F62-DCC0-4295-93A7-4FE2E4C4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5768C-4DEC-4888-9484-F22E5604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DE8FE-B2E5-48C4-93CD-C61EE017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223FD-3810-4521-8164-6C2BD928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587B3-4650-4A5D-BB4A-6E54460A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0D7FE-ED68-48D0-B800-1231E40C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7FC40-9D9F-4397-A592-0B0AAFE7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F5263-CB33-4431-83A6-471CB343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34AE9-8C67-4DF1-9124-B1EC61FB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EDF80-168B-4DCF-8F1F-83E6981F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41356-4B78-4CDF-BA4D-F26620A1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DBE2A-C929-4E7D-88EC-4FC7B2F4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67746-EBE8-486C-9B9C-D59F0E54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5C724-C1D5-4660-BDC3-2B9D33E6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data/day3_review_cases/unsafe_pr.diff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ECB6E-E2B0-4121-B5A8-2D153BCA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6E23C-74A7-4D37-A213-D2E1D94C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F6996-BC06-4A36-938A-22F8C852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materials/day3/day3_service_lab.ipynb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72300333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FE1FF3-08F7-4E7D-ABE2-0FCCE75D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7A3EF-0F58-4764-B41E-C6A2FEBA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72FE4-D37D-497C-AF45-4ADC1521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126D6-FC5D-4350-957A-2282075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B4666-431A-476F-AFA9-6B2EBB7F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2766D-E82B-41D5-B67D-6AC1B077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6276D-7351-477F-BF13-9317F330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Diff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E260D-5D27-4882-A36B-CDBD9837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변경 전후 차이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7E010-D057-491D-A8A9-19564B74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8078F-CC92-4630-BFB5-B6DA778D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src/course_services/review_service.py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8A150-61FB-4D61-B0FC-E59EF4B3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E7DF0-0E1A-4957-8E6A-FE2A0426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연속된 변경 구간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8E1FC-EB4A-460E-BB03-65AA18A4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D45C6-7AC7-41F5-ABAB-AD8DB48D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tests/test_course_services.py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97DFC-A33F-42F6-BEC2-BD977E1D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Old 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CFF12-E564-4432-A35A-BFA5D54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변경 전 파일의 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7F829-CBF3-4858-AF96-0D221FBE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9993A-84F6-4477-904D-F10A1125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data/day3_review_cases/unsafe_pr.diff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ADE4B-3C6A-47E8-868B-02837C41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New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ED19D-15D0-4FD7-83EE-E7008F67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변경 후 파일의 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0E580-DF36-4013-9F0F-0A85B67B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BB1BC-29FE-4C30-A898-777A3F3B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materials/day3/day3_service_lab.ipynb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24165310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651929-E10E-4A9B-961E-915D112E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1C1D7-1862-4EC3-A8DE-74707AA5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A7325-E5E6-49DC-87B0-9873A311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985CD-DDF6-4CE3-B13A-B3273F25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DB768-3C30-40ED-977F-A2D77879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D376E-85DF-45F1-826E-1605B791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B0313-8144-4A9D-B4EF-D40DD63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E8C91-80EC-4D1C-8BD3-6E74D1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58A4A-5DF4-4DE2-BAF8-241D77F7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DB2A6-8847-4DB2-B9AD-0DFCB924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94A14-FBC2-41E7-9F38-9622E41A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4FF96-AB60-430B-8F92-DED4E5F2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264C6-B724-46CC-B210-A026E670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FE856-26D5-4438-B341-8BA9A169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69396-C871-4B43-8C81-F8BA8195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91D0A-3C77-48DE-B55A-F9F77C1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+++ target 확인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3BC85-EDA1-4A68-B239-F236C0C9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E1D85-C65F-4703-A282-0B3A0AE5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345AC-1067-4A1A-B890-AA2C60B1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874FE-59F8-4E6B-B61E-A9D56BCE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90DA2-4771-489D-8397-22D64D4A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F520C-018D-46F5-8A3F-39A5AF58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@@ header parse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EB6A1-F2E5-48CD-B8DC-5632C85A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9CDF0-C23B-4A21-B73B-E78A6B48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9AC88-D17A-4597-A9EE-50ADC1A2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C5FB6-2408-4FF8-9FAD-B4193944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Old 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C2583-A9D0-42F2-B2F2-AA9D5E4E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03561-8795-4179-8A9D-A74B6CA0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context는 양쪽 증가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58E31F-BDCB-4134-8753-F1E26714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A61725-6A2A-41A6-929E-9E0BFB97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AF2E99-AABC-4C9C-BE80-781433CE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5E889F-98D7-4894-84E0-3D6A059F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New 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580775-D532-4E12-BC43-C94AB880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E71723-5E79-4F57-AD60-1B8CFD7F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삭제는 old만 증가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386FBF-FA78-41AD-819D-94CB8CCD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F2DFB9-8A14-4D1E-BCEF-16388D4D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29206999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3282F-05F3-4264-9F90-BABB9D8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55D1F-50A8-4FAB-B165-A8A96D3F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1CA88-EA36-4D67-8F33-8D9465D7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0E1E3-4BB5-40BC-9A64-5C72FB9C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E50B9-5F88-435B-A341-43345734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5E384-F49C-4843-8606-BF553938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98D15-AB7D-4946-B97C-2AFEA23C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EF8CB-E651-4A61-B0D9-BADEA6F5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8BF28-C538-4DEA-8204-5A098545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파일 header와 코드의 + 기호를 같은 것으로 처리한다.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1537A-E5F8-4AFB-A194-471C37F7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61CF9-7B5A-4945-B18A-B7B0B600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파일 header와 코드의 + 기호를 같은 것으로 처리한다. 상태에서는 parsed_hunks.json을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DBD5E-F1CF-49FF-9F7F-D875C87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0666512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8969A-BBFB-4A76-895C-6FC4FE3D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62045-B8DA-4913-BBAB-B68634C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D2E10-A2D0-4E59-A8A2-EF075698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6955D-66B5-43A5-A555-1CF39CB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B7E7C-76AB-491C-A474-44C342B9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FFEC3-CB62-42E0-8318-4E97C71D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AFE6A-3130-4D01-A9EF-65BD5288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E6CA0-7EEA-4635-90A1-36099BB0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E7754-8232-4037-83EF-54C04D50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absolute path와 hunk 없는 입력은 구조화 실패다.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C2A94-B17E-47AE-83E0-FB87274F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DF196-537E-48B4-B597-48A4AD99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7B4B0-CA6B-4D51-A19E-5E4FD06F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파일 header와 코드의 + 기호를 같은 것으로 처리한다.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D71BC-C164-4128-9133-C3B43896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6A00E-693C-4B7A-B1B1-4EBD8996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D42EB-4DC2-4729-9D65-994FCA1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+++ header를 먼저 분리하고 hunk 안의 추가 라인만 수집한다.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BE2-B804-4609-81A0-A76DF0A1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C4EBC-90E9-480A-912B-CD49DA03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F85F8-1AE8-4D58-8474-B776D6FA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parsed_hunks.json과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27586819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FD7D6-4437-4982-9C3F-D4BC0B79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2437E-19DA-4699-806E-70FBDD63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64B38-B78D-47FE-8F6D-10E940E7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8FBDB-7322-4360-A9DD-14C6A5B5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8CD16-2EDB-4EE1-8CD6-D73EBDBB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A7E7B-1240-4B48-98BC-AF8141BA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51a051c1a432b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8AEA9-0292-42FD-9990-EF421A9B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tests/test_course_services.py의 책임을 찾고 parsed_hunks.json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B6E64-3760-4407-9F66-90473E23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Unified Diff와 Line Mapping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62451975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7B49A-61CB-4BDD-BDE0-6C7C51B0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901D3-E340-4F24-A6FC-019A900C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96255-5562-456E-A957-9AF10EFC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E9626-3E0F-4603-BB0D-345ED85D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F44AA-24C8-4FCC-A4F5-57823D9E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3D620-130A-4888-B084-387D0218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7532F-73DA-4DDC-8C91-52890A5A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20905-9F61-4D8E-AEEC-35E80BE1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B42D7-041E-433A-8D3C-7BFC5AD9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rename·new file·삭제 only diff를 포함한 parser boundary test를 제안받는다.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AFD9C-9ADB-4B67-8278-5A4C9D0F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D5B53-7F92-43BC-A93B-AED500F3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C1087-E463-4874-9CDA-8716199D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data/day3_review_cases/unsafe_pr.diff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5EE1B-E533-4384-A5DA-59D877F8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8BB18-3ED0-4B97-95C4-1E603796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736C2-7A1B-477E-8059-C303A0D2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추가된 9·11·12번 줄에 finding이 매핑된다.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absolute path와 hunk 없는 입력은 구조화 실패다.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8ED0F-C066-4DFB-BDE3-F3EF22F0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CDDF2-43ED-4473-83C7-A2BF6F0C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AAFAB-C593-48C9-A118-C32321AD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31549029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B9857-B2CE-435F-BA8B-4AD0608B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215C5-9347-4844-9232-E3B203A0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3B1CD-9DC9-4EFD-A566-6E3B7123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112D6-61C6-4DC2-BE13-FCC0827B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30AC1-A317-4E74-8296-231CA7A6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B14A1-A8F7-4212-A50D-1D3EC615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4EEE8-CE20-4ED5-B455-4B371501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73A8E-8BED-4EDE-85EF-430B7BB4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2EC0E-9330-4C4B-8D15-F019757E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E9D0C-436A-4661-AD7C-9FFC390E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15853-3224-4D77-8A54-EF67701B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63B1E-F976-42AB-9CE6-E4A01719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A22C7-57E7-4CB2-ABE4-A49D60C5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ECF2C-9E0F-40B5-8D8E-34A6404C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추가된 9·11·12번 줄에 finding이 매핑된다.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63B7E-F570-4B44-9FEA-797EEA90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C696C-4A4B-41BE-8835-63899A67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602F5-B452-42DE-9878-840B5AF3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1814E-6AC6-4E5C-8DBB-FA705C62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D6D8A-B357-46F5-A60A-F74487F4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96E55-6F66-4FF8-A0E0-BA6528B5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0CBC61-B672-4FAE-80D0-49DC8C26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8E150-500E-418B-92BD-764BB4C7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86667281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CA1E6-3460-40AE-9A9E-6D6AF6F7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4E302-A727-43CD-AF42-EC3901E6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F5B5D-D6F9-4FB8-91E4-1B7A65F8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3880C-FF04-4688-9526-0E381069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6E122-C2D0-47DA-9EC2-63B0D61B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A49CD-B1E8-408B-8B6E-0FBE715F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B088C-D306-4CAF-871E-50943830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F8CAF-403B-416A-9D27-581D60C7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DE0CC-23EF-46C7-8760-81F1963C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src/course_services/review_service.py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50377-7788-4DA8-A7BD-8A8D346F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938CA-D68C-4FC6-BE74-FA1A6D1D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E943D-AC76-4656-A5BF-1328802A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7B1C7-906A-4883-AA6A-B0E8BF21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7122A-BD0E-41B3-96DE-7DDD9533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49C9C-2090-475C-A3B0-D4DBAD23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unified_diff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A247B-ABCE-4285-8F39-9403B681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8F965-BCFE-4CC6-A45F-3EAE6A99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924FB-A4B6-4C5D-91DA-517B97FF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추가된 9·11·12번 줄에 finding이 매핑된다.</a:t>
            </a:r>
          </a:p>
        </p:txBody>
      </p:sp>
    </p:spTree>
    <p:extLst>
      <p:ext uri="{BB962C8B-B14F-4D97-AF65-F5344CB8AC3E}">
        <p14:creationId xmlns:p14="http://schemas.microsoft.com/office/powerpoint/2010/main" val="57669881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C7F24-9F80-4ABB-8813-216F2223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8B504-8EED-424D-9B00-52630FC7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EDAC5-F0D7-488D-A613-68B74113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AD3DF-613F-4B8D-8C8D-BED6414B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13B34-6FE5-4CC0-AF6A-EBC9CE7E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96F77-58B1-4EEF-AC8B-BD71EE0B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4BCA4-EA4D-490C-A91A-2C84CF4F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750B2-36E2-4B67-98D4-28EBDBC8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E761D-2F33-4D04-8C25-D26C77F2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 -k unified_diff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2AD08-6C92-4573-87A2-603D45EB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F8619-E52D-41E6-9359-4CD775BB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202693591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93881-E9E4-4627-B012-2F9A88F4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02_parsed_hunks.json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ADF28-7D5E-4DF0-85DA-CF7AF1FA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F9373-BE9C-483F-B02D-168F754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72877-2EFA-4E8E-BEEE-61D49F25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18B08-D479-4D3A-AD41-FF889B49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E5F53-D635-49E3-8859-45CE949D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04217-8901-45D6-9CDA-0B4E761A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298DF-0475-49C5-9D3C-7FC4B96C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"changed_paths":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"src/payment_job.py"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"added_lines":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"path": "src/payment_job.py",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"line": 9,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"text": "    result = eval(command)"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"path": "src/payment_job.py",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"line": 10,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"text": "    try:"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"path": "src/payment_job.py",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"line": 11,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"text": "        requests.post(\"https://example.invalid/jobs\", json=payload)"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"path": "src/payment_job.py",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"line": 12,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"text": "    except Exception:"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67121226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BA880-6D61-42CA-9302-9ED5B785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AE05F-1306-400A-9C10-B8696D43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8F84F-4731-474C-81F6-29CD597A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D0E7B-6FDE-4B54-A904-2F2A5A93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1ACF2-AE59-4586-A711-91BE018D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AF827-1FD6-44F3-8831-EECA0689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001C0-D824-4FE5-95D5-EE15E146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3F23A-52B7-490E-AC81-36D55F59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absolute path와 hunk 없는 입력은 구조화 실패다.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6C08E-CCF1-4343-84E7-B931C2E1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DD01B-26D8-4150-A28C-97E45351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5F578-1EA5-4FAE-9441-DE7DAF30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+++ header를 먼저 분리하고 hunk 안의 추가 라인만 수집한다.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5ECB8-8B84-4A8D-84BC-7EE0E0E8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absolute path와 hunk 없는 입력은 구조화 실패다.</a:t>
            </a:r>
          </a:p>
        </p:txBody>
      </p:sp>
    </p:spTree>
    <p:extLst>
      <p:ext uri="{BB962C8B-B14F-4D97-AF65-F5344CB8AC3E}">
        <p14:creationId xmlns:p14="http://schemas.microsoft.com/office/powerpoint/2010/main" val="121432273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65B70-A44C-456E-91F4-E87756BD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E0FDF-52EF-4C8C-A4D8-24758AFC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61047-81A6-4E44-B33D-4AA16E98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7625A-588E-44D2-BF57-66628BD5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20D67-8816-48CF-9EBD-665BD567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3D017-F3FE-4B9E-9636-BE42E11F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0755B-191D-4A1F-972C-026CC5DC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57AA0-0A1A-4B7A-B7E9-7726668F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data/day3_review_cases/unsafe_pr.diff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2760A-B6B0-4577-B2B7-DAF1F2DD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6C460-EC65-4EBB-8B77-DB24A8F1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548FA-49A7-415A-A9AC-0547B342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7B4DE-671E-4F58-8668-ED4622C9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추가된 9·11·12번 줄에 finding이 매핑된다.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 저장</a:t>
            </a:r>
          </a:p>
        </p:txBody>
      </p:sp>
    </p:spTree>
    <p:extLst>
      <p:ext uri="{BB962C8B-B14F-4D97-AF65-F5344CB8AC3E}">
        <p14:creationId xmlns:p14="http://schemas.microsoft.com/office/powerpoint/2010/main" val="4330720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34938-8FD9-4591-804A-09E1C135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0C540-48CD-4832-8454-2B1AD8E5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17475-F387-4A90-AECB-9FF6D574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E1ADB-6111-4570-866B-33BC071D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ECC57-C8AF-4584-879A-491E82EF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EAE1B-7418-45B0-95C1-68DDEB76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2CECB-FB20-4D55-A74F-D425F0FA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materials/day3/day3_service_lab.ipynb · 2차시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1BF70-F655-44C9-A6E5-2AA8549C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B565F-4C0A-4520-B08E-D1589801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src.course_services.review_service import parse_unified_diff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diff_path = ROOT / "data/day3_review_cases/unsafe_pr.diff"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diff_text = diff_path.read_text(encoding="utf-8")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parsed = parse_unified_diff(diff_text)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parsed_result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"changed_paths": parsed.changed_paths,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"added_lines": [{"path": line.path, "line": line.line, "text": line.text} for line in parsed.added_lines],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save_json("02_parsed_hunks.json", parsed_result)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[(line.line, line.text) for line in parsed.added_lines]</a:t>
            </a:r>
          </a:p>
        </p:txBody>
      </p:sp>
    </p:spTree>
    <p:extLst>
      <p:ext uri="{BB962C8B-B14F-4D97-AF65-F5344CB8AC3E}">
        <p14:creationId xmlns:p14="http://schemas.microsoft.com/office/powerpoint/2010/main" val="77166458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10925-95C9-4AEF-A3A9-8182D8B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2B8D6-44C5-4A00-8D45-6B7846D2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F5630-7ABB-4D15-9924-DEBDEB7A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87F72-0549-4F35-B670-F4A019F1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A37DA-0A1B-4DE8-B370-B8EA8061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691DD-AF31-472D-A190-67BCE200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1E79B-6E37-49CE-B878-098A69C4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8885F-E38B-44FF-ACCA-4ADDB618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 -k unified_diff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BFF58-B39D-49F3-A3E3-0A3C13F7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output/course-labs/day3/02_parsed_hunks.json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23857-6FF4-4DF9-B8E1-310EDFB5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추가된 9·11·12번 줄에 finding이 매핑된다.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parsed_hunks.json의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44673406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8A626-DC82-4C33-B2BC-D8BDF4E3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DA734-21FD-431E-B76B-02E2392C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A8069-2F2E-43CB-B42A-92B5B2C9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F9725-F984-40F4-943A-6DC1C411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8C313-207B-48EC-A4FC-4423FC01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3A0CE-E7DD-4BAC-A8F7-70FEE7FC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1EC71-522D-4436-9FCF-05E71A2C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absolute path와 hunk 없는 입력은 구조화 실패다.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48636-085A-499F-B0F6-DCC14F46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0BDF1-71C3-4109-84A9-511B64E4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"output/course-labs/day3/02_parsed_hunks.json"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9BA9F-7975-404D-8103-A76C3BBA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78404611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E2A97-F5E3-4742-A6B5-B7C42D74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2EAF7-1919-481A-90E9-3953DBEA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EA25C-DE08-41CC-9CFE-E614F8C9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F5C1F-A552-402D-AA6E-FA51CA68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677BC-D0F7-448A-988B-7D4E19C6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8A7A8-E771-4E3C-B636-ECE6678B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21E39-AA77-41C4-AD8A-4B06A007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69757-3771-49C7-BC6C-A946CD34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8772A-A5EC-471A-8178-09B8EB92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추가된 9·11·12번 줄에 finding이 매핑된다.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BDDBA-CB79-497C-B55A-43729016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04587-9AA2-48AE-879B-0693F55D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59254-B9D3-4638-BD9C-9B4AA696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9BA7E-3189-46CA-8C01-28E17555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4012B-7807-4837-B8DA-29475429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4650E-4406-4C5C-B476-F5253530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4D406-25DE-428A-8212-8B64CEF9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58992-7753-4064-A20D-C7CCE02E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0811A-85C8-4F6F-9BCA-F20150B4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7047563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04BD5-B0DF-4C54-B4A1-5FC7F934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236A5-FFEF-43EA-A371-A2F2D659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DFAD0-CB72-4FE8-9B84-72292740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C7C10-8EB0-4146-92AC-2A457F67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49AAB-C851-464E-843C-069472C0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B92EA-6D4A-4DF5-800C-375FF7FF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2F9A6-5139-4B81-A355-7F42993D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723C5-EAD3-4B21-A536-BC34C11C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714E4-E519-4EC3-A81C-C830CA27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absolute path와 hunk 없는 입력은 구조화 실패다.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B51B6-E82C-4339-A2EC-139EC4CB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7C75E-6D08-44F4-82A2-7ADE88C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8A4C2-86EA-49EB-A6AB-43A8B47E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081E4-C654-4942-9D84-6109E979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CF70B-6D40-4E11-97DF-E4DCD19D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ABE1C-E288-4548-BCFF-91AB5E7C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CA40A-1D5F-4251-A033-9EA5FE7B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69402-7B64-4D25-B6DF-C892AE1E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28489-CB93-4318-B676-24A6EB16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absolute path와 hunk 없는 입력은 구조화 실패다.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43286116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EEE15-316C-46FB-9DE6-4EACDA4E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BAC3F-9AEF-4D46-8B03-50F21B9E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469C8-0859-436C-A6E8-C2E364C5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3A813-B580-4EF3-A726-77033FAE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0CF39-13F5-4AF9-B2E2-AC825805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8AE52-C560-44CB-9EAA-133972AF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AF4A0-6059-4F65-99E6-7ECA027F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GitHub·GitLab에서 공통으로 쓰는 diff 분석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65F49-A9EF-43A3-ABF3-42897626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C2C8A-5D10-461F-BA92-251005EE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B2D5D-3174-4280-A7CC-ECF66B24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6D211-5FFC-4AC5-BB6E-B7A8FA41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8295B-B87B-46F7-9D45-8DD8567F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85402-4209-4E4F-8B39-37A06F7B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GitHub·GitLab에서 공통으로 쓰는 diff 분석 core의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7ABAC-2132-4AA1-9BCE-037B48A8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68245-2DEF-48AE-AD9C-CC0F3EB9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BF9F8-29C9-412C-B2C5-BD8DB07D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3D272-A8B6-4A58-915A-0AB64F5F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D59F7-3269-49F1-A1CA-D10D8F2F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2BF5B-77DB-431F-B6CA-758F0ACB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42692301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5D965-E5BE-463A-859A-03B3474C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F4A63-9606-46A0-AC03-32BB28D3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645D6-2FAE-416A-A27A-E2126FD4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53F4D-3FA0-4B56-BB8D-EDDB22CC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96D36-0E89-47CE-846C-F9CFA38A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D4B43-8989-43A1-96FA-E41372A1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07D74-CB83-42A1-91A6-BA9A3E94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D118E-D2F7-4ABD-AF1B-7B3658CB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B7527-87C7-47B7-A87E-409C46B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79ACC-7E5D-4A13-B99A-EAA2DFB9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파일 header와 코드의 + 기호를 같은 것으로 처리한다.의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62172-7EDB-4499-8BBF-D84516D8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DF198-020C-4EA1-BD0D-45C32ABE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B861C-6094-4148-8F95-BD6E9868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2F9BD-0B61-4A91-8EE1-9D5517E0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024EC-B94A-496C-BEE8-B45C6C47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F5F21-B304-4C3E-9C2B-92171243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rename·new file·삭제 only diff를 포함한 parser boundary test를 제안받는다.의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38EE0-C86E-4029-9375-AEF60B62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2B2DF-2C6F-411C-9D54-B44B7B5D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9CDD0-738C-4764-9B50-7598B06C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1203815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C349D-E890-477E-B04E-F79C622F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5F1BE-FC87-4E0F-B65D-1BB81A22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4EF79-2DBA-437F-A267-3B909E25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6699E-8ED0-48CE-B05E-A532E9AB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C2B0C-323A-434B-AABF-713ED3D1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F5415-CE50-461B-BD85-FC7AA37D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556AE-6143-4E62-836B-4299D466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A07E9-0B30-49CB-B605-923C640A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B4D2D-1A4C-4DAA-992E-C8B8C201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추가된 9·11·12번 줄에 finding이 매핑된다.로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205FB-FBDE-4B8A-8335-F6C58B9F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C7D28-ABCB-40EA-AFB7-C8FF6E6E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F5A5E-ABC0-4678-8FF9-B9022458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Unified Diff와 Line Mapping의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8024F-E07D-44EC-8CA9-E80D9D95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688F8-76F1-4762-A041-D8D4FCBA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7C065-381F-4E32-8AB6-6ABB5960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파일 header와 코드의 + 기호를 같은 것으로 처리한다. 발생 시 parsed_hunks.json에서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565B7-998C-4DC7-A048-2538C11F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6FD6D-42F9-4E1D-981E-43B5A574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E5BAC-EEAA-4E6B-AC76-8C09F1E5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206029690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BA37A-8324-4C70-87F2-2F6BB387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1DEB6-3918-49C4-90E9-AA2D3D72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0DF63-E71A-4534-BCBB-84290868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CEB2B-AF44-438D-A9F5-715D8BA1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082DC-61C6-4432-89D5-5F21F843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D7113-D5AF-4899-A97D-78A17DAD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C7195-053A-45DA-87AB-74E813A8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41525-9F69-4676-AB01-11DEF16F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AA441-E33A-46A1-A649-1E432B95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Unified Diff와 Line Mapping이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ACFF5-0E6F-4DA8-A2F5-B9125888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CB8B9-BFA2-4177-B61C-166DD25C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26F00-93F1-42A9-8BB7-7F8E5C50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unified_diff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B4CFF-9B45-4A09-B2AB-7E6B1968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E90D9-2AF8-4330-B4FB-C2097D8D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D3D0E-E75D-4D46-840C-AE7B1BC7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parsed_hunks.json과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B0523-277F-4CDE-926B-3329D34A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리뷰 Context Pack</a:t>
            </a:r>
          </a:p>
        </p:txBody>
      </p:sp>
    </p:spTree>
    <p:extLst>
      <p:ext uri="{BB962C8B-B14F-4D97-AF65-F5344CB8AC3E}">
        <p14:creationId xmlns:p14="http://schemas.microsoft.com/office/powerpoint/2010/main" val="207033166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A12AD-ACF0-442B-8DCD-0399AC14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D4806-431B-478D-AF4F-5F98F611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리뷰 Context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6E37D-1723-4D0C-8320-DBF5DA2E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3 · 3차시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33A8D-0A10-4B0A-8C4D-EE2DFA0F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10:40-11:30  (쉬는 시간 11:30-12:00)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AF3C6-7973-4FF4-BB13-C2350652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Repo context · Dependency · context_pack.json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2400F-C348-4E71-B28B-D094ADA7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12FE6-F297-4F98-AD7E-21D3D499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1D08E-F41D-4238-94B7-932A2257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리뷰 Context Pack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ECCFC-5F6E-4E2B-BBCA-1D072D2A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79819-ACBE-461C-9363-8EFF02D6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3D5EC-7D59-421D-AAF4-566C3925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79F07-4374-420C-B893-F1568051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context_pack.json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E21D2-1F43-4BF1-A470-58B5E869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3 · 코드 리뷰 Agent · 3차시</a:t>
            </a:r>
          </a:p>
        </p:txBody>
      </p:sp>
    </p:spTree>
    <p:extLst>
      <p:ext uri="{BB962C8B-B14F-4D97-AF65-F5344CB8AC3E}">
        <p14:creationId xmlns:p14="http://schemas.microsoft.com/office/powerpoint/2010/main" val="48983148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F39BE-E169-4927-86D3-55BB35A9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3차시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C7985-F728-44AE-9486-01652F00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8665A-60DC-48C1-8C20-D2F905A9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68028-1C24-44B3-87BC-E0EA0E0B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2C1CD-AFC5-46E3-8E6B-CEFF09C2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E9AF5-4141-4BD0-A921-9F351B99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CE96D-E2C0-4161-A486-F3122500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CEF65-9AE3-4495-9228-0A3D4F66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AF223-D1AA-4044-A10A-200317F3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parsed_hunks.json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8C900-30DA-49E0-95C5-6AD743CB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FD780-D709-4326-8289-7CF7448E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E49C4-B867-4A88-9FB6-0C670EDE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DAAA3-00B1-4C34-9B34-74110F47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9E020-5523-44E3-867C-06CE31E5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F8C13-3D5A-4F59-993E-5A67C71B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888F9-C30C-498A-8EDF-D4E9DB0B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1F680-DB12-4C11-8FF6-FB92A0B7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30016-D45F-42C3-AB9B-97ABC8C4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</a:t>
            </a:r>
          </a:p>
        </p:txBody>
      </p:sp>
    </p:spTree>
    <p:extLst>
      <p:ext uri="{BB962C8B-B14F-4D97-AF65-F5344CB8AC3E}">
        <p14:creationId xmlns:p14="http://schemas.microsoft.com/office/powerpoint/2010/main" val="3760045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4A131-278E-4E37-9F7E-7995A4D0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D45E1-AFAA-48AF-8102-ED9A9027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CD4FB-6077-4FBB-88E8-AFF47D52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29081-C18B-4E70-BC2C-2BE9060B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E9F2D-4EDC-4203-B6C7-A289A2B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AD856-FAA5-455D-981B-10CC1D2E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파일을 많이 넣으면 정확도가 자동으로 오르는 대신 비용과 상충 정보가 늘어난다.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A5D5D-3205-4152-9A47-C8F26FEA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changed path에서 context_pack.json까지,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704D0-003C-4470-B028-6DFCCB8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6B7C5-1FD5-4604-818A-3794306D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context_pack.json</a:t>
            </a:r>
          </a:p>
        </p:txBody>
      </p:sp>
    </p:spTree>
    <p:extLst>
      <p:ext uri="{BB962C8B-B14F-4D97-AF65-F5344CB8AC3E}">
        <p14:creationId xmlns:p14="http://schemas.microsoft.com/office/powerpoint/2010/main" val="133574057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575BA-A3B3-4EE8-9701-AC31486D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3FEB9-B908-4F6C-8036-6540B2B2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642CD-BC65-4D80-94A6-9E38BB80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06760-E2EB-415A-8ECF-EC69D751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7A6F0-491A-4B1D-B048-AFADC7B0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8AA70-EC13-4EE4-8682-23DAC7D4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33CE1-1231-4023-852F-B9F071F2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BF18D-7743-44CD-8AA4-B5F1B93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 파일·직접 호출부·관련 test만 context pack으로 고른다.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97BD6-1F96-4939-9543-FAC309AF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332BB-133F-4ADE-A674-0F91174D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47072-FFD9-499A-939C-CA0C391D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비밀키·대용량 로그·무관한 output까지 context에 넣는다.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8827B-D918-4ED7-AB38-3C0FEDDE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7F2E5-FA63-4118-BF62-B8C3F02A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A10F5-4AA4-4739-81BF-0A1E2AA8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45979499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6F8429-EDF5-4C12-B793-AEA2F25E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51E86-AE7F-4E09-A78C-D6CE2695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DA876-33BE-4EE2-A7D4-1D51D0EC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3A950-BF5A-4CA9-A128-84412F54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AF6DE-B3B2-47B3-AF60-31722A44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16703-AECC-4275-8FB5-ED9C434E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C64B9-2C1E-4FBE-909E-9100B4E2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123D3-F44F-4EAF-B52D-DA1E65B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DDB47-ABB6-4DB6-8E5B-F41A1A65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C2F22-934A-4A6A-B713-4F44ACB7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697B0-296B-4988-BC24-6400D934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1C3FB-9D8F-418D-B923-5CB23CF4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Repo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A3672-13B3-4848-A451-FB1A2DAC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31AA4-E3FB-44F2-85B6-45058FDD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변경을 이해하는 데 필요한 저장소 정보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00E98-AD98-4857-9AD3-6AD79D38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C8B15-5B7B-4E33-B9B5-E6E91CFC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Dependency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04733-75E9-4CF5-939E-31506E1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EFDA3-B3E8-4660-A1A8-4B8C782D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변경 코드가 의존하는 대상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33C3C-4DC1-4140-ACE8-3DA86526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A609E-CF42-4B08-8550-950539AE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Call site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33CD0-81EF-404E-9F07-4D058179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C52456-2F31-4531-8E79-3A90634F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함수를 실제 호출하는 위치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FC768-074A-4050-A456-7F0DBF20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B7C02-847F-48F2-803F-17988395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 budget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731F1-9106-44DE-964B-112AD2E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F710F5-FBE3-45BC-B63A-F8EE5B2E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한 번에 전달할 문맥 한도</a:t>
            </a:r>
          </a:p>
        </p:txBody>
      </p:sp>
    </p:spTree>
    <p:extLst>
      <p:ext uri="{BB962C8B-B14F-4D97-AF65-F5344CB8AC3E}">
        <p14:creationId xmlns:p14="http://schemas.microsoft.com/office/powerpoint/2010/main" val="153604621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491CB-1B9D-46F0-81D7-0262EB36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7C6C1-4841-428F-9838-3A0F61C2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A8202-D433-4954-945F-7AE28DE2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52A37-A9FF-424D-B2E5-E18E2841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6B2E2-03C6-469B-A50E-ACEDFBFB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5713D-98A8-4C30-A31C-033D6087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9E576-BD29-4DFD-92B0-ABCE5BDC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09C9C-ECFD-414B-AC8A-467B96CF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D5F6C-BA2F-4726-AE1D-50950FA1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22CB3-0E71-4D2E-8958-0778D01D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560B8-04A1-4294-ADC9-C0A57350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changed path → 관련 symbol → 가까운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BC32C-EFCC-41AD-B29A-D4B16830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AA5B2-3B21-442E-86C7-270DE935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EA5D1-7BF8-46D7-AD8C-624C4559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5DE44-AE96-40ED-84C3-546D0705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F0517-B86C-4359-919D-DB48E332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AD5D5-7967-4897-8D67-FC20767D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 pack에 changed_paths와 test_candidates가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workspace 밖·.env·실행 cache는 context에서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64337365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3A86D-4A24-4642-989A-2C029AAF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273F1-7453-44C3-B5EC-13B658C0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0B746-FA32-41B2-9FCB-7CAF388C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0E045-9234-46F0-AE48-96C91FF3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0C62C-2441-4912-9802-1B45A229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C7895-F80D-465F-A651-F9FD22C2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DDA54-F387-4234-8B42-494C3F33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6A20C-8A91-475B-8A00-7EA631EB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B479C-85F7-4966-A746-48148421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changed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72A00-B41D-4C68-BDC3-22D176DB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D9A09-D288-4B2F-A019-F454A2D0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BAAA0-71CB-423E-ABF9-0FAB4C38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관련 symbol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63D27-FA13-4B5F-A6A2-8E2BCE2B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90D98-6AB0-4F85-B22C-703908DC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83AA8-99A1-4DB2-B4E7-624849EF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가까운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0054E-FA2E-491F-BA50-8A577FB9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F17A1-E121-4BE5-A583-7519A1F2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A68B5-1CC9-4863-837D-CDAC5F48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정책 문서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259C7-F966-43F1-8E9D-7845DDE3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2E44D-4F67-434E-9A26-0744C81E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24C2E-A412-4FF5-AEC7-9D91E2E0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불필요 문맥 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E3565-F811-47A8-9C32-40AE76BA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context_pack.json에서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2756758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D743E-0D0F-4A54-8A65-5A8912DC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6142F-C504-46CD-9FA0-F268DA46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8C104-C42D-4A2D-A206-CB3AE584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37C73-B3E8-4DA7-BAB7-3A64DB54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58042-757F-46F9-AE12-EAF9B5AE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E00CC-2966-4900-9F6D-570F9C74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32757-1499-4C1C-A8A2-C96EA779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66714-2705-4071-B220-6881391C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 pack에 changed_paths와 test_candidates가 남는다.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671B1-3F5E-49B7-86D8-3788EA86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CD590-BE7A-443F-B41A-94FDB77C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73DE7-DED0-43D3-8C17-32596297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workspace 밖·.env·실행 cache는 context에서 제외한다.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24A85-EB01-4A4B-A06A-BFDD0538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EB0B3-FC05-41AC-895B-43F4E4E2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F57DB-A93F-4934-92AD-5067FCC3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940C2-A567-4D1F-92C6-E6AD4070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3DBAD-E739-4AC9-91F7-9837FD59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F57BF-7085-41E9-A15E-9A8CA1E9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식별자·context_pack.json</a:t>
            </a:r>
          </a:p>
        </p:txBody>
      </p:sp>
    </p:spTree>
    <p:extLst>
      <p:ext uri="{BB962C8B-B14F-4D97-AF65-F5344CB8AC3E}">
        <p14:creationId xmlns:p14="http://schemas.microsoft.com/office/powerpoint/2010/main" val="29763058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ED20B-336E-45BB-AFE5-CE9C91B0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11E69-8A2F-46F8-86F0-0E395C1E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10299-3FEF-40D8-9F90-7E06E63E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C120B-056B-42F5-8DF6-77D3C04B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6FD80-E591-4270-A660-B9D28AA7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26141-F10C-47C5-928F-3EF3D2CA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D28F1-939A-4792-A681-1E307A7E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4A1D1-E429-4D4D-88F9-DE7A4AE9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9D389-D2F4-4A04-A45E-468A2188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D4DC3-13AC-43FF-91AF-CAAF3820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EE085-9068-484E-BDDA-965CE84B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A7A15-D832-4457-A8DA-7AF4CB11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05C83-C50E-4159-ABA7-E1F80B4B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776F2-A351-4C76-82B3-59A2CFCE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79CD5-F08E-4393-A126-05831A6D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565B2-8140-445E-BA23-E47B0B04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4C07C-8E19-499A-981C-97A5CBD7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779A3-5CCA-4790-A07D-A82B6C6A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README.md</a:t>
            </a:r>
          </a:p>
        </p:txBody>
      </p:sp>
    </p:spTree>
    <p:extLst>
      <p:ext uri="{BB962C8B-B14F-4D97-AF65-F5344CB8AC3E}">
        <p14:creationId xmlns:p14="http://schemas.microsoft.com/office/powerpoint/2010/main" val="113633503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6C2CD-486C-48DB-9F41-8DF53DE9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D30CB-D321-4927-B1F9-225CA39F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87D44-8C07-48E9-AD1E-DAD88AB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2FD1F-BDA5-4D5B-826A-729F5CB3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45C23-61F7-4E99-9691-9A9D68FB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E8005-20BB-4550-8A7B-E5E13627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C724B-25D3-497A-A5B3-2DFEB4C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Repo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C423A-4C27-45D5-839A-6D4A370D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변경을 이해하는 데 필요한 저장소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CA968-696A-417B-8C93-8862654D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180C8-993E-4AF9-8ADC-6DF75F69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AGENTS.md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711E7-04FD-4315-9D11-B8C022C7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Dependency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34060-04A1-47FD-AE6B-0AC164F1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변경 코드가 의존하는 대상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2BDF0-3E0E-4EB6-A7C9-5084FE70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1FA6F-36D3-4359-AC8B-01EC0B71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src/course_services/review_service.py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48177-1839-4A29-AA75-31D81F18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Call site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87FCC-5D8D-4A84-93E3-514CE8BA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함수를 실제 호출하는 위치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F104A-8978-49A0-976F-44E1C1F9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7090A-6E2E-4906-A036-A5AF5E59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tests/test_course_services.py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9B618-EFED-4505-800C-ADFC263F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 budget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DAD52-F7D3-4934-B449-05DAD6E6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한 번에 전달할 문맥 한도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E3BDC-0426-4A28-AF18-09D29B55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839A0-2DB6-4778-9A69-826F20CC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README.md</a:t>
            </a:r>
          </a:p>
        </p:txBody>
      </p:sp>
    </p:spTree>
    <p:extLst>
      <p:ext uri="{BB962C8B-B14F-4D97-AF65-F5344CB8AC3E}">
        <p14:creationId xmlns:p14="http://schemas.microsoft.com/office/powerpoint/2010/main" val="1004062419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D267F0-860D-47BF-8802-80B893B1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5222B-2D14-40E4-BA97-BCBFB8C5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FE948-45CE-42CE-B43E-846F1D1A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212E4-9518-45DF-8F7B-2329D3D3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498E8-66BA-4D58-8FA4-16330EA0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191EB-E011-4FB2-987E-12C4D74A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01F96-C3BF-4B84-99A8-6296C05E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0B7A7-7B9F-4424-AC27-AAC87DB7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9C908-1683-4E72-8DE8-4FF3748C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AB8DF-F320-44E0-8EAA-24A03F8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BD742-D980-4C84-AC6E-4EEDCDED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55FEB-3506-474D-B959-6E7B4038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13993-107E-4BA9-BF9B-ED5F9169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AAD8F-A58B-4EB3-9B1C-56AEA42C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Repo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7C73F-3B2E-461D-84FE-5CF57E1C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C2009-B60C-486D-BFF5-DE7548DB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changed path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85C91-9C87-4328-99C2-F74FED66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3FC27-4C2D-41A2-B8D1-87A7306B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810DA-6D55-42C8-BA49-A3A03249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983B3-46AA-49ED-B7F4-B653D102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Dependency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C5446E-DC93-4C63-A812-4B99997F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9309BD-C0FA-4D19-9F9D-01AD9543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관련 symbol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61826-49D9-43BF-A787-AADCFD24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D95D8-81D2-4C13-A372-F5283A97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744C9-9056-469E-83DC-836A215C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FCF22-6BFC-40CE-966B-E66E73A2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Call site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99E2E7-8493-4C58-BBF2-9F326639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17998D-0C74-49DE-8CE0-9358D7F9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가까운 test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07F9CE-B844-4B27-8550-37914F24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7AA632-F9F0-4CD2-BCAC-FFA4EEAF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58CA62-6F99-437A-8954-C1CB988D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B6A436-BB93-47E2-898F-552B9C9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 budget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73C2B3-76DE-4F6F-9301-91256AF9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6F4612-CFC3-4792-AF27-95EEEE00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정책 문서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D4F74C-648F-4D26-8381-B891CBBB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0E6155-CC67-4CE4-96EF-B25631CE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465813085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30675-8866-4B36-882E-B4FA673B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1295F-8811-4248-B83A-C6F2A69F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EAD85-D2EA-4920-BC8B-A0154F48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7DBC5-14D0-4B18-8624-CFE37BFB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37B92-1E6D-4507-8236-38E4B48A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B2C5F-03FC-45A5-B00B-E91EA40F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34FD1-7B1A-44DB-8D59-BF02033C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E9FD8-F34A-477D-B5D3-46405656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3C238-E640-4551-9D20-EEA50940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비밀키·대용량 로그·무관한 output까지 context에 넣는다.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6400A-1A06-415A-92E1-FBFF5DF6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E98AB-3F55-42B2-AAE8-690E7DAA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비밀키·대용량 로그·무관한 output까지 context에 넣는다. 상태에서는 context_pack.json을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AF1FF-8798-4AD9-AFC8-90302CCF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4997353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FF5A8-FFD0-4866-AF99-7CDCFEFD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C4410-6B93-418C-87D2-240F90C1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57C6B-A096-4C53-B8D8-54BCF947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8DE35-E8CA-462A-9698-19EF249F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2F52A-A47F-414A-A3D5-6D259646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33728-4E53-4136-8DCE-4D8D6468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0DB08-0951-4EC8-8BC7-1CF0D1D5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788FA-5BEA-49CF-A8C3-520CABDB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D4A1F-4881-47E5-956B-608EC9F2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workspace 밖·.env·실행 cache는 context에서 제외한다.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382C6-2B13-4E17-97F5-6E3D535D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6D54F-D2AD-4DDE-86DE-00D80AE6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F9685-C9E6-4C2A-BC2B-BFF699E1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비밀키·대용량 로그·무관한 output까지 context에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53277-CBA7-4CA2-8CD2-8CC17AB2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755D9-6B1B-4608-B728-41820DD1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32262-A74D-45CC-AE49-7FF1BAC2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rg로 후보를 좁히고 secret·generated output을 명시적으로 제외한다.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75F56-1B25-47EF-9E8B-FC791AA2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2325E-E560-462F-A942-A91ED32A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952FD-81F3-4AA5-8B47-AC5E85D8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context_pack.json과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66810806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D3557-A9CD-4BDB-B076-D41092B7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C4270-25ED-4CA4-8E41-C5D0703E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566A0-4DCB-4AA6-85A9-1FCF2646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723A6-9062-47CB-A95F-6B1E72E8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B0DEC-A7D3-4AC9-80A7-63F400A2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3F860-BD52-4D5A-BEF7-BCA4CD4D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c10b4d7254b66"/>
          <a:stretch xmlns:a="http://schemas.openxmlformats.org/drawingml/2006/main"/>
        </p:blipFill>
        <p:spPr>
          <a:xfrm xmlns:a="http://schemas.openxmlformats.org/drawingml/2006/main">
            <a:off x="5010150" y="1629581"/>
            <a:ext cx="6191250" cy="38845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77E7B-EAFA-492E-A34E-6B6F36A1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src/course_services/review_service.py의 책임을 찾고 context_pack.json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D5486-725D-4E3F-8C1A-ED055B5C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리뷰 Context Pack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87862946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2CEAA-B8D1-45A2-9E2B-B706FF6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D2A79-5558-4386-B65E-C5F7BD89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ED3FA-2F7F-4B73-A215-0193BD64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51474-FF4B-44B6-8AC6-C499CEF5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DC6D9-B893-46EE-963E-E2842AD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59627-4C3B-466F-828D-1444CA19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EF4A1-2F42-41BD-B07A-A2715FD7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DEBBF-41AB-4242-962C-D17851C3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3FC75-D71C-4E2F-BA61-97D82E8C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저장소를 이해하되 수정 전 관련 파일과 test를 먼저 나열하게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EA854-C21D-43C7-9F42-E5797A33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074E4-CD69-40AE-8D70-27499C05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E81D0-D3B7-4316-8A56-343D5742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7741E-3A07-43CF-8220-B7A1E226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7A9CE-54FC-458D-A74D-381F041A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702CF-5C7B-46EB-96D0-E657D529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 pack에 changed_paths와 test_candidates가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workspace 밖·.env·실행 cache는 context에서 제외한다.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F57F2-7644-4B94-BBBD-2B495EF2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10A04-721C-447E-B826-4E88342A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4CC76-A42F-4AB7-9DC3-2BFAF028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204373129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6B305-1A22-4AB1-9CA6-71F64A79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E9791-0094-4926-8D4E-9ED55E8F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F6929-C3BB-4C63-ADB8-C5F6165D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724AD-02B8-4EA6-BC7C-4F19DA9C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7BE20-16FF-49E1-9344-C9661153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020F0-2BC3-4D28-9495-5B2F1F71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4C0C5-17D2-45A6-B675-F9295C9E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6AC62-9C41-4E2F-B0E9-502E7CDC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D490E-7C51-42D7-9749-F86675D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C81E8-807F-4F69-92E9-1ACB04C9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67BC4-77F5-408B-AD52-4C1C23D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8F09D-BD85-4E5A-BA3C-C54D79C4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B1EAE-DB1B-413D-82DD-BC80E733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79D6F-5CBD-4592-B145-675F47CB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 pack에 changed_paths와 test_candidates가 남는다.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7ED51-A3C5-44AA-BC68-2EF43A06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A8725-9933-40BF-829C-C8AE8F36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0B32D-C07F-4401-9478-955E7653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936A6-58AD-497A-995B-60713170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F173C-F57D-4724-BD24-8177AFFA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5E182-07BB-4F74-B281-999A9DCA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1598A-F0BA-46EE-88ED-373CFF47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43712-5A8D-46CC-9BDA-20F51DF7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95027106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984BD-9102-419F-B4B4-9FB0D3D1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B9970-86FC-461A-B737-6FBE7EC6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D8E35-2BBA-4FE3-A7FC-93A0D49F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16FF9-CE96-4A5D-A2F4-F5446915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DACBB-E935-4D08-A606-9E9BEEBF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C0AD8-2544-4723-9DD1-9ABE8F26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ABF46-AEDD-452C-974E-89D396D3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0331D-AA5E-4746-B13D-233EC529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AC123-F014-4DE0-A58A-B80ECEB1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9C034-C51D-4C4B-BADB-84412982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3A6CF-4904-480C-AF77-13805BAE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949A1-030D-42E5-A194-3DA24D8F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BCC65-56BC-4FAD-8E81-67652261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8A3B9-DB9D-4504-87FE-6BCE7E2B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ACE1D-C6B8-4BE7-9789-93893D87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rg -n "run_review_service|ReviewFinding" src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D6DA7-42E9-4F82-9080-51EBC48B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2F46F-6151-4E14-8B7F-7E625291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DD97B-7880-48C8-9230-1A6BD55C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context pack에 changed_paths와 test_candidates가 남는다.</a:t>
            </a:r>
          </a:p>
        </p:txBody>
      </p:sp>
    </p:spTree>
    <p:extLst>
      <p:ext uri="{BB962C8B-B14F-4D97-AF65-F5344CB8AC3E}">
        <p14:creationId xmlns:p14="http://schemas.microsoft.com/office/powerpoint/2010/main" val="1465068075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EF23F-5623-4048-BFFA-BFB4B321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8E5C9-1163-4887-9681-4F6E9FB7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4A1E7-A0F0-49E8-8318-6C7A10FE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01265-D4EE-4D4C-9324-E4D39C47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C9603-5FA5-4608-B521-0222524E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77C1C-DBAE-4B82-B2C9-87209BB1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748F2-3397-4705-8920-2D681C6D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FF898-AF63-4445-82B0-579E32E5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28D4D-C760-4778-99F3-D58F8751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rg -n "run_review_service|ReviewFinding" src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18420-CE19-410B-8C82-5E91881A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9189C-EDDC-4CB2-9887-C7DACBA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2139397663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544F7-7F63-480A-8CE2-72D67A0E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03_context_pack.json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73BEA-BD64-4F71-956B-483CE1D5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C78FE-8835-4C66-9C6B-B7A743A5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FED7F-F05C-4A5F-A6B7-6AD317FF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1503F-C105-4C65-B65A-F66339C7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BF416-D9FE-4E61-B0E6-211FE51F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F2A64-F2AA-4CCF-B5FF-713A3794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D5F59-77A6-4F8E-8B39-7A0A5078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"changed_paths":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"src/payment_job.py"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"added_line_count": 6,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"test_candidates":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"tests/test_payment_job.py"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"review_focus":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"correctness",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"security",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"data_loss",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"contract_break"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"excluded_focus":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"style_only",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"unrelated_files",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"invented_runtime_result"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4366723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A0D39-4CE4-4007-AADB-D3B2EEF7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DCD06-AECF-4521-B9A6-68EF47A8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D4320-ABE0-4FFC-A45A-C0B61EC2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F31A7-E196-4168-AE32-8A2E2C74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42F10-8F46-41BB-A253-714E8E40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ED37B-9A44-43E2-802C-ACACB02F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7D98E-DA26-4A8E-90DB-48051673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AB87A-0CBB-45B2-8AB1-D3C3B5DD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workspace 밖·.env·실행 cache는 context에서 제외한다.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E77B3-73BE-4790-B0ED-5E3C1A27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B737F-A79C-4A60-9622-8E885F15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C9D5B-3D86-4BF7-BED9-AF02D150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rg로 후보를 좁히고 secret·generated output을 명시적으로 제외한다.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FC86B-B453-4627-BCC0-9F5D0354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workspace 밖·.env·실행 cache는 context에서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2085270018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E1143-58EB-488F-8722-68037B13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951BF-5EBB-4D34-8974-9E9D0452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71D11-0175-4251-8165-239CD670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2CD8B-8BFA-43C6-B461-133D9CF4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F9C86-677D-4412-8AE4-8ADB99CE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99307-9EF6-46E4-8A2E-AA11B7CE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0AF8C-E756-4D37-B8B0-6795D2FB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75896-6547-4F9C-9C65-7A0BAB8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175A6-B090-45DB-970A-081BEAF2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629FE-8720-49B2-BC6C-DE00A001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85C8C-114F-44E3-8B87-85D4AAA7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1B07D-1448-4089-9408-D113548C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 pack에 changed_paths와 test_candidates가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 저장</a:t>
            </a:r>
          </a:p>
        </p:txBody>
      </p:sp>
    </p:spTree>
    <p:extLst>
      <p:ext uri="{BB962C8B-B14F-4D97-AF65-F5344CB8AC3E}">
        <p14:creationId xmlns:p14="http://schemas.microsoft.com/office/powerpoint/2010/main" val="86621464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B2F53-1314-42D7-B70F-EEF82398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39850-1B3E-4972-81F1-6260CEC8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E5383-72AE-4336-BDEC-D0FE1CDF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E8CA7-D5F0-44B8-9651-8A48EE4B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DEC42-0242-4E18-8EFD-7DB932FE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C1C3C-BDB1-40B4-A48A-7D1F8677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26683-4CCB-40D1-9740-08A0A3E2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materials/day3/day3_service_lab.ipynb · 3차시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FF368-F300-47A7-ACC0-B88D14A0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19DFD-4E3A-429B-9FB9-D8D9E402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src.course_services.review_service import build_context_pack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context_pack = build_context_pack(parsed)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"style_only" in context_pack["excluded_focus"]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save_json("03_context_pack.json", context_pack)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context_pack</a:t>
            </a:r>
          </a:p>
        </p:txBody>
      </p:sp>
    </p:spTree>
    <p:extLst>
      <p:ext uri="{BB962C8B-B14F-4D97-AF65-F5344CB8AC3E}">
        <p14:creationId xmlns:p14="http://schemas.microsoft.com/office/powerpoint/2010/main" val="1643607344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A09FC-410C-43D3-958E-519F318A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158DF-FBEB-480A-B08D-C2089ABB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333E5-0129-4DED-9B76-D0ACD17A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1B013-1F01-44B7-9ACC-A69CD44C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828C3-8D3A-499D-9564-F7C68D57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ECA0F-3D64-4B9F-B1A1-5258486C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7EFDF-C07F-4DFD-AF9D-8180E4FD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AC69C-09D7-4E2B-B005-AE919F03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rg -n "run_review_service|ReviewFinding" src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9B294-EE23-400F-8378-9D1A1853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output/course-labs/day3/03_context_pack.json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9E4DE-DFCB-488E-A247-7D730A62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 pack에 changed_paths와 test_candidates가 남는다.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context_pack.json의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43521125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AB63A-9849-4F13-B3B8-F10CA006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8BBD3-BB5D-4C76-A8A8-C679A4E2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0C74F-C161-4765-81E8-7EF94864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B4261-6A59-44B5-B1BF-24787AC9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01FEC-BCB0-4EDC-B14D-B3B22ECC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27023-098E-42A8-8FBC-CF50EBFF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5C4A3-2BCF-4343-8606-AA9E3096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workspace 밖·.env·실행 cache는 context에서 제외한다.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C0E92-A9A4-4886-A6DA-DB2150EF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7B07C-B0D6-42E8-8686-2C7A02D5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"output/course-labs/day3/03_context_pack.json"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26475-0168-4F35-9E8B-802A7368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726734141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AA416-3B09-4DA8-AB66-93CF40FC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52945-5CF8-4C52-8990-DB20DAA0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BF73E-4994-4985-9C5D-D459882E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89B08-8732-4DD4-BCFD-22839320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86B8A-DC42-47B7-AB20-52277C13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D0C18-8F99-4D71-8F78-70C77AE0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4AF0A-27A8-43D1-AAA4-1E460791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155DC-6A1A-4B11-9F7B-0F6CEF91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3BD7B-20A3-4E2A-9501-ECDD3DC1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context pack에 changed_paths와 test_candidates가 남는다.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66069-3D7C-4056-8AA8-C49C49D5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8F59A-89C0-4142-AA56-00D4651B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1F599-0852-4717-AC4B-1CC8392C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5770F-71A5-4BC0-8EC5-5F388FD7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955B5-3021-445A-A389-B5C4A5CB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E005C-D540-4E1C-B649-2EB52010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4ACC6-2137-4A04-9515-32D037C5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1E9F2-3DEB-4550-AB67-335C7808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B676E-AAE9-4993-882C-738F4B26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207646925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08105-77D4-445E-9D1E-7EE74484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BDF18-5601-4F2D-B74E-F9CE6E67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686E0-A832-4EAB-9C15-EC523DDA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DE486-16D5-4CBB-A22E-DBD07C87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2D2E2-C946-40D1-9038-4A25FD51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A17A8-54A4-4DBB-8008-464AF944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EED82-75DB-4203-9EEC-B868C3A2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F2904-21A9-4E14-8594-893F92A1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9DD68-1D34-480E-9DFC-C9AD042D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workspace 밖·.env·실행 cache는 context에서 제외한다.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7F587-43E1-4649-8FB9-DC6624FB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61135-0DD4-4B1E-B7BC-07649240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C85B7-75AA-4C94-8DF9-7BB1537E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24ECF-AF90-4AFD-8667-8F0204AF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A2540-2114-4D5E-8FDC-C486E94D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4A40D-2FE5-45CF-9E36-9ED562EC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46DE1-7A34-4D57-B582-AC5FEB4E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F5354-2500-4BE0-A0E6-65378C5B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2580A-8287-43E5-9519-E149B06D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workspace 밖·.env·실행 cache는 context에서 제외한다.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055688007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374DC3-0066-45CD-9635-A6BD6F8D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C1421-4904-49B8-A510-E31A2969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95747-3F71-47ED-B95F-DA3C95B1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D9F34-929F-4442-A2E7-E1A1B6D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17F10-FAEA-4AB6-A6EE-460C3C70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ADE1C-279A-4834-AFC8-0C8CCBD6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7ECDB-023D-4714-998B-71400037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수천 파일 monorepo에서 리뷰 latency와 비용을 줄이는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CB956-7DFE-4908-9946-C564E51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CF93A-EC34-4E5E-A6EC-41B36040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8B40B-BCF1-443D-BAD3-27E55B06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609CD-1F41-4E98-936B-80623BE9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7C745-9CDA-416F-BC0C-75B3DDAE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7A0EF-2FB7-4641-9759-D75542B0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수천 파일 monorepo에서 리뷰 latency와 비용을 줄이는 selection의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FB598-D413-440E-B6DD-832B1A5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F00A5-3C6B-4E54-876A-0FC2A52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B27F3-B7B5-4D9D-959A-0D651753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BFE42-BD7D-45B5-8DDC-3520C215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3CF4D-0155-4801-A262-9C1EC2D3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65D8C-2A01-49C0-AEAD-8A7C370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39062467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D2781-D4E6-4C17-9D7D-1AED0DFD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27299-0F7C-4957-B3A0-CBC5C564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63499-9161-40AB-892A-5555DCB8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D56FA-E442-4BBA-B01A-E4D0A760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3BC8C-978D-48B0-9FFE-AB9E1742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6483B-4FEC-4FCD-9876-22BF32CD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B7D40-7416-4831-9BF2-868B757A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3BE6F-8720-4476-94C4-85BB30A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5FA89-3776-4036-A492-48C4D9B1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F495D-BB20-47BD-A726-595FC8B1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비밀키·대용량 로그·무관한 output까지 context에 넣는다.의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1FDAA-9436-47CE-ADA5-33963DEC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5B49B-B037-4DC1-834F-DE507327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0D259-DD93-40BE-BBE0-3751ADC7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CFFDC-DBA6-4DFC-ABA6-D009CB96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6D5EC-264E-4F0C-A058-8E09A96E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29EAE-5BC5-4B01-8731-4ECF9AD8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저장소를 이해하되 수정 전 관련 파일과 test를 먼저 나열하게 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0451B-368A-4912-994D-0E02ADED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627BB-378D-4B05-9E12-D9F0B4CF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36F42-07E0-454B-87A2-CA655754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81462916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25F3D-1203-4453-9E1F-8D96F152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4B0C6-B713-42E2-AD89-774FFFE3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FABDA-6575-46C5-B7DC-45FDA2B2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B823B-963B-4223-AC62-A6738C42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79EDD-9579-4E0B-AFC2-99DCD1BA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7C0A9-AD28-4D48-A949-0DE03857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0F477-E387-4D96-9934-2AEEA27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D4C64-CDD2-4296-8274-57D5B897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0B21D-4190-4F9E-87A9-FB829A78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context pack에 changed_paths와 test_candidates가 남는다.로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C6A28-B4C1-40A1-B279-40F67257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97ADD-5D36-4A5A-9C6A-9055B6F7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D15D9-019A-46F0-9CAC-0D6D2D6D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Context Pack의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1BDE0-3674-440C-BC9C-390130ED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BE504-E08D-4ED8-9C4E-AF2182B3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5AC5F-35E2-4BED-A87E-32EA9F9F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비밀키·대용량 로그·무관한 output까지 context에 넣는다. 발생 시 context_pack.json에서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1ACF7-A3B2-4E76-B898-A0D8A739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56F1F-B141-465E-A94C-6315E193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88DC9-3265-4615-8116-B38C8501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2534944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E2146-5697-4C8A-AA86-3D0F0A18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C969A-FB5D-4246-8557-0812C48E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28D25-3938-46E0-B0D5-5D517618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2DB50-AB72-432A-B846-AA17633B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485BD-D099-4684-AB01-C2E77623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9C5B6-DB08-4ED9-AB40-2EC00C98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205C4-A6BE-45DC-98E8-96E38E4C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D33C2-F0BD-4D56-AF7D-D5EFB590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02D28-404C-4528-B701-BFA55BAB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리뷰 Context Pack이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9D26D-CDB0-4DA9-BF64-D4BD95CB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DD5EA-B2B8-42B9-9A67-96937569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993E1-5B7F-48A4-BEA6-E3E5A497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rg -n "run_review_service|ReviewFinding" src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50C55-E014-46C3-B72D-221FD44D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6B839-ADF7-4237-9706-2A604CD2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33596-5C39-4068-B455-EC0AC859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context_pack.json과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0914D-0F94-4F35-9678-96CB233B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ReviewFinding 결과 계약</a:t>
            </a:r>
          </a:p>
        </p:txBody>
      </p:sp>
    </p:spTree>
    <p:extLst>
      <p:ext uri="{BB962C8B-B14F-4D97-AF65-F5344CB8AC3E}">
        <p14:creationId xmlns:p14="http://schemas.microsoft.com/office/powerpoint/2010/main" val="966029084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28CC1-EA6F-427B-BAC2-42310BA5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ECD3D-BD60-4F88-9616-7DB7FD38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ReviewFinding 결과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18D63-8938-4E17-A11D-2ACDD5F1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3 · 4차시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3B8C9-62D4-4C9A-BCC3-919A120C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12:00-12:50  (쉬는 시간 13:40-14:00)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7B482-CF90-4560-8762-F97CFE2B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Contract · extra=forbid · review_report.json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51363-4B02-4C55-BF42-407B64FA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C0E3D-8510-418E-B7F7-F9A6AB82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F3979-0ABC-47B6-9388-93DC1EB4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ReviewFinding 결과 계약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5E41C-6AF7-44D5-9289-86354AA2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6D710-92F6-4A39-94FE-320BCEAB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src/course_services/contracts.py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EBEA2-F717-4673-B080-488FDF98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F0EFC-2775-4836-AB71-014FB54B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review_report.json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E3D69-9898-4EC7-B211-D25E6D82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3 · 코드 리뷰 Agent · 4차시</a:t>
            </a:r>
          </a:p>
        </p:txBody>
      </p:sp>
    </p:spTree>
    <p:extLst>
      <p:ext uri="{BB962C8B-B14F-4D97-AF65-F5344CB8AC3E}">
        <p14:creationId xmlns:p14="http://schemas.microsoft.com/office/powerpoint/2010/main" val="1031014406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28DF4-0BD5-40C5-A3F1-A07E3B62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4차시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7A4D9-085B-4544-BF2F-F5301059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23116-8AB1-40AD-B207-88B86AAE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8E3AF-2460-422C-81DA-50C1E3A6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05F7C-58EE-49C8-A08A-73D8DDF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C120A-EE0E-47C1-9BA4-CF4E75D1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E3D4B-2BBC-45CE-A0A1-D2E18B08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4D617-5888-4696-82A0-0FF5A1BC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44A5A-D632-4F95-9197-599DA06B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context_pack.json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BE755-C0A3-4051-9E65-BEFB91BF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9C06E-4F33-4F8A-AA82-16FB6709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E901A-60A2-4156-B441-9E7AE77F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C5688-E0E3-4976-845C-B86CB4BD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36ECC-926E-4FC8-BDE1-5B343A02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2BBD2-9C7E-46B2-ACC4-8D3C652C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9A36B-ACF2-41E2-B4AB-91F3A08E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1962F-78BC-4CB2-9CD2-98CBCE49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C3EF1-2117-48BF-9FE4-A2233B53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</a:t>
            </a:r>
          </a:p>
        </p:txBody>
      </p:sp>
    </p:spTree>
    <p:extLst>
      <p:ext uri="{BB962C8B-B14F-4D97-AF65-F5344CB8AC3E}">
        <p14:creationId xmlns:p14="http://schemas.microsoft.com/office/powerpoint/2010/main" val="2120143092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D9D00-A2DA-4AB5-A3E2-7F70031A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65505-AE54-4EA4-A435-92C77B0E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1E028-A80A-46BF-BC0C-56CDBB23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011D6-F92F-41F5-A002-4FF23F19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36984-2F55-417E-9DA4-43D708F1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3DC3C-A451-47FB-B0CC-E9FD391A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자유 문장은 deduplication·line comment·평가에 다시 쓰기 어렵다.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CC56B-976F-4645-89F6-0972AEB8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finding validate에서 review_report.json까지,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63C18-A437-4B7C-824A-FAF84D6B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67225-8823-4DBC-BDE1-43147B7A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review_report.json</a:t>
            </a:r>
          </a:p>
        </p:txBody>
      </p:sp>
    </p:spTree>
    <p:extLst>
      <p:ext uri="{BB962C8B-B14F-4D97-AF65-F5344CB8AC3E}">
        <p14:creationId xmlns:p14="http://schemas.microsoft.com/office/powerpoint/2010/main" val="103008639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7173A-0928-45FB-8819-5E7049FA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B7CF5-671C-4FF4-9860-1AB727D9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16C81-D6CE-4835-923A-879A73E2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52BB1-ED00-4832-A0CE-26C64A02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268D6-A483-4002-B8EC-C0CD66B2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F9729-B881-47A9-90A8-A609DB71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F20A6-58DE-4722-8D30-651AEA82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3B0AD-83E3-4945-BD02-D814C1AD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ReviewFinding과 ReviewReport를 Pydantic으로 검증한다.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0C5D0-CB93-4AEB-909F-BCFA3B01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CE74E-33F1-4F07-8EB2-985AC409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A12D1-BCE4-4A64-A593-38B8AFAC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schema 오류가 raw traceback으로 notebook을 끝낸다.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5CBDE-9BB7-4F4C-A33B-3D7D8020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39BBE-487B-4A10-861F-FC983AEC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6CF39-B6F9-4DE6-AA5C-33D85256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38559385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0D171-7254-4461-B4D7-EF635F6A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AB26C-1B6E-4EE3-87A1-77DE2E2E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99A57-5D70-4B62-9B7A-81889B3E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64C62-2805-4CA5-B1FA-FBB63652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5C752-6DAB-4885-81C3-9F3A9D7A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B5EA0-4140-4E3E-9428-6EABD436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129EB-11A9-42D9-A1CD-D8A2210F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D35DD-A95D-4B07-B4C6-2F548DBC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6B80E-E2AD-4134-86E0-AA393303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75975-4B3F-4C3A-ADE5-EBB7F614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366E3-F124-450E-A969-04750C41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4AA4C-330C-48E9-A48C-16294ECD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D885D-D0D1-49A0-A49A-34EE62B4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61D7C-EF8D-4901-89EA-1A9A2048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호출자와 구현 사이의 약속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F3C66-A1C5-46C1-9E67-1856A945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63308-8EC3-4D75-8A6E-F214BB8C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extra=forbid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303C5-548B-4CA7-8EBA-B288E0C5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E3125-2C18-4234-BCC4-1E90DCF7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모르는 필드를 거부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70B44-62C9-4F78-B503-337D01FB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E4D30-F310-420F-9D93-821DB831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Error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309292-44C4-4691-85EB-48582E6B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DDFBC-C0C2-4881-ACBB-A70FDBB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 판단에 쓰는 이름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D8715F-1358-434B-A86F-5F09D87D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95FE6-6EEC-43FB-A445-20D69448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Automatic publish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0BE5B-024E-4031-80BB-4E931212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9EAF1E-F319-4E82-A2BB-908AF0C9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없이 게시되는 동작</a:t>
            </a:r>
          </a:p>
        </p:txBody>
      </p:sp>
    </p:spTree>
    <p:extLst>
      <p:ext uri="{BB962C8B-B14F-4D97-AF65-F5344CB8AC3E}">
        <p14:creationId xmlns:p14="http://schemas.microsoft.com/office/powerpoint/2010/main" val="1630656932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59089-F429-4874-ABA7-04923EA7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15C15-2B1E-46C4-9FF6-A2AF1A20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3FFF4-C3E5-4ED7-810C-4AB712D8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82469-288F-436D-AA0D-165A457A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F1F4A-0768-489C-AB09-C637B375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86742-139A-4882-9255-30B1553C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EFAC2-4583-4BEF-B377-F6227CCE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D0932-2A6B-4F5F-813B-02BF942A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src/course_services/contracts.py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F7429-EBF2-45AB-9DBE-74F7286B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57F17-8721-402C-A4A5-24202900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67989-62EE-423E-B725-6319C451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finding validate → line mapping → report aggregate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F555A-A5A7-49DA-A408-90577AC8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74383-9F80-42B4-8065-8446429C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5AED1-A073-4C43-9FEC-B24F6C59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FF3EC-F50E-4528-BF69-60C5F5DC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AC16B-C564-4251-B694-0AC358C7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48D96-C312-4DEA-9A14-F1C944FC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confidence 0~1과 line&gt;=1이 검증된다.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automatic_publish=true는 model validation에서 차단된다.</a:t>
            </a:r>
          </a:p>
        </p:txBody>
      </p:sp>
    </p:spTree>
    <p:extLst>
      <p:ext uri="{BB962C8B-B14F-4D97-AF65-F5344CB8AC3E}">
        <p14:creationId xmlns:p14="http://schemas.microsoft.com/office/powerpoint/2010/main" val="1574792292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CF77C-BC95-4390-9193-A542CF5F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A7256-4D65-4AF8-AD39-D0237B95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F3446-6ECC-4F52-A545-A16CFCEF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07928-8A6B-47DD-A96D-D07C338A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12068-EFE0-43ED-8B81-55644214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401A7-FE95-4CB1-A381-A1A0518D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2B1FC-61C5-47E3-87DB-755BF83A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FABE9-2A01-440A-AFD3-A66D9DFA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0135F-634C-4BAF-8D90-FEF6097E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finding 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68722-6257-4599-A01F-523494CE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1D526-B8B5-4DA8-8848-BC040065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A7D73-2C89-45E4-8FD5-F4EA2991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line mapping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BACEB-C8F3-4944-A20D-4E453E5D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714CE-1799-4F2B-8509-D6292583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08341-C9D7-4E14-BA17-CDBBBE44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report aggregate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C5015-2E67-45DD-A212-CE68AA1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149EA-C435-4A28-A081-CD449BAF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E8597-5AE1-4039-80EF-2F79F0E3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automatic_publish 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38259-1E11-4E9F-B97A-E78DCD91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56A49-0A4B-4DBA-959E-C7233ED1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3A954B-A021-4982-9B61-C05D6D68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expected failure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6CB040-C17E-4912-A471-B3FC2AE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review_report.json에서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56205200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A1D93-806B-462D-A82C-5FE91741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6026D-4CD5-49BA-B763-E032B9A0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517D3-9856-4BF6-A781-F8117879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68E2B-1D5F-436C-B9E2-F22FC9BD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67AAE-3054-4D07-8080-8D1F6E0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57767-6AA3-4B82-AE33-214AE84A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AFF9C-EF0C-443E-93A6-843EB405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3F3AA-DAFD-4DA4-AAD5-8EF7B495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confidence 0~1과 line&gt;=1이 검증된다.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AB76D-2179-4130-80C0-7D04AA77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A0B33-93BE-4327-B616-AC94034C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2142C-20C4-4582-9C0A-7CE2110C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automatic_publish=true는 model validation에서 차단된다.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ABF85-4CF6-4717-BF0A-C23EB12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A3F83-A922-489E-8520-B0D48C7E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279CC-8A59-42CF-B065-3FED8C7B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26974-126B-48A4-8459-081F6C70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E57D2-3A0C-4551-8217-F61CF579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13938-AB84-4487-BDFA-59B71FF3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식별자·review_report.json</a:t>
            </a:r>
          </a:p>
        </p:txBody>
      </p:sp>
    </p:spTree>
    <p:extLst>
      <p:ext uri="{BB962C8B-B14F-4D97-AF65-F5344CB8AC3E}">
        <p14:creationId xmlns:p14="http://schemas.microsoft.com/office/powerpoint/2010/main" val="28472357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D3A5A-C7DD-4698-84C9-C6D839A3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2B020-7FCF-40B0-9399-D6D1E674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59D33-C2F4-4535-86EE-CC044935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B4E0E-04B1-44E3-8974-852E005D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E247A-E410-46FC-B8F0-2D5A94B1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7DC5F-D85E-454C-836E-61D863C2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711C9-20B7-434C-9D5F-C73DC47F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A415A-B7B1-44BE-9953-F2DE368F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A6DE6-1365-4CFD-9511-EEF9017A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src/course_services/contracts.py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4A863-3E17-489B-A24F-EFEF1741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F89F2-CCCE-427D-997D-754AD2E8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C2666-ECED-4424-912A-8304D348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A9D8D-45A6-480A-BCCD-49C2A514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63070-FAD3-4FB5-BE60-556269D2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A4093-7772-46FC-9F6F-BC5FB690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8C647-C02F-46C7-8EF7-2E8B83F4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CDDF1-AE28-4B93-8275-65F36BE2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CF70-35B1-434A-8282-C30090B3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data/day5_eval/golden_review_findings.json</a:t>
            </a:r>
          </a:p>
        </p:txBody>
      </p:sp>
    </p:spTree>
    <p:extLst>
      <p:ext uri="{BB962C8B-B14F-4D97-AF65-F5344CB8AC3E}">
        <p14:creationId xmlns:p14="http://schemas.microsoft.com/office/powerpoint/2010/main" val="199947651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3C434-A06D-436B-87E4-4DE31CAF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42442-99D6-48CB-A763-9C7A5A39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2AF44-1C80-468F-BFC3-82138293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28F5E-FCB2-4A86-81D4-519BDA86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A48B1-1274-4C10-BC91-EF0D2DC2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0F955-445D-4B8C-9F79-B4DF9D7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4A907-EB06-4DB1-8223-2E3A739F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F39E9-4235-4D96-A49E-9B3F9B67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호출자와 구현 사이의 약속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FB8A3-FEA0-45B1-BCD0-7B0F8C6D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A9043-EAA5-441F-904B-86ED09D9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src/course_services/contracts.py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8F8C0-BEA0-49A0-B46D-968C3C6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extra=forbid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4BBF5-DD7D-4BF0-861B-B4189465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모르는 필드를 거부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50340-A6EC-49CB-9420-D7896B66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B0053-6C61-4631-BF6D-97854351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src/course_services/review_service.py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566AB-768D-4AAC-9A34-52763B5D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Error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06556-0307-4421-A5D9-576D71DB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 판단에 쓰는 이름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0C23A-3A04-459B-8FEC-FEDCD359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1AB3E-46CE-43C6-A17B-86019D09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tests/test_course_services.py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0761E-8C5E-4378-83F4-02EC98C3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Automatic publish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F2574-113C-4EA8-8076-6D9AA0A3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사람 없이 게시되는 동작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05F0C-EF80-47DC-AB94-5B8A8087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9932B-178F-43F4-975F-D9F09844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data/day5_eval/golden_review_findings.json</a:t>
            </a:r>
          </a:p>
        </p:txBody>
      </p:sp>
    </p:spTree>
    <p:extLst>
      <p:ext uri="{BB962C8B-B14F-4D97-AF65-F5344CB8AC3E}">
        <p14:creationId xmlns:p14="http://schemas.microsoft.com/office/powerpoint/2010/main" val="1996966432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A1AD7A-03F8-41D0-941F-7B2CAACF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1F178-C902-4B96-BE4F-4735FA6F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5245D-CBA2-4141-A662-6D830C63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E7022-5618-4676-947E-0E6CD928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B7D6A-B07C-4641-BC83-32CF0014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34C5D-D72A-405A-A820-08B6E405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CB288-AA99-41F2-B1EB-46DD86EB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5C539-B923-4DFA-8D82-E6417B2B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62FDD-0C92-4285-9D89-94A98918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99D8A-F15B-4406-BA34-F43997D1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91648-B324-4238-94E9-BCD569DF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A6C3B-CD00-4159-9D68-77C3C183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8708C-B2EC-4852-9EAB-923F9A03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5AA47-27B0-49C4-B3D9-5BBB27B0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72820-001C-4239-B1AD-EEFEEEFB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34457-10AD-4169-932F-F40C1051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finding validate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5AE11-DD63-45C7-BF1C-DB774983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8A8A2-1DAA-4E25-9343-7D7FC952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A9027-7418-4920-A1A2-6178BED5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5CA59-0173-4106-A9FE-86F2FD82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extra=forbid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D0A9A-CB87-4AB4-8474-786BF5C0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EDC09-6B24-45A8-BD31-CB7561C9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line mapping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05BAB-9366-4CBD-AD03-50DCAE7D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119F65-471E-4534-B238-6C2EDE4E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62CDA-B32F-4C49-A481-F02CFBE0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DE167-2902-413B-866D-BE70F96F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Error code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A31BCA-414B-4FF5-9B66-96585F58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B22AC9-5490-4282-B6B1-EB6DF45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report aggregate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6C973F-2484-4337-BB9D-20E08EC6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FCD488-5553-4F2C-8FE5-255E01F8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78A14B-199E-4486-897B-34F1CFFE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6DFA52-7022-4458-9D83-6AA449D6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Automatic publish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D61AAD-D2FF-48B9-93BB-7068954D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A7B203-BF53-4967-B1A5-C8767EF2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automatic_publish false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0F3388-D8DC-4F0E-9CAA-C6DDF204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F6E567-184B-43D0-A7B6-628B9BE8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861873372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4DF20-EAB9-42F4-A32B-D731C666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3078A-B67F-4871-8830-9716C5A8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BA4F5-DEDA-4D01-80B4-0C57BDC2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81218-84D6-4624-9C5F-222FABF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6A481-7559-4015-BBD7-EE1A3809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C367E-1AFA-40CE-A561-139C7C9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FC6A2-1BE6-45F8-B01B-0A091503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66A00-2B9C-4CC3-B06F-9B53E346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770D9-0AC6-4377-AE31-2D7589C0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schema 오류가 raw traceback으로 notebook을 끝낸다.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01217-CBB1-4836-AB8A-96379101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CB210-406A-40AB-A342-F1266CDF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schema 오류가 raw traceback으로 notebook을 끝낸다. 상태에서는 review_report.json을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FA9BF-38FC-4119-8D64-1543776A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06372007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E3050-22AE-4113-B3C1-8FA2196B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08835-1971-4CE8-ADE0-036C2AF8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C8041-FAE2-42CA-97CE-B26C561F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22042-AFD9-4217-A193-05EBB11B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46ADD-6578-49B6-A35E-405928E0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530F0-FB59-4D8F-AC89-C3AC0A1F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76D99-F5C7-403A-8676-DA20299D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12D65-662E-4916-88CC-E095ECDD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73D06-6046-42AE-91FC-4D44DD3D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automatic_publish=true는 model validation에서 차단된다.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C4C7D-B24A-4D96-9C30-3DE469BE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01BD3-D685-4248-BA24-6AB3B208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4038F-0D8E-44DF-990C-B7B06737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schema 오류가 raw traceback으로 notebook을 끝낸다.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775CE-A66C-42A0-8A7E-8886412C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97101-1CC6-4C92-88A2-2EDECDDF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CF78E-65B1-4AF5-AA09-5C7F0799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EXPECTED_FAILURE와 error_code로 바꾸고 원인은 trace에 남긴다.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DA614-ED3B-4318-8A8F-6BFD755B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E7F4A-DE94-4017-8708-E21FBC44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94A6D-2362-456A-ABCF-6EF9AE20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review_report.json과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98372941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88CB0-F8B2-443E-BFD1-E57CFA83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EA187-37A6-4854-9373-6F70894D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49D6C-9F3E-422E-86FC-D2F3E441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9D7B4-33B9-4C3A-B5E1-2696772B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C2687-2AC8-43D7-B8C6-D49B6B9F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40B94-6000-43B7-9B35-4149B912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e34817e274a3a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D2A7C-C82C-40DA-8A3C-A8B57CBB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src/course_services/review_service.py의 책임을 찾고 review_report.json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24D0B-9C85-4CCA-AFD8-F91FAF10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ReviewFinding 결과 계약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2063518821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095A2-415F-4D42-8C5D-7957FF78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9B032-A0D6-49D2-A023-8912DF90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BEE12-D2EB-4544-97FA-D106899C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0CDD5-6A47-46B1-AA20-C264538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C9645-E48B-4E38-9C7F-39598694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F59BA-8970-4228-8638-465459D5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C07C4-4F39-4C3C-AC58-1A34F2FA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C2E73-88AF-4DDE-83D3-54C3B845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D38B0-EA36-4018-A594-200B0FA5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contract 변경 시 정상·누락 field·extra field test를 함께 갱신한다.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F58FF-BBEB-4AD6-94FC-CCA1DBAF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BC7F9-755E-4004-A967-970D0D37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0E5E9-7554-4D1D-B079-45978F90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3A403-C7FE-470A-BD65-AD4B072E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19E36-CFB4-4A67-9D99-775FCBAD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626CC-B7F2-4D3E-A9F6-95BBC259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confidence 0~1과 line&gt;=1이 검증된다.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automatic_publish=true는 model validation에서 차단된다.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45754-C0FA-4C43-8BC4-3D198AF6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3CF51-852D-4824-9C8C-3C8CAD82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941F0-A2CD-4B0A-A603-DC167DA6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521828800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9E28C7-C875-48BF-97D9-FC46E745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03270-83ED-441A-9590-7614341D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63EC9-52C3-4329-9CFE-E3BE096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01034-B726-45C9-A812-3F1E95DF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A286B-2C9B-4FB7-9352-F67BC9EB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CA8A9-DFC9-4E48-A28C-BF72AA91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E823D-0470-430C-ACA9-33DBD518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04A3F-09C6-484D-BB41-5A498BC6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8201A-3541-42EE-BF5F-A8D45DF9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E7FFB-A5F2-4FCF-8448-E6DBBC70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AE030-30DB-4A64-A014-C6008B42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CD2A8-F879-4F02-8AC8-2CCA1E47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40B7E-AA96-4DDF-9367-273F8FA6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008B3-534E-47BC-A0B6-6BE76ABF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confidence 0~1과 line&gt;=1이 검증된다.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5C0AD-191C-4B5E-8BEA-9C2D2DCB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83545-2234-4D5E-9490-A61F0932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11E36-855A-4926-8A6A-2693816E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5F608-2FD9-42E7-92D2-E39F5D43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F7AC5-C8C7-4F70-8909-EA7662CF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E26C1-EEE2-4739-8565-E6C03069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3CE01-EB1E-4D93-BBE5-FEDBC2B4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E5BAC-6345-4DD3-85AA-81631430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596883852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6AC3D-EB73-4806-B714-556B5C0F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AFF3C-4A5D-45E0-AC4A-F40535CD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7D27D-945A-471C-999E-0D0EFBA0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99FA6-5D2C-43E4-8A4D-EF030DAF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7D963-18CC-4E5F-AB66-9605F986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B81C8-6B5B-4295-9C33-91DDD069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6D4F7-AFF3-4700-B024-8FD9D7A9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A357B-893B-420E-80EC-19B3545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41E36-AC63-43CF-9B05-0B428295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src/course_services/contracts.py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953A4-B000-4EF9-A6E6-EDEF54A1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1204F-8BC5-4F20-AC83-FBCC0FF9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01499-9A1A-4D57-A9DB-03C76EFA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7B369-BF02-42B0-A955-08A11240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D0E18-DD25-40DB-9AE0-37601D23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A83B5-81A5-4CA8-B599-5985C65B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19925-F43B-4CA3-AC0F-2D65F0BB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D4AAE-F371-485F-8B3B-DD252579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DBE83-507B-4DAF-867F-58791AF5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confidence 0~1과 line&gt;=1이 검증된다.</a:t>
            </a:r>
          </a:p>
        </p:txBody>
      </p:sp>
    </p:spTree>
    <p:extLst>
      <p:ext uri="{BB962C8B-B14F-4D97-AF65-F5344CB8AC3E}">
        <p14:creationId xmlns:p14="http://schemas.microsoft.com/office/powerpoint/2010/main" val="1798525102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068AE-619E-4869-B6D7-8595E362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697BC-5C9A-4AAF-9B73-0B18B108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7400C-BB0A-4D20-8FDB-0D8032C8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3ADCF-A70C-4BA4-B84F-62CEAECC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1110D-C5A4-40EA-8C67-19CC9199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5E073-F99D-4394-95E0-6ACCED51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9F1C6-2011-4443-BE03-AFE9C770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515B2-0D51-4193-8B14-5C960662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8CB13-20D1-40C1-B56D-C1F3B5E2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5C889-80AD-44FA-B6A9-AF579230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65A88-4B09-4CB0-BC28-5F4E0FDA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768729922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1E1F8-2DC6-4D85-8674-7163F8D1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04_review_contract.json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AB033-44C6-4DF2-A8D4-753C82B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8AD25-9804-4206-91F7-71C275C0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AB8DB-B670-4490-9C3C-E9A926A6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DD596-C544-4623-B135-06E5AF0A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8B3A3-BDCA-49ED-99F5-2773BE51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46337-7F1D-43EC-9B80-6AD4FF78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AD645-4586-4155-BC48-1702DA2C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"normal":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"SUCCESS",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"findings":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"path": "src/payment_job.py",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"line": 9,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"severity": "P0",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"title": "검증되지 않은 문자열이 코드로 실행될 수 있음",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"body": "입력 경로에 따라 임의 코드 실행으로 이어질 수 있습니다.",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"evidence": "result = eval(command)",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"suggestion": "허용된 명령이나 파서만 호출하는 명시적 registry로 교체하세요.",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"confidence": 0.99,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"rule_id": "unsafe-dynamic-execution"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"path": "src/payment_job.py",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"line": 11,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"severity": "P1",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"title": "외부 쓰기 전에 사람 승인 경계가 보이지 않음",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"body": "재시도나 잘못된 대상 선택이 실제 게시·수정으로 이어질 수 있습니다.",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"evidence": "requests.post(\"https://example.invalid/jobs\", json=payload)",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"suggestion": "dry-run payload, 대상 확인, human_approved 조건을 쓰기 호출 앞에 두세요.",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"confidence": 0.91,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"rule_id": "external-write-without-approval"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366577573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7F307-33A5-48F2-85AB-AE92822F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1DA3A-A846-4F6F-8ADC-5262A5C8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F5507-253F-4475-AEF0-DE78B44C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99887-7BCF-4C67-96D9-7753518F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1EC8C-3317-4E9E-BD55-EF002C68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36610-027A-4585-A2D2-3A08AFF5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B860B-3083-43BA-9530-88F9FBE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9F199-C388-43B2-925A-FB379770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automatic_publish=true는 model validation에서 차단된다.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78EA8-1E49-4220-858B-F2C3B061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C1D72-2F69-4E91-8F57-FB4B0650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C6B47-286F-4E7B-AAB2-8AF4CAAB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EXPECTED_FAILURE와 error_code로 바꾸고 원인은 trace에 남긴다.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34500-9A66-494B-BB45-F435CDA0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automatic_publish=true는 model validation에서 차단된다.</a:t>
            </a:r>
          </a:p>
        </p:txBody>
      </p:sp>
    </p:spTree>
    <p:extLst>
      <p:ext uri="{BB962C8B-B14F-4D97-AF65-F5344CB8AC3E}">
        <p14:creationId xmlns:p14="http://schemas.microsoft.com/office/powerpoint/2010/main" val="1242167523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AE2D6-759F-4604-8380-6E415B4B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F17ED-1AA5-4203-B49B-6468E73B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92812-B95B-46BE-B014-68634303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D8509-33E8-4B90-BA6E-F37E5DA3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00AD3-2E03-4CE2-A8C8-06710FCA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9EBE9-DCDC-489D-90B0-4105219B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A1E2C-828B-437C-9CEF-4A7DB2EA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B9986-C477-4F1F-BBDB-0B2FEDAE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F1B27-541D-4EBC-B518-5CDADCB4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EA0DB-E202-45A4-A3C7-A0909376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808ED-DBAD-43B9-9B27-AA63EA0F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5CC0C-4F8B-4AA3-B1D1-E64AEC4F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confidence 0~1과 line&gt;=1이 검증된다.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 저장</a:t>
            </a:r>
          </a:p>
        </p:txBody>
      </p:sp>
    </p:spTree>
    <p:extLst>
      <p:ext uri="{BB962C8B-B14F-4D97-AF65-F5344CB8AC3E}">
        <p14:creationId xmlns:p14="http://schemas.microsoft.com/office/powerpoint/2010/main" val="367973660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50D64-D580-4C51-A02B-8D5453E1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B37AD-90EE-441B-8EE8-A2536238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36697-C1FE-4C0D-B767-9B1D200B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E8C63-60E3-4668-B3A2-DF0DAE64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0ABCA-787C-4E73-83D5-5515B95F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E45A4-6AE7-4941-9A77-83B5A92A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4D311-A90C-47BD-9364-2583A1D5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materials/day3/day3_service_lab.ipynb · 4차시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6D084-7E6C-408F-AC8B-ECB87281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5F02E-EB66-4B31-B349-43D49CDA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pydantic import ValidationError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src.course_services.contracts import ReviewReport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src.course_services.review_service import run_review_service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review_report = run_review_service(diff_text)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validated_report = ReviewReport.model_validate(review_report)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ReviewReport(status="SUCCESS", automatic_publish=True)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contract_boundary = {"status": "UNEXPECTED_SUCCESS"}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except ValidationError as exc: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contract_boundary = {"status": "EXPECTED_FAILURE", "error_code": str(exc).splitlines()[0]}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save_json("04_review_contract.json", {"normal": validated_report.model_dump(mode="json"), "boundary": contract_boundary})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{"finding_count": len(validated_report.findings), "boundary": contract_boundary}</a:t>
            </a:r>
          </a:p>
        </p:txBody>
      </p:sp>
    </p:spTree>
    <p:extLst>
      <p:ext uri="{BB962C8B-B14F-4D97-AF65-F5344CB8AC3E}">
        <p14:creationId xmlns:p14="http://schemas.microsoft.com/office/powerpoint/2010/main" val="57135800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70189-2730-4097-9E52-26A5D726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8D4B3-3A86-49B6-B6EE-2D8802E7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A1F7F-3B05-454A-9229-6F307AA0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13DB4-0BBF-49B1-B79A-C54092BA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CAC8D-46FA-41B1-8CF3-C4770FE9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8B0E3-B3CA-40D5-A90C-4B65771C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F3173-D5BE-4691-B2D1-92166358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4A322-CE4F-40FB-A84C-7F482783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27A90-F351-4B26-8685-A65011B2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output/course-labs/day3/04_review_contract.json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2B30B-1D99-4171-BD31-70FFD841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confidence 0~1과 line&gt;=1이 검증된다.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review_report.json의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623429099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E9688-411A-4B49-8DD5-B837C71B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D811D-2C80-47A5-B316-CAC5A3C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F463D-6538-4D4F-948F-02ABAEB4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FAD9F-FBA7-458C-B08C-E4F02778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4A349-3795-4772-94B5-6DEB2637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483A7-0939-4FA1-B43A-C2D3272D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E54FE-8E03-42FE-B758-9416B918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automatic_publish=true는 model validation에서 차단된다.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B4007-1AB4-44CB-A530-6FAD205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F461F-A4E7-4FDA-94D0-6BCCC672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"output/course-labs/day3/04_review_contract.json"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2AAAE-EA5A-40B4-B7DE-FFF2ACEF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2112637243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9CEAE-3F9F-4B0C-A9B2-92CD82D3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2ABF5-7D78-41D4-B7CB-C740B49A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D83B3-933B-45A5-9875-516C4470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345B8-A624-4252-86A5-7E4A1F8F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3A05B-7B0E-4E2B-9B55-F63613B4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1EB92-58CC-4A72-AC0E-636B5616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C6814-A54C-4544-A348-548BD833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37128-76D2-4559-AD7D-2384369D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DA816-8E85-4C31-9DEA-9B682394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confidence 0~1과 line&gt;=1이 검증된다.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28E0F-890A-4BE1-977B-26F96980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FE0F8-3EEC-4F1C-BA93-6B52EE4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482BD-EF39-4AF9-854F-3212F62B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src/course_services/contracts.py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C0168-4615-41CF-8606-A15033FF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062E0-1CE0-43BA-9B11-45C24E2B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0F494-730B-4772-A51F-A7E4053B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998E6-B22D-4ECA-870F-57BC37AE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62A67-EAED-4C7F-8575-AFC96D8A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B195F-BDEC-4B05-B22D-F5078A87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712476661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65468-B5E5-47CA-9A75-036F7682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643BB-1A47-45F0-9A52-F01540AA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F423A-497E-4907-9C8E-8EAE5E9E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96DCC-650D-4286-8A55-A268DFD6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16854-8BDB-42AB-B918-5280B5BE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90551-B0C8-4DA5-8659-490CF192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A003A-A390-46CC-A671-94A26E69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60192-6F16-4E9D-B77F-23338728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08A54-3228-4C46-9654-198071B9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automatic_publish=true는 model validation에서 차단된다.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72209-F378-4BA2-B459-DA9F4FAF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CD102-04B8-4D72-9BB3-C0B8ECFC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E0DB4-ED8D-4BC5-9142-BAD9E79A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57299-3415-47D4-8DAD-0099CC7F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BBE19-ABA5-4A25-A869-09843954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22DBE-C282-4312-A4B7-42B380A9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CA50D-104A-4276-8FE7-E9652CA9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3AD76-58F4-4E1E-842F-4090B6EB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B72BA-FABA-4F42-B372-1A1009EF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automatic_publish=true는 model validation에서 차단된다.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418760709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AC84C-C9B0-41B4-B924-32346C3F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2847F-0908-4386-B582-841A4409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FC306-3CB3-431F-8707-8095CA57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AFC74-1BCE-42C0-9EC4-1E123087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7EBFE-EAC7-4979-9629-18361956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514AC-000D-49B2-B1C8-27BCAC32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23E28-41DE-4763-AFBF-70111D4A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결과를 IDE·PR·대시보드에서 같은 형식으로 재사용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40921-91F1-4DF6-9955-3CCBC2A9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F2A65-FA82-4C3A-880C-4EC715C0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3F162-118A-458A-9690-29ECD80C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E7C72-A97D-4C21-A3BC-A86C8074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358B8-170E-4F65-8B00-FDF14774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B1849-6FB0-4020-B8CE-10FED122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리뷰 결과를 IDE·PR·대시보드에서 같은 형식으로 재사용의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36873-E4AE-437A-842E-1FE1EA43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88029-7443-439A-9FC8-D290F489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6AEDA-B83E-4B7B-9AA0-1297FCB7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60F95-6B0A-475B-A579-56115E03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CE74D-41A1-49B0-981A-0C9ABF8C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0F51F-C631-443D-8444-0BDAD4FF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314486880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9DE7F-9028-42F5-BC3A-CF7863C3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B2A6E-52B9-4418-B71F-72A21729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FCA8B-81F7-4C7F-A569-53E10BD0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4B151-3939-4786-87B2-B132B2DC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175B5-0DA5-4EF7-9AAB-9EBA14AA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4EB15-654B-4870-927A-E4C94033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E47DB-1ECC-4819-B84B-1F6C59B3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128D3-84A3-4739-AC5A-081C2DEB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DCF28-1227-46B2-A887-483ACEA6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FAA9C-3815-4B71-9DFA-8EDC5427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schema 오류가 raw traceback으로 notebook을 끝낸다.의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862AB-D4A6-4F16-BF11-9E41D37E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44E98-1E04-42A6-8890-580BB3B1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A4A5C-A083-448C-BA32-85DA06A6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3BBE2-5B26-473A-A5CC-54025BC3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A823C-5737-4A13-89AE-3BDB5067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DF08E-32EF-45F8-B15B-328974A6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contract 변경 시 정상·누락 field·extra field test를 함께 갱신한다.의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6B0B0-3440-491B-85E6-24AC423A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3E7EF-78EB-42DF-875C-35BDF03A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0E7B0-B566-40E6-9F2C-85D1D12E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354522379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64151-2DA7-4D77-9A50-B7ECBBE6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39558-E6E1-49D8-9C18-8524FA4B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7FC85-6365-459E-A957-AA1BF8C5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405F6-36E9-40B8-B984-A8E96C70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A0520-3157-43A1-A42A-A61F94FD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B6E32-B103-4809-A0BA-F0C4B63B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3C57C-4F8D-499A-A45A-118BB913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33190-7625-4DDA-82A4-A875ADE9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7D7A8-0F4E-4F68-A655-28AED066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confidence 0~1과 line&gt;=1이 검증된다.로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952CF-164C-4CFF-9E36-53A2A7D1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99EA8-43FD-4636-81BE-D6900371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FADF6-B8C7-4B7B-8591-58865D44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ReviewFinding 결과 계약의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645BD-DF8E-4E87-8856-ADAACA78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392A1-4E24-4D63-A617-CD8FF6D3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B37ED-8132-40AD-9D10-C846510F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schema 오류가 raw traceback으로 notebook을 끝낸다. 발생 시 review_report.json에서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549AE-CC4E-4EB3-91DD-0981D43D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7D3C4-EEDF-40F7-A99C-E9DCF8BE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4B089-B28D-46BD-8119-A379E163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915222488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E23E9-8150-4282-936F-92F87414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A5B76-4311-4442-BDF9-7B225D1C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2D1C8-EA05-43B3-ADA1-FFCDE805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27760-F7D0-4ECE-A9B8-60846ECC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BB98B-90E9-4FE9-9DE3-2BB91D0F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BD64C-7F9B-4836-B8A6-520CFEC1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31DDB-6970-497C-B8E4-CA366CCA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28480-BED8-4888-ADE7-5BA8CFA8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8D148-E147-4D44-9824-750E9B11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ReviewFinding 결과 계약이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64088-D276-4519-89D1-D01F1D9B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1F0FD-5966-4464-8563-8BAB87CF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45D3F-C1BC-4556-87CB-FFD17C03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6F6AF-932F-4199-AB44-DE4B85B9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6B784-02E3-4042-A9E6-7EFEF1F1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A34D9-086E-40B6-8AD5-25BDA461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review_report.json과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F1702-F2C1-4BC7-94B2-00CEBB1C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Prompt Baseline과 의도적 Bug</a:t>
            </a:r>
          </a:p>
        </p:txBody>
      </p:sp>
    </p:spTree>
    <p:extLst>
      <p:ext uri="{BB962C8B-B14F-4D97-AF65-F5344CB8AC3E}">
        <p14:creationId xmlns:p14="http://schemas.microsoft.com/office/powerpoint/2010/main" val="499350654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D612C-CCB4-4875-BF80-A7341E8F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3DBD3-B459-454A-A006-2BFE7F87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Prompt Baseline과 의도적 Bug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35D51-7CD7-4655-9F1E-9C8AFA81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3 · 5차시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C0363-2E59-42A6-941A-262E57EA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12:50-13:40  (쉬는 시간 13:40-14:00)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F6098-4111-46E2-B544-FE4BD7ED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Baseline · Few-shot · baseline_review.json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F3A05-BCEE-4DE1-BAD0-A58C711E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4258C-BDF0-4D32-A540-03D972BA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7FA51-F68E-4A48-8B0B-2C81AFF4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Prompt Baseline과 의도적 Bug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DDD05-187C-4DD4-9B66-B9D8BA94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BA57F-FF6C-470D-926B-A2D82447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data/day3_review_cases/unsafe_pr.diff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E5AB6-37BA-4A1A-B85E-5EF11EC4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9708B-A1D8-454E-9B3B-A7F55625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baseline_review.json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29546-63CC-454F-8755-429D2533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3 · 코드 리뷰 Agent · 5차시</a:t>
            </a:r>
          </a:p>
        </p:txBody>
      </p:sp>
    </p:spTree>
    <p:extLst>
      <p:ext uri="{BB962C8B-B14F-4D97-AF65-F5344CB8AC3E}">
        <p14:creationId xmlns:p14="http://schemas.microsoft.com/office/powerpoint/2010/main" val="1454084465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F6366-D2FD-4A3E-9DC0-A7AE9526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5차시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34214-98C6-4EC7-9F04-1035A8B2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170B0-5EC0-493D-8103-FDC6DA0B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82012-D48A-4784-AF03-770E6046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9AB7C-8D61-4A28-BDEC-9476DBFA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97A85-3BD7-4CFE-8022-910BB423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2EEC8-2FE0-4B84-B956-4E4AE368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EDD83-3F62-433F-908F-D51F64BC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2697C-71F8-40F6-B35C-ECA596A9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review_report.json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0ABA8-FB0A-4D8C-8BB0-A60F0E0C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FD96F-2DFC-4C16-B3C4-606937AD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24905-FF4A-4F14-8C34-86AFB1A4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98CB0-7D85-4EE3-B020-AEFD75B7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0E0B3-750C-477C-B477-2C91F096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8438E-B099-4DD0-BF02-E9F4CBE0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38924-B99D-4F97-BFDE-98468EE0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3E2E8-2EE6-4968-B16E-A1D87D91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32BF5-57B9-4CD2-9CBD-CC6FA570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</a:t>
            </a:r>
          </a:p>
        </p:txBody>
      </p:sp>
    </p:spTree>
    <p:extLst>
      <p:ext uri="{BB962C8B-B14F-4D97-AF65-F5344CB8AC3E}">
        <p14:creationId xmlns:p14="http://schemas.microsoft.com/office/powerpoint/2010/main" val="1543502112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25D2A-7964-4E74-AB73-27AE5D1C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1E9C5-C59E-4C78-AF4E-91CBE956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9A5F0-9D89-4627-B922-60527E79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B0C9A-B47C-4D6E-805A-17105A84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C7487-F83C-4EA5-8BDC-516C7232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F9C1B-687C-41E0-BFB0-7B9EBA33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실제 PR만으로 튜닝하면 무엇이 개선됐는지 비교할 정답이 없다.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4D38B-11FF-4D30-B5CD-B7DF87C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synthetic diff에서 baseline_review.json까지,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36032-B4A4-4806-8DA3-BBD20717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8EE6D-F6B0-464F-8313-7AB13A2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baseline_review.json</a:t>
            </a:r>
          </a:p>
        </p:txBody>
      </p:sp>
    </p:spTree>
    <p:extLst>
      <p:ext uri="{BB962C8B-B14F-4D97-AF65-F5344CB8AC3E}">
        <p14:creationId xmlns:p14="http://schemas.microsoft.com/office/powerpoint/2010/main" val="1372133560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B2C78-9C87-4245-9D53-050D3C85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CE31B-C0A7-4861-A920-A71A9D2A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DA23C-DAEA-4B77-8751-D0471A16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D48F7-A24F-4889-BB73-20431BAE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FDDBB-0984-4DD8-AE1D-29B5BC35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67DB8-FED8-4119-89D7-FD2663EA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513C1-1F9D-45B6-9897-81EAF755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C37F9-840F-458E-8563-8B47BF87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의도적 bug diff에서 baseline finding을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5550C-D3A9-49CE-A0AE-376B767F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E7304-BF26-4CED-8D37-ECA427C2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323D0-4AB1-4257-81C2-EF8660F3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LLM이 존재하지 않는 runtime 결과를 근거로 finding을 만든다.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495C9-4775-4D09-BBF1-F1C9A25A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E83FF-0F07-4CEF-9E4D-51036C59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24287-F3CD-4493-A36B-75281FF9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174005151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DE0747-9DA4-4EE1-AC2E-207AF04F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79C6C-92A9-479D-BA99-94BB3D94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9E521-BB8F-4659-8907-5DFA3F5C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5C018-ED73-4D0E-9C86-98D2D1AE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966D6-F2FA-4AA9-93C2-7BFE0F82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F17D6-5A5B-4D34-9163-E3EE9D4F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45EB4-9282-4F38-802B-193482BA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35347-16D6-4499-BE1C-7E20D9BA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89314-E031-4624-AC0C-92DCF450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5F838-34B8-49CB-9489-9A04605B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0F1B1-AB2D-4C56-B8BE-8E0422E8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65C46-3F96-4700-B79D-B02B8AC8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CBB1A-86C8-48CB-A5F0-4189E4C6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C739A-E5C4-45ED-B382-B46A9ABE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개선 전 비교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C2C4F-6308-4B99-A23B-694CB49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D4632-C310-4A8B-B037-5211EDC5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Few-shot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FD80D-F216-4EED-A2B7-2241CE80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30C9B-9552-45F1-A1FA-5FFDF271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입출력 예시를 prompt에 제공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0C887-5498-4103-B1BD-FA06026E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D6205-D2CB-476F-97D0-D602A236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Rule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C7DEE8-A092-42B0-9A7D-E9F31EB0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CF57B-676B-4659-8ADE-2FFD5EC9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같은 오류 유형을 묶는 식별자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36361-B16C-4A89-92C1-DDAD8D8D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34445-0351-444F-91B2-FA89968C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Deterministic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78A0E-6C10-49C8-82F2-9807BB22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86E356-7460-40E2-BDAF-630E3DA7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같은 입력에 재현 가능한 결과</a:t>
            </a:r>
          </a:p>
        </p:txBody>
      </p:sp>
    </p:spTree>
    <p:extLst>
      <p:ext uri="{BB962C8B-B14F-4D97-AF65-F5344CB8AC3E}">
        <p14:creationId xmlns:p14="http://schemas.microsoft.com/office/powerpoint/2010/main" val="22935338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C50AE-7E65-4865-810B-A8981676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7EF6F-8D86-4393-8885-EFC304AB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FC8D1-6A79-4564-8420-A4D9243F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3DF6F-6A65-4A40-9655-95977690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32365-FA30-4DDE-82E6-EB41E0C3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63026-F575-42AD-9077-0C11C98E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EE748-35C7-40BB-A10F-C573B734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726D9-8626-47F8-A429-E43B1437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data/day3_review_cases/unsafe_pr.diff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6857E-7CD4-429E-84CA-54ABD7CE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D5B62-CF5A-40A6-9042-7C229C9E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0D59C-1323-450A-BBDC-8394F136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 diff → rule baseline → LLM candidate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A62B3-5316-47A9-B6D0-A3F285F0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1F0A0-837B-4C6E-8D10-4E8A912C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63FFD-85A1-4195-9956-A1AAFEDE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9D038-00AD-4C46-93C5-5536D228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0E5AA-09DB-45C6-8434-3011005C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BF6B2-1A3E-406B-8D69-D2A06460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eval·외부 쓰기·broad except 세 finding이 나온다.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빈 diff는 그럴듯한 빈 성공이 아니라 EMPTY_DIFF다.</a:t>
            </a:r>
          </a:p>
        </p:txBody>
      </p:sp>
    </p:spTree>
    <p:extLst>
      <p:ext uri="{BB962C8B-B14F-4D97-AF65-F5344CB8AC3E}">
        <p14:creationId xmlns:p14="http://schemas.microsoft.com/office/powerpoint/2010/main" val="571823821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EBCFDC-FDDD-4CEC-9F60-1CA074C7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1EC3A-DAB9-45FE-9011-1BED0BB0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9A8ED-B326-42E7-8EC6-C07EA4CA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602F6-CB77-4446-B35B-1A5C80A2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5AF91-46A0-4062-BDEC-2959349A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E1DF8-B6D5-42BD-B608-77C035DE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D230E-9254-4601-B822-A4596333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F5A86-F806-413F-A8FC-85371B5D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AC710-F97F-41B0-823F-35CEB303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 diff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53BD8-48D9-41B1-8F0C-4C0AAE15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CE1EE-5E39-43C9-AB86-C1EB1B33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6B869-DFB4-43B8-970B-66C045CF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rule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4B0EA-61B3-4564-AC2D-9EC8590B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A5721-D17D-47A8-A453-62DA00FE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65C8D-E146-4E4F-841B-C0B11D2E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LLM 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47EC1-76DE-4E04-AD77-C5AD2713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A5D27-BC45-4C7E-AA09-6A91F862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B2482-6F7F-4533-AFFD-FC7C48CE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schema 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A3079-5E2D-49B0-B2B5-3DA4107E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48E1B3-1CFD-4B5E-9541-49A0F5C5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661870-1BB0-44D2-97DA-1B579F80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비교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7AA78-7833-47EA-889A-518D977A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baseline_review.json에서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86436964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85547-0A66-4031-AB78-64A19A15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3010B-DC62-4F13-A8E0-D1C06054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6EB44-C370-4C48-BE40-F72C76DA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C23D3-CBBF-4675-A5E5-347FE6D6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ED1C2-D0C1-4A3D-88D9-4422BCFD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CAA51-0354-4683-A153-4AA3C6C0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108BA-4841-4092-97C9-A7F68AE2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5CA45-42CA-4E21-9F26-119C0F86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eval·외부 쓰기·broad except 세 finding이 나온다.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42E70-D2EE-4916-8B28-C0B0BB42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642F4-F0CA-4788-AE44-97BC8C39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9AC6E-3AE1-40F1-A860-A2ABDA5D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빈 diff는 그럴듯한 빈 성공이 아니라 EMPTY_DIFF다.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DDCD5-65AE-4C7B-A66C-D9CCF260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EA08B-497E-4AE1-B6A4-D87B9035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CA94D-43F7-4D3C-A7D1-9073A295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1FC11-5E6A-43D4-91DA-C87A3858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9A353-62BE-46FB-80CF-5D232D65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EC91D9-B4D0-4085-BB44-945A9A58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식별자·baseline_review.json</a:t>
            </a:r>
          </a:p>
        </p:txBody>
      </p:sp>
    </p:spTree>
    <p:extLst>
      <p:ext uri="{BB962C8B-B14F-4D97-AF65-F5344CB8AC3E}">
        <p14:creationId xmlns:p14="http://schemas.microsoft.com/office/powerpoint/2010/main" val="217606015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04A39-AC11-46F0-B42C-4A18733A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4D05F-3233-4442-8285-6D56F252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C4AC3-D621-4686-8E8F-552CAA64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983B3-BAE5-489E-8183-6AB7CF84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12F24-B3E0-4CA6-948B-F0AAA386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92471-5098-4A58-AB62-90148E7F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6012A-9228-4A22-BE1D-86D1F115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40DC6-B40D-4197-82EC-B83439F6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B9756-D947-40D4-898D-F41626FB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data/day3_review_cases/unsafe_pr.diff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DBEF4-EFFA-4AE7-AB49-3E9A8230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A15BE-2ADA-43A0-8B3A-C4B8ED12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68C24-A0FF-44E0-84AC-4307CBF0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F93BF-BD7E-435D-B554-CC11AD84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B2607-B6BA-4FF4-98D0-50DD06C5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B729E-E847-48C4-B532-3DE28B4B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materials/day3/day3_service_lab.ipynb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338BB-4AEB-4C7C-8AF8-2F757544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DC692-1541-4024-BB88-9AE9E607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68B6C-F76C-4A8B-992A-58C3E025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output/day3-review/baseline.json</a:t>
            </a:r>
          </a:p>
        </p:txBody>
      </p:sp>
    </p:spTree>
    <p:extLst>
      <p:ext uri="{BB962C8B-B14F-4D97-AF65-F5344CB8AC3E}">
        <p14:creationId xmlns:p14="http://schemas.microsoft.com/office/powerpoint/2010/main" val="23300153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0E93F-D043-4CB5-87CA-6E98E86A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407B0-7B79-4B9C-BB57-962D9AAF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893F2-CA13-4C75-A440-801AF431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E31EB-24EC-49DA-BA67-956B3C9C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BB7A4-ED86-4D15-B02E-68AC4234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EB8DD-3914-4E79-B6DF-8F720027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09B35-EB73-41BC-8568-14C699F5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810C9-2C5C-494A-A204-E2FA0D22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개선 전 비교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91FD3-C24A-4195-A17E-94D36140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C210D-65DA-46F8-B745-37186446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data/day3_review_cases/unsafe_pr.diff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B8C53-2501-45CA-AFBC-4ABEAE0C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Few-shot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A6341-E1B2-4C64-AED7-8E20DD54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입출력 예시를 prompt에 제공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60AA7-9848-41A5-A55A-AA00393D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BEA18-3709-4F80-AC3C-4E7CADDD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src/course_services/review_service.py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50192-5EAB-4F09-B15E-AF674B77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Rule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781AD-D905-4783-8677-60A79F5B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같은 오류 유형을 묶는 식별자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E19F3-D5F8-42D2-9627-D1D3DC9E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7A15F-200F-41D4-BB5D-0B926CAE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materials/day3/day3_service_lab.ipynb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7C31A-33DE-49EA-9FA1-0CC9DDEA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Deterministic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52C2D-835A-4826-9C18-CC0C9181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같은 입력에 재현 가능한 결과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36A3C-5A25-449A-BF65-5AD98DA7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6EF6F-AD5D-46F0-9C27-A55EDEC1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output/day3-review/baseline.json</a:t>
            </a:r>
          </a:p>
        </p:txBody>
      </p:sp>
    </p:spTree>
    <p:extLst>
      <p:ext uri="{BB962C8B-B14F-4D97-AF65-F5344CB8AC3E}">
        <p14:creationId xmlns:p14="http://schemas.microsoft.com/office/powerpoint/2010/main" val="1632654296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34058A-60FD-4F82-B2A3-C16FDD58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272F7-5347-4204-AFFB-0AE189E3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05C8F-59DF-4F71-892A-025119D3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D44B1-4994-46CF-A6E8-8A2AFDAC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55330-40A9-45C9-8DC2-AD2522F5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971DF-D9C3-4EF4-9135-C5BA558C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5F9EF-90EB-4BBF-A4DF-808A46FC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78ED4-0FC2-4ECE-BFEE-CE7B0890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6CFB4-7A9F-4EF3-AD0B-124BB30C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D5550-6E4B-44E7-84FB-E71EC0C7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719DD-5312-4256-A84B-B5D5264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E660C-267D-492B-8402-6A9908BF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590AD-C2FC-4811-A0D5-1098A3FD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21993-4AC8-4E6F-BCB2-A905DE49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87B5A-2646-4891-B26D-257936D2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DEF98-8C99-464C-9BED-700C5915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synthetic diff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6A193-93F7-4742-882A-915C3119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09EC35-B79E-4549-9A98-6149D8D9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C9B5D-5F5C-436D-8ED2-84E66005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CBF58-A34C-4757-8640-0C4483B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Few-shot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A9904-C008-4B11-AEAF-B451B1F5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BA581-4321-4441-B8EA-D44A4800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rule baseline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68337-1F0D-4667-9292-910337DE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6F85C7-CACA-4C6F-8DBD-2C8F462E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55ADC5-4ABC-4FD8-9D1C-1CE40BC5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6F8ED9-ABE0-4532-9A14-08166DBF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Rule 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553D35-9F73-49CF-9CC0-F30A5384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B7CEDF-3E9B-4F49-9136-BD8727BB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LLM candidate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F0AD20-6148-4030-A268-3E616823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CB27D8-8640-4EE2-9647-FB746D9F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5C42E1-150F-45F9-87BF-20B95A6B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0A7F82-C6C6-4100-8170-7557B3D8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Deterministic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330279-6062-4766-A53F-B9A34408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4C9A91-91B1-4920-859F-76BCF481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schema validate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DE302B-0AF9-4496-9495-85251E90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6B4E74-9E28-4FEC-87B9-1701E4B6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255156821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369C4-64E9-4C40-95EC-09B73B29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B3116-60F2-4004-A03B-D85CDEA4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0D80E-D460-4709-B42C-09719E23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3C212-34D1-45D5-BA5F-704C3BA2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FB460-F852-4817-A203-DBFC4FD8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6E63B-6B88-4CA1-8561-582E5600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77076-493F-4253-97C3-EA784673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2AAB9-F3C1-4C97-B876-4A4BA7DE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018B0-D72E-49FA-837C-2620FB42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LLM이 존재하지 않는 runtime 결과를 근거로 finding을 만든다.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84BB3-3C4A-4B56-996F-F7D97CA3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3E5D5-88B3-4C1E-A855-55ECEB5D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LLM이 존재하지 않는 runtime 결과를 근거로 finding을 만든다. 상태에서는 baseline_review.json을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0F609-A129-4EA7-844E-E6802D48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754637701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3CD0E-210D-4646-A7F4-4CDABDB3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77F1D-12CE-41A2-8974-25037A9D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8906F-5C0D-4DD9-853E-CC46208A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CB966-3D14-416B-91F8-F5DCE0C3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FC6D6-C0A3-4669-BFFC-068E5DEC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02167-C603-439C-954A-9774F5C5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509F7-BB40-44F9-BB01-B721E96F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31CBB-B4B3-4669-ABA9-3786EBAF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E5231-BBBC-4D75-8D70-B444C1E4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빈 diff는 그럴듯한 빈 성공이 아니라 EMPTY_DIFF다.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E9097-87D9-48EB-8E3D-02305081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F7B06-159D-412F-B1B8-5B17AB58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C6180-E7DE-4DD1-89AF-9E546D54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LLM이 존재하지 않는 runtime 결과를 근거로 finding을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68FCE-5EFB-4FB3-9210-4D740DB3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E773E-83A5-45BA-A3ED-79616F6C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17FEE-E1E2-43FE-8DF1-1E2C9571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diff·static check·실제 test output만 evidence로 허용한다.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132EC-3F56-4FE9-8FD1-3233B3D5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49588-5D37-47CA-89E8-284968E4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81DB5-3240-4E70-8E19-A1148CB7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baseline_review.json과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493753589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43DA5-C5D3-4BE1-8F0F-59420C0B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312DC-F4F8-4AF6-BDB5-57C28062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63BE7-0B48-4939-BC17-1D280930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52A4D-5C6B-454A-AC94-E342A5F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56974-DC74-48F3-9E2D-FE0F694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0AB49-ABEF-47F3-9758-8872D4F2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d710d5fb642ab"/>
          <a:stretch xmlns:a="http://schemas.openxmlformats.org/drawingml/2006/main"/>
        </p:blipFill>
        <p:spPr>
          <a:xfrm xmlns:a="http://schemas.openxmlformats.org/drawingml/2006/main">
            <a:off x="5010150" y="1628581"/>
            <a:ext cx="6191250" cy="388658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FA3DD-CA13-4131-98B7-DBC3C17E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src/course_services/review_service.py의 책임을 찾고 baseline_review.json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0F02B-151E-4C3C-AF3F-4536D0E9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Prompt Baseline과 의도적 Bug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614371746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B126B-9C7A-4BB1-A48E-31FDD8E0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E27EA-0B5C-4C38-97AF-DFB39751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7ADB2-1D73-4D22-9724-9FD44536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788B3-96D8-49E3-B27C-A05C67E9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690EB-CDDD-40AC-9917-6015D902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AF152-11ED-4E90-ACC5-C89A9B79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9D870-7D39-4AD4-BD8E-288EF270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D8A81-DE5A-489E-AAFC-A8DDE21F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B35C9-7623-4B21-915B-1DE3009E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 rule 하나를 구현하고 test가 먼저 실패하는지 확인한 뒤 수정한다.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C8A78-92F5-4EE7-8566-A1D25F78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CBD88-45E0-4022-A90E-92BDAE8E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EFF7F-7757-43DC-93B9-914E45A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materials/day3/day3_service_lab.ipynb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F5426-9172-44D0-9422-8449CB38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44853-FEFF-4FFA-9542-EBB88028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0C93D-780D-4BD0-BFF8-2782BAA0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eval·외부 쓰기·broad except 세 finding이 나온다.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빈 diff는 그럴듯한 빈 성공이 아니라 EMPTY_DIFF다.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75694-0E5C-4ECD-9678-79EE9058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9CCE2-180F-49D6-A64C-ECB21CAF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402EF-D31D-42C0-8236-963EE3CF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087355379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D704D-D724-4D45-B3BB-EF6EBB74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EAED2-BE42-4989-9481-85EBDE49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37A94-1817-49EA-BF55-5ED362E7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A5008-285F-4C5E-BD36-54D48517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96B98-F0DA-4368-86AF-A510DC93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A3BDC-5F2B-48C3-AACF-6362F64E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1FF98-D54B-4249-9CF4-B6BBDC13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D648E-DEEA-47F0-86F5-7BDAFD65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FFA05-F0D2-4653-8172-287B0F15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E2DAF-C5DA-4992-9F98-4863C061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D0E47-6D03-4C36-89EA-9A2BBEA9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423A3-146A-49EB-A3A4-33A22E53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9F4AA-68FC-411A-879C-57EEA999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F671C-962D-4C87-AB8D-F4E59FA2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eval·외부 쓰기·broad except 세 finding이 나온다.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B95F9-001D-445E-803A-1EB183B2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E6660-CA9F-4C1A-A408-E781B018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13777-A194-4BA6-85E6-64561427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A82BB-1609-4637-B348-2BFDDE53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69118-DBEA-4F1E-AF9C-7454487B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4C543B-3B70-4E59-B925-B7C0D965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8817D-B7D5-44CB-B740-4F9CE073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BA93A-84C3-4FD0-B20A-6498C014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260221399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719B8-3FE7-4100-A457-7C6F75FE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C34DF-B416-47BB-9EF9-5DD1669D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41EC2-82E8-4C81-9C86-2FC6EB62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229C0-CC25-4AA8-80CB-9931C00C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05386-5EF0-4765-8B3A-7FB4A9CD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DA77E-0C28-471E-A6A9-11CD8703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AAC89-6D44-499A-9CD8-DF975A26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F1E57-34BA-4381-9292-658920CF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1FCBC-6453-4F02-B047-75C3569F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data/day3_review_cases/unsafe_pr.diff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90EE0-B6D7-4998-955F-924D14E3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3D86D-15D8-480D-94B4-85767CA3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4CBA7-3BC5-43ED-9181-60D8D0AE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2BEE9-4710-4737-9CCF-2163425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681DF-CF6C-4AA3-A073-59ED68EE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1E596-9E5D-4839-8742-A0ECC76F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maps_findings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0936B-ACEF-4378-9F37-DE845FB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FE023-B596-4F69-B0DA-544A022C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82669-D54E-49FF-9E56-E18F5BA6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eval·외부 쓰기·broad except 세 finding이 나온다.</a:t>
            </a:r>
          </a:p>
        </p:txBody>
      </p:sp>
    </p:spTree>
    <p:extLst>
      <p:ext uri="{BB962C8B-B14F-4D97-AF65-F5344CB8AC3E}">
        <p14:creationId xmlns:p14="http://schemas.microsoft.com/office/powerpoint/2010/main" val="1299625868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E0D15-A877-4FCE-938E-766C023A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FB75B-21C3-49E1-976B-1F028FCE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DC4FB-D631-435F-83FC-1641DC5F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FBB78-F81E-4F86-BCF3-9194D0A1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F072E-94FD-49B2-987E-2D445015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A50E5-E8B3-47CF-96D3-22D0294A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01422-9100-4E6F-BE4C-AA89B99F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3373B-A8D7-4D1F-9162-8D1B6449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A7BAB-C442-489C-A650-27F23891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 -k maps_findings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81D01-C0F0-4383-B9EC-2E8B380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53F59-7565-44B1-BCF8-26750E6A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468113210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52175-80B9-47A3-A12B-B440727A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05_baseline_review.json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48FE5-FFE9-4ADE-AFB4-FEF52B24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0E4CD-1DB8-45C9-BC0C-2071986B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4DC60-D3BC-45B4-A0C5-3B69B4BC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064BF-589D-49B7-97F8-35F02063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8124A-0443-4498-8AB9-5AF1184E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71BDB-9DEA-425D-9446-19B6F4B1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5A913-E7E1-42F0-8FF2-8BD04209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"normal":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"status": "SUCCESS",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"findings":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"path": "src/payment_job.py",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"line": 9,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"severity": "P0",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"title": "검증되지 않은 문자열이 코드로 실행될 수 있음",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"body": "입력 경로에 따라 임의 코드 실행으로 이어질 수 있습니다.",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"evidence": "result = eval(command)",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"suggestion": "허용된 명령이나 파서만 호출하는 명시적 registry로 교체하세요.",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"confidence": 0.99,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"rule_id": "unsafe-dynamic-execution"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"path": "src/payment_job.py",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"line": 11,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"severity": "P1",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"title": "외부 쓰기 전에 사람 승인 경계가 보이지 않음",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"body": "재시도나 잘못된 대상 선택이 실제 게시·수정으로 이어질 수 있습니다.",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"evidence": "requests.post(\"https://example.invalid/jobs\", json=payload)",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"suggestion": "dry-run payload, 대상 확인, human_approved 조건을 쓰기 호출 앞에 두세요.",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"confidence": 0.91,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"rule_id": "external-write-without-approval"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112139561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A3756-4B25-4367-8910-8872A64B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E6686-6F2E-4F4B-8DE5-17C9D62B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6EBC7-CA85-45A7-9324-06EFB060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E6DAA-64E7-434C-8999-216F3082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B2C33-8BB2-4F09-AF7C-CD7F266F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541FB-F9EE-4C4B-9B63-BEF59480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D934C-1A22-4115-8B52-ED339FAF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F11FF-BC4C-485D-B055-A8BB5CD7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빈 diff는 그럴듯한 빈 성공이 아니라 EMPTY_DIFF다.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51FF8-2216-47A8-8826-E7CBA8A5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792C9-4772-49E0-8C85-023476C6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3AD0F-6B51-4E7D-8C03-96BEC59F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diff·static check·실제 test output만 evidence로 허용한다.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E35F4-BD38-4C80-A214-ACB26505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빈 diff는 그럴듯한 빈 성공이 아니라 EMPTY_DIFF다.</a:t>
            </a:r>
          </a:p>
        </p:txBody>
      </p:sp>
    </p:spTree>
    <p:extLst>
      <p:ext uri="{BB962C8B-B14F-4D97-AF65-F5344CB8AC3E}">
        <p14:creationId xmlns:p14="http://schemas.microsoft.com/office/powerpoint/2010/main" val="1010878923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7DC7E-E423-43E3-A902-E6063813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EEE3C-28ED-4FEF-A437-46745928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74625-1AA9-47F5-93A7-4BF29D19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56579-761F-457F-B192-602FC0A1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32A1E-D107-47AF-8F95-0B1A689F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E8E91-DEAF-4C74-8C11-1C797B32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D9A54-840D-4DED-B39F-CFA9EE3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4218D-E986-4D6B-8F17-8C2B00B4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materials/day3/day3_service_lab.ipynb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C144D-8998-4889-BCB7-29033C6A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10EBC-EFD2-4380-A4ED-C2EA5B10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620C4-5A65-4D5B-8465-8846B901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D4402-941B-45AF-B95A-06510468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eval·외부 쓰기·broad except 세 finding이 나온다.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 저장</a:t>
            </a:r>
          </a:p>
        </p:txBody>
      </p:sp>
    </p:spTree>
    <p:extLst>
      <p:ext uri="{BB962C8B-B14F-4D97-AF65-F5344CB8AC3E}">
        <p14:creationId xmlns:p14="http://schemas.microsoft.com/office/powerpoint/2010/main" val="1331940194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BCB36-68DF-4389-A7D0-7316313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79A50-E532-4CAC-969C-44FEB3D0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F6E6F-8775-4EE2-9126-795DF09F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827EE-6064-4652-A0F5-6C21EF3E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1E7F3-940F-47CF-AC30-9F3FEFF1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2928F-27EF-4191-80B1-9446DB3D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D7134-DC2C-4860-A789-C8E6EDC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materials/day3/day3_service_lab.ipynb · 5차시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E116D-F8B2-4A78-8BDE-BFF257B0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A11D0-A111-4CB2-A186-0D9DBB3F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baseline = run_review_service(diff_text)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rule_ids = [finding["rule_id"] for finding in baseline["findings"]]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empty_diff = run_review_service("")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len(rule_ids) == 3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empty_diff["error_code"] == "EMPTY_DIFF"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save_json("05_baseline_review.json", {"normal": baseline, "boundary": empty_diff})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rule_ids</a:t>
            </a:r>
          </a:p>
        </p:txBody>
      </p:sp>
    </p:spTree>
    <p:extLst>
      <p:ext uri="{BB962C8B-B14F-4D97-AF65-F5344CB8AC3E}">
        <p14:creationId xmlns:p14="http://schemas.microsoft.com/office/powerpoint/2010/main" val="1944282880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458F2-21AF-412C-A499-BA9201AA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9F8E4-7ACC-4B5A-8EE4-D53C29B4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FC122-3BF8-4967-B069-D27CB31A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20BB0-957F-40F0-A533-4123A043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C2C5A-53F8-4DE4-A804-9D2FB13D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76EF4-D7EA-46DC-BCD3-A4AEECF4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59B2C-D441-4734-B9D6-16882B4E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1B09A-3E2D-4740-A94D-6BE36C1C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 -k maps_findings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C8A61-EB0F-43C0-9A93-604BDCB5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output/course-labs/day3/05_baseline_review.json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68045-4A95-413A-AF13-DF51038D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eval·외부 쓰기·broad except 세 finding이 나온다.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baseline_review.json의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2097977218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99B08-D0C9-465C-93C6-1CEE5EC0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EB955-E327-4923-8DFF-781F3E7A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11EAB-C8C3-4470-A75D-DD7EF079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66694-234C-4F61-8A49-10FA5796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BD1A3-74C7-4620-A222-A837AEB6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9756E-896F-463C-B4B2-4DF4E5C5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0AA28-7BA2-4BF5-839C-D2BE8363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빈 diff는 그럴듯한 빈 성공이 아니라 EMPTY_DIFF다.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3015D-1D0A-4534-B037-B2653E9D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0C8F5-84A1-4AED-B9C7-575496CA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"output/course-labs/day3/05_baseline_review.json"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D8688-4752-495F-9A38-E9E5E8FF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399353757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C4F9E-706D-438E-882C-44A5977B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39B62-4547-445A-9D1B-A9708177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8384A-E6DF-4027-89C0-E1D43733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D14C8-5A99-4F30-ACB5-E479B838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C88FD-1DA0-44D5-9D1A-9C4C862E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112ED-2F5D-4DAD-BDD0-B560844E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FA1FD-8E91-4542-9A41-C72DBBDA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ACA53-C166-4680-BD27-FE49885A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8CFE7-C76B-401E-BCD9-D2EFD498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eval·외부 쓰기·broad except 세 finding이 나온다.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369F9-E8B9-4F96-BB6A-F5EA88B8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A6A0C-871C-4474-A954-EA28CC21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795B8-8229-4A3E-B9F9-F2B55C0C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data/day3_review_cases/unsafe_pr.diff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A86A9-3340-4122-A919-96958710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E9C2A-08BC-4151-855C-332141BE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53447-4A64-44DC-824E-F36C76AD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15F65-3A42-4525-8F8C-7E24F5F3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7D6FC-00CF-43C3-8190-215805F7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00EF2-2F40-442E-876E-F672A8D1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462502330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D10E8-7950-4F06-86D5-AF54ED4A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E1DA6-5A4A-4D27-AD67-6460AA66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C8FA3-1FEB-4DC4-A72B-91366686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3F793-2FF2-439E-8E31-1B0BF48C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23B2F-1AEB-46F8-85C1-5979068C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3B18D-D34C-46B8-B659-C981D700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33415-CDDD-48C2-BC9D-EB036ACD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23C30-ED4E-4656-81D8-6256929F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0B7CA-60B8-489A-9660-ADA31CB3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빈 diff는 그럴듯한 빈 성공이 아니라 EMPTY_DIFF다.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761B7-A10F-4D1A-8562-D896A381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3F859-9BD2-4283-BB5E-827B5419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F8BF2-2E14-4371-B53A-3B6679F0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C19AE-F9AF-4F1D-A544-9C998EBD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FFCCD-DFE4-42B8-8D72-DE08109D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C9B4B-3BDF-443C-A7E2-2FC4C817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926CA-2822-4EF0-91DC-1ECF363C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CF24E-F5EC-4FC2-AD30-6890F156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BDE89-EA95-4B1E-9640-BD548345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빈 diff는 그럴듯한 빈 성공이 아니라 EMPTY_DIFF다.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698011226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BACA5-A047-412E-901A-D22ACCBD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FE66F-C95F-4AC9-8B1E-DC0F9495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55AC0-5273-4800-BF96-9E0C515A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D7088-1179-4FA4-8317-70D96D7B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6AB1E-676B-4E79-84F7-90675D95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DA2EE-2491-4B22-8C27-D3D68E4A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0DB36-0ED4-4CB9-BC98-80970F1D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교육용 bug repo에서 reviewer의 품질 변화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5C5AF-8B88-4259-AF6A-44AD5A2A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64B47-719D-4245-8270-297EC614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9D2E0-324C-4875-9920-C3A517B4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510E0-DCF8-48A8-8B96-A9CBC233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9739A-AD2C-4F01-A18D-CE529375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A662C-5F0D-4890-A3BE-53A121B1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교육용 bug repo에서 reviewer의 품질 변화 설명의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BE10B-7B4F-4D2F-9012-FC60E206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DCAFD-D0C9-48C7-A954-9671356E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3602B-E781-4445-AC2D-C28913D1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EE97D-618C-4A71-88F2-101D0A44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E3068-5388-4D80-BC13-31FBA265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4F9C2-A027-4E6A-B961-BCC3EBF1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205419378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F802E-5AA3-45A5-860F-FFBC6D40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2EB79-544D-4EC2-99A6-C049AE87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38362-B168-49C0-9314-05CE40AE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FF58E-0173-416D-9474-217CC4E5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389B3-24F5-4625-9B37-6B67CC15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E07C4-D667-461D-99F6-FACE9E17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CAF54-9CCC-48F1-B7FD-EE3A2C7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13BA8-718C-44F2-AD37-F4466E1B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FBD4A-D1FC-414B-9C75-CE8DC08A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C4B34-4708-4D4E-9F22-CFE7EA47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LLM이 존재하지 않는 runtime 결과를 근거로 finding을 만든다.의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A974B-D512-4A50-94A2-62567C2D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92F6B-BB7B-4264-B9F1-342A166B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D2CF7-C3B6-49E4-A142-CB216641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48A92-DE0C-4287-BB45-C159B43E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19206-8400-419A-8F0A-B3FAB0F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B38C4-68EC-4D38-BB29-7180DF47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 rule 하나를 구현하고 test가 먼저 실패하는지 확인한 뒤 수정한다.의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442B4-1724-4285-8414-197207E2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A26AC-27F7-4F1E-A74D-74B8C8E9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E6AFF-22ED-48A7-8898-3A4A2C03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704949646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2CFFE-074A-4CE7-B288-CBCF7265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A4248-FFDA-4370-AB03-46A11428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03434-3412-42F9-97F3-E98BEAA4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4C6D7-6281-455E-ACB2-F3B9FC3D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5B60B-D56F-484A-B892-9B7C581F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76D04-33C0-4FB8-9DE8-20A44A36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8581E-A4D6-413B-9493-A4D8B4D3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41F67-5CD8-4C7B-AE06-E56BF3C2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36951-9E7C-4867-99CA-D9DC7CE2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eval·외부 쓰기·broad except 세 finding이 나온다.로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33D70-F16C-4A65-8FD0-EC83F488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18C63-D110-4F52-9819-8AD4B72D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CBC61-F976-4D01-9A7C-9FEBD430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Prompt Baseline과 의도적 Bug의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EC88E-68C0-4B1C-A643-B8818E1F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060BD-FAD7-471A-95B0-5CF37BCB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387FA-43D3-480F-923D-219B7C01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LLM이 존재하지 않는 runtime 결과를 근거로 finding을 만든다. 발생 시 baseline_review.json에서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84534-8EB3-4FCF-923D-C1E441F4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A2782-A6E0-486E-A655-DC96FEDA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B4F47-B314-4D84-98C2-A9BC814E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2133615801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82F0A-4129-4834-9771-C2E70747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2916E-8D74-4393-8B86-19CDEA3F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CA53D-9D52-4F36-B094-ED47A3BA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513E2-FCC5-4503-8F79-F2F95D31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CC4DA-BD64-4036-BF4A-48E46350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AD089-7B7D-4319-8E5C-F1EA7383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BF875-F30F-477D-A8BC-F287B179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3547A-B937-48A1-A617-7487C9A9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9D7AB-A131-43E9-AE44-CEC4599B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Prompt Baseline과 의도적 Bug이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AF2A3-14FD-464B-A2E2-A66ED138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D5372-CD83-4467-BB48-F38BE327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D1F62-2EDF-49A1-80A4-C3F8C92B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maps_findings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642E1-263E-42EA-B192-FB42EFF1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EA687-F797-460D-A0A4-9B987A8C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E5A1E-E853-4037-A6C0-68478B98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baseline_review.json과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5712D-C027-41E9-B55E-C375BE5D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정적 분석·LLM Hybrid Review</a:t>
            </a:r>
          </a:p>
        </p:txBody>
      </p:sp>
    </p:spTree>
    <p:extLst>
      <p:ext uri="{BB962C8B-B14F-4D97-AF65-F5344CB8AC3E}">
        <p14:creationId xmlns:p14="http://schemas.microsoft.com/office/powerpoint/2010/main" val="2022404803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2B2A6-8BFA-4187-BB0A-73081235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E745C-4662-4EF5-98C3-4CD35D9F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정적 분석·LLM Hybrid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37171-B669-4DB1-A19E-C8F956C4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3 · 6차시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6543D-2F67-4B8F-B0F7-B2A68BC4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15:00-15:50  (쉬는 시간 17:30-18:00)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A1A5A-7A6C-49AF-9CF1-DC95EA7C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Static analysis · Unit test · hybrid_review.json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26DD5-182C-434F-8CBF-D2382542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A0515-4289-4702-BE91-1D677EF4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CF31F-1972-4073-B4E9-3ACED186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정적 분석·LLM Hybrid Review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67ADC-14B8-4392-BAEE-9D889E25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116A1-EE58-46B7-AFD4-6AA2288B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4B287-8BA0-4020-B5B7-1B4D9C1A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13A08-555E-4B78-93C6-9403EB01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hybrid_review.json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416B7-3351-419A-A683-28B0D4A1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3 · 코드 리뷰 Agent · 6차시</a:t>
            </a:r>
          </a:p>
        </p:txBody>
      </p:sp>
    </p:spTree>
    <p:extLst>
      <p:ext uri="{BB962C8B-B14F-4D97-AF65-F5344CB8AC3E}">
        <p14:creationId xmlns:p14="http://schemas.microsoft.com/office/powerpoint/2010/main" val="1991296225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F6BB0-2F8D-4273-8B8E-0121FBD5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6차시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A967D-3E14-43B7-BE81-93051799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5DB59-6C74-4D80-AECD-24368E69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1CD71-8D27-452B-8342-64C9CE94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F69C9-BB79-434B-BDE4-BD644591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40423-60AB-4200-99A0-46010AED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3F99A-ABAA-4074-8657-C7D6CD2B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346D8-287E-4C43-AB07-16C21981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CA5BB-86B2-4A42-9932-C1C20E37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baseline_review.json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5CC11-C1EC-423C-AB45-3519F0C7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7E46A-4414-4C4B-9A7E-A1FD5F60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61AAE-AAF2-4DA1-8992-CDB67929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425B6-3498-4DCF-B601-A9E97C92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AB0A4-1FC1-41EA-A679-24E0E2F9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D9B43-A4A4-460B-91BD-EEDBBF92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B6192-1948-41FC-98F2-862F9B0B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D46EF-5EED-43C0-BB3B-D81CE56E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C9A3C-E959-49A6-8EEB-DCE2D229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</a:t>
            </a:r>
          </a:p>
        </p:txBody>
      </p:sp>
    </p:spTree>
    <p:extLst>
      <p:ext uri="{BB962C8B-B14F-4D97-AF65-F5344CB8AC3E}">
        <p14:creationId xmlns:p14="http://schemas.microsoft.com/office/powerpoint/2010/main" val="1709546966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34C2D-4469-4293-B6B1-B266D284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A9CCF-AA09-4D56-9CBC-D4707763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ACFAC-0187-4A80-8D34-AF82023B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84B33-A380-4EDC-B16F-24DE3B97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1EAA7-37AD-4994-AB57-C8B8C912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8B890-5FB7-48C2-A0C6-9C365A32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문법·unused import까지 LLM에 맡기면 느리고 일관성도 낮다.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CFEE3-5657-4A34-9079-32B564FC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ruff에서 hybrid_review.json까지,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5B5ED-DF70-494B-961B-7E3C2977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F590C-C4A4-4B42-B805-DA14CF29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hybrid_review.json</a:t>
            </a:r>
          </a:p>
        </p:txBody>
      </p:sp>
    </p:spTree>
    <p:extLst>
      <p:ext uri="{BB962C8B-B14F-4D97-AF65-F5344CB8AC3E}">
        <p14:creationId xmlns:p14="http://schemas.microsoft.com/office/powerpoint/2010/main" val="353263372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E7E3E-6FBE-4BC0-8A40-9E8BEF80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E632B-5258-4A14-BDFD-4672163B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AAA2F-7D33-4828-85F6-D9B094E1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D05F0-C4D6-425A-8AF0-17159348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87DA9-771C-4244-B5FD-BBB21B49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2F4FF-371B-4598-BBC4-081C579E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CA09C-BC3D-49AE-8D74-878C88B6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99EFE-5CD7-44BE-9442-E0BD849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ruff·pytest 결과와 의미 리뷰를 한 context로 합친다.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E340C-C4F0-4CF1-949D-02A1762B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73E6F-081A-4A2A-8CF4-37104E92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FE666-97CB-41E1-957B-4E1A4027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실행하지 않은 test를 passed라고 prompt에 써 둔다.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A85DB-5892-48C8-BDB3-FD135D2E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40DE0-8DD3-4436-8D80-C0882C53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F8669-01E8-4219-80C0-9B02C8D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517732572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8F4537-CADB-44C6-88D3-5201DDBA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F73D8-AD18-45BE-BC13-7CF98D14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3F678-CD65-4451-8C60-FAA0D0BF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38E02-5A53-4F6E-BB92-21A3F897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625A2-36BD-4CE7-90E7-0614EF8F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6879D-6386-4FBC-83CF-3D391CDC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0F6B3-4C71-4922-9C84-42167DFF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5BD76-6E58-49C8-A909-C62E7222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09F7E-C38E-4217-A328-9E9B1B52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65976-6940-4FF9-969F-938EC9B4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3E6CA-FBDF-45F7-A0D6-445EEAD1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9D674-1A27-4B35-B122-CA96FE69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Static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50D72-AFEB-40A4-B546-88594749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BFE15-328E-47E5-BFF1-61F01DA8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코드를 실행하지 않고 규칙으로 검사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83D9A-A2B9-4048-9783-DF849FEE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9265D-1296-4333-81EA-2B89D28C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Unit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38391-FB79-46D2-B557-D357EA2E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A8075-84B8-4BC8-99C2-E58FF13B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작은 기능의 동작을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6EE24-BA5D-4536-8555-F16DC672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0CBDA-FC79-423C-BCAC-698D8D00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9186B-86F3-47A7-BEC6-81E6E118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B8F69A-9C6B-4925-8012-5F1CC75F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검사와 의미 검토 결합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63A71-8AD1-4774-A53B-C371130B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0FC02B-1133-44EF-8379-E7821676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74FA9-A0F5-4398-9E1C-670C1896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628FFA-A92B-479E-9245-E16BF742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실제 명령과 변경 라인</a:t>
            </a:r>
          </a:p>
        </p:txBody>
      </p:sp>
    </p:spTree>
    <p:extLst>
      <p:ext uri="{BB962C8B-B14F-4D97-AF65-F5344CB8AC3E}">
        <p14:creationId xmlns:p14="http://schemas.microsoft.com/office/powerpoint/2010/main" val="1348738998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CB4F8-13FE-4DAC-8D45-C2DF657E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4424F-F677-46B9-9F39-847F44B9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35686-933D-49A7-B920-F5AF125F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D8244-3489-42CF-B04B-197D9613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8FC6F-EF7B-46E8-BBBF-BA6B58F2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AD2DF-019E-49A5-B4D6-99B91779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8CBEF-00FB-4424-A2C9-A5379183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A659E-A441-48C8-91C0-1C639DD2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ACAD0-A056-4304-8852-B448E4EF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959C8-46FA-472B-91D6-3E9DC1D2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3B541-F6F0-4345-88C3-450EC2D0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ruff → focused pytest → diff parse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4EDB9-0EAC-4639-A8EC-EFA753D0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0736C-0562-404D-8316-A0D7E2BE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FD146-1395-4D11-B9C5-D4B65C61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3907E-7B35-43DB-85B3-7FC040DE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69DCA-969B-4FFF-B1CE-A0233825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A742B-B7DF-408A-ABEF-5DE394BD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finding과 test evidence가 같은 report에 존재한다.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 미실행은 READY_FOR_HUMAN_MERGE가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148900373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6D766-5EF8-438B-B69B-F0F087E8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09846-1997-43C6-B813-81289BCA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E47CB-B392-457A-B3F1-EC83B6EF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52C34-2836-4843-9B47-F6A4516A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650CB-FE17-4E03-B231-725787CE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9F108-0EE2-428B-8CE9-46384E78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6312A-704F-4819-8E32-882BC747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48D28-2825-4AE9-B201-806D9250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0F99A-D942-4D1D-BB01-1B9D4990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ruff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52B4B-EB50-4958-ABFD-8CF2A596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C9185-32AC-4BBC-8B77-B7EDC758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9CF55-D41D-4F6E-A637-0127AE9B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pytest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B8265-9903-49B3-85FA-764D7979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4FD98-11EE-45A8-BA77-BB79C557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A459A-AD66-496A-B89C-AC442F41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diff parse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ACDAC-592D-46D5-82C5-E5B3A858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23FA7-7CFD-45F4-B67E-364B30D6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7BD71-F411-4FB4-B2F7-19DFC920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LLM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45302-77A9-408E-80E4-DF5854F5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C8BCB-48DD-4A56-9D37-34E4FCE0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C160A-4933-4C88-BB49-47319480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deduplicate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D2A3B-BBFA-454D-9B2B-82B4DA68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hybrid_review.json에서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178312099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08D29-6EFD-470B-9E47-C5C32B4E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76D40-0E9D-42B7-80CB-415036B9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E1EAE-387D-4D03-9B9F-424DA729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53890-A11D-4285-B970-239A65B8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CF00F-0013-49E2-9F28-AC4E694C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3F381-3E3A-4DFB-B58F-A6CBC395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72E6D-21BB-4D9D-83FA-06AAEAB8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13F2E-C23F-40DE-A595-E75E1A4E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finding과 test evidence가 같은 report에 존재한다.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52184-DBC4-4F1F-8559-9F6A39E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BE944-A0CD-4611-AF8E-1B402BEE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658E6-CD24-4217-B425-B350F14D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 미실행은 READY_FOR_HUMAN_MERGE가 아니다.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69592-52AA-4DF7-A4F9-2CBA8373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723BE-20F6-49D5-AB9F-98E12C93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95D05-C3D1-4E5B-BD84-A40E4E55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21531-84DF-4A38-82AB-CE3A42C1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336B7-6B61-4B48-B5F5-4A94D630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758DF-66EE-4941-BF5F-BE5A18DA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식별자·hybrid_review.json</a:t>
            </a:r>
          </a:p>
        </p:txBody>
      </p:sp>
    </p:spTree>
    <p:extLst>
      <p:ext uri="{BB962C8B-B14F-4D97-AF65-F5344CB8AC3E}">
        <p14:creationId xmlns:p14="http://schemas.microsoft.com/office/powerpoint/2010/main" val="333509411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B52E8-5F9A-4308-9BD3-B013F6D5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3B6D7-B868-4B83-AF20-E259007A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F889F-CB47-4056-8CD8-4CC1BC02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D6710-312C-4D75-A267-1111C528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C4B20-3970-4AB2-A115-A68A5B99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94C85-2F17-4C95-B85C-6BB1D005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B0029-EE07-4AF8-8650-7D499C27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9002B-10E3-4E13-BD04-A4BF6BCC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23AE5-136C-498E-A4F7-262F672B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D9911-632F-404E-8667-CCCE101C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AC912-E7D8-48F3-9CB1-8EDEE268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31F08-6829-469A-B741-79C4F3F1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6FBC1-302D-4EB8-9132-A3B48300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C829B-E9CD-42F9-8317-121C6DF6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3EAF3-0AB3-4C59-A2C4-952C4345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5B8D7-5878-4DB2-B955-FDA8AE15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88C40-9EAB-47C4-810A-0D382BFB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F9C9E-CAD6-4316-93A5-B523407B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.github/workflows/test.yml</a:t>
            </a:r>
          </a:p>
        </p:txBody>
      </p:sp>
    </p:spTree>
    <p:extLst>
      <p:ext uri="{BB962C8B-B14F-4D97-AF65-F5344CB8AC3E}">
        <p14:creationId xmlns:p14="http://schemas.microsoft.com/office/powerpoint/2010/main" val="1191470629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B986F-E4C9-4FD3-B0AA-461A42D1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4CBC7-82A4-4A9B-A425-A2EA9EE4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58B40-BE6E-4087-8D15-93B36211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A139B-CDEB-4976-96D6-FA9A96F7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7B40F-8FC8-4041-B7DE-0F9FE837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0983E-BEFB-48DA-8B69-DE9A62F7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4FB46-00F7-4162-91BE-8BD7ADC1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Static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FF16C-5D57-4877-89E9-1115792E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코드를 실행하지 않고 규칙으로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76AFF-7680-449A-BAEE-C6F88C7C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4C3EA-EEEF-45D9-BE72-048122AE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AGENTS.md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E1386-6330-4274-BA28-6C1C4BD6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Unit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99B0C-ECB3-4618-A63D-AB97B7A0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작은 기능의 동작을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02A33-5DFA-4F86-8BEC-00EDC742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B9188-8423-4F0F-A7A0-C007C47F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tests/test_course_services.py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3DD4D-ADF4-4BF9-AF1D-E521B7A0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67485-B6F2-4CD4-81F7-89799C3E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결정론 검사와 의미 검토 결합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B36A6-D321-44B8-857B-8036E7B5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D4105-3E65-40F5-BF49-D4552ABF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src/course_services/review_service.py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4F2D4-730D-433E-B050-CBD7DFF0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CE302-88D6-4887-814E-24232EB8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실제 명령과 변경 라인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B7BAA-741B-43BF-9213-C37416FD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0823F8-28B0-427B-B190-0234BFC3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.github/workflows/test.yml</a:t>
            </a:r>
          </a:p>
        </p:txBody>
      </p:sp>
    </p:spTree>
    <p:extLst>
      <p:ext uri="{BB962C8B-B14F-4D97-AF65-F5344CB8AC3E}">
        <p14:creationId xmlns:p14="http://schemas.microsoft.com/office/powerpoint/2010/main" val="1549792016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113166-9ABE-481D-8E52-CF7F3E08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EA62B-1A7B-480F-8FAD-0EC24BE5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B6FFB-357F-4D7B-B956-6FC7796B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89B54-2BCD-4D23-9CD0-95544A50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31E83-B3A0-4AD9-BB84-7FBD5FBE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CAD16-EEB6-4BCF-8893-E49D210D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BECE7-E67B-405C-833A-BB5BF059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90DED-AD93-4AD8-A41E-51E513C7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20E42-49AD-4686-9E46-ECB17B19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56AD6-C830-4194-BA66-5C1B0858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E7F16-4AFD-4677-865B-21AE3DE7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DA166-2E65-4107-A36E-23397370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3DC79-C24D-4619-A482-07B0270D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F9935-39C7-489D-ACD9-E892841F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Static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671BD-BD33-47F3-A9D6-A48202E8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F4FCB-C34E-4249-8FC9-F7E1AAA7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ruff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A41A0-F4F5-422B-B719-27E5F583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9E0A6-95BB-40DB-9AF7-C0F2537D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B9FC9-CAD1-4068-9B1A-1E4F5598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ABCBD-32C5-4C18-A22B-15E95828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Unit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6B6B6-BB97-4FB2-AC50-C054EE90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92904-3C60-4BBE-9783-C4B98A14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pytest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ECA21-F020-4F52-8751-6B07D4CD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CCA6C-3C19-4FFE-A93C-BD7259B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BC2033-AA5A-4229-B441-5CE78ABB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10E449-0C4A-46DC-B4B3-E15CCF8E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008296-7DBC-4959-9857-DBB9FBB7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B8440-A1CB-440B-A583-9DA99EA6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diff parse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6E974E-E57C-4ED2-AF2E-7DEFA5DE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71BF74-4DC5-4402-A38A-DA6FCCB9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AB2B34-743B-46BD-B41F-6477F55B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09DDBF-3CFC-4145-A1AF-5A3A8F01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172BB3-5715-429E-A541-449758E1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B123CA-DC40-4C5D-B8E2-9350CC52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LLM review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CC7EBF-3C95-4081-BB09-54765693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73EDCB-A0BA-43C5-81ED-5E2EDFAB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819325782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454FD-248C-497D-B592-775ECDEB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048C6-2F51-4CC1-B932-8387D108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8F075-3BC6-49BC-9F64-3CF9888E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FA8CE-6EE9-4E4B-B789-7685149E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400DB-4A0A-454F-9ED2-A62401C0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C17DE-0035-4457-B792-B2A0EAB4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46A18-4CB2-44EF-9221-748EC658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E1FB6-EE2C-400B-8288-C84D6B2B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C81F7-253C-4960-8915-9A88EC42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실행하지 않은 test를 passed라고 prompt에 써 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10360-5540-4982-8E1E-042E0059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73A9A-1CC5-425C-87EF-57E41C9D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실행하지 않은 test를 passed라고 prompt에 써 둔다. 상태에서는 hybrid_review.json을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B1722-3C58-4FB9-9AAE-BE4B0FCB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41213721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52B6F-DE4A-459F-80D8-CF289802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2A55E-46F9-41AF-B4C1-A9BCD1F7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4B74C-EE83-45F9-AA85-1E713764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8AF2B-72A7-40BD-8ED3-B7704274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6CE5E-D2BB-4689-A79A-3EA6565C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2C84D-8CF5-49EE-A2D8-F31BD118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BBD06-DD7E-436D-8F39-67B0CEBA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155A3-AA76-486B-A9F3-7BD83BC2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8836F-D9E1-4936-A1B2-F142D77F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test 미실행은 READY_FOR_HUMAN_MERGE가 아니다.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F1185-0428-4941-BC95-B996B42D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50B42-4B67-4548-9E80-DFC8BB84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64F50-8631-44C1-9C94-79AEA608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실행하지 않은 test를 passed라고 prompt에 써 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663AB-5654-4D14-8770-FC5C5695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38904-4DE2-4898-B733-7B4018CC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9A399-0572-4541-9AD9-57E86B6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command·exit code·stdout 요약을 실행 후 evidence bundle에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503EC-AAC7-4509-BB8B-6F3D9699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BA69B-D029-468E-A778-8EC4E71C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E79B2-0D0E-4CCB-B0FE-C5138DCF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hybrid_review.json과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678136937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753B4-DCAC-49EC-932B-D5700FCD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3E005-00EF-41B6-81DE-CA142805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15825-03D3-4026-8C86-5DB39006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C3B3E-7EA7-4D45-9B27-00989154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02854-2B6B-4CDC-89B0-A510663D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CA96D-BB64-48B9-B083-BDBCA637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72c6076f24b35"/>
          <a:stretch xmlns:a="http://schemas.openxmlformats.org/drawingml/2006/main"/>
        </p:blipFill>
        <p:spPr>
          <a:xfrm xmlns:a="http://schemas.openxmlformats.org/drawingml/2006/main">
            <a:off x="5010150" y="1628581"/>
            <a:ext cx="6191250" cy="388658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2048C-0D02-4CA9-84F7-911BFCEF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tests/test_course_services.py의 책임을 찾고 hybrid_review.json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4EE46-29E9-48FE-8F37-96B2CA57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정적 분석·LLM Hybrid Review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96938268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82C52F-56EC-4BE8-ACF3-4E1B438C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9ED2F-4851-4133-86D2-DD6B4C2F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2D4D8-DE2A-43B5-BC37-6443E4A0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E3951-B2AC-4BE1-9940-B1097096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AE6CD-2DEB-4FA2-98D8-1AE0F7BD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82453-E8AE-40C3-83CF-71176DA4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63A4E-6516-4CFE-848A-C4EAEA5F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D8CD0-627B-4C7E-B78E-39A12D41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5D13D-5E44-4725-890E-FADB8091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코드를 만든 뒤 focused test와 full suite를 실제로 실행하고 결과를 보고하게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4B9EB-3537-472A-BCD4-73EED0B2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3F95E-412E-431E-89BC-EE8670F3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B16D4-A68C-4780-B5EF-624A3983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DC962-1E0D-4F09-A83C-3C30A982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B91F9-A9B4-43E0-A554-55B6EAE4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2A1FC-2597-4FB8-81B1-CCE15675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finding과 test evidence가 같은 report에 존재한다.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 미실행은 READY_FOR_HUMAN_MERGE가 아니다.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F035F-90D2-4CFE-AC29-D303403E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FF3FF-9D60-484B-AEC2-A7CC6113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5F554-8135-4DAD-89A4-FF287C8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980110251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9C0C0-24B0-4C23-91DF-057AFD9D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CA8EA-97A6-4995-941B-2BD5A4AE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F1612-9590-4795-A674-EE26002C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E573E-894D-4494-B739-3BFF8637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5B140-65A3-433F-94DA-54E553F8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44BBD-976D-4C06-8454-DDBFE98A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85CAE-7926-48D5-BD56-C632F705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D433A-3012-4DAA-AD82-91FD352D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61488-CEBF-4557-9A5F-1F1EABD2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5091A-E80A-4278-A255-AFC4CF68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2908A-73AF-496E-9B8A-5F0A8764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DDFC0-38D3-415F-AB09-C7668170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D2236-6991-4C19-9B17-9DF2739D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A5F06-D3D3-4568-B207-B34CB4E2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finding과 test evidence가 같은 report에 존재한다.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C562A-D5B7-4DAE-9EC9-80634407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AA4AC-C084-442D-9B13-1CAA8918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1A3B5-BB8A-4C82-8775-B3CE3BF1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77E39-B0A5-4E1C-B62C-1B74FABA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1B630-73E3-41F9-8D7C-58E27C8A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4D5CB-D333-4A2B-B0C3-FAE09B13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7F6F2-5ED0-4CDD-8F23-E46A2A19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5F47A-DDB1-4095-AEAE-F4D21D6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875459851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684EE-DE10-4520-9E43-0E1DBD82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89513-D7CB-4FF1-AF54-6DD59399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11EA2-0612-4E4D-B4AE-C522A6BF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D4BE3-7D36-45F9-A2F7-B7C7C522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F8CDA-EE9B-40B7-A326-8967414D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9B36C-FFD9-455D-A248-EBA50609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7D64F-3432-4EBD-9EC8-5FAA2E99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D9836-1349-4326-9193-27FA91AE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13C09-A24C-44CA-8241-AE7D5746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937E5-5F39-4284-AFC5-24A4F56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1DA59-50A1-4719-8D47-92F610D0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DA14F-7A3E-49FF-8145-EAFA3556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E330D-CB7B-49D0-9476-DFDC8B68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62907-1AFD-49E0-B055-A747D10E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A1E29-0DF5-4802-B2F6-152A97BE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74424-FB52-4AE5-869D-ACAA3F78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B9538-4DEE-4ACA-A120-8C55C0AA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D7CFC-C3EC-4DFE-AB47-3D4389AF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결정론 finding과 test evidence가 같은 report에 존재한다.</a:t>
            </a:r>
          </a:p>
        </p:txBody>
      </p:sp>
    </p:spTree>
    <p:extLst>
      <p:ext uri="{BB962C8B-B14F-4D97-AF65-F5344CB8AC3E}">
        <p14:creationId xmlns:p14="http://schemas.microsoft.com/office/powerpoint/2010/main" val="1283389571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3A735-0522-498B-9A7D-41FA01F2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89FFB-CC98-4125-BDD3-8937B1D0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6BDA8-47AA-40AC-9640-FF353E09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16CD7-A2CA-4FA5-877F-66374815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4FF5F-5EF0-404D-B03E-A4856EF8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1CA58-E6CD-490D-BB2E-A25F8AED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D7001-409C-4BBF-96F1-3F373691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1ECBC-E885-4C70-B74D-C0A0D0B1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86B4D-7AD1-49E5-A3AB-14E5701E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50421-9702-45E3-8BC3-AF659404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66D00-3ACB-4490-A53A-80B7437F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455257798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0A8F9-A043-47B7-80E4-F4DD26A7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06_hybrid_review.json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B669E-4E79-4382-A831-A71AFE44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58A36-BF31-4BEE-8A70-73D8988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B1116-F180-4984-8C6A-AD7CA2DF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F4D76-6423-46E2-AEBA-689A0C94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E1957-2E74-4421-9C56-E3EC0082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DA33E-0ECD-4F65-81CE-05E2555E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AF2F0-18FC-4CA9-B086-DB1E6426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"static_findings":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"path": "src/payment_job.py",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"line": 9,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"severity": "P0",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"title": "검증되지 않은 문자열이 코드로 실행될 수 있음",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"body": "입력 경로에 따라 임의 코드 실행으로 이어질 수 있습니다.",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"evidence": "result = eval(command)",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"suggestion": "허용된 명령이나 파서만 호출하는 명시적 registry로 교체하세요.",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"confidence": 0.99,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"rule_id": "unsafe-dynamic-execution"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"path": "src/payment_job.py",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"line": 11,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"severity": "P1",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"title": "외부 쓰기 전에 사람 승인 경계가 보이지 않음",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"body": "재시도나 잘못된 대상 선택이 실제 게시·수정으로 이어질 수 있습니다.",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"evidence": "requests.post(\"https://example.invalid/jobs\", json=payload)",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"suggestion": "dry-run payload, 대상 확인, human_approved 조건을 쓰기 호출 앞에 두세요.",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"confidence": 0.91,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"rule_id": "external-write-without-approval"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047964881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7D8EB-3980-4B80-A197-50194185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BB498-BE62-4A35-A1B3-E804BD6E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D39CB-DDA9-4131-B151-76CCAE1F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E29EE-AFD2-4DC3-9423-67590FB6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9BE6B-8E8B-4926-B0EB-0F63E0EF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7B4BB-FC8D-4244-BEF4-67C6EAE1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FD3E0-C228-4164-BD63-E8422B3F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760BA-C1D0-4A0D-8CBF-67580CB8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 미실행은 READY_FOR_HUMAN_MERGE가 아니다.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762E8-DCC1-4D8B-AB2F-75039F32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10930-D350-424E-BC74-8396712E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6F4E2-D5D3-4FBB-BD0B-7C036527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command·exit code·stdout 요약을 실행 후 evidence bundle에 넣는다.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25D44-61B6-4082-BFB8-1D2EC19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test 미실행은 READY_FOR_HUMAN_MERGE가 아니다.</a:t>
            </a:r>
          </a:p>
        </p:txBody>
      </p:sp>
    </p:spTree>
    <p:extLst>
      <p:ext uri="{BB962C8B-B14F-4D97-AF65-F5344CB8AC3E}">
        <p14:creationId xmlns:p14="http://schemas.microsoft.com/office/powerpoint/2010/main" val="828696359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E08F5-142E-4034-AEA6-CF0F0B86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7C060-4AA0-46AA-A222-A3249B40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B5023-4CD8-44D7-A3B1-743A61E9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25DBC-8EEA-45B5-9333-EAF0B1EF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ED3B7-0F09-4264-B7A3-8D2A97C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F3660-E59A-4D0E-8CB6-6526A09A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226CC-4E94-4F5D-94FE-DB6E8478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7B1B8-7236-40D0-A28A-577A038D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src/course_services/review_service.py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442CF-69F1-4F68-969B-CAADF0A7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41D8C-AC92-4E17-B2A0-5B1F7BC1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DCEB1-199B-4E0D-A829-078579A4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F4658-25B7-46EC-B42A-8CE8A237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finding과 test evidence가 같은 report에 존재한다.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 저장</a:t>
            </a:r>
          </a:p>
        </p:txBody>
      </p:sp>
    </p:spTree>
    <p:extLst>
      <p:ext uri="{BB962C8B-B14F-4D97-AF65-F5344CB8AC3E}">
        <p14:creationId xmlns:p14="http://schemas.microsoft.com/office/powerpoint/2010/main" val="2078435816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11A66-68A6-4D5D-B789-4BD55A93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89FB5-C4F6-4AD4-8F31-587831DA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36828-4091-49EF-BDAE-3CE67E1B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59A91-3098-47F6-91A1-032FA49D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78F00-EF5B-4620-B2AA-AE8B6EFE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F42D2-D1EB-4E1B-BF2F-CC6F33C5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DB666-577E-403E-81D5-503755C7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materials/day3/day3_service_lab.ipynb · 6차시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7E4F5-2C2C-4810-9BFE-42B4CE8F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41E9A-0790-428C-8071-A6434F34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test_evidence = run_command(sys.executable, "-m", "pytest", "-q", "tests/test_course_services.py", "-k", "unified_diff or maps_findings")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hybrid_review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"static_findings": baseline["findings"],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"test_evidence": test_evidence,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"llm_adapter": {"requested": False, "reason": "DETERMINISTIC_BASELINE_FIRST"},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"ready_for_evaluation": test_evidence["returncode"] == 0,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hybrid_review["ready_for_evaluation"] is True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save_json("06_hybrid_review.json", hybrid_review)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{"finding_count": len(hybrid_review["static_findings"]), "test_returncode": test_evidence["returncode"]}</a:t>
            </a:r>
          </a:p>
        </p:txBody>
      </p:sp>
    </p:spTree>
    <p:extLst>
      <p:ext uri="{BB962C8B-B14F-4D97-AF65-F5344CB8AC3E}">
        <p14:creationId xmlns:p14="http://schemas.microsoft.com/office/powerpoint/2010/main" val="409441189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17F39-9D07-406E-B0F7-20F7AD8C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C0C37-9896-49F9-A0CA-05EB5820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32B8B-99DE-48F0-8814-23834C69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76932-AF60-4E31-9DE2-9C16117F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D59A1-B79C-41C9-9063-BAF6D756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5FF75-D6BC-4627-A9E7-8931F5E9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031E2-1ED3-4011-8ED4-6B8D1F84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E8658-7CE5-4C2D-9700-522CAFC1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A4C55-9564-4CCE-92DF-96095A76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output/course-labs/day3/06_hybrid_review.json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9CC5C-E1B7-42AB-8D58-2AFCEA6E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finding과 test evidence가 같은 report에 존재한다.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hybrid_review.json의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373062756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FFAB4-F8FC-47B5-B816-D32A5164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29FAF-EFA2-44E3-AFA1-4C023A36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7A358-7C33-4A7C-9C2D-068CAD9D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B7B3E-7621-4D64-B27D-9F5A548A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9471E-1F52-4FC8-BC34-9CC81B57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2E5E6-6C7A-4818-B691-C9CF1E7C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20A6D-FE73-4B9B-B565-18716015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 미실행은 READY_FOR_HUMAN_MERGE가 아니다.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C9738-6D50-437B-A8DC-8167B499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288F2-383E-46A1-AD9C-81CB493E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"output/course-labs/day3/06_hybrid_review.json"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6C09F-945B-4B1D-A33B-27F7541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858269006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5C5C0-5576-4D2D-AC8E-9DFF6E1E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758A4-1561-4192-9242-8F6D612C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5E255-2C07-4A00-8D3D-3EAA8C71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D6FFC-56DC-4639-9BE2-3D3D49B0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5CCFE-42FC-4EDC-A2E0-13DDB9C8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5E2FC-3792-4875-B115-03482C50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C85CC-199A-4999-BDF9-829CEEDB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85F3B-B45E-4CAE-BC87-360749E3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E3833-E0DA-41C2-85B6-87EBB5C4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결정론 finding과 test evidence가 같은 report에 존재한다.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3AA45-281F-4402-81DF-FABE0E09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54980-E8D3-4A2C-99E8-AE8D0A20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E1C71-E69A-4C82-9732-71BBF3F9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48031-638F-4B19-958E-5C0309C0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EEE9D-136D-42B5-A13F-04D6CFC0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3C01F-9FFC-4011-94F6-CB561076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D7ED1-DC00-419C-95A9-C98D7A16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60216-9962-4D11-8C29-2A54809B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22075-9761-41BE-BD1D-C7EFB20D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617362999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883E4-6A0E-4F00-BF61-DEAB8F2A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FE3A8-0C13-489D-ACA8-4952849B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64673-F6F1-4A0C-ABE2-5F339560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72E19-AFD7-44E2-AEFB-FC304CE7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81B8C-408C-4C1F-84CE-97385102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32C52-F45A-4525-B293-08B435C9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538E6-D09D-4A04-8E04-16DE8A94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7E5C1-23B5-441A-BF02-A60ECF14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0310F-07F9-453A-B5E5-F789DA8D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test 미실행은 READY_FOR_HUMAN_MERGE가 아니다.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6F994-6206-4783-A657-460970AA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F3541-8F41-4249-9379-DFD10FEB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6FAD8-1DBE-4950-AA7D-74629024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6258F-DCD7-49E2-AED2-E7A420E5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4AA10-574E-47C4-A3B5-8C1D13AA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EF394-7755-4029-8072-853755AE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736FC-8BF3-4B58-AB6F-72E6C077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395AE-01C3-45EC-87E8-CA4DED48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35E30-3566-4DBC-98D8-C5AF4C96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 미실행은 READY_FOR_HUMAN_MERGE가 아니다.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372398520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7645C-2AC2-4721-9AEE-9A4D96BE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2FBC0-ECD8-4633-8BE4-3707667E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244B4-1544-4A4B-A2D7-E58E98FF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5F102-298A-4305-9676-DD31C3B5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A257D-A07E-48EF-9DE0-460CA7B2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45D1F-F3FD-4C1F-AFF9-6C920067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96EC6-E162-40BC-A77F-29BAA3A1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PR이 열리면 자동 검사 후 개발자가 고위험 finding만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E3FFB-7C26-43E9-A733-9F3053EE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A8951-711E-4CC0-9D40-B0D9A17E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EBF48-A614-4609-A686-298AA07A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24666-6E15-454A-8877-CB9ECD91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FB5A3-2580-4E84-AC34-1301E262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65866-AEA5-4F59-9ABD-E418CFE6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PR이 열리면 자동 검사 후 개발자가 고위험 finding만 검토의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6E56A-4876-4D11-9CD5-C4A23015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FE9A2-3F4E-4BCF-A050-0D88A7B6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F6B3C-AB57-4F07-9AEE-1EFF7D9A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8F81B-9C78-4F15-B66B-6B8CE51A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F31FB-299B-4050-97CD-FCB4855A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0824D-F7C6-42AE-93BD-B6273C9E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569629662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4AF7E-B582-4165-BC88-D432DE2C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9EB1F-BCC9-4FD5-8042-A9FCBCAB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EE2E5-290B-4262-9729-D9B6AFBE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F17D2-CC6C-4556-B4B7-6595EF54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724E9-6326-4973-866B-6EB56997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1A49B-16C6-49C1-97D0-C21A4DCE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D2EBE-6E1B-43FC-A0AD-5E582812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B19D7-674D-48EF-81EF-432F2AD1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2D515-F8BD-4F52-8632-C263C367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A0286-B084-43A8-9047-D5E5A2FF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실행하지 않은 test를 passed라고 prompt에 써 둔다.의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29051-A25D-4B77-A74F-207D1F7D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57CAF-1666-4886-9C0C-01E80305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6FB27-53BC-4728-947A-BB69BC6E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A6C61-021D-47EE-9308-63040EEB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7E1D2-DD26-4533-A00D-FD69E617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D9BD1-D6B5-4EF9-A69D-FF2C926B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코드를 만든 뒤 focused test와 full suite를 실제로 실행하고 결과를 보고하게 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D5329-B690-4C47-B0C0-0E6DEE33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ABAED-E219-45F2-8564-37167F03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79C71-D859-462E-A01C-1959AF48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091883028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FB5D6-FD9A-4899-AFBF-5372D760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12055-6C05-49BD-8C85-A04670EE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F0206-192F-4D85-B1E2-2CC60CF4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A0B6B-6F29-4936-A69C-152ED573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74754-59D2-4F18-A2DC-E841367D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6A49B-7027-478C-B4CE-BC588678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983A4-0623-4CCB-8C61-7C7C61AB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096BB-31D7-41B5-B39D-124C8DE3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B6A46-CC00-4310-8FDA-916DA8D7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결정론 finding과 test evidence가 같은 report에 존재한다.로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0A48D-11B6-489E-AB6A-A4DE835E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41FD5-FDFF-459D-8C03-ADF240B4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49D6B-1303-443B-9F74-CC19EF04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정적 분석·LLM Hybrid Review의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C057B-515A-4A71-A900-CC849E18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EDE4F-7EC0-4D17-B936-FFC5BA17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0E50A-A5DF-458E-A119-599746AA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실행하지 않은 test를 passed라고 prompt에 써 둔다. 발생 시 hybrid_review.json에서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E17BE-7512-4AE0-AA00-3EC7DA0C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BBDDE-22D8-400E-A721-AB279B1A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AC070-F64D-445F-B13F-35E945B7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194286774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116E1-EAD3-4B2D-A25F-21E72EEB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37146-4AA7-483C-8C5B-F804C597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026A7-493B-42FE-8754-83B7A342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0D5F8-109E-40F1-AB2C-F4A26581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64E77-85F4-4D6A-8B76-23189C82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7FF7D-CBF4-4F7E-906E-AE2EF401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53539-C5D5-454B-94C1-C361EFA9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1D65A-4FE3-4227-9C72-CA5F5C8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B470A-8894-4C45-8435-E9D43FB3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정적 분석·LLM Hybrid Review이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F5BB2-CE93-4CC1-80BA-8BF465A5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541F9-56D3-4793-A6B3-A5DDE571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0AC8B-7BDB-4BAF-9486-6894F8D9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C3CCC-D4AA-49D9-8EDA-A5CED288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53046-2759-4A8B-8C82-ADE2287D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C6B53-C74E-468B-A5B6-EC882BC2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hybrid_review.json과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3CD55-A959-4719-A582-B4599FEB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Precision·Recall 기반 평가</a:t>
            </a:r>
          </a:p>
        </p:txBody>
      </p:sp>
    </p:spTree>
    <p:extLst>
      <p:ext uri="{BB962C8B-B14F-4D97-AF65-F5344CB8AC3E}">
        <p14:creationId xmlns:p14="http://schemas.microsoft.com/office/powerpoint/2010/main" val="823124334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F53BA-504B-4EAA-B2F8-B85E1A49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2A2B8-3EFD-49A5-8F79-1E28A2B4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Precision·Recall 기반 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7CE33-EC7A-4066-9AC4-E5D81648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3 · 7차시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653FA-6EF4-4896-AAC6-9D985340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15:50-16:40  (쉬는 시간 17:30-18:00)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1E2F9-6E2C-488A-9A7B-1E645B15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Precision · Recall · review_eval.json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D0578-FFCA-4928-A1C2-B9CFFC1F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A1C9F-A9F2-45E0-9DE1-E0BD0866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99D88-85DE-45AF-8A26-C8158A6F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Precision·Recall 기반 평가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12813-C1CC-4EE8-BC4C-E902642D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596C4-48A9-408A-A1B4-82B179ED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src/course_services/eval_service.py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data/day5_eval/golden_review_findings.json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161BC-B356-46BB-A59E-23732517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453ED-8FE3-4B6C-ACF9-4BED7DE6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review_eval.json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31490-D6DB-4A38-AB68-4E706E87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3 · 코드 리뷰 Agent · 7차시</a:t>
            </a:r>
          </a:p>
        </p:txBody>
      </p:sp>
    </p:spTree>
    <p:extLst>
      <p:ext uri="{BB962C8B-B14F-4D97-AF65-F5344CB8AC3E}">
        <p14:creationId xmlns:p14="http://schemas.microsoft.com/office/powerpoint/2010/main" val="1389944905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5E89B-CA03-48BA-897A-380B1026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7차시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42501-27B1-4571-9A36-41E35BEA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2056D-5555-4C5E-8A14-D07D2A7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E65FB-64EC-410E-825B-A0309D62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8DF2B-4FFD-4DAA-868F-BA7281A7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32AEA-4221-470A-8963-087B3337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22FE4-927C-4AFA-BEA1-D73CD1D0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9241A-12DC-4ECE-B833-61F0416B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4693B-9B1D-4F6F-BE40-2E6A1C17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hybrid_review.json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33C85-C62B-499E-AAC6-48126D8E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44C1A-AFCC-4F09-A3C4-398E98F5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4E921-C22E-4D31-9AC9-884B5BD7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5456E-5A66-4B04-8D57-CC9110EF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C02B3-DA3D-4367-8A1E-B3B77974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B8198-9953-40E0-A98B-D184652C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03EA6-4BD3-47C7-9D66-A2B1E0D0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28E53-7676-41FF-84E2-881084DF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3631A-C7D2-4CD6-9D8F-CC285C7D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</a:t>
            </a:r>
          </a:p>
        </p:txBody>
      </p:sp>
    </p:spTree>
    <p:extLst>
      <p:ext uri="{BB962C8B-B14F-4D97-AF65-F5344CB8AC3E}">
        <p14:creationId xmlns:p14="http://schemas.microsoft.com/office/powerpoint/2010/main" val="999142064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C8A06-8EA3-4F54-A7B1-D9D7657B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16920-C291-49A4-9E88-519EECAC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41A3A-F103-4819-84BB-406F1806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F4359-7575-48FE-A2CD-B852D058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82A90-73FC-4AAC-A22B-F914E3E1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F570A-AF9D-48D7-87AD-958F63CD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많이 지적하는 reviewer가 실제로 더 좋은 reviewer라는 보장은 없다.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A9FEE-C193-4020-852A-3C49013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key 정규화에서 review_eval.json까지,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30572-D76A-4CF3-A3A6-4D1C3ADE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529E5-417B-4E43-BE82-BEC9FDB0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review_eval.json</a:t>
            </a:r>
          </a:p>
        </p:txBody>
      </p:sp>
    </p:spTree>
    <p:extLst>
      <p:ext uri="{BB962C8B-B14F-4D97-AF65-F5344CB8AC3E}">
        <p14:creationId xmlns:p14="http://schemas.microsoft.com/office/powerpoint/2010/main" val="1008550314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C85ED-A32D-4CE3-A79B-AEA19D50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F08EA-FA9C-4255-A889-E38B386A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0133B-E2C6-4FAF-995A-10C1320D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43915-9EC2-4B88-9248-44F713AA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5C237-2744-4E20-BE33-732C709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AF2E9-7FAD-4136-9EEC-D6DA35B0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166CE-291F-42C7-91CF-EBFBB4D7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2902B-8B46-4A91-856E-427BF768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golden finding과 predicted finding을 exact key로 비교한다.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C9BBD-3224-4D89-A14D-DAF7F9FE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621F1-096F-458F-AA83-8538F09E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C226D-98B7-4373-A0FF-5C504D34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제목 문구가 조금 달라졌다고 같은 finding을 다른 것으로 센다.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FA6E1-5E1A-4659-8653-A8B8051E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4ED7E-093E-43AD-9912-26DA5C0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EEB75-C404-407F-B3EC-CF1680CC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87525152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7D561-FECA-4AF1-A7E1-03221198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BCDB1-9486-411A-B4E8-BF3E1DB1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48FA7-FD3D-4CD6-84D2-21DC3111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05B03-9CBA-4622-A9DD-6C2B570B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C58D8-5714-4F0E-9182-1A906D24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347E4-93E6-4021-8D89-7DA4D0A4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0D66D-0772-4649-8DA2-0C394375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2F32B-56A4-48D4-BECD-BEE9C005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84920-06BC-4EAA-9479-54C17269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3ABBE-2AE2-44A1-AE42-65AB7EC9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8C93E-7A5C-4F5B-8AF8-91136272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3AE5D-06F5-42BB-BECA-B734BAB0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50BFD-016F-41AE-AD3B-B4307B52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A1042-F834-490A-B57A-38A20841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제기한 문제 중 맞은 비율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B82C9-E7B3-43A3-B182-B0A5BC88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C745B-3B0F-40CB-9894-6BE051A4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D57F3-38EA-4CFF-8495-B567D1C5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A3B6F-A75C-4127-821B-7610C32A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잡아야 할 문제 중 찾은 비율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90520-039F-4C82-93D9-005C247C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C1475A-3055-4936-B502-4B6B16C8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7F4E5-FCC5-4BA0-831F-0FDC27D7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FFAF4-3F25-4BEF-8052-086D333B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precision과 recall의 조화 평균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2AD0A-9A0D-45B6-81C9-61C9F04B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C59F7-8095-4983-A479-B631FBF5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Golden 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4BF1A-B5B1-4E6E-9552-2F259D84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73F040-5905-4AF7-AD69-4FC35C7B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합의된 기대 finding 모음</a:t>
            </a:r>
          </a:p>
        </p:txBody>
      </p:sp>
    </p:spTree>
    <p:extLst>
      <p:ext uri="{BB962C8B-B14F-4D97-AF65-F5344CB8AC3E}">
        <p14:creationId xmlns:p14="http://schemas.microsoft.com/office/powerpoint/2010/main" val="93898077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17B09-FAF1-4975-80E1-B3C947B3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977B3-AE81-406E-B748-E00E9862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39683-2110-4C9B-88B0-23EA7A6B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54A55-626D-4E91-91BC-F7E7D61A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A5126-D4BD-4C51-ABCD-632DB3B8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E5D0E-6F4E-4FB9-BF13-31D4164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CFE63-6962-41EE-B47F-413D6EEF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B0BF8-B9C8-45B7-A320-8FF8CE39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src/course_services/eval_service.py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8F0BC-E128-4778-AA2C-0D7668BD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B3D49-6C03-40B8-B85D-964A068E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418B7-FCA6-4140-99AD-30380FA7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key 정규화 → 교집합 → false positive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1AE88-C750-4298-8E29-D3D8F9F1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60CC5-C46B-4701-BCFC-322EDEDF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B123A-8F6C-493D-91C1-027B12E7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ABB7E-C138-4CAA-9A21-41D84272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C7643-34D1-4412-961B-733308FF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F61D4-DC88-46F7-8F75-9D57B928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case precision·recall·F1이 1.0이다.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recall 또는 precision 0.8 미만이면 HOLD다.</a:t>
            </a:r>
          </a:p>
        </p:txBody>
      </p:sp>
    </p:spTree>
    <p:extLst>
      <p:ext uri="{BB962C8B-B14F-4D97-AF65-F5344CB8AC3E}">
        <p14:creationId xmlns:p14="http://schemas.microsoft.com/office/powerpoint/2010/main" val="955584596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30515-08A3-4755-AA7C-BA69E28D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5496D-8F58-462A-A87B-72874381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2305F-9F39-4E74-89BB-AF3D3D30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CDEDF-14F4-47BC-B84D-4114AF47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A8653-9B3D-4F9E-AEAA-BE47CC54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67506-94FA-4D08-92F8-E5160335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22107-F072-4A0A-821F-EFC5B65C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5F70D-C078-414D-BF7A-92B47FAF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46165-96D1-4433-90BE-9188D6F6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key 정규화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91E7C-9A32-4156-885B-CBD82E81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931DF-A0D4-4FAF-857D-DA4CD1F1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487C5-2221-44A1-A0A8-5578FB92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교집합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55F70-E3AC-460D-8A0C-24F3337F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49F51-5564-45D7-8337-CCB32092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6D94F-9928-4509-9AA0-35724C69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false positive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3FE0C-5014-49A4-9E17-57D7546E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FF72F-E060-43EC-ADE8-5C091057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041DD-FE6E-49AC-8826-9FB2939A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false negative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09C0D-A96B-46A6-8A0D-F210CA8E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D4568-89AF-4A6E-A5E8-71BF0E5F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8BC4D-9D01-4ABC-8A10-CECA5541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release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BDFDB-1593-46C9-B8C1-FEC6571A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review_eval.json에서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571645632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6CBE5-B7CA-4F30-81AD-8E8BA80D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97DEE-FB95-42FC-B966-778B9D38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D1AAD-514A-4D3E-AE47-8E411CDF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4EED4-B34F-45C8-BC3F-5263BB0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7BE10-FC0A-4F65-934A-9AEA03BD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9C633-D0FA-47CC-9222-DE75BB9D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782B8-C789-489A-BAB9-36861AC4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5029B-CCA1-4037-A1CE-E8A52B53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case precision·recall·F1이 1.0이다.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4AFCC-D803-4DC5-ACFF-3AFEDE46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D10E3-C839-4979-AF63-5D30C055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F4D8E-BC30-4C03-96BA-4473F192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recall 또는 precision 0.8 미만이면 HOLD다.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B1356-5124-49A9-B460-6F6358FA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BA8D3-7794-4751-B6AC-F6E413A1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A0361-BC4D-443B-A794-342E0696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DBD0B-1DEF-484B-86AB-0F8C6A74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6CC50-0581-4F58-A744-A131EDF6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8302C-AA9C-4C3B-8573-85CDD1CA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식별자·review_eval.json</a:t>
            </a:r>
          </a:p>
        </p:txBody>
      </p:sp>
    </p:spTree>
    <p:extLst>
      <p:ext uri="{BB962C8B-B14F-4D97-AF65-F5344CB8AC3E}">
        <p14:creationId xmlns:p14="http://schemas.microsoft.com/office/powerpoint/2010/main" val="912292262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28890-88BC-4B6E-8B7D-176081C6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B9067-8346-4784-BA70-5C1EFE20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AC9F3-72D9-4AAC-AE89-DB5E8950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566C4-BDC3-4B76-94FF-0086668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0403B-B772-4CA0-8AA4-E52DBEB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89BD8-3D20-4105-9729-CECDC984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124F9-02FE-4FF1-9493-9D5DEAB9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0F955-558E-450A-94CF-6134C6B1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E7114-F847-4B66-B83E-CC7C8F18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src/course_services/eval_service.py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6F331-27BA-453F-B60A-3596722B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F32E8-B40A-48EB-8617-373637D3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8680C-9DEC-45EA-9106-55FC3A91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data/day5_eval/golden_review_findings.json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E956D-F692-4B42-B472-CDE9668A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E700B-C478-40EE-AEE5-4BC0FF02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5C590-5F6A-42EB-8B24-8C93A29D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F8C20-3CE6-4250-9341-40DA1333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DEA11-6DE8-42F4-A765-D4721B74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42205-0360-4EC9-B5DF-95D1CE96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materials/day3/day3_service_lab.ipynb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423399037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A7A198-135A-40D4-A364-6198EC9D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E0467-E966-444B-9D48-2E65F1D8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D3E3B-76B4-4A41-A97C-914D4F8D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0B393-8ACC-4458-8B06-0A1D66C0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BDA5B-3849-4429-9428-E0649245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9B26F-EA7B-4BA5-A8C8-562D93F8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8D7AD-1476-4CD8-AD70-F8F00CB4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EB338-2748-42C4-A9D0-F8F88978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제기한 문제 중 맞은 비율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85575-5B9E-4C9F-8937-6080B471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73F3B-D470-48D0-97ED-EDC3D650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src/course_services/eval_service.py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0BAEA-CEBA-4FDA-A2DC-79A9B8C8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1CF6C-7F46-46D0-A9A4-5E8AB59E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잡아야 할 문제 중 찾은 비율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F96D6-082E-4561-B7AA-13B573B3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E7406-E15A-4023-B669-2A0697C2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data/day5_eval/golden_review_findings.json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E06A1-4002-4C21-8CD4-EEFD89E6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D292E-346B-499F-A9D1-9B090853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precision과 recall의 조화 평균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66824-1A53-4019-BE47-599F3205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5AB3D-BE0D-4247-A5F0-8C87DBA4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tests/test_course_services.py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B12E7-7E09-411A-BE26-41088390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Golden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9DB44-7E98-4A4B-89C9-2E019237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합의된 기대 finding 모음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CFDE6-68F1-4756-80BE-2A877ED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33539-F2ED-4B91-B1E4-4CBC2E2E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materials/day3/day3_service_lab.ipynb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279537501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03497A-0DB1-4CA0-9928-0F4C096E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0B984-F6F2-4831-A842-9FF676E1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D4EDE-1C17-4274-9DC9-FDB08E31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35338-242B-42BB-A5EE-A871B268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8EF83-EE4F-44A6-84B8-CAC67B3C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9A998-94C6-4314-B0B1-0FD31F92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8ACC0-6F58-4C55-AC38-82B0DC56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0925D-5882-4AEF-91A8-38F1E64F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981EC-4F2F-4A9F-BFE5-FAF8CD00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F75B4-9F23-43E8-87FC-6779E2E3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88B6C-448F-4894-9FF2-102945C3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B574E-C440-4F79-BB2B-418278D8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15E7A-32AC-47FE-956D-94055325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1E39B-701F-434B-AA82-3E99C3D2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59C3-51DF-4E46-9ED8-8F254BDC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BCB70-C30E-4647-B91D-A7ABA90F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key 정규화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20E2C-1158-4A82-9B53-2151629C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A4D9D-EB29-4485-88DC-BC46F847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F7D2C-E9D9-411A-8633-362405C9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184858-3AA4-416C-9053-C771F4F2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Recall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3641A-C326-4494-AEF4-F0747B2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C64A2-640B-4979-9798-7E6D1318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교집합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6EACA-C305-4C6D-95DB-0E1BC402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E988F-107A-4578-BB00-92D5215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95C90-7F58-46D3-9943-0417AECA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EF2147-84FF-48C8-BDD4-264D67A9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29554-B36D-4F0A-B997-75AF2DC2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4575B7-6EF3-42B0-AD94-69187B14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false positive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89CBEA-B135-43B4-9C7F-727F1425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76123B-36B0-42FD-A37A-1A8C900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970029-C995-48CC-8BC4-249BDB4E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E7CD7E-A4F9-450F-BD5E-EE42A473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Golden 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37DF74-8276-4C1A-B0A4-2B71779A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EB3A26-6A80-4455-9473-9465AA80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false negative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51DDCC-4FBC-44BF-B035-E7FA8903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E67FA3-DFDB-41E3-B882-81C7629C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54304823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94BB3-18B0-404B-B575-0AD2D7BF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BB6DB-8429-40BA-B965-41DC8D7D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F1F11-04A2-4458-A86B-92BD65A9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CEB2A-0A89-4E56-8DC4-3CDA2ACA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A234E-6D5C-4249-A87E-24E89567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603EC-66D4-4666-AADE-CDA63021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099EC-537F-4FB9-8B55-7D387D16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16AF2-1FEB-46EB-A8B4-5969C633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46C02-A419-4CE3-9A52-BDDCA150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제목 문구가 조금 달라졌다고 같은 finding을 다른 것으로 센다.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8E4AE-E468-452A-B4F4-BE43C037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8A5C8-ADC3-4E18-B65E-A7FD6BAC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제목 문구가 조금 달라졌다고 같은 finding을 다른 것으로 센다. 상태에서는 review_eval.json을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F8B7C-7C74-493B-A899-8CAFED6F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40160990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0F9DB-AAFA-43C5-A5B1-88FC3F2F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993AD-3C45-462A-95B0-3DF1BBDF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1F276-823A-4124-8686-65C31641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614F1-A70F-49EC-96AE-94926324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E14AC-C52A-434A-B1F5-AB4BD0BC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C8118-46EB-4B29-BF71-0A7747A6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07F54-219D-45B7-A5D3-83CE5B75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2CD04-5472-4C98-8A42-5DD0D903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CDB29-6CD0-476B-B2E2-8B06E13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recall 또는 precision 0.8 미만이면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955B3-394C-4D3E-9A8F-BF009914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8937F-A76E-4AF3-9540-DEFB5795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A994E-171F-4595-8692-2FF7AA0A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제목 문구가 조금 달라졌다고 같은 finding을 다른 것으로 센다.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7DB73-E7D9-4AAE-91B0-C68A3DD8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E3D0F-F030-4C9A-819F-CDDF07C9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7412A-6266-4AFF-8373-7211D857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path·line·rule_id 같은 안정 key를 평가에 사용한다.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CA434-DBD7-48E5-8A7D-DD4113FB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1D2A5-1677-4D51-8B90-9765B021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68D8D-7D6A-498A-B916-F01064A1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review_eval.json과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577631225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AE3DC-3DEB-4AF0-BD8F-0F2D6BDA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32E99-FD71-4D2C-A0D1-26A57E09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233BD-88A8-4581-B092-D40E431E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D9130-18BD-47A5-8CC6-47F2DC75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C6213-E6E9-4751-9E48-E43A3D69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27AA7-069B-456C-A427-CA34768C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05d13fdcd4e66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875D3-5194-4576-AD81-1B93904A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data/day5_eval/golden_review_findings.json의 책임을 찾고 review_eval.json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D2CB6-79D1-49B2-9802-8389D028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Precision·Recall 기반 평가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886822805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3622B-73B4-49AA-98C5-81662C20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67C2B-59CA-4343-A3B4-54CFB69A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E05F7-4198-4641-BAD6-86D5E346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E5F35-A3DC-4A5C-8A7C-C3ADCDA8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FF03A-A400-47BE-91B4-FCFB4BE8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815D1-4C8E-4E19-8369-3EC1D42A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57B7B-B6B1-4FC7-9EB8-1569C2D8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CA3EA-EF87-43BD-B301-FC5DEA23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D64B4-00F6-4A3D-9F0B-D389C132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평가 함수를 구현할 때 empty prediction·empty expected 경계를 test한다.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38ABE-92BB-4A1F-A9D4-3E1DA7FC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90055-54AE-4517-B3E4-D71A0CEF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0D50E-AE1E-4654-9A57-86492549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data/day5_eval/golden_review_findings.json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39DEE-104E-4858-8E90-66B50442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F7E1C-4B5C-420B-8260-A2B10298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C31DA-352E-4CBD-9CF6-8AB3F5EE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case precision·recall·F1이 1.0이다.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recall 또는 precision 0.8 미만이면 HOLD다.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BC54F-2136-48BC-8EE1-8098DB5C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F52B0-C4E4-44C6-9DDD-B70F424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60349-CC94-4EFB-9B55-003FDC7B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868168714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68B905-CB2A-44BB-99CF-A2036BBA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176A3-A88E-436F-8B35-01E644D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00AE7-22EA-4F6F-8B37-0BAE3FB5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1BDD5-D903-4BEF-8422-7FA29217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D241D-2A1C-4EF4-8B6B-93E255D1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2CA09-B825-47BB-9C1E-1ADE4FFC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8A93F-A4EF-41B6-96C6-93B89FA4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2D171-D50E-4462-A493-9E5FA0AE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10284-5DA8-4103-A594-2232EFCC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51909-9C89-4ADE-9501-F7E2D46E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CC6EB-E54A-4F7D-8C9A-B687C44F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2BC97-04EE-4AD6-9E0C-CE5C0A61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B134D-3468-44CD-8530-D233666E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761AF-2659-439F-B530-6E256373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case precision·recall·F1이 1.0이다.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6DAD6-797B-49D2-BD31-2D59E516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7B897-F05D-494D-9F9B-012EC5AB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F4C75-3D87-4BF6-9910-92C20348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2DD82-2F17-42CC-8314-AEC55F9F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98B46-364B-47B5-9199-9F068506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A0D82-6DAE-4D77-9717-175BFA29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AEEF5-D983-4CC6-856C-D742EAE5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AC1CB-6D26-48D8-96D0-8874E70C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151937853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AC405-A381-44DF-BA22-9DF43F59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D4446-ABB7-42BF-BE17-53EF8DA6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4E83A-0D0D-45A3-93CD-D859657C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43C23-09F7-4563-8DFA-7C4DDD06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C39DE-51F5-452C-B9A7-3A9FCB95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2FE57-DC7F-43FA-829E-218E0983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A0479-6CB0-4605-8F85-B5E5E7B6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2500F-33C2-4C9D-8A8D-D8A3F984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B33D4-6E9A-4825-8537-E382A90E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src/course_services/eval_service.py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B3C67-9776-4157-BBF0-59B1621A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7D92D-A3EC-44E8-8EF6-529A3ABF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DC61F-9F7C-4E38-AF41-7B988B23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data/day5_eval/golden_review_findings.json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BC7A5-2B3F-4065-B7D9-4561A63B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4C634-9DB7-4B1D-982A-BADC7F23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7F62F-B7E9-474A-ADC0-696D6CF8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offline_eval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9C76C-78E5-4BEA-9001-D7F0E53B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BD4FF-E07B-4375-9E17-B21D13E6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FEC97-7A80-4175-A4CD-F126ACC3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fixture case precision·recall·F1이 1.0이다.</a:t>
            </a:r>
          </a:p>
        </p:txBody>
      </p:sp>
    </p:spTree>
    <p:extLst>
      <p:ext uri="{BB962C8B-B14F-4D97-AF65-F5344CB8AC3E}">
        <p14:creationId xmlns:p14="http://schemas.microsoft.com/office/powerpoint/2010/main" val="710777859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A5143-16D4-4AE8-99B6-9AD3E380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1A8B0-B245-4842-8CF8-C89F27BE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75498-92A6-4859-BFB7-58BD257C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E8B41-22B5-42C3-8B2F-C902CCE5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377E8-F83D-4054-981D-6FC84C0D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401D4-36D1-44FB-AB62-6AFE18E5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318B2-5298-4121-8D59-B4A6783E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FDB23-43AB-4BF2-957F-1AE60A48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84FF6-271B-4B10-949A-34026FC9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python -m pytest -q tests/test_course_services.py -k offline_eval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A9302-3346-4DAB-9A95-29BB4EBA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E9E3C-04C1-47CF-A922-467DBB6F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639658781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C3BEB-1616-4B09-A889-7CE80898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07_review_eval.json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58EFE-4F62-4474-9990-17AF56A7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867C7-29A4-4F3E-81A0-C14A15F1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7C2C1-6F17-49C5-9C61-D2D5F92B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37D37-3612-46AC-B3F1-5ED5AD89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4840B-BAB0-46CE-B01B-13501A39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A4E3A-FD06-4639-91F9-5A52088B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405AF-AE28-49B0-BD0E-08E7DD57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"metrics":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"true_positive": 3,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"false_positive": 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"false_negative": 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"precision":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"recall":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"f1": 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"release_gate":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"decision": "READY",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"reasons": [],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"human_release_required": 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1426273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F1B03-DC92-4D30-92F9-AF774981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C15E0-26F8-42E1-9241-1B914C36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65E7D-FABA-44B3-AD76-7CF0DCBF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3BED8-0DA8-4E3F-88C3-6E63E172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3FA33-1995-4656-B123-789FF39A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AC5A0-469E-4E10-B976-EDA5B3AA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0AB2F-9DDA-4472-94A8-23F58688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CAC8C-59B3-4B39-8EED-C19002E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recall 또는 precision 0.8 미만이면 HOLD다.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EF91C-84BF-496F-A92C-DC443425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8A6B6-6DFD-4D66-9520-3A665E71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03372-A382-4A30-B570-0590DDBD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path·line·rule_id 같은 안정 key를 평가에 사용한다.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5E26A-C3F2-44CE-86F9-2EBDC132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recall 또는 precision 0.8 미만이면 HOLD다.</a:t>
            </a:r>
          </a:p>
        </p:txBody>
      </p:sp>
    </p:spTree>
    <p:extLst>
      <p:ext uri="{BB962C8B-B14F-4D97-AF65-F5344CB8AC3E}">
        <p14:creationId xmlns:p14="http://schemas.microsoft.com/office/powerpoint/2010/main" val="1671031025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84065-4F5D-4765-B69B-6A78996A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08E0A-C27D-44D1-A724-D3AA4BE3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70CC0-0CF2-4F80-81B6-52A9F7F8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13C3C-4CEA-4DE0-9CA5-0A60C462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20FDB-6C9E-4B87-8C5E-3C9D13B2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40845-1DA7-4D50-B7CF-D9EF465F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3D440-DACB-4D70-8C28-6A1B59A3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5A21A-F8EE-4041-B61E-5C41070A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data/day5_eval/golden_review_findings.json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92051-35A4-41ED-8791-74E0FDB6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7F336-6A2C-4026-A9E7-4465105A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AB765-859E-4A48-A7E5-9509D5CD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A6FA8-21D0-4891-9F5C-59087AE3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case precision·recall·F1이 1.0이다.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 저장</a:t>
            </a:r>
          </a:p>
        </p:txBody>
      </p:sp>
    </p:spTree>
    <p:extLst>
      <p:ext uri="{BB962C8B-B14F-4D97-AF65-F5344CB8AC3E}">
        <p14:creationId xmlns:p14="http://schemas.microsoft.com/office/powerpoint/2010/main" val="1186779583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A6604-6428-4BEF-AD87-1F94F0B4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9B081-B022-457B-9825-A4BEAC8F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36642-1746-495D-9B2F-B7ADC9A6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09086-FD59-443C-A166-FE8CD937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3DA4A-47FE-46BA-8F70-0A5640F2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A1A96-12E4-4EE9-8194-8FCB671E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3093C-E8E8-4004-B7C4-F1C9DC7F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materials/day3/day3_service_lab.ipynb · 7차시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67DE1-6EF3-4F88-B3B8-18C6CF2D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D57C6-5E0F-4554-ABF9-EED1C6F1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src.course_services.eval_service import evaluate_review_findings, release_gate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json.loads((ROOT / "data/day5_eval/golden_review_findings.json").read_text(encoding="utf-8"))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review_metrics = evaluate_review_findings(baseline["findings"], expected)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review_gate = release_gate(review_metrics=review_metrics, safety_passed=True, latency_seconds=0.2)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review_gate["decision"] == "READY"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save_json("07_review_eval.json", {"metrics": review_metrics, "release_gate": review_gate})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{"precision": review_metrics["precision"], "recall": review_metrics["recall"], "f1": review_metrics["f1"]}</a:t>
            </a:r>
          </a:p>
        </p:txBody>
      </p:sp>
    </p:spTree>
    <p:extLst>
      <p:ext uri="{BB962C8B-B14F-4D97-AF65-F5344CB8AC3E}">
        <p14:creationId xmlns:p14="http://schemas.microsoft.com/office/powerpoint/2010/main" val="633890561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3A45F-F411-46D4-8CCF-F4F4D6C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BD61E-7822-4FFF-AC84-EA8D9E24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A04A9-B9EA-4A15-A0AE-45909DCD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81518-20B3-471E-B0BE-32A2B849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BA65A-DF57-4C9B-84F7-9BA9D5D2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79EB6-576F-45EC-A268-741CA518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02E53-036C-40F1-A022-781D976C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9ECE7-AF26-47CC-BF50-C160AEA1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python -m pytest -q tests/test_course_services.py -k offline_eval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E9634-8B91-4D3E-B1EC-D7D942E8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output/course-labs/day3/07_review_eval.json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A4914-AEA3-441D-8649-691740D0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fixture case precision·recall·F1이 1.0이다.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review_eval.json의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461942769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A6BBF-12A4-4366-A50D-8189CFAF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54C40-5281-4750-A35B-FDFCDBF0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F29C3-B56B-44B8-B136-0CEAB582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76983-A51D-490E-B7CF-A5FCD487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9F474-393C-4F77-9BF8-26722E54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20341-A972-445A-A1BC-7C65B371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0D3E2-424D-41B7-84C1-0E7E6976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recall 또는 precision 0.8 미만이면 HOLD다.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66AEC-E0B3-457A-BCBA-CA42AECB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97523-A8AC-45C9-A231-F27D66F9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"output/course-labs/day3/07_review_eval.json"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742A4-0F4C-4AA0-A41F-0070D9DA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735283633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8353D-43FE-42B6-A9A0-698F67AB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A96DC-61C7-41DC-B010-2EA99102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B95C2-9E57-4EA6-830D-828CC0E7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402A9-A323-4C75-A627-22D65AAB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3220F-89CE-4F91-BB4B-0CF017C4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0C1F1-AB8B-4EC5-9F51-390F80E7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C08E5-3EF4-4CA5-83A2-4C6EB67F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B60B1-D565-4415-A1B3-7D843CDD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547C5-8AE9-4741-8CCC-45341F78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fixture case precision·recall·F1이 1.0이다.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3B3EB-8FC8-4052-8B7E-032CF3A3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95414-C8C8-437D-98F9-C1AFFBF4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EC554-3A53-4BBA-8FD7-47EC7B3C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src/course_services/eval_service.py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D19F1-4266-41C0-85CB-9FD34848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0609D-405C-462C-A608-E9B431D3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6F02D-C4F8-4F52-A50F-BCB96A58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FAD44-E681-4D41-BE9A-38C7B828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7B9B7-63D2-40E6-AE8F-56D721E4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CB5AF-F4E9-4133-8613-9E69564A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019121280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09F39-FA80-47B8-B5BE-6E4436B4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98DD1-2DD9-4BD7-A52E-19BFC885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32B68-F99E-4FAB-9375-25319AFA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8F06B-6D10-4831-A4F6-0D83FB4B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F0D16-B651-48B4-A15D-0446B347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7EF7E-2B6B-4767-8769-9EB69EC4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F8F44-3385-4E0F-A4C3-D5BAF7BB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1B4ED-36ED-4C85-A528-5152F1D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EC6D1-95B2-41D1-983A-39A4C5F8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recall 또는 precision 0.8 미만이면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1EABF-7A20-417B-BD9C-5ABBE972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8C42D-8159-4A1F-A38E-0296B3DE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264C7-4029-4609-B0DE-449F45E2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73E30-8B67-4B71-8BB3-15F1FCCD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D772C-DF1F-4AB9-957D-0279129E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4011C-494E-42D9-875F-3AE86B8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73D2C-0B4A-4D6C-91B7-987140AC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2B97C-BEB8-427A-A66B-1DA76DA5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A1A9D-BCA6-48D2-9D2E-B989063D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recall 또는 precision 0.8 미만이면 HOLD다.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148995238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A38C4-8D62-46A5-BD87-F067ED48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08E82-60BA-42A7-A93F-FA30E94F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716D3-6D62-4437-95AA-97462BCD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FF797-A6AC-4A06-8C14-798D9CE2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EFE72-F9C8-45B5-95FB-230FB238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DDB87-F7AD-4016-A6F9-BB7BA3A0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0FC1D-908E-4380-A75A-7F8F8019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모델 교체 전 기존 reviewer보다 나아졌는지 정량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91DB6-CB6B-4563-A326-283D4451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A434E-80F9-4205-9934-660C5BD0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74E7E-59DB-4CEA-9E3E-D3073C6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971C8-0455-4D30-86B8-857A84F5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7BEB1-7874-49B8-AA48-55B87443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C28F5-3982-4291-B6F4-1EE5327C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모델 교체 전 기존 reviewer보다 나아졌는지 정량 비교의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FF086-389E-442A-8B80-2F931D78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BBCBD-C65C-4F81-9BF3-EA8EB777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62F49-A9DD-46D9-8853-F9CB4826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9D338-8EF7-4BD8-9D5C-EBB8EB0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1733E-3053-4443-824B-FDE15858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79975-52AA-4E7C-8757-614D96B0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970685313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1FD94-7E85-44AA-94AB-EE7BB73E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13A2B-DB8C-4533-894F-81C5FF35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6234D-E545-4302-8AD0-1E739E52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015F5-3654-4EA9-B339-051F7BBA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51E77-F708-484A-AC13-74C3E0AC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51981-43D3-42A3-9A2F-6A914124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1EDAB-7663-4C83-A822-2F42E238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4F4B7-3680-4A1F-9BA4-90B9F2BB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36DAF-2A7C-4A79-801A-7E0D308A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6BE3F-7DCC-4672-9AF6-14D8BAB7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제목 문구가 조금 달라졌다고 같은 finding을 다른 것으로 센다.의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12AB3-54AC-4C33-B997-DF50B74C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F537A-8B51-4019-ADB4-87CD5A92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D06CB-2BF0-44B5-9468-87B0F3A2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590F1-DBB6-447D-9562-6E25970A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750D4-0345-494C-BB95-C3B407A2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E75AF-CA00-43E3-8C1F-EE44E100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평가 함수를 구현할 때 empty prediction·empty expected 경계를 test한다.의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98A52-2EFB-4D62-956A-440EB11D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2C82C-F63C-482E-9CCD-7AE1CEA3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8FD1E-FABB-47E9-A970-D3DFCC73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95789248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D961C-2EA3-459D-8EA0-68D52C43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FDCD3-1B49-412E-83FE-1AF16907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F440B-ADBF-49E5-BBB5-A590E589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989FE-6A15-424F-A253-049A8522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9AEDC-BC02-445C-8FD4-F3EF95B0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D9AD0-71CC-4FBD-92CC-A69E3629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93840-29E1-4166-829E-74FA1D3B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D7510-87B8-4DD3-A1EC-2E284A31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01F23-1C34-4E09-B678-8301386F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fixture case precision·recall·F1이 1.0이다.로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3A83F-A3CC-45A8-9A8A-83EA7938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D490D-6B1B-4F7A-89C4-ADCE1B0D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84F38-E68C-45E2-9B59-BB52064E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Precision·Recall 기반 평가의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E338D-3644-4445-8E3D-BE592755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9E0E4-7031-467A-9545-CC637821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65F07-0F4E-4BAD-97EC-7AD6F86D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제목 문구가 조금 달라졌다고 같은 finding을 다른 것으로 센다. 발생 시 review_eval.json에서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AEC95-AFC8-4690-9FF8-194DBCC5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DFBC4-F565-49BE-B8E6-FA609F11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69F39-F7E0-4F58-9DB9-44D4ADCB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851233276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2E334-0EE4-4B8F-8A72-2FA78AB0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C7AD9-45AD-4F5F-9D08-8EA0F6F5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D4233-CA40-419F-AC94-95F5EAE6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5ABF6-538A-4B41-978D-CADFD5B0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D06A5-69C0-401A-826B-049E70F9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F0016-30AA-41E7-90F8-732E4FC0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EAE77-837C-409F-8E0A-085D7162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31C56-9655-4CDC-8BE3-77B30400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260A0-03E9-49F7-9009-8FD9D0E6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Precision·Recall 기반 평가이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42150-DE5A-45D1-A020-C969454B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BFC61-5F39-45CB-A431-6F68020A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35645-249A-457C-B485-351264B0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python -m pytest -q tests/test_course_services.py -k offline_eval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13186-7666-46FC-9CA1-DC6DE1B5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0340A-83D3-4BDC-8EDF-879C9D4B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96804-BEFC-4BBE-AA72-870DEFCD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review_eval.json과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E8656-E461-4435-BB8B-2918EE1D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다음 차시: 오류 분석과 회귀 방지</a:t>
            </a:r>
          </a:p>
        </p:txBody>
      </p:sp>
    </p:spTree>
    <p:extLst>
      <p:ext uri="{BB962C8B-B14F-4D97-AF65-F5344CB8AC3E}">
        <p14:creationId xmlns:p14="http://schemas.microsoft.com/office/powerpoint/2010/main" val="603266447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32F4A-56EC-4EF8-AD47-14860DD0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94508-BCC2-4682-862B-7BB36B2F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4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오류 분석과 회귀 방지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7BE24-23FD-4FF0-B071-F0E1BAB9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 3 · 8차시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7E0AC-41F7-4A0C-B7FA-B647C7CD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16:40-17:30  (쉬는 시간 17:30-18:00)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4E1BB-0D22-46AD-9D81-D1F8E2E2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E0E0E0"/>
                </a:solidFill>
                <a:latin typeface="NanumGothic"/>
                <a:ea typeface="NanumGothic"/>
                <a:cs typeface="NanumGothic"/>
              </a:rPr>
              <a:t>Error analysis · Regression · day3_review_report.md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2762F-95AF-4111-9A5A-EF4A9109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7FB1C-B1DB-4822-A8A2-603319D1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3CF45-640E-4D8D-86E5-45915E76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오류 분석과 회귀 방지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385AB-E8E6-4258-9BF2-B3193F23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A1FF8-7096-4F49-A702-53021A7D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src/course_services/codex_harness.py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6D61B-A04D-4DF6-ACF1-66CD91C9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B54C2-1ED7-4CD0-88B5-DBB4DF70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day3_review_report.md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AA6B3-92AA-4AFB-9022-DA46234B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Day 3 · 코드 리뷰 Agent · 8차시</a:t>
            </a:r>
          </a:p>
        </p:txBody>
      </p:sp>
    </p:spTree>
    <p:extLst>
      <p:ext uri="{BB962C8B-B14F-4D97-AF65-F5344CB8AC3E}">
        <p14:creationId xmlns:p14="http://schemas.microsoft.com/office/powerpoint/2010/main" val="2084473186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326E4-6A3B-4783-8D9F-C59F6C89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8차시 입력과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D359F-2737-4681-989B-C3EEDF7D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D93A7-1935-4D8A-ACE3-5A42A2F1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DB4B9-1E74-42E7-B84D-1B4AAAB6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BD5E8-E891-44D3-B000-F62AFFE1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5B379-1538-4A54-B094-EB1D3188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FCE45-0147-4DC8-B5FD-924FBDC3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4C7A4-1284-4E85-A668-C1592DD5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7FCE2-0BDF-4825-A9E6-201D88E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review_eval.json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B558E-5237-4208-9A5F-A83B7D7B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B1860-A66F-46CA-B56E-12903042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ADA0F-B28A-4761-ACC5-E6CA0BF1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2CB4A-F5E8-4A7C-8204-1D79FE00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BFEE4-30AE-4A82-AE7E-510EA330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FDC50-CE14-4BEA-9530-66219B9D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6248C-9F77-445F-9292-9ED63A9F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03F06-0D77-433E-AB83-B30FFFBC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C579C7-9DEF-4DA9-966F-649B78FD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17:30-18:00 쉬는 시간</a:t>
            </a:r>
          </a:p>
        </p:txBody>
      </p:sp>
    </p:spTree>
    <p:extLst>
      <p:ext uri="{BB962C8B-B14F-4D97-AF65-F5344CB8AC3E}">
        <p14:creationId xmlns:p14="http://schemas.microsoft.com/office/powerpoint/2010/main" val="1036006083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074FB-4DCB-495E-B107-3695DF3B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37185-D9F6-447A-8BA0-82C172FF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0E4FE-F9C1-4DB3-8BEE-1EF73FDC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C1BC2-2BCE-4087-A7E7-2522A3AC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A2441-5D29-4F3F-8917-5FEFBAA1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A2679-EA56-48D9-9AEE-49FE2341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평균 점수만 보면 특정 언어·파일·위험 유형의 반복 실패가 보이지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5A79F-C773-4024-9BBE-1593B94A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목록에서 day3_review_report.md까지, 가장 먼저 고정할 판단은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95EEC-211F-402D-A24A-0AFF6260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BA68D-535B-4A06-AE24-26B466AA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이번 차시의 확인 결과: day3_review_report.md</a:t>
            </a:r>
          </a:p>
        </p:txBody>
      </p:sp>
    </p:spTree>
    <p:extLst>
      <p:ext uri="{BB962C8B-B14F-4D97-AF65-F5344CB8AC3E}">
        <p14:creationId xmlns:p14="http://schemas.microsoft.com/office/powerpoint/2010/main" val="689029329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A8A86-1ECB-488E-BA27-C6A8BB13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학습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43F35-F353-4760-BD47-8E3EF4BB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34820-C006-4A70-86D6-C8148C2C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2057B-60F1-4087-9395-BC97B484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40D47-CCDE-4949-827D-0E584C60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5A083-9C1F-44B3-95DA-BE9CDFE4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236A8-7C37-4B2F-A5DB-FA88C548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4DE63-0B8F-4B67-9167-6A26B53E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false positive·false negative 원인을 분류하고 Day 3 report를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8DA3D-F119-4A27-B041-92849373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5DF9C-E4CC-4FC9-ADB8-AE71CBD0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0B362-EE3A-45C2-9DEA-EFFB29A4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점수를 올리려고 기존 assertion이나 policy를 약화한다.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9C7DF-A118-46D1-A897-16312A40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A04B3-FC8F-474E-8D03-8FC55972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2DA8C-5E51-4C36-9699-75F2BF56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774620665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99151E-04B3-4E63-A5E2-27D57735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용어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C8C26-F28B-4FDB-8A95-D217F7C5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용어 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87F40-89AA-495D-9685-D2AB0C2B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D891E-3F3B-436A-9E68-188190BB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F7EE1-F0FC-410E-8275-F862707B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3970A-EEAD-46A8-8818-3E4E9DFD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C2291-BF01-4482-AA72-BDCE3729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19335-9B8F-4856-99CC-24B802ED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3D6CA-280E-4404-8AAE-3279E7A2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79530-0001-4EC2-A1A2-727CC22C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8DEBD-393A-42EE-AB59-50AF05DB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70A0E-B781-4D60-A3B8-F759DB49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Error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04FFC-52A9-4B42-9E75-7933A62F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6D58E-B9FA-4CE9-A9A8-1B5B08C5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틀린 결과의 패턴을 분류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5CAC5-C6FF-49ED-9514-B0435F59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ABD5F-A430-40F6-AC24-35A356E4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14CDC-57F4-4651-92B4-32758900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5FEA0-8BCD-41C6-8F5D-7A9C7697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이전보다 나빠진 동작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7367C-B0EF-4036-A8C1-A582D95D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40D9B-2974-4C15-9055-3A5D12DB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Ablation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13222-3B1C-49BC-8580-D31E654A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F30BC-249E-47C5-A786-9CB9E458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구성요소를 빼 영향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8E88D-34AE-47CE-B357-D107DD36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0EEDF-1011-443E-B45E-1C8E67A2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3DF33E-D587-4729-90E8-878F7486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23D794-0766-4344-822F-661DF55E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최종 반영은 사람이 결정</a:t>
            </a:r>
          </a:p>
        </p:txBody>
      </p:sp>
    </p:spTree>
    <p:extLst>
      <p:ext uri="{BB962C8B-B14F-4D97-AF65-F5344CB8AC3E}">
        <p14:creationId xmlns:p14="http://schemas.microsoft.com/office/powerpoint/2010/main" val="1366148130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12971-1076-415D-BC98-5D3FCA4B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 입출력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62703-508B-4FB0-8D1A-9B141033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B337D-FA88-4C84-8338-6029820E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5590F-4D2A-4F17-A6E7-ABEE7DF3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7B2F0-8B52-4121-B797-594797C7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DC4B7-6A56-4759-A91D-6B51FFED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C665C-6C17-41A6-80D7-D885E58D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21984-17EA-455E-AB12-225FFFA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src/course_services/codex_harness.py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DCC74-9946-4F8F-BD9D-AD978565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813CF-44F6-4577-AF9E-16EA81A0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14127-DD24-4E21-A67C-F152063C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목록 → 원인 label → 최소 수정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F50DC-B258-44B8-9275-95D6C9D8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91AC2-3968-4990-A24E-493820A5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DB873-CC60-4BF1-8D8D-FE415235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3147E-371B-4CCD-B108-2F58E30A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3D345-F5F8-4EC2-8417-6E3F8E4A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25D0C-892A-4FD0-A991-7B87F671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허용된 path·focused test·diff review가 모두 충족된다.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 변경·secret 탐지·미실행 test 중 하나라도 있으면 HOLD다.</a:t>
            </a:r>
          </a:p>
        </p:txBody>
      </p:sp>
    </p:spTree>
    <p:extLst>
      <p:ext uri="{BB962C8B-B14F-4D97-AF65-F5344CB8AC3E}">
        <p14:creationId xmlns:p14="http://schemas.microsoft.com/office/powerpoint/2010/main" val="1504122305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725D3-2DCE-4982-B4A2-84A7992E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실행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C8858-DBDA-46AE-AF1C-347F1504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업무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5FD18-459A-46FF-9253-DE3DB0F9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95D2B-95F7-4DD1-A241-CDD480D7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1B020-BE9F-49C8-B085-CF90DEA5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C40DF-A3B1-4F30-9168-FD729358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9B516-7B74-4688-94AA-EA679D3C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0F2F6-DAE1-4D21-8036-03F531E7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17572-8235-4F91-B24F-4C5C1A4B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목록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92D89-07C9-4750-9820-88987219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726DA-5F7C-4A37-B71A-E27AABF7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B4C11-B3A4-4A71-B9DC-609F5E5E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원인 label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EF4F5-7D40-4FD1-A37A-B3F44475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01F07-907C-40DA-AA9C-B56D42E1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F52EC-4B4B-48CD-8992-6A8FB3D2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최소 수정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83656-1FEF-4718-BD9D-F7F885DA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2A87B-1A66-4FF4-8C3C-B07E3D18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9B068-FECF-444D-AB66-A1E6A32C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회귀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F3EFA-6FB8-4AF9-B6D3-C22D6A46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6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0C70B-55A6-4A66-9C5A-0C41DAAC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07E22-D7A4-458B-A5E8-F6ADEC04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commit·tag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22639-92EA-42E3-8053-05566B84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마지막 판단은 day3_review_report.md에서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107278481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F4655-F434-4531-B1BB-9F22D2F3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 정상·실패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687C1-2CF5-4E15-BEC8-D800272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276CA-F661-4984-948F-8592C7BC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09997-35D1-4E2E-AC0A-D8BF86EC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3A63C-29EB-4B39-966C-2AE876B9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FAF6B-B2F5-4513-B904-D1AB916A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35CC9-4682-4E9C-8F25-760B8A00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24BF4-3343-4BFA-AFE3-8BDF4390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허용된 path·focused test·diff review가 모두 충족된다.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CF792-2811-48C0-A46B-A56FC43A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FCAAD-4AA3-45BF-ACEE-ED005D86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CA352-582C-4404-8CF7-7B020A63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 변경·secret 탐지·미실행 test 중 하나라도 있으면 HOLD다.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9FB7C-AEF7-4673-8FA6-58FF1DD6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DF0A4-2A3F-4114-93A4-2F82B097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AE762-E61C-4437-BC75-9B9C3A2D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방지: 기본값 false · dry-run과 사람 승인 뒤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9828F-6265-483A-A5FF-A9384301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1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0B691-A077-4CA5-9CC6-D160ABC9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2BA76-0AA0-4DFA-9742-4052EBBE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status·error_code·입력 식별자·day3_review_report.md</a:t>
            </a:r>
          </a:p>
        </p:txBody>
      </p:sp>
    </p:spTree>
    <p:extLst>
      <p:ext uri="{BB962C8B-B14F-4D97-AF65-F5344CB8AC3E}">
        <p14:creationId xmlns:p14="http://schemas.microsoft.com/office/powerpoint/2010/main" val="562791027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319EA-269F-40C7-B628-53AB8FB7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파일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80728-8D52-4835-AD01-8C81A546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13861-20B4-4CD8-BC4B-78BFF940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20EBE-F20F-42F7-BF9E-92685C4A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F35A9-937D-4EAF-B717-9F95C5F4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1CF3D-DE46-446C-937D-03A33057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C38A3-59F2-45F6-BD5C-0A6EDE4A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4A46B-0C8D-41B1-B884-7164576B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AAD45-45B7-427F-8FAB-D8113CA9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src/course_services/codex_harness.py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092FA-E393-4EF2-A1E9-47F9AE52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F5316-5770-417D-BECA-019AF495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3C2E9-4A06-4E06-8780-089B6BBB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44119-4F09-4BC7-923D-C0901513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BB0D9-E235-4DF5-B4F2-307F82CC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FF465-0989-4ADC-A42B-23F95780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50AF8-6F23-45F9-A8F8-E1F7F1A7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A1BE6-6C17-46A2-8197-52883CDD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697CE-EF39-43DE-944C-C5DBE306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materials/day3/day3_service_lab.ipynb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411834471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084F6-D6C9-4307-87EC-BE871E2A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개념·코드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2BFA4-0E24-401D-8876-B72DC444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개념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9293F-77CC-49E1-A1E4-9A0FBFA1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3C172-965E-4704-841F-EC9A8A56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7DB00-5BC8-40B0-AD9C-2EDE2C81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2D21C-27B6-4D15-8817-D76F194C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0751B-07CE-4B5C-9B19-C5EFB589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Error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98F75-2D3B-40CE-B761-338A47AF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틀린 결과의 패턴을 분류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97FC1-72D1-423E-8F80-3173639F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9A0C2-B65D-4407-875A-C8E67377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src/course_services/codex_harness.py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18DD3-6114-4795-9B6A-23363FD0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25F1E-ACD4-48CE-820F-4485423F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이전보다 나빠진 동작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13D6D-FA28-4064-93DA-A2C00F9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7CD54-9604-441F-87BC-C62EFBED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tests/test_course_services.py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69DDB-E87B-48FB-A575-CA4836DF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Ablation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75369-5CC2-4CBC-B0CA-7521D070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구성요소를 빼 영향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91944-C205-46A1-9C9B-39891A4D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4C9D1-6E45-43A7-9708-D7ABEFED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AGENTS.md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B5AE6-5E9E-45B5-A898-5B293160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6770D-C803-4F1B-8578-E3B8E51B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최종 반영은 사람이 결정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6C18D-FC0A-4327-A269-C689B30C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2A3CE-F8EF-43C2-858F-E03CA171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191919"/>
                </a:solidFill>
                <a:latin typeface="Menlo"/>
                <a:ea typeface="Menlo"/>
                <a:cs typeface="Menlo"/>
              </a:rPr>
              <a:t>materials/day3/day3_service_lab.ipynb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2045123351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250C85-9C8C-4C4C-9255-94C4D693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4D6C7-ADEF-4926-B8DF-2B23CF2E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FF397-43B5-4529-935B-57B3F7E8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C018A-B77B-41A7-BC65-6E4BFE06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445AB-5C42-4C59-B8EF-F21BEF21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0FA2C-1BAC-4222-A03E-08A677CC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A7994-9E8A-4334-9775-83BD72A4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FBA70-906D-4515-89F5-1C354B4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AF07A-C121-4D36-BCDF-EB9FA5C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DCC37-A6A2-4E39-BA73-951A5346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269E0-CAA9-4A80-9BC1-7A7D0BF5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354D0-D489-4D8B-A0A1-C171C4F9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9932F-DC5F-4D62-94C3-9429B72D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033CE-F70E-4A59-902E-7310BC59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Error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7B5B6-D7BE-49CE-8271-A6328F53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0D2DE-20FA-4F71-B606-ABB0DEE8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목록 단계의 입력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40423-E4CB-4D9A-B943-14CE06B2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539E3-1143-4F53-9DF6-8DC455DF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593E8-52EE-43CD-B2C5-6280682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7E595-CE64-4366-8724-202604A7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Regression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7444B-F49C-4495-A9C7-1075F3CF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8B2FF-D811-452B-8AEC-0F691C5F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원인 label 단계의 교체 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B1775-8D5D-44F4-A747-FBBD1D81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D914E9-918C-4B09-8CCE-E9B399E2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8354E-6F84-403A-A232-2F6F1E4A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43DC2-1671-48AE-AE27-36428BEC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Ablation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0327AF-C029-4F4F-B1EE-7B20781F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C2E4C0-AA12-4472-9336-E13C6286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최소 수정 단계의 운영 조건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D4EB2C-7282-4778-9456-E26FDF0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2CED6A-3DB2-4B78-B735-F18FC03B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FBB109-1A11-4D29-8B3F-8B1ABD74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D9504C-59DE-4E99-9956-2DD5B45C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E48DC2-0A97-4C40-B639-5E764015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4D00FE-CB41-4858-8FA7-89A20413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회귀 test 단계의 판단 기록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A5AEBB-73C5-452E-A073-B6CEAC25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A68BA5-471E-4037-B846-41977FB9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560653337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7352F-F6F7-4FB8-8694-C1819CB0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대표 실패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A7DA7-C320-4823-B932-6174F70E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DD455-A50D-427A-9150-524DB480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2C321-ABFE-44EA-AB27-814895CE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A9F59-8F3F-4C3B-9079-EF8E611D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E365A-AD5B-4DF1-B1A6-A91FE4CE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9B152-3003-44F1-B4A1-8EDF611B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54206-1533-44F8-B4ED-E2F14F77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42678-903B-4A27-B294-840799ED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95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점수를 올리려고 기존 assertion이나 policy를 약화한다.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30E5B-DED3-413C-B72E-9721427F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E8054-1E03-49B4-92A4-6F1F3F0F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점수를 올리려고 기존 assertion이나 policy를 약화한다. 상태에서는 day3_review_report.md을 운영 판단에 사용할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4605A-BBD3-499D-8B4C-C88E687C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03318887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27535-853C-4B2F-B7BB-03F5904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6A067-42F6-4B96-A10D-BE75822C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CD505-276F-4ACD-B664-59BF485F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97CBF-E2B3-4083-B4C9-2353BA95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D280F-C999-42A6-8122-888F7DDC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BA913-8F98-4D1A-8BC8-390A553A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0FF44-5D70-4D27-854A-E5188C6A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06097-1B0E-4E60-9F9F-3D81C8E8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1122A-E13D-4223-9D7B-07669FA0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탐지: .env 변경·secret 탐지·미실행 test 중 하나라도 있으면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A987D-8338-40C4-8DAF-50C40C8A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4DC2A-1BC1-47DD-B882-6DD2A795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1E7FB-03D1-4CEC-8F4F-D151236A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중단: 점수를 올리려고 기존 assertion이나 policy를 약화한다.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BCBE2-5101-4B49-A7EF-FD42D53C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D142F-5A31-498E-B8D5-59D837C1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0F25C-78FB-421D-9730-1F36AD16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복구: 실패를 대표 test로 추가하고 최소 변경만 허용한다.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40C64-BE61-4BAD-9D98-DA1ABC2B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CF85C-6B1B-4EED-87BD-17251CAC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A77D6-350F-46B5-9B09-A5235449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day3_review_report.md과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577916112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B0839-F436-40E5-A3FC-A8C507F4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285C7-3FB6-4EC5-9A8D-4E60CFDF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공식·로컬 참고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4E1B1-812B-40B9-8D2C-1845415B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578A1-91AB-4A40-90D3-88866389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1FAB8-100D-4726-A8FE-DB95CE8D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E8B3E-B7DB-4C1D-B774-1877CF83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fa909c15d488c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18E88-E03C-492C-BE6B-D452608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tests/test_course_services.py의 책임을 찾고 day3_review_report.md 계약을 focused test로 고정합니다.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92BC4-73AC-47D3-9D55-1A644026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오류 분석과 회귀 방지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저장소 이해 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focused test 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154295578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C5AEAC-A7EE-465C-AF0D-292DB1CF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Codex 작업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C76FA-BF3C-41B8-B662-B0ABC50D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요청 예시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7251D-389B-4DBB-B0A9-7BDB6C49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44B14-FBE1-4931-BFB0-6F95F706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AF1D0-AF76-4D73-ACAA-94BA3376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B813A-934E-46AC-B26A-13324A33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144AB-847F-4D1E-AECC-11638D18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0AD5B-773C-4871-BA1C-7A9509F2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FC7E5-EB76-4114-8330-733920E3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diff를 검토하고 actionable finding만 보고한 뒤 test 증거를 다시 확인한다.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70E15-36CF-42DA-9FFD-D3A28E90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41674-1310-4F95-BB15-AC9502F7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3057D-1CBE-46E5-BAED-F31836B1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F0F65-AF04-4D0E-8828-6E049BFB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514D8-5E27-44E2-BE4D-71BB1D3D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EC32C-9C87-4184-B614-2938D172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허용된 path·focused test·diff review가 모두 충족된다.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 변경·secret 탐지·미실행 test 중 하나라도 있으면 HOLD다.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A7015-A7B8-4AC1-8B51-63C01B14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B9010-AD61-44B0-ACA1-6F1BA666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7FC7D-2DE8-43A6-9EF3-8EDECEA9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방지: secret 출력 · workspace 밖 변경 · test 약화 ·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563879822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620132-50D1-45BD-8768-AA7C0E2C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독립 리뷰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0EED1-2344-4909-B3E6-CEFE2284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Codex·Claude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D73BC-C0D2-42A0-8CB9-D013B45B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CD39F-2879-41B4-930B-B73AF177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F072B-FFA2-471E-A961-B9366F09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A76DA-8212-4B47-B44E-A3D1ED5D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FB730-47CC-45D3-B879-8E418791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FDA8E-96F3-491B-A6B8-792CF9DF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Codex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E4BCB-95AE-4205-9975-4162C528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03E5D-AE42-449A-BFBB-386D79A3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CCFFD-72B2-4600-9999-56363DCC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A7406-2CC3-4B37-AB11-D98F5E5B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842B3-9FD0-4ADA-AB71-6A2F72F3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392E2-D1BA-44F6-A270-DBD6FFC9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허용된 path·focused test·diff review가 모두 충족된다.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1773D-7D4E-42AF-B59F-A27AD206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55732-3C8A-43C9-8DE5-862FFAEC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Claude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A7AD1-9ECF-4322-8F1C-02DEAD84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7E62B-2FDE-48DD-8703-F2DCABA8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 변경 라인·누락 경계를 별도 session에서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11C23-64B3-4A82-B021-D9563C90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3ABCED-AF7C-47C2-9D02-977A7489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B64A1-DE13-4368-A234-49F4DF24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00681-616B-43B8-9008-4CE7FFD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방지의 두 LLM 의견과 test는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925735588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4C66D-2815-46C9-AC75-ECF6E318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정상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5223B-0FA1-41B8-A682-3D4E59D9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강사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F3D25-04A3-4D2C-AD49-3884614E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A1AF6-09E9-46A0-976F-02136909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CB8F9-61A5-46F0-9439-41591B9E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1CBCC-852A-4CA2-B6FD-FEEDDC49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6AD0B-1944-43AB-ADFE-24835746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7C99D-D641-42AD-8935-68ACFE10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AC261-A2B5-48B4-88CD-651FBDD0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열기: src/course_services/codex_harness.py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776E7-7E2B-4CB0-A482-BEA7F85F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82388-6586-4B25-952C-4F287F6E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F1A14-32A5-4143-9213-6D9A0304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구현 확인: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71906-DFB1-449F-BEC2-F16DFC41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BB691-2E5A-470E-8FB7-1468F76B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F14CD-8AD2-4899-BB58-EAB830C4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git diff -- src/course_services 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F7DB7-2FBB-4AC9-B1F3-F63E4F52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A4A20-AB71-4185-BBE4-754AFA4B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F1CF9-AE4C-4F14-A999-C55AA920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성공 신호: 허용된 path·focused test·diff review가 모두 충족된다.</a:t>
            </a:r>
          </a:p>
        </p:txBody>
      </p:sp>
    </p:spTree>
    <p:extLst>
      <p:ext uri="{BB962C8B-B14F-4D97-AF65-F5344CB8AC3E}">
        <p14:creationId xmlns:p14="http://schemas.microsoft.com/office/powerpoint/2010/main" val="947901789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EEFAC-8288-45DB-B6F9-1F750F7B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8CF8F-A55C-4DCB-B89E-6AC73457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Terminal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7EED6-4A02-4B20-BDAA-BE0D155B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FB2E3-46BF-4F17-A0FC-8DB67247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86C42-488B-4C91-9677-473BB29C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FB06F-D57F-49E7-8A06-CB4BB4BC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C4265-3E1E-41C9-8956-1C7DB03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75DDF-76AC-4207-97B1-21470B1B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2563EB"/>
                </a:solidFill>
                <a:latin typeface="NanumGothic"/>
                <a:ea typeface="NanumGothic"/>
                <a:cs typeface="Nanum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D283C-F234-441F-BA03-9F93C4F7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git diff -- src/course_services tests/test_course_services.py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A440A-98B9-41E8-AFA3-3C0F78B7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9EA64-521E-4E14-BC19-1D70647B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방지: repository root · Python 3.12 · .env 미출력</a:t>
            </a:r>
          </a:p>
        </p:txBody>
      </p:sp>
    </p:spTree>
    <p:extLst>
      <p:ext uri="{BB962C8B-B14F-4D97-AF65-F5344CB8AC3E}">
        <p14:creationId xmlns:p14="http://schemas.microsoft.com/office/powerpoint/2010/main" val="1737969360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68AC3-C3C5-4ED9-9726-3697B3A2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08_day3_report.json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33CD8-FF03-4B03-9592-439426BD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Actual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F66AD-91C0-4084-ABA9-5EC820A9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969DB-5EC1-49E8-91AF-FC24185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1499D-BFE4-499B-8F18-5957C414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4A78E-24B8-4BB8-9E9B-2C746DD1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FAA07-5622-47C7-9661-5DC265A8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6C903-3CBD-4AF7-A212-C693168F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0325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5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"codex_task": "목표\nreview rule 하나와 정상·실패 test를 추가한다.\n\n먼저 읽을 파일\n- AGENTS.md\n- README.md\n\n변경 허용 범위\n- src/course_services\n- tests\n\n완료 조건\n- python -m pytest -q tests/test_course_services.py\n\n금지 행동\n- secret 출력 또는 commit\n- workspace 밖 파일 변경\n- 사람 승인 없는 외부 쓰기\n- 통과를 위한 기존 test 약화\n\n복구 지점\n- 작업 전 commit\n\n마지막에 변경 파일, 핵심 diff, 실행한 test 명령과 결과를 보고하세요.",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"ready_assessment":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"decision": "READY_FOR_HUMAN_MERGE",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"reasons": [],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"unexpected_paths": [],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"missing_tests": [],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"human_merge_required": 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"hold_assessment":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"decision": "HOLD",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"reasons":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"UNEXPECTED_CHANGED_PATH",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"ACCEPTANCE_TEST_NOT_PASSED",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"DIFF_REVIEW_REQUIRED",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"SECRET_DETECTED"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"unexpected_paths":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".env"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"missing_tests":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"python -m pytest -q tests/test_course_services.py"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"human_merge_required": 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643264123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DF815-EA2F-4F10-BBD9-8693DC61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실패·복구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725FD-ED4F-4B1B-9FDD-FA3CEAFF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실패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EA1E9-DCD0-43C4-9423-C516B109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1050E-21D5-419C-B103-46B1BBBB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A44D6-3122-4693-B9E6-E53E8C1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9B0F6-8C7A-424E-8CAF-E03C7221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618EB-E872-470F-AC7D-8CC731A5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A3E73-514E-4B10-843F-759B74D2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 변경·secret 탐지·미실행 test 중 하나라도 있으면 HOLD다.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8D5BF-A82B-46CA-8A9F-7ADD9626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20133-39CD-4763-B0A8-7A99E961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F580C-F529-495B-83C0-E13A053B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실패를 대표 test로 추가하고 최소 변경만 허용한다.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B1F6A-E656-4522-9C25-26C0CFD0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7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확인: .env 변경·secret 탐지·미실행 test 중 하나라도 있으면 HOLD다.</a:t>
            </a:r>
          </a:p>
        </p:txBody>
      </p:sp>
    </p:spTree>
    <p:extLst>
      <p:ext uri="{BB962C8B-B14F-4D97-AF65-F5344CB8AC3E}">
        <p14:creationId xmlns:p14="http://schemas.microsoft.com/office/powerpoint/2010/main" val="1679137220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10759-F460-4C4C-92C1-1C8D6570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소프트웨어 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55C52-9BA7-40C3-A68E-03E7F64C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A002D-FD39-4E47-8AD8-4BD21603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C3E25-DEF9-4791-AABA-93157011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C459A-F5DD-48DE-B6C2-AE0116FB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E9669-FCDB-47A0-814A-6C24FB39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1152C-1AE4-439E-A298-C5BBC2BE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AE57E-274B-4A12-9FDA-315540F7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tests/test_course_services.py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2E4A7-2A13-4936-B3B9-0FAA44BD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68912-0420-4F27-9DDA-454D528F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694F3-0F86-4461-8EBC-72F484A1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AE6CF-73C6-4CDA-BAA6-09BECC6A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허용된 path·focused test·diff review가 모두 충족된다.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 저장</a:t>
            </a:r>
          </a:p>
        </p:txBody>
      </p:sp>
    </p:spTree>
    <p:extLst>
      <p:ext uri="{BB962C8B-B14F-4D97-AF65-F5344CB8AC3E}">
        <p14:creationId xmlns:p14="http://schemas.microsoft.com/office/powerpoint/2010/main" val="1604986035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A6262-491A-4F71-B67F-705AD448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Notebook 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A6F83-E0DB-4062-A1AC-33F8EDA7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8CB90-CE1D-47A0-A706-CB5D542D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52884-5A5C-47B5-A190-02C38768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64DF0-5B1A-43D8-B062-045B2AFF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1534E-55CE-4ECD-9ADD-4D8C19CF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98F88-4721-498E-A46A-03ABD668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55555"/>
                </a:solidFill>
                <a:latin typeface="Menlo"/>
                <a:ea typeface="Menlo"/>
                <a:cs typeface="Menlo"/>
              </a:rPr>
              <a:t>materials/day3/day3_service_lab.ipynb · 8차시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B18E1-1ADE-4B74-A412-ED1DAA6C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5706B-D680-485B-83A7-F09753AC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0325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src.course_services.codex_harness import CodexTaskSpec, assess_codex_run, render_codex_task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src.course_services.course_demo import build_course_demo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spec = CodexTaskSpec(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objective="review rule 하나와 정상·실패 test를 추가한다.",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allowed_paths=("src/course_services", "tests"),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acceptance_tests=("python -m pytest -q tests/test_course_services.py",),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ready_assessment = assess_codex_run(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spec,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changed_paths=["src/course_services/review_service.py", "tests/test_course_services.py"],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executed_tests={"python -m pytest -q tests/test_course_services.py": True},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diff_reviewed=True, secrets_detected=False,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hold_assessment = assess_codex_run(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spec, changed_paths=[".env"], executed_tests={}, diff_reviewed=False, secrets_detected=True,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scorecard = build_course_demo(3, workspace_root=ROOT)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day3_result =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"codex_task": render_codex_task(spec), "ready_assessment": ready_assessment,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... 다음 줄은 Notebook에서 계속</a:t>
            </a:r>
          </a:p>
        </p:txBody>
      </p:sp>
    </p:spTree>
    <p:extLst>
      <p:ext uri="{BB962C8B-B14F-4D97-AF65-F5344CB8AC3E}">
        <p14:creationId xmlns:p14="http://schemas.microsoft.com/office/powerpoint/2010/main" val="1985446298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7767AD-5D17-46C9-88D4-9345B8E4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Terminal 실행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E9ED4-231A-45E8-B40C-1B21ECB2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소프트웨어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8B3EA-D952-4E77-B385-FF59442D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8EAC0-5764-4F6E-82C5-6018F660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4C965-B6D0-40EE-93BD-0E197463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22277-6835-4588-9031-91A1A0B7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32482-5EC7-42A4-9D7A-5B947CA1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2B3EE-C3FA-41F2-8947-A718C5EF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$ git diff -- src/course_services tests/test_course_services.py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27FCE-CFB6-4877-9D81-EDED942A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저장 위치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C7C7C7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C7C7C7"/>
                </a:solidFill>
                <a:latin typeface="Menlo"/>
                <a:ea typeface="Menlo"/>
                <a:cs typeface="Menlo"/>
              </a:rPr>
              <a:t>output/course-labs/day3/08_day3_report.json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1A24D-9C49-41B5-AB64-D3B4ED03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058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허용된 path·focused test·diff review가 모두 충족된다.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실패 시 day3_review_report.md의 status·error_code를 먼저 확인</a:t>
            </a:r>
          </a:p>
        </p:txBody>
      </p:sp>
    </p:spTree>
    <p:extLst>
      <p:ext uri="{BB962C8B-B14F-4D97-AF65-F5344CB8AC3E}">
        <p14:creationId xmlns:p14="http://schemas.microsoft.com/office/powerpoint/2010/main" val="873419835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14606-2881-4A10-88AC-84021688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실패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96E47-4ED0-4AD9-8B71-23FC554A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Boundary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10BC3-B651-4FC0-BA0E-E781C1DC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77589-9552-461E-87E6-F475C241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18C3E-BCB2-4A5C-99DA-5E32422F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36B5A-C495-4475-BCD4-B34F3FC4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47B93-C7D0-42B3-9936-3AA5185A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 변경·secret 탐지·미실행 test 중 하나라도 있으면 HOLD다.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B41A1-A09B-42A6-A099-9FD5ABA7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10210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D81BA-BCE7-4CC7-84C1-BE64128C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result_file = "output/course-labs/day3/08_day3_report.json"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expected = "HOLD | EXPECTED_FAILURE | BLOCKED"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external_write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80285-CA76-4828-930B-CE5D3FE5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day3_review_report.md이 HOLD라면 외부 쓰기 없이 해당 차시 입력으로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49994369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25A00-9C3A-47FD-8A9F-646822BA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정상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C81CA-4B27-46D7-9F59-BAD89615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E1EEA-6171-48A4-BF1A-5F86A945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1BA8-C47B-49A4-930E-20909E9C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672B2-356D-4507-BD16-7C40FB6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79A7F-8033-4B4D-A94D-A263EF6B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AC612-B1CD-4648-AA08-B74A78AB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59357-CADA-4A9B-A937-735F984A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A3453-AC19-4F2C-91AB-BB29C4A5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허용된 path·focused test·diff review가 모두 충족된다.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B9236-2BF3-4EF2-ADCD-56099D02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A3E55-3C60-4509-AA67-677D1A14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D829C-5262-46D6-91A8-DB9B1E32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src/course_services/codex_harness.py 입력과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8FD8C-5F8B-4D49-B53A-CC1395FD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689DB-DB67-4C4D-8781-9DD351DB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E8CA7-A79C-4EE5-81CC-D7DEB326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9DC7E-935B-49AA-B905-28F833F4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2A11C-6068-4F48-B111-7B527627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8B66C-D1DB-4B8B-846C-9B6E87D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533132626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78B02-0632-491C-B084-DBFE45BF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경계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70EE7-BAD3-4C96-98E6-0D82821E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실행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BFAC4-719D-4B4F-A6A0-8720C86A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BBB6B-DCA7-46FF-8254-D1D97031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6E98D-D925-45D2-83CA-48EECE99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49172-6A32-4DCE-8476-AC8C6769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CCBC3-C101-45F0-B794-50921849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2147F-DAC9-4B83-B716-7BD82CB9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C7C7C7"/>
                </a:solidFill>
                <a:latin typeface="NanumGothic"/>
                <a:ea typeface="NanumGothic"/>
                <a:cs typeface="Nanum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925E5-96F6-45F9-BD55-1D074B22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.env 변경·secret 탐지·미실행 test 중 하나라도 있으면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A07E7-24FE-4F97-A431-D7D1F658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31543-8139-449C-B327-410831F6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0CFEB-30C1-4AA9-AC53-7847F9E9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방지: 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19348-8684-48B4-A663-F00FEB54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641BD-4259-44EF-8145-57AE859B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92EF3-A0B9-4E95-A9D6-1BBB073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day3_review_report.md: 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DCCB0-99C5-4003-AB14-CD53D9A8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42ABA-28AE-41B3-BCC6-3A0F050E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A7D14-517C-47C4-BDD6-A07EEBB3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.env 변경·secret 탐지·미실행 test 중 하나라도 있으면 HOLD다. 재현이 가능한가</a:t>
            </a:r>
          </a:p>
        </p:txBody>
      </p:sp>
    </p:spTree>
    <p:extLst>
      <p:ext uri="{BB962C8B-B14F-4D97-AF65-F5344CB8AC3E}">
        <p14:creationId xmlns:p14="http://schemas.microsoft.com/office/powerpoint/2010/main" val="2086044609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A2AD3-6A83-4C86-90DA-0FE108FE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현업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6B426-4DEF-4D16-B75A-B4695430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19B67-85D5-4C3F-9CC9-BF56257B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4FDF7-A43E-44CD-A67C-6B6FE2F5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37442-32BD-43D4-B323-6BEE087B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83352-3344-4899-9752-86E4648B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48A4D-1C27-4404-A458-81E9034C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현업은 merge 보조, 구직자는 리뷰 품질 리포트와 회귀 test를 포트폴리오로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2F4D1-ADDC-4F35-8167-34F27D84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385D5-1DE2-452F-A6C6-06F3F6E3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CFEE9-18C0-4BCA-8F5D-B58AE335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방지은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DCE76-B545-43BB-A5EF-05622415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0B144-B129-4838-A678-8E7C6557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59731-A092-4F12-B770-1B914F9B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현업은 merge 보조, 구직자는 리뷰 품질 리포트와 회귀 test를 포트폴리오로 제출의 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D2D9C-B4AD-4BC3-93D5-9D4B4FD3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D864F-B5FE-4947-9273-A4F30280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48D47-292D-4BC9-963B-F8FFF4C1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 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C0E2F-AF81-46D2-AB59-CF715B75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91E9F-4CFF-4FB3-906B-2BD9A7FB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5F64F-AEBF-4A23-BD71-AEB26E39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27116740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84536-1F53-4151-A202-C0853D1E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포트폴리오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25C3D-F31C-42E5-B3B2-A766D39A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구직자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21446-40DB-4DFB-91D8-C3A50413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8258A-62BB-417A-8415-25AF7C9F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4FC75-491A-4A57-8E7D-7C2DF6AA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4C5AA-9855-488D-A369-E1D488E5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E78E4-86D9-4342-86A7-7CC1351A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325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· 문제·코드·실패·검증을 한 저장소로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1582A-8C51-4919-BB11-8B57A02F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2FBB9-705B-4672-A546-5191D8C9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F5453-7A9A-47EB-A167-4232A059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점수를 올리려고 기존 assertion이나 policy를 약화한다.의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EF822-9050-4ABC-970F-70D0441D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F50AF-F731-456C-A46F-4E8C518C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40282-FFF2-428D-B6FD-44B06D6F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0FDDE-8D02-48D4-84FE-B19BFE2A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B0A1A-2A94-4D5F-850B-59B4AA6B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3A84C-F73A-417B-AB1D-612401E6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diff를 검토하고 actionable finding만 보고한 뒤 test 증거를 다시 확인한다.의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315FD-B88F-4774-98AC-9064598B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D6E35-9AD3-4C7F-9097-4C1B88D3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92618-77AB-41D2-B9C0-3F1275C9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662460597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7E832-B0BD-47CF-A419-7F24B224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 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A9BAF-2AC6-4D46-86A0-D80ED38D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운영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3A407-6E74-434E-A223-436BC832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BF221-0958-4DB3-9C30-DF7D5DA8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BA04D-ACA7-47FE-B8F5-77C00413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5330A-ED92-47C8-9E9C-6AA9296B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0432A-1B1F-4AD3-913C-28E75A8E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7A06E-EA26-4707-B637-BEBE0EDD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96239-A799-4BC1-9789-D875AC87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무엇을 허용된 path·focused test·diff review가 모두 충족된다.로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4B168-0C6E-4DBB-BE84-5867DCB0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8BF22-5BEA-4AEC-B7D4-7A988DA7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EC719-617E-4839-AEC7-E504787A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오류 분석과 회귀 방지의 사람 승인과 external_write=false 위치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3CA35-8E5D-422D-82A7-FE88B0F8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EFBDB-0320-4771-A0B4-074768A4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7822E-3FEB-46C7-BD94-CC5DE05B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점수를 올리려고 기존 assertion이나 policy를 약화한다. 발생 시 day3_review_report.md에서 원인 상태를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4D45C-4146-47BB-82A2-B7882B79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10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45614-3CC6-48BD-AF6C-2C7BD68F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6E498-0189-4486-843F-D71E67EA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6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321854159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06833-E88A-417A-BF7D-88D8468E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270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day3_review_report.md 실행 증거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1BF5B-2D07-4E7B-8340-B2AEBC3D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82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차시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E76A3-AC1F-41A8-A84F-3661B98F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92C17-06D1-4C9C-AFCE-99BBEC60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CDC74-9735-4963-83C6-3D8CF1E4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750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0D700-C550-4066-8B91-7963D0BC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750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60EC8-CD68-4D89-8386-9028FCF7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E6422-1557-4C28-90DD-A0EDB5B5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FD386-E9B0-455C-83F9-BC3DB5D2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설명: 오류 분석과 회귀 방지이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08D28-9464-4820-9BE4-DA857858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84E5C-C662-4579-817D-9C442813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0E74E-5169-4D47-BD78-2E9155CD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실행: git diff -- src/course_services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A6FC5-9298-4A2C-A6A4-7C2F0AA7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defRPr>
            </a:pPr>
            <a:r>
              <a:rPr sz="975" b="1">
                <a:solidFill>
                  <a:srgbClr val="555555"/>
                </a:solidFill>
                <a:latin typeface="NanumGothic"/>
                <a:ea typeface="NanumGothic"/>
                <a:cs typeface="Nanum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9D6F6-1B45-4C51-BBD3-BECF6744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2B759-0CA6-4FDD-8800-23C3D8EC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증거: day3_review_report.md과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38F6D-403A-45A5-B957-2F1E4D2E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defRPr>
            </a:pPr>
            <a:r>
              <a:rPr sz="1350" b="1">
                <a:solidFill>
                  <a:srgbClr val="191919"/>
                </a:solidFill>
                <a:latin typeface="NanumGothic"/>
                <a:ea typeface="NanumGothic"/>
                <a:cs typeface="NanumGothic"/>
              </a:rPr>
              <a:t>17:30-18:00 쉬는 시간</a:t>
            </a:r>
          </a:p>
        </p:txBody>
      </p:sp>
    </p:spTree>
    <p:extLst>
      <p:ext uri="{BB962C8B-B14F-4D97-AF65-F5344CB8AC3E}">
        <p14:creationId xmlns:p14="http://schemas.microsoft.com/office/powerpoint/2010/main" val="1017173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2026-08-24T16:17:06.4660000Z</dcterms:created>
  <dcterms:modified xsi:type="dcterms:W3CDTF">2026-08-24T16:17:06.4660000Z</dcterms:modified>
</coreProperties>
</file>