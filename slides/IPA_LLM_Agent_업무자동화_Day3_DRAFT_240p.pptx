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  <Override PartName="/ppt/slides/slide177.xml" ContentType="application/vnd.openxmlformats-officedocument.presentationml.slide+xml"/>
  <Override PartName="/ppt/notesSlides/notesSlide177.xml" ContentType="application/vnd.openxmlformats-officedocument.presentationml.notesSlide+xml"/>
  <Override PartName="/ppt/slides/slide178.xml" ContentType="application/vnd.openxmlformats-officedocument.presentationml.slide+xml"/>
  <Override PartName="/ppt/notesSlides/notesSlide178.xml" ContentType="application/vnd.openxmlformats-officedocument.presentationml.notesSlide+xml"/>
  <Override PartName="/ppt/slides/slide179.xml" ContentType="application/vnd.openxmlformats-officedocument.presentationml.slide+xml"/>
  <Override PartName="/ppt/notesSlides/notesSlide179.xml" ContentType="application/vnd.openxmlformats-officedocument.presentationml.notesSlide+xml"/>
  <Override PartName="/ppt/slides/slide180.xml" ContentType="application/vnd.openxmlformats-officedocument.presentationml.slide+xml"/>
  <Override PartName="/ppt/notesSlides/notesSlide180.xml" ContentType="application/vnd.openxmlformats-officedocument.presentationml.notesSlide+xml"/>
  <Override PartName="/ppt/slides/slide181.xml" ContentType="application/vnd.openxmlformats-officedocument.presentationml.slide+xml"/>
  <Override PartName="/ppt/notesSlides/notesSlide181.xml" ContentType="application/vnd.openxmlformats-officedocument.presentationml.notesSlide+xml"/>
  <Override PartName="/ppt/slides/slide182.xml" ContentType="application/vnd.openxmlformats-officedocument.presentationml.slide+xml"/>
  <Override PartName="/ppt/notesSlides/notesSlide182.xml" ContentType="application/vnd.openxmlformats-officedocument.presentationml.notesSlide+xml"/>
  <Override PartName="/ppt/slides/slide183.xml" ContentType="application/vnd.openxmlformats-officedocument.presentationml.slide+xml"/>
  <Override PartName="/ppt/notesSlides/notesSlide183.xml" ContentType="application/vnd.openxmlformats-officedocument.presentationml.notesSlide+xml"/>
  <Override PartName="/ppt/slides/slide184.xml" ContentType="application/vnd.openxmlformats-officedocument.presentationml.slide+xml"/>
  <Override PartName="/ppt/notesSlides/notesSlide184.xml" ContentType="application/vnd.openxmlformats-officedocument.presentationml.notesSlide+xml"/>
  <Override PartName="/ppt/slides/slide185.xml" ContentType="application/vnd.openxmlformats-officedocument.presentationml.slide+xml"/>
  <Override PartName="/ppt/notesSlides/notesSlide185.xml" ContentType="application/vnd.openxmlformats-officedocument.presentationml.notesSlide+xml"/>
  <Override PartName="/ppt/slides/slide186.xml" ContentType="application/vnd.openxmlformats-officedocument.presentationml.slide+xml"/>
  <Override PartName="/ppt/notesSlides/notesSlide186.xml" ContentType="application/vnd.openxmlformats-officedocument.presentationml.notesSlide+xml"/>
  <Override PartName="/ppt/slides/slide187.xml" ContentType="application/vnd.openxmlformats-officedocument.presentationml.slide+xml"/>
  <Override PartName="/ppt/notesSlides/notesSlide187.xml" ContentType="application/vnd.openxmlformats-officedocument.presentationml.notesSlide+xml"/>
  <Override PartName="/ppt/slides/slide188.xml" ContentType="application/vnd.openxmlformats-officedocument.presentationml.slide+xml"/>
  <Override PartName="/ppt/notesSlides/notesSlide188.xml" ContentType="application/vnd.openxmlformats-officedocument.presentationml.notesSlide+xml"/>
  <Override PartName="/ppt/slides/slide189.xml" ContentType="application/vnd.openxmlformats-officedocument.presentationml.slide+xml"/>
  <Override PartName="/ppt/notesSlides/notesSlide189.xml" ContentType="application/vnd.openxmlformats-officedocument.presentationml.notesSlide+xml"/>
  <Override PartName="/ppt/slides/slide190.xml" ContentType="application/vnd.openxmlformats-officedocument.presentationml.slide+xml"/>
  <Override PartName="/ppt/notesSlides/notesSlide190.xml" ContentType="application/vnd.openxmlformats-officedocument.presentationml.notesSlide+xml"/>
  <Override PartName="/ppt/slides/slide191.xml" ContentType="application/vnd.openxmlformats-officedocument.presentationml.slide+xml"/>
  <Override PartName="/ppt/notesSlides/notesSlide191.xml" ContentType="application/vnd.openxmlformats-officedocument.presentationml.notesSlide+xml"/>
  <Override PartName="/ppt/slides/slide192.xml" ContentType="application/vnd.openxmlformats-officedocument.presentationml.slide+xml"/>
  <Override PartName="/ppt/notesSlides/notesSlide192.xml" ContentType="application/vnd.openxmlformats-officedocument.presentationml.notesSlide+xml"/>
  <Override PartName="/ppt/slides/slide193.xml" ContentType="application/vnd.openxmlformats-officedocument.presentationml.slide+xml"/>
  <Override PartName="/ppt/notesSlides/notesSlide193.xml" ContentType="application/vnd.openxmlformats-officedocument.presentationml.notesSlide+xml"/>
  <Override PartName="/ppt/slides/slide194.xml" ContentType="application/vnd.openxmlformats-officedocument.presentationml.slide+xml"/>
  <Override PartName="/ppt/notesSlides/notesSlide194.xml" ContentType="application/vnd.openxmlformats-officedocument.presentationml.notesSlide+xml"/>
  <Override PartName="/ppt/slides/slide195.xml" ContentType="application/vnd.openxmlformats-officedocument.presentationml.slide+xml"/>
  <Override PartName="/ppt/notesSlides/notesSlide195.xml" ContentType="application/vnd.openxmlformats-officedocument.presentationml.notesSlide+xml"/>
  <Override PartName="/ppt/slides/slide196.xml" ContentType="application/vnd.openxmlformats-officedocument.presentationml.slide+xml"/>
  <Override PartName="/ppt/notesSlides/notesSlide196.xml" ContentType="application/vnd.openxmlformats-officedocument.presentationml.notesSlide+xml"/>
  <Override PartName="/ppt/slides/slide197.xml" ContentType="application/vnd.openxmlformats-officedocument.presentationml.slide+xml"/>
  <Override PartName="/ppt/notesSlides/notesSlide197.xml" ContentType="application/vnd.openxmlformats-officedocument.presentationml.notesSlide+xml"/>
  <Override PartName="/ppt/slides/slide198.xml" ContentType="application/vnd.openxmlformats-officedocument.presentationml.slide+xml"/>
  <Override PartName="/ppt/notesSlides/notesSlide198.xml" ContentType="application/vnd.openxmlformats-officedocument.presentationml.notesSlide+xml"/>
  <Override PartName="/ppt/slides/slide199.xml" ContentType="application/vnd.openxmlformats-officedocument.presentationml.slide+xml"/>
  <Override PartName="/ppt/notesSlides/notesSlide199.xml" ContentType="application/vnd.openxmlformats-officedocument.presentationml.notesSlide+xml"/>
  <Override PartName="/ppt/slides/slide200.xml" ContentType="application/vnd.openxmlformats-officedocument.presentationml.slide+xml"/>
  <Override PartName="/ppt/notesSlides/notesSlide200.xml" ContentType="application/vnd.openxmlformats-officedocument.presentationml.notesSlide+xml"/>
  <Override PartName="/ppt/slides/slide201.xml" ContentType="application/vnd.openxmlformats-officedocument.presentationml.slide+xml"/>
  <Override PartName="/ppt/notesSlides/notesSlide201.xml" ContentType="application/vnd.openxmlformats-officedocument.presentationml.notesSlide+xml"/>
  <Override PartName="/ppt/slides/slide202.xml" ContentType="application/vnd.openxmlformats-officedocument.presentationml.slide+xml"/>
  <Override PartName="/ppt/notesSlides/notesSlide202.xml" ContentType="application/vnd.openxmlformats-officedocument.presentationml.notesSlide+xml"/>
  <Override PartName="/ppt/slides/slide203.xml" ContentType="application/vnd.openxmlformats-officedocument.presentationml.slide+xml"/>
  <Override PartName="/ppt/notesSlides/notesSlide203.xml" ContentType="application/vnd.openxmlformats-officedocument.presentationml.notesSlide+xml"/>
  <Override PartName="/ppt/slides/slide204.xml" ContentType="application/vnd.openxmlformats-officedocument.presentationml.slide+xml"/>
  <Override PartName="/ppt/notesSlides/notesSlide204.xml" ContentType="application/vnd.openxmlformats-officedocument.presentationml.notesSlide+xml"/>
  <Override PartName="/ppt/slides/slide205.xml" ContentType="application/vnd.openxmlformats-officedocument.presentationml.slide+xml"/>
  <Override PartName="/ppt/notesSlides/notesSlide205.xml" ContentType="application/vnd.openxmlformats-officedocument.presentationml.notesSlide+xml"/>
  <Override PartName="/ppt/slides/slide206.xml" ContentType="application/vnd.openxmlformats-officedocument.presentationml.slide+xml"/>
  <Override PartName="/ppt/notesSlides/notesSlide206.xml" ContentType="application/vnd.openxmlformats-officedocument.presentationml.notesSlide+xml"/>
  <Override PartName="/ppt/slides/slide207.xml" ContentType="application/vnd.openxmlformats-officedocument.presentationml.slide+xml"/>
  <Override PartName="/ppt/notesSlides/notesSlide207.xml" ContentType="application/vnd.openxmlformats-officedocument.presentationml.notesSlide+xml"/>
  <Override PartName="/ppt/slides/slide208.xml" ContentType="application/vnd.openxmlformats-officedocument.presentationml.slide+xml"/>
  <Override PartName="/ppt/notesSlides/notesSlide208.xml" ContentType="application/vnd.openxmlformats-officedocument.presentationml.notesSlide+xml"/>
  <Override PartName="/ppt/slides/slide209.xml" ContentType="application/vnd.openxmlformats-officedocument.presentationml.slide+xml"/>
  <Override PartName="/ppt/notesSlides/notesSlide209.xml" ContentType="application/vnd.openxmlformats-officedocument.presentationml.notesSlide+xml"/>
  <Override PartName="/ppt/slides/slide210.xml" ContentType="application/vnd.openxmlformats-officedocument.presentationml.slide+xml"/>
  <Override PartName="/ppt/notesSlides/notesSlide210.xml" ContentType="application/vnd.openxmlformats-officedocument.presentationml.notesSlide+xml"/>
  <Override PartName="/ppt/slides/slide211.xml" ContentType="application/vnd.openxmlformats-officedocument.presentationml.slide+xml"/>
  <Override PartName="/ppt/notesSlides/notesSlide211.xml" ContentType="application/vnd.openxmlformats-officedocument.presentationml.notesSlide+xml"/>
  <Override PartName="/ppt/slides/slide212.xml" ContentType="application/vnd.openxmlformats-officedocument.presentationml.slide+xml"/>
  <Override PartName="/ppt/notesSlides/notesSlide212.xml" ContentType="application/vnd.openxmlformats-officedocument.presentationml.notesSlide+xml"/>
  <Override PartName="/ppt/slides/slide213.xml" ContentType="application/vnd.openxmlformats-officedocument.presentationml.slide+xml"/>
  <Override PartName="/ppt/notesSlides/notesSlide213.xml" ContentType="application/vnd.openxmlformats-officedocument.presentationml.notesSlide+xml"/>
  <Override PartName="/ppt/slides/slide214.xml" ContentType="application/vnd.openxmlformats-officedocument.presentationml.slide+xml"/>
  <Override PartName="/ppt/notesSlides/notesSlide214.xml" ContentType="application/vnd.openxmlformats-officedocument.presentationml.notesSlide+xml"/>
  <Override PartName="/ppt/slides/slide215.xml" ContentType="application/vnd.openxmlformats-officedocument.presentationml.slide+xml"/>
  <Override PartName="/ppt/notesSlides/notesSlide215.xml" ContentType="application/vnd.openxmlformats-officedocument.presentationml.notesSlide+xml"/>
  <Override PartName="/ppt/slides/slide216.xml" ContentType="application/vnd.openxmlformats-officedocument.presentationml.slide+xml"/>
  <Override PartName="/ppt/notesSlides/notesSlide216.xml" ContentType="application/vnd.openxmlformats-officedocument.presentationml.notesSlide+xml"/>
  <Override PartName="/ppt/slides/slide217.xml" ContentType="application/vnd.openxmlformats-officedocument.presentationml.slide+xml"/>
  <Override PartName="/ppt/notesSlides/notesSlide217.xml" ContentType="application/vnd.openxmlformats-officedocument.presentationml.notesSlide+xml"/>
  <Override PartName="/ppt/slides/slide218.xml" ContentType="application/vnd.openxmlformats-officedocument.presentationml.slide+xml"/>
  <Override PartName="/ppt/notesSlides/notesSlide218.xml" ContentType="application/vnd.openxmlformats-officedocument.presentationml.notesSlide+xml"/>
  <Override PartName="/ppt/slides/slide219.xml" ContentType="application/vnd.openxmlformats-officedocument.presentationml.slide+xml"/>
  <Override PartName="/ppt/notesSlides/notesSlide219.xml" ContentType="application/vnd.openxmlformats-officedocument.presentationml.notesSlide+xml"/>
  <Override PartName="/ppt/slides/slide220.xml" ContentType="application/vnd.openxmlformats-officedocument.presentationml.slide+xml"/>
  <Override PartName="/ppt/notesSlides/notesSlide220.xml" ContentType="application/vnd.openxmlformats-officedocument.presentationml.notesSlide+xml"/>
  <Override PartName="/ppt/slides/slide221.xml" ContentType="application/vnd.openxmlformats-officedocument.presentationml.slide+xml"/>
  <Override PartName="/ppt/notesSlides/notesSlide221.xml" ContentType="application/vnd.openxmlformats-officedocument.presentationml.notesSlide+xml"/>
  <Override PartName="/ppt/slides/slide222.xml" ContentType="application/vnd.openxmlformats-officedocument.presentationml.slide+xml"/>
  <Override PartName="/ppt/notesSlides/notesSlide222.xml" ContentType="application/vnd.openxmlformats-officedocument.presentationml.notesSlide+xml"/>
  <Override PartName="/ppt/slides/slide223.xml" ContentType="application/vnd.openxmlformats-officedocument.presentationml.slide+xml"/>
  <Override PartName="/ppt/notesSlides/notesSlide223.xml" ContentType="application/vnd.openxmlformats-officedocument.presentationml.notesSlide+xml"/>
  <Override PartName="/ppt/slides/slide224.xml" ContentType="application/vnd.openxmlformats-officedocument.presentationml.slide+xml"/>
  <Override PartName="/ppt/notesSlides/notesSlide224.xml" ContentType="application/vnd.openxmlformats-officedocument.presentationml.notesSlide+xml"/>
  <Override PartName="/ppt/slides/slide225.xml" ContentType="application/vnd.openxmlformats-officedocument.presentationml.slide+xml"/>
  <Override PartName="/ppt/notesSlides/notesSlide225.xml" ContentType="application/vnd.openxmlformats-officedocument.presentationml.notesSlide+xml"/>
  <Override PartName="/ppt/slides/slide226.xml" ContentType="application/vnd.openxmlformats-officedocument.presentationml.slide+xml"/>
  <Override PartName="/ppt/notesSlides/notesSlide226.xml" ContentType="application/vnd.openxmlformats-officedocument.presentationml.notesSlide+xml"/>
  <Override PartName="/ppt/slides/slide227.xml" ContentType="application/vnd.openxmlformats-officedocument.presentationml.slide+xml"/>
  <Override PartName="/ppt/notesSlides/notesSlide227.xml" ContentType="application/vnd.openxmlformats-officedocument.presentationml.notesSlide+xml"/>
  <Override PartName="/ppt/slides/slide228.xml" ContentType="application/vnd.openxmlformats-officedocument.presentationml.slide+xml"/>
  <Override PartName="/ppt/notesSlides/notesSlide228.xml" ContentType="application/vnd.openxmlformats-officedocument.presentationml.notesSlide+xml"/>
  <Override PartName="/ppt/slides/slide229.xml" ContentType="application/vnd.openxmlformats-officedocument.presentationml.slide+xml"/>
  <Override PartName="/ppt/notesSlides/notesSlide229.xml" ContentType="application/vnd.openxmlformats-officedocument.presentationml.notesSlide+xml"/>
  <Override PartName="/ppt/slides/slide230.xml" ContentType="application/vnd.openxmlformats-officedocument.presentationml.slide+xml"/>
  <Override PartName="/ppt/notesSlides/notesSlide230.xml" ContentType="application/vnd.openxmlformats-officedocument.presentationml.notesSlide+xml"/>
  <Override PartName="/ppt/slides/slide231.xml" ContentType="application/vnd.openxmlformats-officedocument.presentationml.slide+xml"/>
  <Override PartName="/ppt/notesSlides/notesSlide231.xml" ContentType="application/vnd.openxmlformats-officedocument.presentationml.notesSlide+xml"/>
  <Override PartName="/ppt/slides/slide232.xml" ContentType="application/vnd.openxmlformats-officedocument.presentationml.slide+xml"/>
  <Override PartName="/ppt/notesSlides/notesSlide232.xml" ContentType="application/vnd.openxmlformats-officedocument.presentationml.notesSlide+xml"/>
  <Override PartName="/ppt/slides/slide233.xml" ContentType="application/vnd.openxmlformats-officedocument.presentationml.slide+xml"/>
  <Override PartName="/ppt/notesSlides/notesSlide233.xml" ContentType="application/vnd.openxmlformats-officedocument.presentationml.notesSlide+xml"/>
  <Override PartName="/ppt/slides/slide234.xml" ContentType="application/vnd.openxmlformats-officedocument.presentationml.slide+xml"/>
  <Override PartName="/ppt/notesSlides/notesSlide234.xml" ContentType="application/vnd.openxmlformats-officedocument.presentationml.notesSlide+xml"/>
  <Override PartName="/ppt/slides/slide235.xml" ContentType="application/vnd.openxmlformats-officedocument.presentationml.slide+xml"/>
  <Override PartName="/ppt/notesSlides/notesSlide235.xml" ContentType="application/vnd.openxmlformats-officedocument.presentationml.notesSlide+xml"/>
  <Override PartName="/ppt/slides/slide236.xml" ContentType="application/vnd.openxmlformats-officedocument.presentationml.slide+xml"/>
  <Override PartName="/ppt/notesSlides/notesSlide236.xml" ContentType="application/vnd.openxmlformats-officedocument.presentationml.notesSlide+xml"/>
  <Override PartName="/ppt/slides/slide237.xml" ContentType="application/vnd.openxmlformats-officedocument.presentationml.slide+xml"/>
  <Override PartName="/ppt/notesSlides/notesSlide237.xml" ContentType="application/vnd.openxmlformats-officedocument.presentationml.notesSlide+xml"/>
  <Override PartName="/ppt/slides/slide238.xml" ContentType="application/vnd.openxmlformats-officedocument.presentationml.slide+xml"/>
  <Override PartName="/ppt/notesSlides/notesSlide238.xml" ContentType="application/vnd.openxmlformats-officedocument.presentationml.notesSlide+xml"/>
  <Override PartName="/ppt/slides/slide239.xml" ContentType="application/vnd.openxmlformats-officedocument.presentationml.slide+xml"/>
  <Override PartName="/ppt/notesSlides/notesSlide239.xml" ContentType="application/vnd.openxmlformats-officedocument.presentationml.notesSlide+xml"/>
  <Override PartName="/ppt/slides/slide240.xml" ContentType="application/vnd.openxmlformats-officedocument.presentationml.slide+xml"/>
  <Override PartName="/ppt/notesSlides/notesSlide2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34c6d057404348" /><Relationship Type="http://schemas.openxmlformats.org/officeDocument/2006/relationships/extended-properties" Target="/docProps/app.xml" Id="R44aa66ad829a416e" /><Relationship Type="http://schemas.openxmlformats.org/officeDocument/2006/relationships/officeDocument" Target="/ppt/presentation.xml" Id="R5cf9b455e2ff41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599b9115934d67"/>
  </p:sldMasterIdLst>
  <p:notesMasterIdLst>
    <p:notesMasterId xmlns:r="http://schemas.openxmlformats.org/officeDocument/2006/relationships" r:id="Red389db6a3ce4bdb"/>
  </p:notesMasterIdLst>
  <p:sldIdLst>
    <p:sldId xmlns:r="http://schemas.openxmlformats.org/officeDocument/2006/relationships" id="256" r:id="R6ccf73b3d89648bb"/>
    <p:sldId xmlns:r="http://schemas.openxmlformats.org/officeDocument/2006/relationships" id="257" r:id="Rc60d4f6ccb084a85"/>
    <p:sldId xmlns:r="http://schemas.openxmlformats.org/officeDocument/2006/relationships" id="258" r:id="Rd11c8ba370b54d60"/>
    <p:sldId xmlns:r="http://schemas.openxmlformats.org/officeDocument/2006/relationships" id="259" r:id="R0ad4c1dd7fed4850"/>
    <p:sldId xmlns:r="http://schemas.openxmlformats.org/officeDocument/2006/relationships" id="260" r:id="R5dc5dc418713407c"/>
    <p:sldId xmlns:r="http://schemas.openxmlformats.org/officeDocument/2006/relationships" id="261" r:id="Rb10c0b35a775465e"/>
    <p:sldId xmlns:r="http://schemas.openxmlformats.org/officeDocument/2006/relationships" id="262" r:id="Rd4883af825f54c7f"/>
    <p:sldId xmlns:r="http://schemas.openxmlformats.org/officeDocument/2006/relationships" id="263" r:id="R3b98a3aab0ca46d6"/>
    <p:sldId xmlns:r="http://schemas.openxmlformats.org/officeDocument/2006/relationships" id="264" r:id="Rdf11e7f3b933418d"/>
    <p:sldId xmlns:r="http://schemas.openxmlformats.org/officeDocument/2006/relationships" id="265" r:id="R2fba4a0917584ca6"/>
    <p:sldId xmlns:r="http://schemas.openxmlformats.org/officeDocument/2006/relationships" id="266" r:id="R2747c041e3844e44"/>
    <p:sldId xmlns:r="http://schemas.openxmlformats.org/officeDocument/2006/relationships" id="267" r:id="R72a63c27e0974826"/>
    <p:sldId xmlns:r="http://schemas.openxmlformats.org/officeDocument/2006/relationships" id="268" r:id="Rfedd67590d3c4ac6"/>
    <p:sldId xmlns:r="http://schemas.openxmlformats.org/officeDocument/2006/relationships" id="269" r:id="Rd382983541f14f9e"/>
    <p:sldId xmlns:r="http://schemas.openxmlformats.org/officeDocument/2006/relationships" id="270" r:id="Rd89be9076a134815"/>
    <p:sldId xmlns:r="http://schemas.openxmlformats.org/officeDocument/2006/relationships" id="271" r:id="Rf2a7ac9687224c7a"/>
    <p:sldId xmlns:r="http://schemas.openxmlformats.org/officeDocument/2006/relationships" id="272" r:id="Rab2fd041fd2b49b9"/>
    <p:sldId xmlns:r="http://schemas.openxmlformats.org/officeDocument/2006/relationships" id="273" r:id="Ref3f602d38a94d26"/>
    <p:sldId xmlns:r="http://schemas.openxmlformats.org/officeDocument/2006/relationships" id="274" r:id="Rcda92250edfe4f83"/>
    <p:sldId xmlns:r="http://schemas.openxmlformats.org/officeDocument/2006/relationships" id="275" r:id="R58a5243e3e844b1d"/>
    <p:sldId xmlns:r="http://schemas.openxmlformats.org/officeDocument/2006/relationships" id="276" r:id="Rad867879d71540db"/>
    <p:sldId xmlns:r="http://schemas.openxmlformats.org/officeDocument/2006/relationships" id="277" r:id="R18387a58a83a4f78"/>
    <p:sldId xmlns:r="http://schemas.openxmlformats.org/officeDocument/2006/relationships" id="278" r:id="R0967af5b36a449ed"/>
    <p:sldId xmlns:r="http://schemas.openxmlformats.org/officeDocument/2006/relationships" id="279" r:id="R8733e6ac78de42a0"/>
    <p:sldId xmlns:r="http://schemas.openxmlformats.org/officeDocument/2006/relationships" id="280" r:id="R05112148d5b74722"/>
    <p:sldId xmlns:r="http://schemas.openxmlformats.org/officeDocument/2006/relationships" id="281" r:id="Rb3d1f6c03da141f6"/>
    <p:sldId xmlns:r="http://schemas.openxmlformats.org/officeDocument/2006/relationships" id="282" r:id="R57e0c8528e094280"/>
    <p:sldId xmlns:r="http://schemas.openxmlformats.org/officeDocument/2006/relationships" id="283" r:id="R81b1c17660fc4952"/>
    <p:sldId xmlns:r="http://schemas.openxmlformats.org/officeDocument/2006/relationships" id="284" r:id="Rfcc21c4bea01499e"/>
    <p:sldId xmlns:r="http://schemas.openxmlformats.org/officeDocument/2006/relationships" id="285" r:id="R1b697c018e724070"/>
    <p:sldId xmlns:r="http://schemas.openxmlformats.org/officeDocument/2006/relationships" id="286" r:id="R7567816d70c54f68"/>
    <p:sldId xmlns:r="http://schemas.openxmlformats.org/officeDocument/2006/relationships" id="287" r:id="Re4a6e002765c4892"/>
    <p:sldId xmlns:r="http://schemas.openxmlformats.org/officeDocument/2006/relationships" id="288" r:id="R63451404582d458e"/>
    <p:sldId xmlns:r="http://schemas.openxmlformats.org/officeDocument/2006/relationships" id="289" r:id="Ra6e63a914de74d1e"/>
    <p:sldId xmlns:r="http://schemas.openxmlformats.org/officeDocument/2006/relationships" id="290" r:id="R2af1cc1a9bc54c39"/>
    <p:sldId xmlns:r="http://schemas.openxmlformats.org/officeDocument/2006/relationships" id="291" r:id="R67ed00b6f852452e"/>
    <p:sldId xmlns:r="http://schemas.openxmlformats.org/officeDocument/2006/relationships" id="292" r:id="R08750b0585ff4fc6"/>
    <p:sldId xmlns:r="http://schemas.openxmlformats.org/officeDocument/2006/relationships" id="293" r:id="Ra06306994b274d71"/>
    <p:sldId xmlns:r="http://schemas.openxmlformats.org/officeDocument/2006/relationships" id="294" r:id="R068a930d61fe452d"/>
    <p:sldId xmlns:r="http://schemas.openxmlformats.org/officeDocument/2006/relationships" id="295" r:id="Rd919a2914d3f4b24"/>
    <p:sldId xmlns:r="http://schemas.openxmlformats.org/officeDocument/2006/relationships" id="296" r:id="R26211989cb3c49dc"/>
    <p:sldId xmlns:r="http://schemas.openxmlformats.org/officeDocument/2006/relationships" id="297" r:id="Rd6857521a95c4247"/>
    <p:sldId xmlns:r="http://schemas.openxmlformats.org/officeDocument/2006/relationships" id="298" r:id="Rac79f2d16f5a4b0a"/>
    <p:sldId xmlns:r="http://schemas.openxmlformats.org/officeDocument/2006/relationships" id="299" r:id="R661c0b703efc4c56"/>
    <p:sldId xmlns:r="http://schemas.openxmlformats.org/officeDocument/2006/relationships" id="300" r:id="Rbdb9ed7cbc9742b7"/>
    <p:sldId xmlns:r="http://schemas.openxmlformats.org/officeDocument/2006/relationships" id="301" r:id="R7a161c9ca8c347a2"/>
    <p:sldId xmlns:r="http://schemas.openxmlformats.org/officeDocument/2006/relationships" id="302" r:id="R2dbaeadda1ad4d8d"/>
    <p:sldId xmlns:r="http://schemas.openxmlformats.org/officeDocument/2006/relationships" id="303" r:id="R2aa7a5bc79744982"/>
    <p:sldId xmlns:r="http://schemas.openxmlformats.org/officeDocument/2006/relationships" id="304" r:id="Rfba8c5909d054ce3"/>
    <p:sldId xmlns:r="http://schemas.openxmlformats.org/officeDocument/2006/relationships" id="305" r:id="R908d740962264521"/>
    <p:sldId xmlns:r="http://schemas.openxmlformats.org/officeDocument/2006/relationships" id="306" r:id="R220380505cb34ec6"/>
    <p:sldId xmlns:r="http://schemas.openxmlformats.org/officeDocument/2006/relationships" id="307" r:id="Rd9a96e378d4b4800"/>
    <p:sldId xmlns:r="http://schemas.openxmlformats.org/officeDocument/2006/relationships" id="308" r:id="R8a90ab39d0464424"/>
    <p:sldId xmlns:r="http://schemas.openxmlformats.org/officeDocument/2006/relationships" id="309" r:id="Rf9536c3ff4934551"/>
    <p:sldId xmlns:r="http://schemas.openxmlformats.org/officeDocument/2006/relationships" id="310" r:id="R746da895cbbb4860"/>
    <p:sldId xmlns:r="http://schemas.openxmlformats.org/officeDocument/2006/relationships" id="311" r:id="Rb6ff167ea6704d97"/>
    <p:sldId xmlns:r="http://schemas.openxmlformats.org/officeDocument/2006/relationships" id="312" r:id="Ree643b408b154ab7"/>
    <p:sldId xmlns:r="http://schemas.openxmlformats.org/officeDocument/2006/relationships" id="313" r:id="R10498ea1da1d4ee1"/>
    <p:sldId xmlns:r="http://schemas.openxmlformats.org/officeDocument/2006/relationships" id="314" r:id="Rea545bb35aa64129"/>
    <p:sldId xmlns:r="http://schemas.openxmlformats.org/officeDocument/2006/relationships" id="315" r:id="R735b041029414588"/>
    <p:sldId xmlns:r="http://schemas.openxmlformats.org/officeDocument/2006/relationships" id="316" r:id="Rf09689ca381e42bb"/>
    <p:sldId xmlns:r="http://schemas.openxmlformats.org/officeDocument/2006/relationships" id="317" r:id="R3f6293cf5b944e0a"/>
    <p:sldId xmlns:r="http://schemas.openxmlformats.org/officeDocument/2006/relationships" id="318" r:id="R1640bcd0b39b426c"/>
    <p:sldId xmlns:r="http://schemas.openxmlformats.org/officeDocument/2006/relationships" id="319" r:id="Rc02050fb5bec41c5"/>
    <p:sldId xmlns:r="http://schemas.openxmlformats.org/officeDocument/2006/relationships" id="320" r:id="R1c56aa9bb24f45fb"/>
    <p:sldId xmlns:r="http://schemas.openxmlformats.org/officeDocument/2006/relationships" id="321" r:id="R1d3e905217e64b9d"/>
    <p:sldId xmlns:r="http://schemas.openxmlformats.org/officeDocument/2006/relationships" id="322" r:id="R73698642ea8644e5"/>
    <p:sldId xmlns:r="http://schemas.openxmlformats.org/officeDocument/2006/relationships" id="323" r:id="R606184ed7cc649b2"/>
    <p:sldId xmlns:r="http://schemas.openxmlformats.org/officeDocument/2006/relationships" id="324" r:id="R8a5a7ab8620b4039"/>
    <p:sldId xmlns:r="http://schemas.openxmlformats.org/officeDocument/2006/relationships" id="325" r:id="Refb795b7ce7c4d7f"/>
    <p:sldId xmlns:r="http://schemas.openxmlformats.org/officeDocument/2006/relationships" id="326" r:id="R25a9491199104ecd"/>
    <p:sldId xmlns:r="http://schemas.openxmlformats.org/officeDocument/2006/relationships" id="327" r:id="R53f9238ffe8b4ef5"/>
    <p:sldId xmlns:r="http://schemas.openxmlformats.org/officeDocument/2006/relationships" id="328" r:id="Rd07416fc84ad4c9d"/>
    <p:sldId xmlns:r="http://schemas.openxmlformats.org/officeDocument/2006/relationships" id="329" r:id="R3968c9e43f3f498c"/>
    <p:sldId xmlns:r="http://schemas.openxmlformats.org/officeDocument/2006/relationships" id="330" r:id="R94d518e704264568"/>
    <p:sldId xmlns:r="http://schemas.openxmlformats.org/officeDocument/2006/relationships" id="331" r:id="R491cf34c744e4dfb"/>
    <p:sldId xmlns:r="http://schemas.openxmlformats.org/officeDocument/2006/relationships" id="332" r:id="Rdc829485eb1a4591"/>
    <p:sldId xmlns:r="http://schemas.openxmlformats.org/officeDocument/2006/relationships" id="333" r:id="R4afa7f8747874c78"/>
    <p:sldId xmlns:r="http://schemas.openxmlformats.org/officeDocument/2006/relationships" id="334" r:id="Redb251397e624091"/>
    <p:sldId xmlns:r="http://schemas.openxmlformats.org/officeDocument/2006/relationships" id="335" r:id="R12ae04af42034f80"/>
    <p:sldId xmlns:r="http://schemas.openxmlformats.org/officeDocument/2006/relationships" id="336" r:id="R5dcf803667cf427d"/>
    <p:sldId xmlns:r="http://schemas.openxmlformats.org/officeDocument/2006/relationships" id="337" r:id="R0e2b5c3899e44de1"/>
    <p:sldId xmlns:r="http://schemas.openxmlformats.org/officeDocument/2006/relationships" id="338" r:id="R1ce1be161ae24cd6"/>
    <p:sldId xmlns:r="http://schemas.openxmlformats.org/officeDocument/2006/relationships" id="339" r:id="R9fd62a0a73c54938"/>
    <p:sldId xmlns:r="http://schemas.openxmlformats.org/officeDocument/2006/relationships" id="340" r:id="R2cd323b3a3bc470e"/>
    <p:sldId xmlns:r="http://schemas.openxmlformats.org/officeDocument/2006/relationships" id="341" r:id="R2a0a793b253d4f84"/>
    <p:sldId xmlns:r="http://schemas.openxmlformats.org/officeDocument/2006/relationships" id="342" r:id="Rd86b8f2949ec47c7"/>
    <p:sldId xmlns:r="http://schemas.openxmlformats.org/officeDocument/2006/relationships" id="343" r:id="R6876d6a14c644975"/>
    <p:sldId xmlns:r="http://schemas.openxmlformats.org/officeDocument/2006/relationships" id="344" r:id="R4b3d9d827f8546c8"/>
    <p:sldId xmlns:r="http://schemas.openxmlformats.org/officeDocument/2006/relationships" id="345" r:id="R8e85135d513c42a7"/>
    <p:sldId xmlns:r="http://schemas.openxmlformats.org/officeDocument/2006/relationships" id="346" r:id="R8a5c29c7c3a34322"/>
    <p:sldId xmlns:r="http://schemas.openxmlformats.org/officeDocument/2006/relationships" id="347" r:id="R8f2f65455043493f"/>
    <p:sldId xmlns:r="http://schemas.openxmlformats.org/officeDocument/2006/relationships" id="348" r:id="R19e0471a44d847a8"/>
    <p:sldId xmlns:r="http://schemas.openxmlformats.org/officeDocument/2006/relationships" id="349" r:id="R52a111e0fe5e4f25"/>
    <p:sldId xmlns:r="http://schemas.openxmlformats.org/officeDocument/2006/relationships" id="350" r:id="R23099d1c500b4a37"/>
    <p:sldId xmlns:r="http://schemas.openxmlformats.org/officeDocument/2006/relationships" id="351" r:id="R8c799de6186b45da"/>
    <p:sldId xmlns:r="http://schemas.openxmlformats.org/officeDocument/2006/relationships" id="352" r:id="R225475570a824e5a"/>
    <p:sldId xmlns:r="http://schemas.openxmlformats.org/officeDocument/2006/relationships" id="353" r:id="Red2ab7e6a0d64986"/>
    <p:sldId xmlns:r="http://schemas.openxmlformats.org/officeDocument/2006/relationships" id="354" r:id="R819fd2e6230e42c5"/>
    <p:sldId xmlns:r="http://schemas.openxmlformats.org/officeDocument/2006/relationships" id="355" r:id="Rd12572d75a854abe"/>
    <p:sldId xmlns:r="http://schemas.openxmlformats.org/officeDocument/2006/relationships" id="356" r:id="Ra441a53d55824f8b"/>
    <p:sldId xmlns:r="http://schemas.openxmlformats.org/officeDocument/2006/relationships" id="357" r:id="Rbf0d84fb07d34254"/>
    <p:sldId xmlns:r="http://schemas.openxmlformats.org/officeDocument/2006/relationships" id="358" r:id="Rc40647bb758c4981"/>
    <p:sldId xmlns:r="http://schemas.openxmlformats.org/officeDocument/2006/relationships" id="359" r:id="R61d9ac07c86d4324"/>
    <p:sldId xmlns:r="http://schemas.openxmlformats.org/officeDocument/2006/relationships" id="360" r:id="R35caef37b7fb4ad5"/>
    <p:sldId xmlns:r="http://schemas.openxmlformats.org/officeDocument/2006/relationships" id="361" r:id="R3a22644af22a4a2e"/>
    <p:sldId xmlns:r="http://schemas.openxmlformats.org/officeDocument/2006/relationships" id="362" r:id="R9b57e869bb394533"/>
    <p:sldId xmlns:r="http://schemas.openxmlformats.org/officeDocument/2006/relationships" id="363" r:id="R3ac94b87b8bf49ab"/>
    <p:sldId xmlns:r="http://schemas.openxmlformats.org/officeDocument/2006/relationships" id="364" r:id="R67a66473202546fd"/>
    <p:sldId xmlns:r="http://schemas.openxmlformats.org/officeDocument/2006/relationships" id="365" r:id="R2caebd491a344928"/>
    <p:sldId xmlns:r="http://schemas.openxmlformats.org/officeDocument/2006/relationships" id="366" r:id="R2568cdf866cd4e9f"/>
    <p:sldId xmlns:r="http://schemas.openxmlformats.org/officeDocument/2006/relationships" id="367" r:id="Rc3a596112ff5424a"/>
    <p:sldId xmlns:r="http://schemas.openxmlformats.org/officeDocument/2006/relationships" id="368" r:id="Rc15710271e3546b5"/>
    <p:sldId xmlns:r="http://schemas.openxmlformats.org/officeDocument/2006/relationships" id="369" r:id="R9ff861792f3c4a27"/>
    <p:sldId xmlns:r="http://schemas.openxmlformats.org/officeDocument/2006/relationships" id="370" r:id="Rc94d4cf73ccb493e"/>
    <p:sldId xmlns:r="http://schemas.openxmlformats.org/officeDocument/2006/relationships" id="371" r:id="Rd7434b6e611f47cf"/>
    <p:sldId xmlns:r="http://schemas.openxmlformats.org/officeDocument/2006/relationships" id="372" r:id="Rb2abbce6accf4a43"/>
    <p:sldId xmlns:r="http://schemas.openxmlformats.org/officeDocument/2006/relationships" id="373" r:id="R87c3e0257b38427c"/>
    <p:sldId xmlns:r="http://schemas.openxmlformats.org/officeDocument/2006/relationships" id="374" r:id="Rce93c3dae12f41ac"/>
    <p:sldId xmlns:r="http://schemas.openxmlformats.org/officeDocument/2006/relationships" id="375" r:id="R2a7c345ae7614ead"/>
    <p:sldId xmlns:r="http://schemas.openxmlformats.org/officeDocument/2006/relationships" id="376" r:id="R54d8d795750a40bb"/>
    <p:sldId xmlns:r="http://schemas.openxmlformats.org/officeDocument/2006/relationships" id="377" r:id="R9c497bdbca0e4898"/>
    <p:sldId xmlns:r="http://schemas.openxmlformats.org/officeDocument/2006/relationships" id="378" r:id="R0f9efda091f3426e"/>
    <p:sldId xmlns:r="http://schemas.openxmlformats.org/officeDocument/2006/relationships" id="379" r:id="Radd760a797354822"/>
    <p:sldId xmlns:r="http://schemas.openxmlformats.org/officeDocument/2006/relationships" id="380" r:id="Rf7451a981d7e4d92"/>
    <p:sldId xmlns:r="http://schemas.openxmlformats.org/officeDocument/2006/relationships" id="381" r:id="R5f8bb84bf008408b"/>
    <p:sldId xmlns:r="http://schemas.openxmlformats.org/officeDocument/2006/relationships" id="382" r:id="Rebcdc7988e364cf1"/>
    <p:sldId xmlns:r="http://schemas.openxmlformats.org/officeDocument/2006/relationships" id="383" r:id="R82954d8cc8354e74"/>
    <p:sldId xmlns:r="http://schemas.openxmlformats.org/officeDocument/2006/relationships" id="384" r:id="R567f2a67df884ec8"/>
    <p:sldId xmlns:r="http://schemas.openxmlformats.org/officeDocument/2006/relationships" id="385" r:id="Rc6d78c6bfb5e45d7"/>
    <p:sldId xmlns:r="http://schemas.openxmlformats.org/officeDocument/2006/relationships" id="386" r:id="R858b1df7d6a24bd4"/>
    <p:sldId xmlns:r="http://schemas.openxmlformats.org/officeDocument/2006/relationships" id="387" r:id="R2380c28bb6b0495d"/>
    <p:sldId xmlns:r="http://schemas.openxmlformats.org/officeDocument/2006/relationships" id="388" r:id="R8dcc6d748b014675"/>
    <p:sldId xmlns:r="http://schemas.openxmlformats.org/officeDocument/2006/relationships" id="389" r:id="R4e6150326ea34a60"/>
    <p:sldId xmlns:r="http://schemas.openxmlformats.org/officeDocument/2006/relationships" id="390" r:id="R3293fbb72a5a4172"/>
    <p:sldId xmlns:r="http://schemas.openxmlformats.org/officeDocument/2006/relationships" id="391" r:id="R54556644e9264c81"/>
    <p:sldId xmlns:r="http://schemas.openxmlformats.org/officeDocument/2006/relationships" id="392" r:id="Rcdad8be488b14c7f"/>
    <p:sldId xmlns:r="http://schemas.openxmlformats.org/officeDocument/2006/relationships" id="393" r:id="Ra084c2a0691644c8"/>
    <p:sldId xmlns:r="http://schemas.openxmlformats.org/officeDocument/2006/relationships" id="394" r:id="R674f37cd17b54c28"/>
    <p:sldId xmlns:r="http://schemas.openxmlformats.org/officeDocument/2006/relationships" id="395" r:id="Rd31979ff5b324a7a"/>
    <p:sldId xmlns:r="http://schemas.openxmlformats.org/officeDocument/2006/relationships" id="396" r:id="R69e97fa09ec14f40"/>
    <p:sldId xmlns:r="http://schemas.openxmlformats.org/officeDocument/2006/relationships" id="397" r:id="Rf5c3ff2fe56e4249"/>
    <p:sldId xmlns:r="http://schemas.openxmlformats.org/officeDocument/2006/relationships" id="398" r:id="R872bb8dcc6bf4a2d"/>
    <p:sldId xmlns:r="http://schemas.openxmlformats.org/officeDocument/2006/relationships" id="399" r:id="R8ae3771657944751"/>
    <p:sldId xmlns:r="http://schemas.openxmlformats.org/officeDocument/2006/relationships" id="400" r:id="Rd6835b00835648f9"/>
    <p:sldId xmlns:r="http://schemas.openxmlformats.org/officeDocument/2006/relationships" id="401" r:id="R00851d490ca44862"/>
    <p:sldId xmlns:r="http://schemas.openxmlformats.org/officeDocument/2006/relationships" id="402" r:id="R0ecc2518acac431c"/>
    <p:sldId xmlns:r="http://schemas.openxmlformats.org/officeDocument/2006/relationships" id="403" r:id="R31102671313d40a5"/>
    <p:sldId xmlns:r="http://schemas.openxmlformats.org/officeDocument/2006/relationships" id="404" r:id="R5d610b1923544256"/>
    <p:sldId xmlns:r="http://schemas.openxmlformats.org/officeDocument/2006/relationships" id="405" r:id="Rd8d46aae8194410e"/>
    <p:sldId xmlns:r="http://schemas.openxmlformats.org/officeDocument/2006/relationships" id="406" r:id="R52bea458e5394efd"/>
    <p:sldId xmlns:r="http://schemas.openxmlformats.org/officeDocument/2006/relationships" id="407" r:id="R98a2b5bad35343f8"/>
    <p:sldId xmlns:r="http://schemas.openxmlformats.org/officeDocument/2006/relationships" id="408" r:id="R054338910c2a4ffc"/>
    <p:sldId xmlns:r="http://schemas.openxmlformats.org/officeDocument/2006/relationships" id="409" r:id="R388b497eaa4241c7"/>
    <p:sldId xmlns:r="http://schemas.openxmlformats.org/officeDocument/2006/relationships" id="410" r:id="R6399b64db1f94202"/>
    <p:sldId xmlns:r="http://schemas.openxmlformats.org/officeDocument/2006/relationships" id="411" r:id="R658d80b17cd74385"/>
    <p:sldId xmlns:r="http://schemas.openxmlformats.org/officeDocument/2006/relationships" id="412" r:id="Rc2b435b339494df9"/>
    <p:sldId xmlns:r="http://schemas.openxmlformats.org/officeDocument/2006/relationships" id="413" r:id="Re3893bf733d54154"/>
    <p:sldId xmlns:r="http://schemas.openxmlformats.org/officeDocument/2006/relationships" id="414" r:id="Rfa04a94429af4101"/>
    <p:sldId xmlns:r="http://schemas.openxmlformats.org/officeDocument/2006/relationships" id="415" r:id="Ra0bf5a97c6ab4419"/>
    <p:sldId xmlns:r="http://schemas.openxmlformats.org/officeDocument/2006/relationships" id="416" r:id="R8f2afb49c54e49d4"/>
    <p:sldId xmlns:r="http://schemas.openxmlformats.org/officeDocument/2006/relationships" id="417" r:id="R2ac132473b504fd4"/>
    <p:sldId xmlns:r="http://schemas.openxmlformats.org/officeDocument/2006/relationships" id="418" r:id="R2f70fc4622b94a42"/>
    <p:sldId xmlns:r="http://schemas.openxmlformats.org/officeDocument/2006/relationships" id="419" r:id="R60f7ae452c0f452d"/>
    <p:sldId xmlns:r="http://schemas.openxmlformats.org/officeDocument/2006/relationships" id="420" r:id="R20d8e255d1b649d3"/>
    <p:sldId xmlns:r="http://schemas.openxmlformats.org/officeDocument/2006/relationships" id="421" r:id="R102a2977a3244a1c"/>
    <p:sldId xmlns:r="http://schemas.openxmlformats.org/officeDocument/2006/relationships" id="422" r:id="Re547291d07684ad3"/>
    <p:sldId xmlns:r="http://schemas.openxmlformats.org/officeDocument/2006/relationships" id="423" r:id="R9252a4c72ee94071"/>
    <p:sldId xmlns:r="http://schemas.openxmlformats.org/officeDocument/2006/relationships" id="424" r:id="R58c473138abe4a9d"/>
    <p:sldId xmlns:r="http://schemas.openxmlformats.org/officeDocument/2006/relationships" id="425" r:id="R6bb9c5fd80c6403a"/>
    <p:sldId xmlns:r="http://schemas.openxmlformats.org/officeDocument/2006/relationships" id="426" r:id="R3a1728307e7f4c58"/>
    <p:sldId xmlns:r="http://schemas.openxmlformats.org/officeDocument/2006/relationships" id="427" r:id="R3a640621305e4c26"/>
    <p:sldId xmlns:r="http://schemas.openxmlformats.org/officeDocument/2006/relationships" id="428" r:id="R521c2e7a253b4f93"/>
    <p:sldId xmlns:r="http://schemas.openxmlformats.org/officeDocument/2006/relationships" id="429" r:id="R382cc1b6bd4947da"/>
    <p:sldId xmlns:r="http://schemas.openxmlformats.org/officeDocument/2006/relationships" id="430" r:id="R76b975bdd70e4c93"/>
    <p:sldId xmlns:r="http://schemas.openxmlformats.org/officeDocument/2006/relationships" id="431" r:id="R6f874ae12e634f9b"/>
    <p:sldId xmlns:r="http://schemas.openxmlformats.org/officeDocument/2006/relationships" id="432" r:id="R0bb2459e6bc249e3"/>
    <p:sldId xmlns:r="http://schemas.openxmlformats.org/officeDocument/2006/relationships" id="433" r:id="Raed081ea9007445d"/>
    <p:sldId xmlns:r="http://schemas.openxmlformats.org/officeDocument/2006/relationships" id="434" r:id="R3d1430e90bf54fb9"/>
    <p:sldId xmlns:r="http://schemas.openxmlformats.org/officeDocument/2006/relationships" id="435" r:id="Rbff544fa8a264e55"/>
    <p:sldId xmlns:r="http://schemas.openxmlformats.org/officeDocument/2006/relationships" id="436" r:id="R6407fd64b6874d78"/>
    <p:sldId xmlns:r="http://schemas.openxmlformats.org/officeDocument/2006/relationships" id="437" r:id="Rdd19518c1ecd4e2c"/>
    <p:sldId xmlns:r="http://schemas.openxmlformats.org/officeDocument/2006/relationships" id="438" r:id="Rcab596b9a0ba4807"/>
    <p:sldId xmlns:r="http://schemas.openxmlformats.org/officeDocument/2006/relationships" id="439" r:id="Rf6a19a412053410e"/>
    <p:sldId xmlns:r="http://schemas.openxmlformats.org/officeDocument/2006/relationships" id="440" r:id="R3876c6cd035743a3"/>
    <p:sldId xmlns:r="http://schemas.openxmlformats.org/officeDocument/2006/relationships" id="441" r:id="Raecc33528a3c4ad5"/>
    <p:sldId xmlns:r="http://schemas.openxmlformats.org/officeDocument/2006/relationships" id="442" r:id="Re9df997f1d4d4e1e"/>
    <p:sldId xmlns:r="http://schemas.openxmlformats.org/officeDocument/2006/relationships" id="443" r:id="R979dda218853451b"/>
    <p:sldId xmlns:r="http://schemas.openxmlformats.org/officeDocument/2006/relationships" id="444" r:id="R3f35f0e2b8264d5f"/>
    <p:sldId xmlns:r="http://schemas.openxmlformats.org/officeDocument/2006/relationships" id="445" r:id="R38c5940d706d4382"/>
    <p:sldId xmlns:r="http://schemas.openxmlformats.org/officeDocument/2006/relationships" id="446" r:id="Rf0442477bd204a3d"/>
    <p:sldId xmlns:r="http://schemas.openxmlformats.org/officeDocument/2006/relationships" id="447" r:id="Rc8d72a4b60f04aad"/>
    <p:sldId xmlns:r="http://schemas.openxmlformats.org/officeDocument/2006/relationships" id="448" r:id="Rb6f5ffe084b34c92"/>
    <p:sldId xmlns:r="http://schemas.openxmlformats.org/officeDocument/2006/relationships" id="449" r:id="R38db5e8768e948c2"/>
    <p:sldId xmlns:r="http://schemas.openxmlformats.org/officeDocument/2006/relationships" id="450" r:id="Re787fe164ba544bf"/>
    <p:sldId xmlns:r="http://schemas.openxmlformats.org/officeDocument/2006/relationships" id="451" r:id="R5ecb5325cc9d46e9"/>
    <p:sldId xmlns:r="http://schemas.openxmlformats.org/officeDocument/2006/relationships" id="452" r:id="Rdbf56e7ff2194ad7"/>
    <p:sldId xmlns:r="http://schemas.openxmlformats.org/officeDocument/2006/relationships" id="453" r:id="R54f078e0d7cb44ea"/>
    <p:sldId xmlns:r="http://schemas.openxmlformats.org/officeDocument/2006/relationships" id="454" r:id="R77e30edbd7a7472e"/>
    <p:sldId xmlns:r="http://schemas.openxmlformats.org/officeDocument/2006/relationships" id="455" r:id="R4449455047c641bb"/>
    <p:sldId xmlns:r="http://schemas.openxmlformats.org/officeDocument/2006/relationships" id="456" r:id="Rcdc19140b5974432"/>
    <p:sldId xmlns:r="http://schemas.openxmlformats.org/officeDocument/2006/relationships" id="457" r:id="Reaaceeb1d0f24e1c"/>
    <p:sldId xmlns:r="http://schemas.openxmlformats.org/officeDocument/2006/relationships" id="458" r:id="R1b6db0f78c724df8"/>
    <p:sldId xmlns:r="http://schemas.openxmlformats.org/officeDocument/2006/relationships" id="459" r:id="R112cf86d9a4b4dd3"/>
    <p:sldId xmlns:r="http://schemas.openxmlformats.org/officeDocument/2006/relationships" id="460" r:id="R3d8e33d748f34d31"/>
    <p:sldId xmlns:r="http://schemas.openxmlformats.org/officeDocument/2006/relationships" id="461" r:id="R8ee1fab4df3e41da"/>
    <p:sldId xmlns:r="http://schemas.openxmlformats.org/officeDocument/2006/relationships" id="462" r:id="Rf65c47271a584711"/>
    <p:sldId xmlns:r="http://schemas.openxmlformats.org/officeDocument/2006/relationships" id="463" r:id="R69133d3fc42749e4"/>
    <p:sldId xmlns:r="http://schemas.openxmlformats.org/officeDocument/2006/relationships" id="464" r:id="R2d5c46385fd24213"/>
    <p:sldId xmlns:r="http://schemas.openxmlformats.org/officeDocument/2006/relationships" id="465" r:id="R8f80b1f870514971"/>
    <p:sldId xmlns:r="http://schemas.openxmlformats.org/officeDocument/2006/relationships" id="466" r:id="R738ad06929064a8e"/>
    <p:sldId xmlns:r="http://schemas.openxmlformats.org/officeDocument/2006/relationships" id="467" r:id="R447fc04e1c554e5c"/>
    <p:sldId xmlns:r="http://schemas.openxmlformats.org/officeDocument/2006/relationships" id="468" r:id="R5acc6a43f58b433a"/>
    <p:sldId xmlns:r="http://schemas.openxmlformats.org/officeDocument/2006/relationships" id="469" r:id="Re3ead306800d43bc"/>
    <p:sldId xmlns:r="http://schemas.openxmlformats.org/officeDocument/2006/relationships" id="470" r:id="R8ca042f7d23841d8"/>
    <p:sldId xmlns:r="http://schemas.openxmlformats.org/officeDocument/2006/relationships" id="471" r:id="R49dbcadcb52c43b0"/>
    <p:sldId xmlns:r="http://schemas.openxmlformats.org/officeDocument/2006/relationships" id="472" r:id="Rf43a55a812df4545"/>
    <p:sldId xmlns:r="http://schemas.openxmlformats.org/officeDocument/2006/relationships" id="473" r:id="R6625a84bead547cd"/>
    <p:sldId xmlns:r="http://schemas.openxmlformats.org/officeDocument/2006/relationships" id="474" r:id="R329c41a74098433d"/>
    <p:sldId xmlns:r="http://schemas.openxmlformats.org/officeDocument/2006/relationships" id="475" r:id="R5d4eacde9a3d4cfb"/>
    <p:sldId xmlns:r="http://schemas.openxmlformats.org/officeDocument/2006/relationships" id="476" r:id="Rdff87cbbd10e4c77"/>
    <p:sldId xmlns:r="http://schemas.openxmlformats.org/officeDocument/2006/relationships" id="477" r:id="R9f638f079fd642cc"/>
    <p:sldId xmlns:r="http://schemas.openxmlformats.org/officeDocument/2006/relationships" id="478" r:id="R415a7e87c6604b9a"/>
    <p:sldId xmlns:r="http://schemas.openxmlformats.org/officeDocument/2006/relationships" id="479" r:id="Re2164616404a4daa"/>
    <p:sldId xmlns:r="http://schemas.openxmlformats.org/officeDocument/2006/relationships" id="480" r:id="Ra576b65cc8a741c1"/>
    <p:sldId xmlns:r="http://schemas.openxmlformats.org/officeDocument/2006/relationships" id="481" r:id="Rb3e4d9c6ab3341e7"/>
    <p:sldId xmlns:r="http://schemas.openxmlformats.org/officeDocument/2006/relationships" id="482" r:id="Rf1fb86c59d18448b"/>
    <p:sldId xmlns:r="http://schemas.openxmlformats.org/officeDocument/2006/relationships" id="483" r:id="Rbf117fe8b86f447f"/>
    <p:sldId xmlns:r="http://schemas.openxmlformats.org/officeDocument/2006/relationships" id="484" r:id="R3018d9cfd63a415e"/>
    <p:sldId xmlns:r="http://schemas.openxmlformats.org/officeDocument/2006/relationships" id="485" r:id="R84545605a27f48fa"/>
    <p:sldId xmlns:r="http://schemas.openxmlformats.org/officeDocument/2006/relationships" id="486" r:id="Rf4d07a62c09e4829"/>
    <p:sldId xmlns:r="http://schemas.openxmlformats.org/officeDocument/2006/relationships" id="487" r:id="Rb46bb1603408406e"/>
    <p:sldId xmlns:r="http://schemas.openxmlformats.org/officeDocument/2006/relationships" id="488" r:id="Rcb8015219a104e6e"/>
    <p:sldId xmlns:r="http://schemas.openxmlformats.org/officeDocument/2006/relationships" id="489" r:id="R2a1822e7a48346e5"/>
    <p:sldId xmlns:r="http://schemas.openxmlformats.org/officeDocument/2006/relationships" id="490" r:id="R2085cd4b3f844fe6"/>
    <p:sldId xmlns:r="http://schemas.openxmlformats.org/officeDocument/2006/relationships" id="491" r:id="R7302145109224c74"/>
    <p:sldId xmlns:r="http://schemas.openxmlformats.org/officeDocument/2006/relationships" id="492" r:id="R53e406578e364524"/>
    <p:sldId xmlns:r="http://schemas.openxmlformats.org/officeDocument/2006/relationships" id="493" r:id="R087940a9638e4f10"/>
    <p:sldId xmlns:r="http://schemas.openxmlformats.org/officeDocument/2006/relationships" id="494" r:id="R53e963c5eda84687"/>
    <p:sldId xmlns:r="http://schemas.openxmlformats.org/officeDocument/2006/relationships" id="495" r:id="Rd5a9963c42264a6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812be6b244449ab" /><Relationship Type="http://schemas.openxmlformats.org/officeDocument/2006/relationships/slideMaster" Target="/ppt/slideMasters/slideMaster1.xml" Id="R5e599b9115934d67" /><Relationship Type="http://schemas.openxmlformats.org/officeDocument/2006/relationships/notesMaster" Target="/ppt/notesMasters/notesMaster1.xml" Id="Red389db6a3ce4bdb" /><Relationship Type="http://schemas.openxmlformats.org/officeDocument/2006/relationships/presProps" Target="/ppt/presProps.xml" Id="R1dbda84fd4be4bb2" /><Relationship Type="http://schemas.openxmlformats.org/officeDocument/2006/relationships/tableStyles" Target="/ppt/tableStyles.xml" Id="Rfe45f4911278498b" /><Relationship Type="http://schemas.openxmlformats.org/officeDocument/2006/relationships/slide" Target="/ppt/slides/slide1.xml" Id="R6ccf73b3d89648bb" /><Relationship Type="http://schemas.openxmlformats.org/officeDocument/2006/relationships/slide" Target="/ppt/slides/slide2.xml" Id="Rc60d4f6ccb084a85" /><Relationship Type="http://schemas.openxmlformats.org/officeDocument/2006/relationships/slide" Target="/ppt/slides/slide3.xml" Id="Rd11c8ba370b54d60" /><Relationship Type="http://schemas.openxmlformats.org/officeDocument/2006/relationships/slide" Target="/ppt/slides/slide4.xml" Id="R0ad4c1dd7fed4850" /><Relationship Type="http://schemas.openxmlformats.org/officeDocument/2006/relationships/slide" Target="/ppt/slides/slide5.xml" Id="R5dc5dc418713407c" /><Relationship Type="http://schemas.openxmlformats.org/officeDocument/2006/relationships/slide" Target="/ppt/slides/slide6.xml" Id="Rb10c0b35a775465e" /><Relationship Type="http://schemas.openxmlformats.org/officeDocument/2006/relationships/slide" Target="/ppt/slides/slide7.xml" Id="Rd4883af825f54c7f" /><Relationship Type="http://schemas.openxmlformats.org/officeDocument/2006/relationships/slide" Target="/ppt/slides/slide8.xml" Id="R3b98a3aab0ca46d6" /><Relationship Type="http://schemas.openxmlformats.org/officeDocument/2006/relationships/slide" Target="/ppt/slides/slide9.xml" Id="Rdf11e7f3b933418d" /><Relationship Type="http://schemas.openxmlformats.org/officeDocument/2006/relationships/slide" Target="/ppt/slides/slide10.xml" Id="R2fba4a0917584ca6" /><Relationship Type="http://schemas.openxmlformats.org/officeDocument/2006/relationships/slide" Target="/ppt/slides/slide11.xml" Id="R2747c041e3844e44" /><Relationship Type="http://schemas.openxmlformats.org/officeDocument/2006/relationships/slide" Target="/ppt/slides/slide12.xml" Id="R72a63c27e0974826" /><Relationship Type="http://schemas.openxmlformats.org/officeDocument/2006/relationships/slide" Target="/ppt/slides/slide13.xml" Id="Rfedd67590d3c4ac6" /><Relationship Type="http://schemas.openxmlformats.org/officeDocument/2006/relationships/slide" Target="/ppt/slides/slide14.xml" Id="Rd382983541f14f9e" /><Relationship Type="http://schemas.openxmlformats.org/officeDocument/2006/relationships/slide" Target="/ppt/slides/slide15.xml" Id="Rd89be9076a134815" /><Relationship Type="http://schemas.openxmlformats.org/officeDocument/2006/relationships/slide" Target="/ppt/slides/slide16.xml" Id="Rf2a7ac9687224c7a" /><Relationship Type="http://schemas.openxmlformats.org/officeDocument/2006/relationships/slide" Target="/ppt/slides/slide17.xml" Id="Rab2fd041fd2b49b9" /><Relationship Type="http://schemas.openxmlformats.org/officeDocument/2006/relationships/slide" Target="/ppt/slides/slide18.xml" Id="Ref3f602d38a94d26" /><Relationship Type="http://schemas.openxmlformats.org/officeDocument/2006/relationships/slide" Target="/ppt/slides/slide19.xml" Id="Rcda92250edfe4f83" /><Relationship Type="http://schemas.openxmlformats.org/officeDocument/2006/relationships/slide" Target="/ppt/slides/slide20.xml" Id="R58a5243e3e844b1d" /><Relationship Type="http://schemas.openxmlformats.org/officeDocument/2006/relationships/slide" Target="/ppt/slides/slide21.xml" Id="Rad867879d71540db" /><Relationship Type="http://schemas.openxmlformats.org/officeDocument/2006/relationships/slide" Target="/ppt/slides/slide22.xml" Id="R18387a58a83a4f78" /><Relationship Type="http://schemas.openxmlformats.org/officeDocument/2006/relationships/slide" Target="/ppt/slides/slide23.xml" Id="R0967af5b36a449ed" /><Relationship Type="http://schemas.openxmlformats.org/officeDocument/2006/relationships/slide" Target="/ppt/slides/slide24.xml" Id="R8733e6ac78de42a0" /><Relationship Type="http://schemas.openxmlformats.org/officeDocument/2006/relationships/slide" Target="/ppt/slides/slide25.xml" Id="R05112148d5b74722" /><Relationship Type="http://schemas.openxmlformats.org/officeDocument/2006/relationships/slide" Target="/ppt/slides/slide26.xml" Id="Rb3d1f6c03da141f6" /><Relationship Type="http://schemas.openxmlformats.org/officeDocument/2006/relationships/slide" Target="/ppt/slides/slide27.xml" Id="R57e0c8528e094280" /><Relationship Type="http://schemas.openxmlformats.org/officeDocument/2006/relationships/slide" Target="/ppt/slides/slide28.xml" Id="R81b1c17660fc4952" /><Relationship Type="http://schemas.openxmlformats.org/officeDocument/2006/relationships/slide" Target="/ppt/slides/slide29.xml" Id="Rfcc21c4bea01499e" /><Relationship Type="http://schemas.openxmlformats.org/officeDocument/2006/relationships/slide" Target="/ppt/slides/slide30.xml" Id="R1b697c018e724070" /><Relationship Type="http://schemas.openxmlformats.org/officeDocument/2006/relationships/slide" Target="/ppt/slides/slide31.xml" Id="R7567816d70c54f68" /><Relationship Type="http://schemas.openxmlformats.org/officeDocument/2006/relationships/slide" Target="/ppt/slides/slide32.xml" Id="Re4a6e002765c4892" /><Relationship Type="http://schemas.openxmlformats.org/officeDocument/2006/relationships/slide" Target="/ppt/slides/slide33.xml" Id="R63451404582d458e" /><Relationship Type="http://schemas.openxmlformats.org/officeDocument/2006/relationships/slide" Target="/ppt/slides/slide34.xml" Id="Ra6e63a914de74d1e" /><Relationship Type="http://schemas.openxmlformats.org/officeDocument/2006/relationships/slide" Target="/ppt/slides/slide35.xml" Id="R2af1cc1a9bc54c39" /><Relationship Type="http://schemas.openxmlformats.org/officeDocument/2006/relationships/slide" Target="/ppt/slides/slide36.xml" Id="R67ed00b6f852452e" /><Relationship Type="http://schemas.openxmlformats.org/officeDocument/2006/relationships/slide" Target="/ppt/slides/slide37.xml" Id="R08750b0585ff4fc6" /><Relationship Type="http://schemas.openxmlformats.org/officeDocument/2006/relationships/slide" Target="/ppt/slides/slide38.xml" Id="Ra06306994b274d71" /><Relationship Type="http://schemas.openxmlformats.org/officeDocument/2006/relationships/slide" Target="/ppt/slides/slide39.xml" Id="R068a930d61fe452d" /><Relationship Type="http://schemas.openxmlformats.org/officeDocument/2006/relationships/slide" Target="/ppt/slides/slide40.xml" Id="Rd919a2914d3f4b24" /><Relationship Type="http://schemas.openxmlformats.org/officeDocument/2006/relationships/slide" Target="/ppt/slides/slide41.xml" Id="R26211989cb3c49dc" /><Relationship Type="http://schemas.openxmlformats.org/officeDocument/2006/relationships/slide" Target="/ppt/slides/slide42.xml" Id="Rd6857521a95c4247" /><Relationship Type="http://schemas.openxmlformats.org/officeDocument/2006/relationships/slide" Target="/ppt/slides/slide43.xml" Id="Rac79f2d16f5a4b0a" /><Relationship Type="http://schemas.openxmlformats.org/officeDocument/2006/relationships/slide" Target="/ppt/slides/slide44.xml" Id="R661c0b703efc4c56" /><Relationship Type="http://schemas.openxmlformats.org/officeDocument/2006/relationships/slide" Target="/ppt/slides/slide45.xml" Id="Rbdb9ed7cbc9742b7" /><Relationship Type="http://schemas.openxmlformats.org/officeDocument/2006/relationships/slide" Target="/ppt/slides/slide46.xml" Id="R7a161c9ca8c347a2" /><Relationship Type="http://schemas.openxmlformats.org/officeDocument/2006/relationships/slide" Target="/ppt/slides/slide47.xml" Id="R2dbaeadda1ad4d8d" /><Relationship Type="http://schemas.openxmlformats.org/officeDocument/2006/relationships/slide" Target="/ppt/slides/slide48.xml" Id="R2aa7a5bc79744982" /><Relationship Type="http://schemas.openxmlformats.org/officeDocument/2006/relationships/slide" Target="/ppt/slides/slide49.xml" Id="Rfba8c5909d054ce3" /><Relationship Type="http://schemas.openxmlformats.org/officeDocument/2006/relationships/slide" Target="/ppt/slides/slide50.xml" Id="R908d740962264521" /><Relationship Type="http://schemas.openxmlformats.org/officeDocument/2006/relationships/slide" Target="/ppt/slides/slide51.xml" Id="R220380505cb34ec6" /><Relationship Type="http://schemas.openxmlformats.org/officeDocument/2006/relationships/slide" Target="/ppt/slides/slide52.xml" Id="Rd9a96e378d4b4800" /><Relationship Type="http://schemas.openxmlformats.org/officeDocument/2006/relationships/slide" Target="/ppt/slides/slide53.xml" Id="R8a90ab39d0464424" /><Relationship Type="http://schemas.openxmlformats.org/officeDocument/2006/relationships/slide" Target="/ppt/slides/slide54.xml" Id="Rf9536c3ff4934551" /><Relationship Type="http://schemas.openxmlformats.org/officeDocument/2006/relationships/slide" Target="/ppt/slides/slide55.xml" Id="R746da895cbbb4860" /><Relationship Type="http://schemas.openxmlformats.org/officeDocument/2006/relationships/slide" Target="/ppt/slides/slide56.xml" Id="Rb6ff167ea6704d97" /><Relationship Type="http://schemas.openxmlformats.org/officeDocument/2006/relationships/slide" Target="/ppt/slides/slide57.xml" Id="Ree643b408b154ab7" /><Relationship Type="http://schemas.openxmlformats.org/officeDocument/2006/relationships/slide" Target="/ppt/slides/slide58.xml" Id="R10498ea1da1d4ee1" /><Relationship Type="http://schemas.openxmlformats.org/officeDocument/2006/relationships/slide" Target="/ppt/slides/slide59.xml" Id="Rea545bb35aa64129" /><Relationship Type="http://schemas.openxmlformats.org/officeDocument/2006/relationships/slide" Target="/ppt/slides/slide60.xml" Id="R735b041029414588" /><Relationship Type="http://schemas.openxmlformats.org/officeDocument/2006/relationships/slide" Target="/ppt/slides/slide61.xml" Id="Rf09689ca381e42bb" /><Relationship Type="http://schemas.openxmlformats.org/officeDocument/2006/relationships/slide" Target="/ppt/slides/slide62.xml" Id="R3f6293cf5b944e0a" /><Relationship Type="http://schemas.openxmlformats.org/officeDocument/2006/relationships/slide" Target="/ppt/slides/slide63.xml" Id="R1640bcd0b39b426c" /><Relationship Type="http://schemas.openxmlformats.org/officeDocument/2006/relationships/slide" Target="/ppt/slides/slide64.xml" Id="Rc02050fb5bec41c5" /><Relationship Type="http://schemas.openxmlformats.org/officeDocument/2006/relationships/slide" Target="/ppt/slides/slide65.xml" Id="R1c56aa9bb24f45fb" /><Relationship Type="http://schemas.openxmlformats.org/officeDocument/2006/relationships/slide" Target="/ppt/slides/slide66.xml" Id="R1d3e905217e64b9d" /><Relationship Type="http://schemas.openxmlformats.org/officeDocument/2006/relationships/slide" Target="/ppt/slides/slide67.xml" Id="R73698642ea8644e5" /><Relationship Type="http://schemas.openxmlformats.org/officeDocument/2006/relationships/slide" Target="/ppt/slides/slide68.xml" Id="R606184ed7cc649b2" /><Relationship Type="http://schemas.openxmlformats.org/officeDocument/2006/relationships/slide" Target="/ppt/slides/slide69.xml" Id="R8a5a7ab8620b4039" /><Relationship Type="http://schemas.openxmlformats.org/officeDocument/2006/relationships/slide" Target="/ppt/slides/slide70.xml" Id="Refb795b7ce7c4d7f" /><Relationship Type="http://schemas.openxmlformats.org/officeDocument/2006/relationships/slide" Target="/ppt/slides/slide71.xml" Id="R25a9491199104ecd" /><Relationship Type="http://schemas.openxmlformats.org/officeDocument/2006/relationships/slide" Target="/ppt/slides/slide72.xml" Id="R53f9238ffe8b4ef5" /><Relationship Type="http://schemas.openxmlformats.org/officeDocument/2006/relationships/slide" Target="/ppt/slides/slide73.xml" Id="Rd07416fc84ad4c9d" /><Relationship Type="http://schemas.openxmlformats.org/officeDocument/2006/relationships/slide" Target="/ppt/slides/slide74.xml" Id="R3968c9e43f3f498c" /><Relationship Type="http://schemas.openxmlformats.org/officeDocument/2006/relationships/slide" Target="/ppt/slides/slide75.xml" Id="R94d518e704264568" /><Relationship Type="http://schemas.openxmlformats.org/officeDocument/2006/relationships/slide" Target="/ppt/slides/slide76.xml" Id="R491cf34c744e4dfb" /><Relationship Type="http://schemas.openxmlformats.org/officeDocument/2006/relationships/slide" Target="/ppt/slides/slide77.xml" Id="Rdc829485eb1a4591" /><Relationship Type="http://schemas.openxmlformats.org/officeDocument/2006/relationships/slide" Target="/ppt/slides/slide78.xml" Id="R4afa7f8747874c78" /><Relationship Type="http://schemas.openxmlformats.org/officeDocument/2006/relationships/slide" Target="/ppt/slides/slide79.xml" Id="Redb251397e624091" /><Relationship Type="http://schemas.openxmlformats.org/officeDocument/2006/relationships/slide" Target="/ppt/slides/slide80.xml" Id="R12ae04af42034f80" /><Relationship Type="http://schemas.openxmlformats.org/officeDocument/2006/relationships/slide" Target="/ppt/slides/slide81.xml" Id="R5dcf803667cf427d" /><Relationship Type="http://schemas.openxmlformats.org/officeDocument/2006/relationships/slide" Target="/ppt/slides/slide82.xml" Id="R0e2b5c3899e44de1" /><Relationship Type="http://schemas.openxmlformats.org/officeDocument/2006/relationships/slide" Target="/ppt/slides/slide83.xml" Id="R1ce1be161ae24cd6" /><Relationship Type="http://schemas.openxmlformats.org/officeDocument/2006/relationships/slide" Target="/ppt/slides/slide84.xml" Id="R9fd62a0a73c54938" /><Relationship Type="http://schemas.openxmlformats.org/officeDocument/2006/relationships/slide" Target="/ppt/slides/slide85.xml" Id="R2cd323b3a3bc470e" /><Relationship Type="http://schemas.openxmlformats.org/officeDocument/2006/relationships/slide" Target="/ppt/slides/slide86.xml" Id="R2a0a793b253d4f84" /><Relationship Type="http://schemas.openxmlformats.org/officeDocument/2006/relationships/slide" Target="/ppt/slides/slide87.xml" Id="Rd86b8f2949ec47c7" /><Relationship Type="http://schemas.openxmlformats.org/officeDocument/2006/relationships/slide" Target="/ppt/slides/slide88.xml" Id="R6876d6a14c644975" /><Relationship Type="http://schemas.openxmlformats.org/officeDocument/2006/relationships/slide" Target="/ppt/slides/slide89.xml" Id="R4b3d9d827f8546c8" /><Relationship Type="http://schemas.openxmlformats.org/officeDocument/2006/relationships/slide" Target="/ppt/slides/slide90.xml" Id="R8e85135d513c42a7" /><Relationship Type="http://schemas.openxmlformats.org/officeDocument/2006/relationships/slide" Target="/ppt/slides/slide91.xml" Id="R8a5c29c7c3a34322" /><Relationship Type="http://schemas.openxmlformats.org/officeDocument/2006/relationships/slide" Target="/ppt/slides/slide92.xml" Id="R8f2f65455043493f" /><Relationship Type="http://schemas.openxmlformats.org/officeDocument/2006/relationships/slide" Target="/ppt/slides/slide93.xml" Id="R19e0471a44d847a8" /><Relationship Type="http://schemas.openxmlformats.org/officeDocument/2006/relationships/slide" Target="/ppt/slides/slide94.xml" Id="R52a111e0fe5e4f25" /><Relationship Type="http://schemas.openxmlformats.org/officeDocument/2006/relationships/slide" Target="/ppt/slides/slide95.xml" Id="R23099d1c500b4a37" /><Relationship Type="http://schemas.openxmlformats.org/officeDocument/2006/relationships/slide" Target="/ppt/slides/slide96.xml" Id="R8c799de6186b45da" /><Relationship Type="http://schemas.openxmlformats.org/officeDocument/2006/relationships/slide" Target="/ppt/slides/slide97.xml" Id="R225475570a824e5a" /><Relationship Type="http://schemas.openxmlformats.org/officeDocument/2006/relationships/slide" Target="/ppt/slides/slide98.xml" Id="Red2ab7e6a0d64986" /><Relationship Type="http://schemas.openxmlformats.org/officeDocument/2006/relationships/slide" Target="/ppt/slides/slide99.xml" Id="R819fd2e6230e42c5" /><Relationship Type="http://schemas.openxmlformats.org/officeDocument/2006/relationships/slide" Target="/ppt/slides/slide100.xml" Id="Rd12572d75a854abe" /><Relationship Type="http://schemas.openxmlformats.org/officeDocument/2006/relationships/slide" Target="/ppt/slides/slide101.xml" Id="Ra441a53d55824f8b" /><Relationship Type="http://schemas.openxmlformats.org/officeDocument/2006/relationships/slide" Target="/ppt/slides/slide102.xml" Id="Rbf0d84fb07d34254" /><Relationship Type="http://schemas.openxmlformats.org/officeDocument/2006/relationships/slide" Target="/ppt/slides/slide103.xml" Id="Rc40647bb758c4981" /><Relationship Type="http://schemas.openxmlformats.org/officeDocument/2006/relationships/slide" Target="/ppt/slides/slide104.xml" Id="R61d9ac07c86d4324" /><Relationship Type="http://schemas.openxmlformats.org/officeDocument/2006/relationships/slide" Target="/ppt/slides/slide105.xml" Id="R35caef37b7fb4ad5" /><Relationship Type="http://schemas.openxmlformats.org/officeDocument/2006/relationships/slide" Target="/ppt/slides/slide106.xml" Id="R3a22644af22a4a2e" /><Relationship Type="http://schemas.openxmlformats.org/officeDocument/2006/relationships/slide" Target="/ppt/slides/slide107.xml" Id="R9b57e869bb394533" /><Relationship Type="http://schemas.openxmlformats.org/officeDocument/2006/relationships/slide" Target="/ppt/slides/slide108.xml" Id="R3ac94b87b8bf49ab" /><Relationship Type="http://schemas.openxmlformats.org/officeDocument/2006/relationships/slide" Target="/ppt/slides/slide109.xml" Id="R67a66473202546fd" /><Relationship Type="http://schemas.openxmlformats.org/officeDocument/2006/relationships/slide" Target="/ppt/slides/slide110.xml" Id="R2caebd491a344928" /><Relationship Type="http://schemas.openxmlformats.org/officeDocument/2006/relationships/slide" Target="/ppt/slides/slide111.xml" Id="R2568cdf866cd4e9f" /><Relationship Type="http://schemas.openxmlformats.org/officeDocument/2006/relationships/slide" Target="/ppt/slides/slide112.xml" Id="Rc3a596112ff5424a" /><Relationship Type="http://schemas.openxmlformats.org/officeDocument/2006/relationships/slide" Target="/ppt/slides/slide113.xml" Id="Rc15710271e3546b5" /><Relationship Type="http://schemas.openxmlformats.org/officeDocument/2006/relationships/slide" Target="/ppt/slides/slide114.xml" Id="R9ff861792f3c4a27" /><Relationship Type="http://schemas.openxmlformats.org/officeDocument/2006/relationships/slide" Target="/ppt/slides/slide115.xml" Id="Rc94d4cf73ccb493e" /><Relationship Type="http://schemas.openxmlformats.org/officeDocument/2006/relationships/slide" Target="/ppt/slides/slide116.xml" Id="Rd7434b6e611f47cf" /><Relationship Type="http://schemas.openxmlformats.org/officeDocument/2006/relationships/slide" Target="/ppt/slides/slide117.xml" Id="Rb2abbce6accf4a43" /><Relationship Type="http://schemas.openxmlformats.org/officeDocument/2006/relationships/slide" Target="/ppt/slides/slide118.xml" Id="R87c3e0257b38427c" /><Relationship Type="http://schemas.openxmlformats.org/officeDocument/2006/relationships/slide" Target="/ppt/slides/slide119.xml" Id="Rce93c3dae12f41ac" /><Relationship Type="http://schemas.openxmlformats.org/officeDocument/2006/relationships/slide" Target="/ppt/slides/slide120.xml" Id="R2a7c345ae7614ead" /><Relationship Type="http://schemas.openxmlformats.org/officeDocument/2006/relationships/slide" Target="/ppt/slides/slide121.xml" Id="R54d8d795750a40bb" /><Relationship Type="http://schemas.openxmlformats.org/officeDocument/2006/relationships/slide" Target="/ppt/slides/slide122.xml" Id="R9c497bdbca0e4898" /><Relationship Type="http://schemas.openxmlformats.org/officeDocument/2006/relationships/slide" Target="/ppt/slides/slide123.xml" Id="R0f9efda091f3426e" /><Relationship Type="http://schemas.openxmlformats.org/officeDocument/2006/relationships/slide" Target="/ppt/slides/slide124.xml" Id="Radd760a797354822" /><Relationship Type="http://schemas.openxmlformats.org/officeDocument/2006/relationships/slide" Target="/ppt/slides/slide125.xml" Id="Rf7451a981d7e4d92" /><Relationship Type="http://schemas.openxmlformats.org/officeDocument/2006/relationships/slide" Target="/ppt/slides/slide126.xml" Id="R5f8bb84bf008408b" /><Relationship Type="http://schemas.openxmlformats.org/officeDocument/2006/relationships/slide" Target="/ppt/slides/slide127.xml" Id="Rebcdc7988e364cf1" /><Relationship Type="http://schemas.openxmlformats.org/officeDocument/2006/relationships/slide" Target="/ppt/slides/slide128.xml" Id="R82954d8cc8354e74" /><Relationship Type="http://schemas.openxmlformats.org/officeDocument/2006/relationships/slide" Target="/ppt/slides/slide129.xml" Id="R567f2a67df884ec8" /><Relationship Type="http://schemas.openxmlformats.org/officeDocument/2006/relationships/slide" Target="/ppt/slides/slide130.xml" Id="Rc6d78c6bfb5e45d7" /><Relationship Type="http://schemas.openxmlformats.org/officeDocument/2006/relationships/slide" Target="/ppt/slides/slide131.xml" Id="R858b1df7d6a24bd4" /><Relationship Type="http://schemas.openxmlformats.org/officeDocument/2006/relationships/slide" Target="/ppt/slides/slide132.xml" Id="R2380c28bb6b0495d" /><Relationship Type="http://schemas.openxmlformats.org/officeDocument/2006/relationships/slide" Target="/ppt/slides/slide133.xml" Id="R8dcc6d748b014675" /><Relationship Type="http://schemas.openxmlformats.org/officeDocument/2006/relationships/slide" Target="/ppt/slides/slide134.xml" Id="R4e6150326ea34a60" /><Relationship Type="http://schemas.openxmlformats.org/officeDocument/2006/relationships/slide" Target="/ppt/slides/slide135.xml" Id="R3293fbb72a5a4172" /><Relationship Type="http://schemas.openxmlformats.org/officeDocument/2006/relationships/slide" Target="/ppt/slides/slide136.xml" Id="R54556644e9264c81" /><Relationship Type="http://schemas.openxmlformats.org/officeDocument/2006/relationships/slide" Target="/ppt/slides/slide137.xml" Id="Rcdad8be488b14c7f" /><Relationship Type="http://schemas.openxmlformats.org/officeDocument/2006/relationships/slide" Target="/ppt/slides/slide138.xml" Id="Ra084c2a0691644c8" /><Relationship Type="http://schemas.openxmlformats.org/officeDocument/2006/relationships/slide" Target="/ppt/slides/slide139.xml" Id="R674f37cd17b54c28" /><Relationship Type="http://schemas.openxmlformats.org/officeDocument/2006/relationships/slide" Target="/ppt/slides/slide140.xml" Id="Rd31979ff5b324a7a" /><Relationship Type="http://schemas.openxmlformats.org/officeDocument/2006/relationships/slide" Target="/ppt/slides/slide141.xml" Id="R69e97fa09ec14f40" /><Relationship Type="http://schemas.openxmlformats.org/officeDocument/2006/relationships/slide" Target="/ppt/slides/slide142.xml" Id="Rf5c3ff2fe56e4249" /><Relationship Type="http://schemas.openxmlformats.org/officeDocument/2006/relationships/slide" Target="/ppt/slides/slide143.xml" Id="R872bb8dcc6bf4a2d" /><Relationship Type="http://schemas.openxmlformats.org/officeDocument/2006/relationships/slide" Target="/ppt/slides/slide144.xml" Id="R8ae3771657944751" /><Relationship Type="http://schemas.openxmlformats.org/officeDocument/2006/relationships/slide" Target="/ppt/slides/slide145.xml" Id="Rd6835b00835648f9" /><Relationship Type="http://schemas.openxmlformats.org/officeDocument/2006/relationships/slide" Target="/ppt/slides/slide146.xml" Id="R00851d490ca44862" /><Relationship Type="http://schemas.openxmlformats.org/officeDocument/2006/relationships/slide" Target="/ppt/slides/slide147.xml" Id="R0ecc2518acac431c" /><Relationship Type="http://schemas.openxmlformats.org/officeDocument/2006/relationships/slide" Target="/ppt/slides/slide148.xml" Id="R31102671313d40a5" /><Relationship Type="http://schemas.openxmlformats.org/officeDocument/2006/relationships/slide" Target="/ppt/slides/slide149.xml" Id="R5d610b1923544256" /><Relationship Type="http://schemas.openxmlformats.org/officeDocument/2006/relationships/slide" Target="/ppt/slides/slide150.xml" Id="Rd8d46aae8194410e" /><Relationship Type="http://schemas.openxmlformats.org/officeDocument/2006/relationships/slide" Target="/ppt/slides/slide151.xml" Id="R52bea458e5394efd" /><Relationship Type="http://schemas.openxmlformats.org/officeDocument/2006/relationships/slide" Target="/ppt/slides/slide152.xml" Id="R98a2b5bad35343f8" /><Relationship Type="http://schemas.openxmlformats.org/officeDocument/2006/relationships/slide" Target="/ppt/slides/slide153.xml" Id="R054338910c2a4ffc" /><Relationship Type="http://schemas.openxmlformats.org/officeDocument/2006/relationships/slide" Target="/ppt/slides/slide154.xml" Id="R388b497eaa4241c7" /><Relationship Type="http://schemas.openxmlformats.org/officeDocument/2006/relationships/slide" Target="/ppt/slides/slide155.xml" Id="R6399b64db1f94202" /><Relationship Type="http://schemas.openxmlformats.org/officeDocument/2006/relationships/slide" Target="/ppt/slides/slide156.xml" Id="R658d80b17cd74385" /><Relationship Type="http://schemas.openxmlformats.org/officeDocument/2006/relationships/slide" Target="/ppt/slides/slide157.xml" Id="Rc2b435b339494df9" /><Relationship Type="http://schemas.openxmlformats.org/officeDocument/2006/relationships/slide" Target="/ppt/slides/slide158.xml" Id="Re3893bf733d54154" /><Relationship Type="http://schemas.openxmlformats.org/officeDocument/2006/relationships/slide" Target="/ppt/slides/slide159.xml" Id="Rfa04a94429af4101" /><Relationship Type="http://schemas.openxmlformats.org/officeDocument/2006/relationships/slide" Target="/ppt/slides/slide160.xml" Id="Ra0bf5a97c6ab4419" /><Relationship Type="http://schemas.openxmlformats.org/officeDocument/2006/relationships/slide" Target="/ppt/slides/slide161.xml" Id="R8f2afb49c54e49d4" /><Relationship Type="http://schemas.openxmlformats.org/officeDocument/2006/relationships/slide" Target="/ppt/slides/slide162.xml" Id="R2ac132473b504fd4" /><Relationship Type="http://schemas.openxmlformats.org/officeDocument/2006/relationships/slide" Target="/ppt/slides/slide163.xml" Id="R2f70fc4622b94a42" /><Relationship Type="http://schemas.openxmlformats.org/officeDocument/2006/relationships/slide" Target="/ppt/slides/slide164.xml" Id="R60f7ae452c0f452d" /><Relationship Type="http://schemas.openxmlformats.org/officeDocument/2006/relationships/slide" Target="/ppt/slides/slide165.xml" Id="R20d8e255d1b649d3" /><Relationship Type="http://schemas.openxmlformats.org/officeDocument/2006/relationships/slide" Target="/ppt/slides/slide166.xml" Id="R102a2977a3244a1c" /><Relationship Type="http://schemas.openxmlformats.org/officeDocument/2006/relationships/slide" Target="/ppt/slides/slide167.xml" Id="Re547291d07684ad3" /><Relationship Type="http://schemas.openxmlformats.org/officeDocument/2006/relationships/slide" Target="/ppt/slides/slide168.xml" Id="R9252a4c72ee94071" /><Relationship Type="http://schemas.openxmlformats.org/officeDocument/2006/relationships/slide" Target="/ppt/slides/slide169.xml" Id="R58c473138abe4a9d" /><Relationship Type="http://schemas.openxmlformats.org/officeDocument/2006/relationships/slide" Target="/ppt/slides/slide170.xml" Id="R6bb9c5fd80c6403a" /><Relationship Type="http://schemas.openxmlformats.org/officeDocument/2006/relationships/slide" Target="/ppt/slides/slide171.xml" Id="R3a1728307e7f4c58" /><Relationship Type="http://schemas.openxmlformats.org/officeDocument/2006/relationships/slide" Target="/ppt/slides/slide172.xml" Id="R3a640621305e4c26" /><Relationship Type="http://schemas.openxmlformats.org/officeDocument/2006/relationships/slide" Target="/ppt/slides/slide173.xml" Id="R521c2e7a253b4f93" /><Relationship Type="http://schemas.openxmlformats.org/officeDocument/2006/relationships/slide" Target="/ppt/slides/slide174.xml" Id="R382cc1b6bd4947da" /><Relationship Type="http://schemas.openxmlformats.org/officeDocument/2006/relationships/slide" Target="/ppt/slides/slide175.xml" Id="R76b975bdd70e4c93" /><Relationship Type="http://schemas.openxmlformats.org/officeDocument/2006/relationships/slide" Target="/ppt/slides/slide176.xml" Id="R6f874ae12e634f9b" /><Relationship Type="http://schemas.openxmlformats.org/officeDocument/2006/relationships/slide" Target="/ppt/slides/slide177.xml" Id="R0bb2459e6bc249e3" /><Relationship Type="http://schemas.openxmlformats.org/officeDocument/2006/relationships/slide" Target="/ppt/slides/slide178.xml" Id="Raed081ea9007445d" /><Relationship Type="http://schemas.openxmlformats.org/officeDocument/2006/relationships/slide" Target="/ppt/slides/slide179.xml" Id="R3d1430e90bf54fb9" /><Relationship Type="http://schemas.openxmlformats.org/officeDocument/2006/relationships/slide" Target="/ppt/slides/slide180.xml" Id="Rbff544fa8a264e55" /><Relationship Type="http://schemas.openxmlformats.org/officeDocument/2006/relationships/slide" Target="/ppt/slides/slide181.xml" Id="R6407fd64b6874d78" /><Relationship Type="http://schemas.openxmlformats.org/officeDocument/2006/relationships/slide" Target="/ppt/slides/slide182.xml" Id="Rdd19518c1ecd4e2c" /><Relationship Type="http://schemas.openxmlformats.org/officeDocument/2006/relationships/slide" Target="/ppt/slides/slide183.xml" Id="Rcab596b9a0ba4807" /><Relationship Type="http://schemas.openxmlformats.org/officeDocument/2006/relationships/slide" Target="/ppt/slides/slide184.xml" Id="Rf6a19a412053410e" /><Relationship Type="http://schemas.openxmlformats.org/officeDocument/2006/relationships/slide" Target="/ppt/slides/slide185.xml" Id="R3876c6cd035743a3" /><Relationship Type="http://schemas.openxmlformats.org/officeDocument/2006/relationships/slide" Target="/ppt/slides/slide186.xml" Id="Raecc33528a3c4ad5" /><Relationship Type="http://schemas.openxmlformats.org/officeDocument/2006/relationships/slide" Target="/ppt/slides/slide187.xml" Id="Re9df997f1d4d4e1e" /><Relationship Type="http://schemas.openxmlformats.org/officeDocument/2006/relationships/slide" Target="/ppt/slides/slide188.xml" Id="R979dda218853451b" /><Relationship Type="http://schemas.openxmlformats.org/officeDocument/2006/relationships/slide" Target="/ppt/slides/slide189.xml" Id="R3f35f0e2b8264d5f" /><Relationship Type="http://schemas.openxmlformats.org/officeDocument/2006/relationships/slide" Target="/ppt/slides/slide190.xml" Id="R38c5940d706d4382" /><Relationship Type="http://schemas.openxmlformats.org/officeDocument/2006/relationships/slide" Target="/ppt/slides/slide191.xml" Id="Rf0442477bd204a3d" /><Relationship Type="http://schemas.openxmlformats.org/officeDocument/2006/relationships/slide" Target="/ppt/slides/slide192.xml" Id="Rc8d72a4b60f04aad" /><Relationship Type="http://schemas.openxmlformats.org/officeDocument/2006/relationships/slide" Target="/ppt/slides/slide193.xml" Id="Rb6f5ffe084b34c92" /><Relationship Type="http://schemas.openxmlformats.org/officeDocument/2006/relationships/slide" Target="/ppt/slides/slide194.xml" Id="R38db5e8768e948c2" /><Relationship Type="http://schemas.openxmlformats.org/officeDocument/2006/relationships/slide" Target="/ppt/slides/slide195.xml" Id="Re787fe164ba544bf" /><Relationship Type="http://schemas.openxmlformats.org/officeDocument/2006/relationships/slide" Target="/ppt/slides/slide196.xml" Id="R5ecb5325cc9d46e9" /><Relationship Type="http://schemas.openxmlformats.org/officeDocument/2006/relationships/slide" Target="/ppt/slides/slide197.xml" Id="Rdbf56e7ff2194ad7" /><Relationship Type="http://schemas.openxmlformats.org/officeDocument/2006/relationships/slide" Target="/ppt/slides/slide198.xml" Id="R54f078e0d7cb44ea" /><Relationship Type="http://schemas.openxmlformats.org/officeDocument/2006/relationships/slide" Target="/ppt/slides/slide199.xml" Id="R77e30edbd7a7472e" /><Relationship Type="http://schemas.openxmlformats.org/officeDocument/2006/relationships/slide" Target="/ppt/slides/slide200.xml" Id="R4449455047c641bb" /><Relationship Type="http://schemas.openxmlformats.org/officeDocument/2006/relationships/slide" Target="/ppt/slides/slide201.xml" Id="Rcdc19140b5974432" /><Relationship Type="http://schemas.openxmlformats.org/officeDocument/2006/relationships/slide" Target="/ppt/slides/slide202.xml" Id="Reaaceeb1d0f24e1c" /><Relationship Type="http://schemas.openxmlformats.org/officeDocument/2006/relationships/slide" Target="/ppt/slides/slide203.xml" Id="R1b6db0f78c724df8" /><Relationship Type="http://schemas.openxmlformats.org/officeDocument/2006/relationships/slide" Target="/ppt/slides/slide204.xml" Id="R112cf86d9a4b4dd3" /><Relationship Type="http://schemas.openxmlformats.org/officeDocument/2006/relationships/slide" Target="/ppt/slides/slide205.xml" Id="R3d8e33d748f34d31" /><Relationship Type="http://schemas.openxmlformats.org/officeDocument/2006/relationships/slide" Target="/ppt/slides/slide206.xml" Id="R8ee1fab4df3e41da" /><Relationship Type="http://schemas.openxmlformats.org/officeDocument/2006/relationships/slide" Target="/ppt/slides/slide207.xml" Id="Rf65c47271a584711" /><Relationship Type="http://schemas.openxmlformats.org/officeDocument/2006/relationships/slide" Target="/ppt/slides/slide208.xml" Id="R69133d3fc42749e4" /><Relationship Type="http://schemas.openxmlformats.org/officeDocument/2006/relationships/slide" Target="/ppt/slides/slide209.xml" Id="R2d5c46385fd24213" /><Relationship Type="http://schemas.openxmlformats.org/officeDocument/2006/relationships/slide" Target="/ppt/slides/slide210.xml" Id="R8f80b1f870514971" /><Relationship Type="http://schemas.openxmlformats.org/officeDocument/2006/relationships/slide" Target="/ppt/slides/slide211.xml" Id="R738ad06929064a8e" /><Relationship Type="http://schemas.openxmlformats.org/officeDocument/2006/relationships/slide" Target="/ppt/slides/slide212.xml" Id="R447fc04e1c554e5c" /><Relationship Type="http://schemas.openxmlformats.org/officeDocument/2006/relationships/slide" Target="/ppt/slides/slide213.xml" Id="R5acc6a43f58b433a" /><Relationship Type="http://schemas.openxmlformats.org/officeDocument/2006/relationships/slide" Target="/ppt/slides/slide214.xml" Id="Re3ead306800d43bc" /><Relationship Type="http://schemas.openxmlformats.org/officeDocument/2006/relationships/slide" Target="/ppt/slides/slide215.xml" Id="R8ca042f7d23841d8" /><Relationship Type="http://schemas.openxmlformats.org/officeDocument/2006/relationships/slide" Target="/ppt/slides/slide216.xml" Id="R49dbcadcb52c43b0" /><Relationship Type="http://schemas.openxmlformats.org/officeDocument/2006/relationships/slide" Target="/ppt/slides/slide217.xml" Id="Rf43a55a812df4545" /><Relationship Type="http://schemas.openxmlformats.org/officeDocument/2006/relationships/slide" Target="/ppt/slides/slide218.xml" Id="R6625a84bead547cd" /><Relationship Type="http://schemas.openxmlformats.org/officeDocument/2006/relationships/slide" Target="/ppt/slides/slide219.xml" Id="R329c41a74098433d" /><Relationship Type="http://schemas.openxmlformats.org/officeDocument/2006/relationships/slide" Target="/ppt/slides/slide220.xml" Id="R5d4eacde9a3d4cfb" /><Relationship Type="http://schemas.openxmlformats.org/officeDocument/2006/relationships/slide" Target="/ppt/slides/slide221.xml" Id="Rdff87cbbd10e4c77" /><Relationship Type="http://schemas.openxmlformats.org/officeDocument/2006/relationships/slide" Target="/ppt/slides/slide222.xml" Id="R9f638f079fd642cc" /><Relationship Type="http://schemas.openxmlformats.org/officeDocument/2006/relationships/slide" Target="/ppt/slides/slide223.xml" Id="R415a7e87c6604b9a" /><Relationship Type="http://schemas.openxmlformats.org/officeDocument/2006/relationships/slide" Target="/ppt/slides/slide224.xml" Id="Re2164616404a4daa" /><Relationship Type="http://schemas.openxmlformats.org/officeDocument/2006/relationships/slide" Target="/ppt/slides/slide225.xml" Id="Ra576b65cc8a741c1" /><Relationship Type="http://schemas.openxmlformats.org/officeDocument/2006/relationships/slide" Target="/ppt/slides/slide226.xml" Id="Rb3e4d9c6ab3341e7" /><Relationship Type="http://schemas.openxmlformats.org/officeDocument/2006/relationships/slide" Target="/ppt/slides/slide227.xml" Id="Rf1fb86c59d18448b" /><Relationship Type="http://schemas.openxmlformats.org/officeDocument/2006/relationships/slide" Target="/ppt/slides/slide228.xml" Id="Rbf117fe8b86f447f" /><Relationship Type="http://schemas.openxmlformats.org/officeDocument/2006/relationships/slide" Target="/ppt/slides/slide229.xml" Id="R3018d9cfd63a415e" /><Relationship Type="http://schemas.openxmlformats.org/officeDocument/2006/relationships/slide" Target="/ppt/slides/slide230.xml" Id="R84545605a27f48fa" /><Relationship Type="http://schemas.openxmlformats.org/officeDocument/2006/relationships/slide" Target="/ppt/slides/slide231.xml" Id="Rf4d07a62c09e4829" /><Relationship Type="http://schemas.openxmlformats.org/officeDocument/2006/relationships/slide" Target="/ppt/slides/slide232.xml" Id="Rb46bb1603408406e" /><Relationship Type="http://schemas.openxmlformats.org/officeDocument/2006/relationships/slide" Target="/ppt/slides/slide233.xml" Id="Rcb8015219a104e6e" /><Relationship Type="http://schemas.openxmlformats.org/officeDocument/2006/relationships/slide" Target="/ppt/slides/slide234.xml" Id="R2a1822e7a48346e5" /><Relationship Type="http://schemas.openxmlformats.org/officeDocument/2006/relationships/slide" Target="/ppt/slides/slide235.xml" Id="R2085cd4b3f844fe6" /><Relationship Type="http://schemas.openxmlformats.org/officeDocument/2006/relationships/slide" Target="/ppt/slides/slide236.xml" Id="R7302145109224c74" /><Relationship Type="http://schemas.openxmlformats.org/officeDocument/2006/relationships/slide" Target="/ppt/slides/slide237.xml" Id="R53e406578e364524" /><Relationship Type="http://schemas.openxmlformats.org/officeDocument/2006/relationships/slide" Target="/ppt/slides/slide238.xml" Id="R087940a9638e4f10" /><Relationship Type="http://schemas.openxmlformats.org/officeDocument/2006/relationships/slide" Target="/ppt/slides/slide239.xml" Id="R53e963c5eda84687" /><Relationship Type="http://schemas.openxmlformats.org/officeDocument/2006/relationships/slide" Target="/ppt/slides/slide240.xml" Id="Rd5a9963c42264a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e11b16c265496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368df58ff14f6e" /><Relationship Type="http://schemas.openxmlformats.org/officeDocument/2006/relationships/notesMaster" Target="/ppt/notesMasters/notesMaster1.xml" Id="R98b85c1a66ec46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8276a9ceb74c0e" /><Relationship Type="http://schemas.openxmlformats.org/officeDocument/2006/relationships/notesMaster" Target="/ppt/notesMasters/notesMaster1.xml" Id="Raa968516ef15465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2c25fff16b4526" /><Relationship Type="http://schemas.openxmlformats.org/officeDocument/2006/relationships/notesMaster" Target="/ppt/notesMasters/notesMaster1.xml" Id="R403695abfb8945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ce6d0e45ae4818" /><Relationship Type="http://schemas.openxmlformats.org/officeDocument/2006/relationships/notesMaster" Target="/ppt/notesMasters/notesMaster1.xml" Id="R062f7539db92460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be63d5d705246b0" /><Relationship Type="http://schemas.openxmlformats.org/officeDocument/2006/relationships/notesMaster" Target="/ppt/notesMasters/notesMaster1.xml" Id="Re8d53c1547bc48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73a66196b3e48ce" /><Relationship Type="http://schemas.openxmlformats.org/officeDocument/2006/relationships/notesMaster" Target="/ppt/notesMasters/notesMaster1.xml" Id="R68c84e5024c84fd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5078173d4b04472" /><Relationship Type="http://schemas.openxmlformats.org/officeDocument/2006/relationships/notesMaster" Target="/ppt/notesMasters/notesMaster1.xml" Id="Rbd3215084498478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73bb3d148f4588" /><Relationship Type="http://schemas.openxmlformats.org/officeDocument/2006/relationships/notesMaster" Target="/ppt/notesMasters/notesMaster1.xml" Id="R06065c58506d46b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da65cd96ea418a" /><Relationship Type="http://schemas.openxmlformats.org/officeDocument/2006/relationships/notesMaster" Target="/ppt/notesMasters/notesMaster1.xml" Id="R4fed6beb6461461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dcd66c51294eb1" /><Relationship Type="http://schemas.openxmlformats.org/officeDocument/2006/relationships/notesMaster" Target="/ppt/notesMasters/notesMaster1.xml" Id="R00b89179ab2e45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5de411f77046b9" /><Relationship Type="http://schemas.openxmlformats.org/officeDocument/2006/relationships/notesMaster" Target="/ppt/notesMasters/notesMaster1.xml" Id="Rd7850fdb0d3541b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ab050c6a85941e8" /><Relationship Type="http://schemas.openxmlformats.org/officeDocument/2006/relationships/notesMaster" Target="/ppt/notesMasters/notesMaster1.xml" Id="R5bc16c37c66047a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0f09890178d4b55" /><Relationship Type="http://schemas.openxmlformats.org/officeDocument/2006/relationships/notesMaster" Target="/ppt/notesMasters/notesMaster1.xml" Id="R0ba8fd5e9aef427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fd332dc2b8f4cf1" /><Relationship Type="http://schemas.openxmlformats.org/officeDocument/2006/relationships/notesMaster" Target="/ppt/notesMasters/notesMaster1.xml" Id="Rbe83f386bd8d4b8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eea38628a3544fe" /><Relationship Type="http://schemas.openxmlformats.org/officeDocument/2006/relationships/notesMaster" Target="/ppt/notesMasters/notesMaster1.xml" Id="R4972f03d2f1843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b3427cec97c4791" /><Relationship Type="http://schemas.openxmlformats.org/officeDocument/2006/relationships/notesMaster" Target="/ppt/notesMasters/notesMaster1.xml" Id="R7fd995752d24430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5c6cbb12a174976" /><Relationship Type="http://schemas.openxmlformats.org/officeDocument/2006/relationships/notesMaster" Target="/ppt/notesMasters/notesMaster1.xml" Id="R41d1688e867e416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df5718524394413" /><Relationship Type="http://schemas.openxmlformats.org/officeDocument/2006/relationships/notesMaster" Target="/ppt/notesMasters/notesMaster1.xml" Id="Rb004984fa12f4e0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ab42b973afd4eb0" /><Relationship Type="http://schemas.openxmlformats.org/officeDocument/2006/relationships/notesMaster" Target="/ppt/notesMasters/notesMaster1.xml" Id="R3c9aa233cb26457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7f7e23f6cb9453c" /><Relationship Type="http://schemas.openxmlformats.org/officeDocument/2006/relationships/notesMaster" Target="/ppt/notesMasters/notesMaster1.xml" Id="R9d3cee87e3fe4e9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0b96a43b2514cb7" /><Relationship Type="http://schemas.openxmlformats.org/officeDocument/2006/relationships/notesMaster" Target="/ppt/notesMasters/notesMaster1.xml" Id="R61b8f3af48ec4482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767d70f99924769" /><Relationship Type="http://schemas.openxmlformats.org/officeDocument/2006/relationships/notesMaster" Target="/ppt/notesMasters/notesMaster1.xml" Id="R3e7ce7b8d5a0479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f29dea6fc594d71" /><Relationship Type="http://schemas.openxmlformats.org/officeDocument/2006/relationships/notesMaster" Target="/ppt/notesMasters/notesMaster1.xml" Id="R190e8ae2a6fa4fc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aea99199e0b14b62" /><Relationship Type="http://schemas.openxmlformats.org/officeDocument/2006/relationships/notesMaster" Target="/ppt/notesMasters/notesMaster1.xml" Id="Rdd553e358f94445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d0a28b7c0f145b6" /><Relationship Type="http://schemas.openxmlformats.org/officeDocument/2006/relationships/notesMaster" Target="/ppt/notesMasters/notesMaster1.xml" Id="Rac3c033cbe6d4b2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13d8866ba2242c9" /><Relationship Type="http://schemas.openxmlformats.org/officeDocument/2006/relationships/notesMaster" Target="/ppt/notesMasters/notesMaster1.xml" Id="R266502b32b884d0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f5da4e39fe4432d" /><Relationship Type="http://schemas.openxmlformats.org/officeDocument/2006/relationships/notesMaster" Target="/ppt/notesMasters/notesMaster1.xml" Id="R3f37a7b8e872410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65bd9f399e649eb" /><Relationship Type="http://schemas.openxmlformats.org/officeDocument/2006/relationships/notesMaster" Target="/ppt/notesMasters/notesMaster1.xml" Id="R44bde2e27b40400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9a7e1bbdfd44137" /><Relationship Type="http://schemas.openxmlformats.org/officeDocument/2006/relationships/notesMaster" Target="/ppt/notesMasters/notesMaster1.xml" Id="Raea47a0172154a6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b203867fc074bed" /><Relationship Type="http://schemas.openxmlformats.org/officeDocument/2006/relationships/notesMaster" Target="/ppt/notesMasters/notesMaster1.xml" Id="R4a13fffc6f15441a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81a3260650954020" /><Relationship Type="http://schemas.openxmlformats.org/officeDocument/2006/relationships/notesMaster" Target="/ppt/notesMasters/notesMaster1.xml" Id="R318aaece84f6407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1c5154b65cd40c9" /><Relationship Type="http://schemas.openxmlformats.org/officeDocument/2006/relationships/notesMaster" Target="/ppt/notesMasters/notesMaster1.xml" Id="R5b63102603724d1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a3f2cdd7c744726" /><Relationship Type="http://schemas.openxmlformats.org/officeDocument/2006/relationships/notesMaster" Target="/ppt/notesMasters/notesMaster1.xml" Id="R91bfd444a33140b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1c2104c44b94a55" /><Relationship Type="http://schemas.openxmlformats.org/officeDocument/2006/relationships/notesMaster" Target="/ppt/notesMasters/notesMaster1.xml" Id="Rd3365f429508454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3940705f9e8c46be" /><Relationship Type="http://schemas.openxmlformats.org/officeDocument/2006/relationships/notesMaster" Target="/ppt/notesMasters/notesMaster1.xml" Id="R29a28dc74b934350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d2aa534440164802" /><Relationship Type="http://schemas.openxmlformats.org/officeDocument/2006/relationships/notesMaster" Target="/ppt/notesMasters/notesMaster1.xml" Id="Ra3178f4b4efd483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081ae491650477f" /><Relationship Type="http://schemas.openxmlformats.org/officeDocument/2006/relationships/notesMaster" Target="/ppt/notesMasters/notesMaster1.xml" Id="Rb867a779a75746bd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f6aa3b3a2e5b4cf5" /><Relationship Type="http://schemas.openxmlformats.org/officeDocument/2006/relationships/notesMaster" Target="/ppt/notesMasters/notesMaster1.xml" Id="R50fea7c6f119418a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a52b63ef8a84e49" /><Relationship Type="http://schemas.openxmlformats.org/officeDocument/2006/relationships/notesMaster" Target="/ppt/notesMasters/notesMaster1.xml" Id="R86804ed716ef45f9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1b6174508384f53" /><Relationship Type="http://schemas.openxmlformats.org/officeDocument/2006/relationships/notesMaster" Target="/ppt/notesMasters/notesMaster1.xml" Id="Rb09cb78f7fa94851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d77cd22581cf4e07" /><Relationship Type="http://schemas.openxmlformats.org/officeDocument/2006/relationships/notesMaster" Target="/ppt/notesMasters/notesMaster1.xml" Id="R90a184d000a94c4e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b5b7473b8124cec" /><Relationship Type="http://schemas.openxmlformats.org/officeDocument/2006/relationships/notesMaster" Target="/ppt/notesMasters/notesMaster1.xml" Id="Rd1d9d84111614c5f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7714de1e0e7a4a03" /><Relationship Type="http://schemas.openxmlformats.org/officeDocument/2006/relationships/notesMaster" Target="/ppt/notesMasters/notesMaster1.xml" Id="Rf07a1b3871fa42ee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8c6153faaa544b2" /><Relationship Type="http://schemas.openxmlformats.org/officeDocument/2006/relationships/notesMaster" Target="/ppt/notesMasters/notesMaster1.xml" Id="R2d0a24c9aaba4e96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5bcd6df714ef4751" /><Relationship Type="http://schemas.openxmlformats.org/officeDocument/2006/relationships/notesMaster" Target="/ppt/notesMasters/notesMaster1.xml" Id="R08a2f165fdf045f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25fef4381b514b5b" /><Relationship Type="http://schemas.openxmlformats.org/officeDocument/2006/relationships/notesMaster" Target="/ppt/notesMasters/notesMaster1.xml" Id="R3c82bec8af794ede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f4783c3846f4152" /><Relationship Type="http://schemas.openxmlformats.org/officeDocument/2006/relationships/notesMaster" Target="/ppt/notesMasters/notesMaster1.xml" Id="R8553acd5ce424e9b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5277851058040c8" /><Relationship Type="http://schemas.openxmlformats.org/officeDocument/2006/relationships/notesMaster" Target="/ppt/notesMasters/notesMaster1.xml" Id="R38dc0e7b79674d07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5807647bf5d2419d" /><Relationship Type="http://schemas.openxmlformats.org/officeDocument/2006/relationships/notesMaster" Target="/ppt/notesMasters/notesMaster1.xml" Id="R75467f97265f43d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c2343136d51f45de" /><Relationship Type="http://schemas.openxmlformats.org/officeDocument/2006/relationships/notesMaster" Target="/ppt/notesMasters/notesMaster1.xml" Id="Rd7e027ad40e94ccd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42437b6cbebd4533" /><Relationship Type="http://schemas.openxmlformats.org/officeDocument/2006/relationships/notesMaster" Target="/ppt/notesMasters/notesMaster1.xml" Id="R3f1e8babf5784d08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fe70e7b7f7364e7f" /><Relationship Type="http://schemas.openxmlformats.org/officeDocument/2006/relationships/notesMaster" Target="/ppt/notesMasters/notesMaster1.xml" Id="Rd14edaa7283643d9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4bfe57c7b2414233" /><Relationship Type="http://schemas.openxmlformats.org/officeDocument/2006/relationships/notesMaster" Target="/ppt/notesMasters/notesMaster1.xml" Id="R364c000704da48b7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1786080deb2842e5" /><Relationship Type="http://schemas.openxmlformats.org/officeDocument/2006/relationships/notesMaster" Target="/ppt/notesMasters/notesMaster1.xml" Id="R4937c79b3949403b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a02c9adb16fb4f37" /><Relationship Type="http://schemas.openxmlformats.org/officeDocument/2006/relationships/notesMaster" Target="/ppt/notesMasters/notesMaster1.xml" Id="Rc3d7741f53a6482f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de301c876f7e45a8" /><Relationship Type="http://schemas.openxmlformats.org/officeDocument/2006/relationships/notesMaster" Target="/ppt/notesMasters/notesMaster1.xml" Id="R0d199ddf06e84f14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aa0c859807ba4e9a" /><Relationship Type="http://schemas.openxmlformats.org/officeDocument/2006/relationships/notesMaster" Target="/ppt/notesMasters/notesMaster1.xml" Id="R38fb3067a5284908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0d1a90f3008e4d06" /><Relationship Type="http://schemas.openxmlformats.org/officeDocument/2006/relationships/notesMaster" Target="/ppt/notesMasters/notesMaster1.xml" Id="Rcc71f893d25a4f5d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4e7e8ef17add47ee" /><Relationship Type="http://schemas.openxmlformats.org/officeDocument/2006/relationships/notesMaster" Target="/ppt/notesMasters/notesMaster1.xml" Id="Rf8dee6aa6f7e45fd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03b48c15dbbb46ba" /><Relationship Type="http://schemas.openxmlformats.org/officeDocument/2006/relationships/notesMaster" Target="/ppt/notesMasters/notesMaster1.xml" Id="R2f61b327e0684121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22b2bc61a6c44abe" /><Relationship Type="http://schemas.openxmlformats.org/officeDocument/2006/relationships/notesMaster" Target="/ppt/notesMasters/notesMaster1.xml" Id="R3384993ebffc474e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cccd1988bf034ef4" /><Relationship Type="http://schemas.openxmlformats.org/officeDocument/2006/relationships/notesMaster" Target="/ppt/notesMasters/notesMaster1.xml" Id="Rd293b44e89b5418c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5eb2a6e8392644bd" /><Relationship Type="http://schemas.openxmlformats.org/officeDocument/2006/relationships/notesMaster" Target="/ppt/notesMasters/notesMaster1.xml" Id="R851615223011431a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7ddaeae875194392" /><Relationship Type="http://schemas.openxmlformats.org/officeDocument/2006/relationships/notesMaster" Target="/ppt/notesMasters/notesMaster1.xml" Id="R01b0335bf76f47aa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21fa288611d24153" /><Relationship Type="http://schemas.openxmlformats.org/officeDocument/2006/relationships/notesMaster" Target="/ppt/notesMasters/notesMaster1.xml" Id="R25425c911f864747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d375b3a7bfdb44c2" /><Relationship Type="http://schemas.openxmlformats.org/officeDocument/2006/relationships/notesMaster" Target="/ppt/notesMasters/notesMaster1.xml" Id="R6af85a1aba8b4e7a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ee827affd26040ef" /><Relationship Type="http://schemas.openxmlformats.org/officeDocument/2006/relationships/notesMaster" Target="/ppt/notesMasters/notesMaster1.xml" Id="Rc16570743e6c4cf3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8a0bec2965394713" /><Relationship Type="http://schemas.openxmlformats.org/officeDocument/2006/relationships/notesMaster" Target="/ppt/notesMasters/notesMaster1.xml" Id="Rf0ecf8ec7cb64571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63d4c5dc17ae4212" /><Relationship Type="http://schemas.openxmlformats.org/officeDocument/2006/relationships/notesMaster" Target="/ppt/notesMasters/notesMaster1.xml" Id="R49242c2c41744880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e084515ad1f44101" /><Relationship Type="http://schemas.openxmlformats.org/officeDocument/2006/relationships/notesMaster" Target="/ppt/notesMasters/notesMaster1.xml" Id="R3f32ded4808b472b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8e63d4a8d8194d5c" /><Relationship Type="http://schemas.openxmlformats.org/officeDocument/2006/relationships/notesMaster" Target="/ppt/notesMasters/notesMaster1.xml" Id="R45b8f2910eb5498f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d8dcc17694754645" /><Relationship Type="http://schemas.openxmlformats.org/officeDocument/2006/relationships/notesMaster" Target="/ppt/notesMasters/notesMaster1.xml" Id="Rddb8564424114b3b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385ec74fdfbb4fe4" /><Relationship Type="http://schemas.openxmlformats.org/officeDocument/2006/relationships/notesMaster" Target="/ppt/notesMasters/notesMaster1.xml" Id="R509839348e614e13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4c970d6d7c854f6b" /><Relationship Type="http://schemas.openxmlformats.org/officeDocument/2006/relationships/notesMaster" Target="/ppt/notesMasters/notesMaster1.xml" Id="R806da6248a55416b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1217b233b9c44af0" /><Relationship Type="http://schemas.openxmlformats.org/officeDocument/2006/relationships/notesMaster" Target="/ppt/notesMasters/notesMaster1.xml" Id="R3c6b89e986e64c26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30d6d5794a3a42f7" /><Relationship Type="http://schemas.openxmlformats.org/officeDocument/2006/relationships/notesMaster" Target="/ppt/notesMasters/notesMaster1.xml" Id="Rcd60b8795fb54c7b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04bcafd3e1b54bcb" /><Relationship Type="http://schemas.openxmlformats.org/officeDocument/2006/relationships/notesMaster" Target="/ppt/notesMasters/notesMaster1.xml" Id="R741ac66d17cd4e3a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5571ca6d1682404d" /><Relationship Type="http://schemas.openxmlformats.org/officeDocument/2006/relationships/notesMaster" Target="/ppt/notesMasters/notesMaster1.xml" Id="R46ff767151b34d14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7a05fc2c7e774f2f" /><Relationship Type="http://schemas.openxmlformats.org/officeDocument/2006/relationships/notesMaster" Target="/ppt/notesMasters/notesMaster1.xml" Id="R59b6e86ba847475d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91b3bd0ef0474d19" /><Relationship Type="http://schemas.openxmlformats.org/officeDocument/2006/relationships/notesMaster" Target="/ppt/notesMasters/notesMaster1.xml" Id="Rb805e8094a854bcd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ad326d89bb3d4413" /><Relationship Type="http://schemas.openxmlformats.org/officeDocument/2006/relationships/notesMaster" Target="/ppt/notesMasters/notesMaster1.xml" Id="Rb6754ec86b3d4faf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7075e5d54dd44710" /><Relationship Type="http://schemas.openxmlformats.org/officeDocument/2006/relationships/notesMaster" Target="/ppt/notesMasters/notesMaster1.xml" Id="Rc34ed632588443e1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5046778845e14ca8" /><Relationship Type="http://schemas.openxmlformats.org/officeDocument/2006/relationships/notesMaster" Target="/ppt/notesMasters/notesMaster1.xml" Id="R43f07efad55840a3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6612024a60034c59" /><Relationship Type="http://schemas.openxmlformats.org/officeDocument/2006/relationships/notesMaster" Target="/ppt/notesMasters/notesMaster1.xml" Id="Rcabe2e39b1584eb4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159e906e296d4787" /><Relationship Type="http://schemas.openxmlformats.org/officeDocument/2006/relationships/notesMaster" Target="/ppt/notesMasters/notesMaster1.xml" Id="Rcfa52b723abf4304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bc669d50ab614f86" /><Relationship Type="http://schemas.openxmlformats.org/officeDocument/2006/relationships/notesMaster" Target="/ppt/notesMasters/notesMaster1.xml" Id="R9b50d4675cc24656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e3c3f11d4f494703" /><Relationship Type="http://schemas.openxmlformats.org/officeDocument/2006/relationships/notesMaster" Target="/ppt/notesMasters/notesMaster1.xml" Id="R731dd66d91244216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748510761ea5461c" /><Relationship Type="http://schemas.openxmlformats.org/officeDocument/2006/relationships/notesMaster" Target="/ppt/notesMasters/notesMaster1.xml" Id="R4da29d08c5404aea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3cf8ce04c89343dc" /><Relationship Type="http://schemas.openxmlformats.org/officeDocument/2006/relationships/notesMaster" Target="/ppt/notesMasters/notesMaster1.xml" Id="Rc2577823c99a471a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b61c99b128a24c18" /><Relationship Type="http://schemas.openxmlformats.org/officeDocument/2006/relationships/notesMaster" Target="/ppt/notesMasters/notesMaster1.xml" Id="R263a90e0a6ff4b46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d46e886ccae245e0" /><Relationship Type="http://schemas.openxmlformats.org/officeDocument/2006/relationships/notesMaster" Target="/ppt/notesMasters/notesMaster1.xml" Id="R606b1efa26774c20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540b54c130094395" /><Relationship Type="http://schemas.openxmlformats.org/officeDocument/2006/relationships/notesMaster" Target="/ppt/notesMasters/notesMaster1.xml" Id="Ra135149410aa4ed3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efee111bc2b74c20" /><Relationship Type="http://schemas.openxmlformats.org/officeDocument/2006/relationships/notesMaster" Target="/ppt/notesMasters/notesMaster1.xml" Id="Rad35c663beda4724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c60f50b55dcd40a0" /><Relationship Type="http://schemas.openxmlformats.org/officeDocument/2006/relationships/notesMaster" Target="/ppt/notesMasters/notesMaster1.xml" Id="R935c789401cc4651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0dc749180eb84652" /><Relationship Type="http://schemas.openxmlformats.org/officeDocument/2006/relationships/notesMaster" Target="/ppt/notesMasters/notesMaster1.xml" Id="R35c6e3b88f4f4e1f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c2de6b5408334941" /><Relationship Type="http://schemas.openxmlformats.org/officeDocument/2006/relationships/notesMaster" Target="/ppt/notesMasters/notesMaster1.xml" Id="R8cbbdaaff34d4e65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6e7478dc3a8e4093" /><Relationship Type="http://schemas.openxmlformats.org/officeDocument/2006/relationships/notesMaster" Target="/ppt/notesMasters/notesMaster1.xml" Id="Rb4e3b8e940414b19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d82e8ccad4e54058" /><Relationship Type="http://schemas.openxmlformats.org/officeDocument/2006/relationships/notesMaster" Target="/ppt/notesMasters/notesMaster1.xml" Id="R30685d094ea546bd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1f38973c6f234303" /><Relationship Type="http://schemas.openxmlformats.org/officeDocument/2006/relationships/notesMaster" Target="/ppt/notesMasters/notesMaster1.xml" Id="R2fd1e200ab5f4a13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7abbf9b85a0e4f89" /><Relationship Type="http://schemas.openxmlformats.org/officeDocument/2006/relationships/notesMaster" Target="/ppt/notesMasters/notesMaster1.xml" Id="Rfd016967694b4687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9a2ff8eb8364436b" /><Relationship Type="http://schemas.openxmlformats.org/officeDocument/2006/relationships/notesMaster" Target="/ppt/notesMasters/notesMaster1.xml" Id="Rc3c4d376a52b456c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3ac9fd6b12054df4" /><Relationship Type="http://schemas.openxmlformats.org/officeDocument/2006/relationships/notesMaster" Target="/ppt/notesMasters/notesMaster1.xml" Id="Rc7eb65f2dc714262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68d90ad209a74537" /><Relationship Type="http://schemas.openxmlformats.org/officeDocument/2006/relationships/notesMaster" Target="/ppt/notesMasters/notesMaster1.xml" Id="R227b15ca35fe4c74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6376d766c8f74ba3" /><Relationship Type="http://schemas.openxmlformats.org/officeDocument/2006/relationships/notesMaster" Target="/ppt/notesMasters/notesMaster1.xml" Id="R496f16a6f6454f2b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277f497e1dae4686" /><Relationship Type="http://schemas.openxmlformats.org/officeDocument/2006/relationships/notesMaster" Target="/ppt/notesMasters/notesMaster1.xml" Id="Re6d0a0c71c3a4e7f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4b6a734518614c72" /><Relationship Type="http://schemas.openxmlformats.org/officeDocument/2006/relationships/notesMaster" Target="/ppt/notesMasters/notesMaster1.xml" Id="R3e03b11a764b43f3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928d7b8c97064471" /><Relationship Type="http://schemas.openxmlformats.org/officeDocument/2006/relationships/notesMaster" Target="/ppt/notesMasters/notesMaster1.xml" Id="Rf2322991bc5d43f9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774f80bffbc74456" /><Relationship Type="http://schemas.openxmlformats.org/officeDocument/2006/relationships/notesMaster" Target="/ppt/notesMasters/notesMaster1.xml" Id="R6bfb653437314d33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09eb48b7e45b4f5c" /><Relationship Type="http://schemas.openxmlformats.org/officeDocument/2006/relationships/notesMaster" Target="/ppt/notesMasters/notesMaster1.xml" Id="Rd9831214e0764d4f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c469918843eb449c" /><Relationship Type="http://schemas.openxmlformats.org/officeDocument/2006/relationships/notesMaster" Target="/ppt/notesMasters/notesMaster1.xml" Id="R3e03de2be37e4b68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05b4feb92de14e99" /><Relationship Type="http://schemas.openxmlformats.org/officeDocument/2006/relationships/notesMaster" Target="/ppt/notesMasters/notesMaster1.xml" Id="R76d23c0468114568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a8ee8c13ed764802" /><Relationship Type="http://schemas.openxmlformats.org/officeDocument/2006/relationships/notesMaster" Target="/ppt/notesMasters/notesMaster1.xml" Id="R53ed245f55a94eb0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01fa91806ab04b98" /><Relationship Type="http://schemas.openxmlformats.org/officeDocument/2006/relationships/notesMaster" Target="/ppt/notesMasters/notesMaster1.xml" Id="Rd253cd45ed124865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bfd000b17e3649dd" /><Relationship Type="http://schemas.openxmlformats.org/officeDocument/2006/relationships/notesMaster" Target="/ppt/notesMasters/notesMaster1.xml" Id="R9ab5103e210f4f57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ff839d4e88db4a17" /><Relationship Type="http://schemas.openxmlformats.org/officeDocument/2006/relationships/notesMaster" Target="/ppt/notesMasters/notesMaster1.xml" Id="R5341df78733c4d9b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f0266b0486494b62" /><Relationship Type="http://schemas.openxmlformats.org/officeDocument/2006/relationships/notesMaster" Target="/ppt/notesMasters/notesMaster1.xml" Id="Rd5ef53b09e614d03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660c9113587940c3" /><Relationship Type="http://schemas.openxmlformats.org/officeDocument/2006/relationships/notesMaster" Target="/ppt/notesMasters/notesMaster1.xml" Id="Rba91665a3579470d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44f38e22e4d34511" /><Relationship Type="http://schemas.openxmlformats.org/officeDocument/2006/relationships/notesMaster" Target="/ppt/notesMasters/notesMaster1.xml" Id="R360d9857d42f4d4d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0e6195d25af44377" /><Relationship Type="http://schemas.openxmlformats.org/officeDocument/2006/relationships/notesMaster" Target="/ppt/notesMasters/notesMaster1.xml" Id="R02845eefbf7d49c2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2518efd9cc7b453e" /><Relationship Type="http://schemas.openxmlformats.org/officeDocument/2006/relationships/notesMaster" Target="/ppt/notesMasters/notesMaster1.xml" Id="Rb81f99e3fb954d6d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e23eec67f05046b2" /><Relationship Type="http://schemas.openxmlformats.org/officeDocument/2006/relationships/notesMaster" Target="/ppt/notesMasters/notesMaster1.xml" Id="Rf917f5bdfe204645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1aca9f62e73246e0" /><Relationship Type="http://schemas.openxmlformats.org/officeDocument/2006/relationships/notesMaster" Target="/ppt/notesMasters/notesMaster1.xml" Id="Re82300480ee34a23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5c27833a03524d1e" /><Relationship Type="http://schemas.openxmlformats.org/officeDocument/2006/relationships/notesMaster" Target="/ppt/notesMasters/notesMaster1.xml" Id="Rfc8a9abb6a9c4389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8a59a7664a54462e" /><Relationship Type="http://schemas.openxmlformats.org/officeDocument/2006/relationships/notesMaster" Target="/ppt/notesMasters/notesMaster1.xml" Id="Rb1209fbdb551416f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fa3582c05e714ba7" /><Relationship Type="http://schemas.openxmlformats.org/officeDocument/2006/relationships/notesMaster" Target="/ppt/notesMasters/notesMaster1.xml" Id="R2ad0634067d647cf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26677455dc464f2c" /><Relationship Type="http://schemas.openxmlformats.org/officeDocument/2006/relationships/notesMaster" Target="/ppt/notesMasters/notesMaster1.xml" Id="R347e569aff3d4fab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6a74c0f61f514515" /><Relationship Type="http://schemas.openxmlformats.org/officeDocument/2006/relationships/notesMaster" Target="/ppt/notesMasters/notesMaster1.xml" Id="Rbb44fc6007fc4468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745e69a9f2fe435d" /><Relationship Type="http://schemas.openxmlformats.org/officeDocument/2006/relationships/notesMaster" Target="/ppt/notesMasters/notesMaster1.xml" Id="R3b54d02c6c5f47cb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f3a98eb0eb944bee" /><Relationship Type="http://schemas.openxmlformats.org/officeDocument/2006/relationships/notesMaster" Target="/ppt/notesMasters/notesMaster1.xml" Id="R4d01ce11e4654c66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127064d41da4453c" /><Relationship Type="http://schemas.openxmlformats.org/officeDocument/2006/relationships/notesMaster" Target="/ppt/notesMasters/notesMaster1.xml" Id="Rf3043e989b3d491d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6c6bc692015a4d8d" /><Relationship Type="http://schemas.openxmlformats.org/officeDocument/2006/relationships/notesMaster" Target="/ppt/notesMasters/notesMaster1.xml" Id="R5c42d776f9fe4d0e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02622ae1646a4a3d" /><Relationship Type="http://schemas.openxmlformats.org/officeDocument/2006/relationships/notesMaster" Target="/ppt/notesMasters/notesMaster1.xml" Id="Rcd7ff994b48a4929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5ab8de07bafb49b1" /><Relationship Type="http://schemas.openxmlformats.org/officeDocument/2006/relationships/notesMaster" Target="/ppt/notesMasters/notesMaster1.xml" Id="R4ff30b2209f34be8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c376d32b5d29454e" /><Relationship Type="http://schemas.openxmlformats.org/officeDocument/2006/relationships/notesMaster" Target="/ppt/notesMasters/notesMaster1.xml" Id="Rc7eb5f4052214cc9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2901a38b761448c3" /><Relationship Type="http://schemas.openxmlformats.org/officeDocument/2006/relationships/notesMaster" Target="/ppt/notesMasters/notesMaster1.xml" Id="Re944c380c926432c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d9d749c6401b48ea" /><Relationship Type="http://schemas.openxmlformats.org/officeDocument/2006/relationships/notesMaster" Target="/ppt/notesMasters/notesMaster1.xml" Id="R9e9756b2881f4517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e5054edd4b52473d" /><Relationship Type="http://schemas.openxmlformats.org/officeDocument/2006/relationships/notesMaster" Target="/ppt/notesMasters/notesMaster1.xml" Id="R0c16c9ebe1e5497b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bc21f0f8d9e043cc" /><Relationship Type="http://schemas.openxmlformats.org/officeDocument/2006/relationships/notesMaster" Target="/ppt/notesMasters/notesMaster1.xml" Id="R7baba315fd6c439a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a30e8759197e48e2" /><Relationship Type="http://schemas.openxmlformats.org/officeDocument/2006/relationships/notesMaster" Target="/ppt/notesMasters/notesMaster1.xml" Id="R1bb722b8d8c54785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75059709442d4df5" /><Relationship Type="http://schemas.openxmlformats.org/officeDocument/2006/relationships/notesMaster" Target="/ppt/notesMasters/notesMaster1.xml" Id="R0ff3f2829f2f48cc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eb9c8b9a5e554107" /><Relationship Type="http://schemas.openxmlformats.org/officeDocument/2006/relationships/notesMaster" Target="/ppt/notesMasters/notesMaster1.xml" Id="R94ad5976e005480d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ce20d712ffbc4764" /><Relationship Type="http://schemas.openxmlformats.org/officeDocument/2006/relationships/notesMaster" Target="/ppt/notesMasters/notesMaster1.xml" Id="R300c73444cb94ce5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a5694795f98a46ee" /><Relationship Type="http://schemas.openxmlformats.org/officeDocument/2006/relationships/notesMaster" Target="/ppt/notesMasters/notesMaster1.xml" Id="R8208d06f2da04423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b1b421f8ead6410e" /><Relationship Type="http://schemas.openxmlformats.org/officeDocument/2006/relationships/notesMaster" Target="/ppt/notesMasters/notesMaster1.xml" Id="R1c7187404b954a6e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e760502317644a13" /><Relationship Type="http://schemas.openxmlformats.org/officeDocument/2006/relationships/notesMaster" Target="/ppt/notesMasters/notesMaster1.xml" Id="R0262bc046a064e46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3b7ad5beef854ec8" /><Relationship Type="http://schemas.openxmlformats.org/officeDocument/2006/relationships/notesMaster" Target="/ppt/notesMasters/notesMaster1.xml" Id="R60be4364eebf4b5f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189b4cdd24144978" /><Relationship Type="http://schemas.openxmlformats.org/officeDocument/2006/relationships/notesMaster" Target="/ppt/notesMasters/notesMaster1.xml" Id="R8793354fedbc4f49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628766da41914ec6" /><Relationship Type="http://schemas.openxmlformats.org/officeDocument/2006/relationships/notesMaster" Target="/ppt/notesMasters/notesMaster1.xml" Id="R0a9ecb4047364705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191dff7450104988" /><Relationship Type="http://schemas.openxmlformats.org/officeDocument/2006/relationships/notesMaster" Target="/ppt/notesMasters/notesMaster1.xml" Id="R1d31913784a94808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28061c80c3b145f3" /><Relationship Type="http://schemas.openxmlformats.org/officeDocument/2006/relationships/notesMaster" Target="/ppt/notesMasters/notesMaster1.xml" Id="Rb701b699a4144abb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e7f532a187cc42a4" /><Relationship Type="http://schemas.openxmlformats.org/officeDocument/2006/relationships/notesMaster" Target="/ppt/notesMasters/notesMaster1.xml" Id="R5055946657c14fb0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65ce84566a424c29" /><Relationship Type="http://schemas.openxmlformats.org/officeDocument/2006/relationships/notesMaster" Target="/ppt/notesMasters/notesMaster1.xml" Id="Rfcbca60f82e2419d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bd109801868e40a2" /><Relationship Type="http://schemas.openxmlformats.org/officeDocument/2006/relationships/notesMaster" Target="/ppt/notesMasters/notesMaster1.xml" Id="Rbba2a09b5738485b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21727c11b9034009" /><Relationship Type="http://schemas.openxmlformats.org/officeDocument/2006/relationships/notesMaster" Target="/ppt/notesMasters/notesMaster1.xml" Id="Rb1ad475b09d3461b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22725df074d54baa" /><Relationship Type="http://schemas.openxmlformats.org/officeDocument/2006/relationships/notesMaster" Target="/ppt/notesMasters/notesMaster1.xml" Id="R1078902ee4fe4459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82df5dd2fa3941e8" /><Relationship Type="http://schemas.openxmlformats.org/officeDocument/2006/relationships/notesMaster" Target="/ppt/notesMasters/notesMaster1.xml" Id="Rc4ea323ae9284f60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1ee9971a29b348b2" /><Relationship Type="http://schemas.openxmlformats.org/officeDocument/2006/relationships/notesMaster" Target="/ppt/notesMasters/notesMaster1.xml" Id="R8adfc5496d1044a2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ee14781c62634db5" /><Relationship Type="http://schemas.openxmlformats.org/officeDocument/2006/relationships/notesMaster" Target="/ppt/notesMasters/notesMaster1.xml" Id="Rc156a6cd3756403d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451824a2f45a4fb7" /><Relationship Type="http://schemas.openxmlformats.org/officeDocument/2006/relationships/notesMaster" Target="/ppt/notesMasters/notesMaster1.xml" Id="Re186d3f65b464650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eb8ac4f01f45409b" /><Relationship Type="http://schemas.openxmlformats.org/officeDocument/2006/relationships/notesMaster" Target="/ppt/notesMasters/notesMaster1.xml" Id="R46f32e6178094b69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f9b9e9923db84c42" /><Relationship Type="http://schemas.openxmlformats.org/officeDocument/2006/relationships/notesMaster" Target="/ppt/notesMasters/notesMaster1.xml" Id="R40295e32abe64cec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f864b08941a74226" /><Relationship Type="http://schemas.openxmlformats.org/officeDocument/2006/relationships/notesMaster" Target="/ppt/notesMasters/notesMaster1.xml" Id="R95cf8129b2b24c13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7e6a8257f0dc4e1a" /><Relationship Type="http://schemas.openxmlformats.org/officeDocument/2006/relationships/notesMaster" Target="/ppt/notesMasters/notesMaster1.xml" Id="R0be97df021b2463f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abdedaf33062438f" /><Relationship Type="http://schemas.openxmlformats.org/officeDocument/2006/relationships/notesMaster" Target="/ppt/notesMasters/notesMaster1.xml" Id="Rc936d729ef814281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4fcd687f0f6d42c6" /><Relationship Type="http://schemas.openxmlformats.org/officeDocument/2006/relationships/notesMaster" Target="/ppt/notesMasters/notesMaster1.xml" Id="R29b78778064340c4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b2e2eabe8d5f4a0f" /><Relationship Type="http://schemas.openxmlformats.org/officeDocument/2006/relationships/notesMaster" Target="/ppt/notesMasters/notesMaster1.xml" Id="R4e612000a06d499b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4339a08519e241f9" /><Relationship Type="http://schemas.openxmlformats.org/officeDocument/2006/relationships/notesMaster" Target="/ppt/notesMasters/notesMaster1.xml" Id="R83467402bed3457e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06ab2f17322f4fd7" /><Relationship Type="http://schemas.openxmlformats.org/officeDocument/2006/relationships/notesMaster" Target="/ppt/notesMasters/notesMaster1.xml" Id="R41ccba0d66d742de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a10d239d3244419e" /><Relationship Type="http://schemas.openxmlformats.org/officeDocument/2006/relationships/notesMaster" Target="/ppt/notesMasters/notesMaster1.xml" Id="R029c2a606e704b0f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6660a207469f4772" /><Relationship Type="http://schemas.openxmlformats.org/officeDocument/2006/relationships/notesMaster" Target="/ppt/notesMasters/notesMaster1.xml" Id="Ra747b29ab06c4346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233134bf0f884b70" /><Relationship Type="http://schemas.openxmlformats.org/officeDocument/2006/relationships/notesMaster" Target="/ppt/notesMasters/notesMaster1.xml" Id="Ra786f0fde9434df8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5fdcc46aa2be4665" /><Relationship Type="http://schemas.openxmlformats.org/officeDocument/2006/relationships/notesMaster" Target="/ppt/notesMasters/notesMaster1.xml" Id="R0ce67262beb246cb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b857789dc3fe45f2" /><Relationship Type="http://schemas.openxmlformats.org/officeDocument/2006/relationships/notesMaster" Target="/ppt/notesMasters/notesMaster1.xml" Id="R17f4ccb299144f68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2aec0beccf8643e4" /><Relationship Type="http://schemas.openxmlformats.org/officeDocument/2006/relationships/notesMaster" Target="/ppt/notesMasters/notesMaster1.xml" Id="R1f53a58cb21d4cd7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8e08638d5e1343e0" /><Relationship Type="http://schemas.openxmlformats.org/officeDocument/2006/relationships/notesMaster" Target="/ppt/notesMasters/notesMaster1.xml" Id="R2cdf310194fc45e7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a23024bce93949bd" /><Relationship Type="http://schemas.openxmlformats.org/officeDocument/2006/relationships/notesMaster" Target="/ppt/notesMasters/notesMaster1.xml" Id="R144315c3bf6e4740" /></Relationships>
</file>

<file path=ppt/notesSlides/_rels/notesSlide177.xml.rels>&#65279;<?xml version="1.0" encoding="utf-8"?><Relationships xmlns="http://schemas.openxmlformats.org/package/2006/relationships"><Relationship Type="http://schemas.openxmlformats.org/officeDocument/2006/relationships/slide" Target="/ppt/slides/slide177.xml" Id="R4df11891bb9f4a03" /><Relationship Type="http://schemas.openxmlformats.org/officeDocument/2006/relationships/notesMaster" Target="/ppt/notesMasters/notesMaster1.xml" Id="Raea37324338746b7" /></Relationships>
</file>

<file path=ppt/notesSlides/_rels/notesSlide178.xml.rels>&#65279;<?xml version="1.0" encoding="utf-8"?><Relationships xmlns="http://schemas.openxmlformats.org/package/2006/relationships"><Relationship Type="http://schemas.openxmlformats.org/officeDocument/2006/relationships/slide" Target="/ppt/slides/slide178.xml" Id="R8fd6ea9db1f44b7a" /><Relationship Type="http://schemas.openxmlformats.org/officeDocument/2006/relationships/notesMaster" Target="/ppt/notesMasters/notesMaster1.xml" Id="Rcdc0d7a61ec74dfb" /></Relationships>
</file>

<file path=ppt/notesSlides/_rels/notesSlide179.xml.rels>&#65279;<?xml version="1.0" encoding="utf-8"?><Relationships xmlns="http://schemas.openxmlformats.org/package/2006/relationships"><Relationship Type="http://schemas.openxmlformats.org/officeDocument/2006/relationships/slide" Target="/ppt/slides/slide179.xml" Id="R70f564b741da4850" /><Relationship Type="http://schemas.openxmlformats.org/officeDocument/2006/relationships/notesMaster" Target="/ppt/notesMasters/notesMaster1.xml" Id="R5e14191504fa457c" /></Relationships>
</file>

<file path=ppt/notesSlides/_rels/notesSlide180.xml.rels>&#65279;<?xml version="1.0" encoding="utf-8"?><Relationships xmlns="http://schemas.openxmlformats.org/package/2006/relationships"><Relationship Type="http://schemas.openxmlformats.org/officeDocument/2006/relationships/slide" Target="/ppt/slides/slide180.xml" Id="R20be1a1ca749472a" /><Relationship Type="http://schemas.openxmlformats.org/officeDocument/2006/relationships/notesMaster" Target="/ppt/notesMasters/notesMaster1.xml" Id="Rb6284e7a29df4d44" /></Relationships>
</file>

<file path=ppt/notesSlides/_rels/notesSlide181.xml.rels>&#65279;<?xml version="1.0" encoding="utf-8"?><Relationships xmlns="http://schemas.openxmlformats.org/package/2006/relationships"><Relationship Type="http://schemas.openxmlformats.org/officeDocument/2006/relationships/slide" Target="/ppt/slides/slide181.xml" Id="R40e9fef2a8d04a0f" /><Relationship Type="http://schemas.openxmlformats.org/officeDocument/2006/relationships/notesMaster" Target="/ppt/notesMasters/notesMaster1.xml" Id="R5f2dd8aeae2340ea" /></Relationships>
</file>

<file path=ppt/notesSlides/_rels/notesSlide182.xml.rels>&#65279;<?xml version="1.0" encoding="utf-8"?><Relationships xmlns="http://schemas.openxmlformats.org/package/2006/relationships"><Relationship Type="http://schemas.openxmlformats.org/officeDocument/2006/relationships/slide" Target="/ppt/slides/slide182.xml" Id="R8c47245ec2d24c3b" /><Relationship Type="http://schemas.openxmlformats.org/officeDocument/2006/relationships/notesMaster" Target="/ppt/notesMasters/notesMaster1.xml" Id="Rba9fd2809c6645e5" /></Relationships>
</file>

<file path=ppt/notesSlides/_rels/notesSlide183.xml.rels>&#65279;<?xml version="1.0" encoding="utf-8"?><Relationships xmlns="http://schemas.openxmlformats.org/package/2006/relationships"><Relationship Type="http://schemas.openxmlformats.org/officeDocument/2006/relationships/slide" Target="/ppt/slides/slide183.xml" Id="Rd5d31522a2a6467f" /><Relationship Type="http://schemas.openxmlformats.org/officeDocument/2006/relationships/notesMaster" Target="/ppt/notesMasters/notesMaster1.xml" Id="R98826caf46304265" /></Relationships>
</file>

<file path=ppt/notesSlides/_rels/notesSlide184.xml.rels>&#65279;<?xml version="1.0" encoding="utf-8"?><Relationships xmlns="http://schemas.openxmlformats.org/package/2006/relationships"><Relationship Type="http://schemas.openxmlformats.org/officeDocument/2006/relationships/slide" Target="/ppt/slides/slide184.xml" Id="Re23cc99ce92f462e" /><Relationship Type="http://schemas.openxmlformats.org/officeDocument/2006/relationships/notesMaster" Target="/ppt/notesMasters/notesMaster1.xml" Id="Rf85534c3b9244a87" /></Relationships>
</file>

<file path=ppt/notesSlides/_rels/notesSlide185.xml.rels>&#65279;<?xml version="1.0" encoding="utf-8"?><Relationships xmlns="http://schemas.openxmlformats.org/package/2006/relationships"><Relationship Type="http://schemas.openxmlformats.org/officeDocument/2006/relationships/slide" Target="/ppt/slides/slide185.xml" Id="R20b683329151456b" /><Relationship Type="http://schemas.openxmlformats.org/officeDocument/2006/relationships/notesMaster" Target="/ppt/notesMasters/notesMaster1.xml" Id="R628bd723479b4976" /></Relationships>
</file>

<file path=ppt/notesSlides/_rels/notesSlide186.xml.rels>&#65279;<?xml version="1.0" encoding="utf-8"?><Relationships xmlns="http://schemas.openxmlformats.org/package/2006/relationships"><Relationship Type="http://schemas.openxmlformats.org/officeDocument/2006/relationships/slide" Target="/ppt/slides/slide186.xml" Id="Rf7a04a6298dc4fb1" /><Relationship Type="http://schemas.openxmlformats.org/officeDocument/2006/relationships/notesMaster" Target="/ppt/notesMasters/notesMaster1.xml" Id="R85b5183fc2304f10" /></Relationships>
</file>

<file path=ppt/notesSlides/_rels/notesSlide187.xml.rels>&#65279;<?xml version="1.0" encoding="utf-8"?><Relationships xmlns="http://schemas.openxmlformats.org/package/2006/relationships"><Relationship Type="http://schemas.openxmlformats.org/officeDocument/2006/relationships/slide" Target="/ppt/slides/slide187.xml" Id="R3f06713df99f4522" /><Relationship Type="http://schemas.openxmlformats.org/officeDocument/2006/relationships/notesMaster" Target="/ppt/notesMasters/notesMaster1.xml" Id="Rd3212c36df7a479f" /></Relationships>
</file>

<file path=ppt/notesSlides/_rels/notesSlide188.xml.rels>&#65279;<?xml version="1.0" encoding="utf-8"?><Relationships xmlns="http://schemas.openxmlformats.org/package/2006/relationships"><Relationship Type="http://schemas.openxmlformats.org/officeDocument/2006/relationships/slide" Target="/ppt/slides/slide188.xml" Id="R98f7d9fd8001450a" /><Relationship Type="http://schemas.openxmlformats.org/officeDocument/2006/relationships/notesMaster" Target="/ppt/notesMasters/notesMaster1.xml" Id="R2450cac696f94e5a" /></Relationships>
</file>

<file path=ppt/notesSlides/_rels/notesSlide189.xml.rels>&#65279;<?xml version="1.0" encoding="utf-8"?><Relationships xmlns="http://schemas.openxmlformats.org/package/2006/relationships"><Relationship Type="http://schemas.openxmlformats.org/officeDocument/2006/relationships/slide" Target="/ppt/slides/slide189.xml" Id="R0a222bb57d9c41ab" /><Relationship Type="http://schemas.openxmlformats.org/officeDocument/2006/relationships/notesMaster" Target="/ppt/notesMasters/notesMaster1.xml" Id="Rc09003d92f0f4390" /></Relationships>
</file>

<file path=ppt/notesSlides/_rels/notesSlide190.xml.rels>&#65279;<?xml version="1.0" encoding="utf-8"?><Relationships xmlns="http://schemas.openxmlformats.org/package/2006/relationships"><Relationship Type="http://schemas.openxmlformats.org/officeDocument/2006/relationships/slide" Target="/ppt/slides/slide190.xml" Id="Rc97d3ba8017f4a93" /><Relationship Type="http://schemas.openxmlformats.org/officeDocument/2006/relationships/notesMaster" Target="/ppt/notesMasters/notesMaster1.xml" Id="R25ba3b28013345e7" /></Relationships>
</file>

<file path=ppt/notesSlides/_rels/notesSlide191.xml.rels>&#65279;<?xml version="1.0" encoding="utf-8"?><Relationships xmlns="http://schemas.openxmlformats.org/package/2006/relationships"><Relationship Type="http://schemas.openxmlformats.org/officeDocument/2006/relationships/slide" Target="/ppt/slides/slide191.xml" Id="R6c8ea666cfd6461e" /><Relationship Type="http://schemas.openxmlformats.org/officeDocument/2006/relationships/notesMaster" Target="/ppt/notesMasters/notesMaster1.xml" Id="Rf8f5baaed346431c" /></Relationships>
</file>

<file path=ppt/notesSlides/_rels/notesSlide192.xml.rels>&#65279;<?xml version="1.0" encoding="utf-8"?><Relationships xmlns="http://schemas.openxmlformats.org/package/2006/relationships"><Relationship Type="http://schemas.openxmlformats.org/officeDocument/2006/relationships/slide" Target="/ppt/slides/slide192.xml" Id="Ra5361980c9f1440d" /><Relationship Type="http://schemas.openxmlformats.org/officeDocument/2006/relationships/notesMaster" Target="/ppt/notesMasters/notesMaster1.xml" Id="R841ecce6ccab4a60" /></Relationships>
</file>

<file path=ppt/notesSlides/_rels/notesSlide193.xml.rels>&#65279;<?xml version="1.0" encoding="utf-8"?><Relationships xmlns="http://schemas.openxmlformats.org/package/2006/relationships"><Relationship Type="http://schemas.openxmlformats.org/officeDocument/2006/relationships/slide" Target="/ppt/slides/slide193.xml" Id="R5f4c1a2ae0f84ff4" /><Relationship Type="http://schemas.openxmlformats.org/officeDocument/2006/relationships/notesMaster" Target="/ppt/notesMasters/notesMaster1.xml" Id="R56bf104b66d244ff" /></Relationships>
</file>

<file path=ppt/notesSlides/_rels/notesSlide194.xml.rels>&#65279;<?xml version="1.0" encoding="utf-8"?><Relationships xmlns="http://schemas.openxmlformats.org/package/2006/relationships"><Relationship Type="http://schemas.openxmlformats.org/officeDocument/2006/relationships/slide" Target="/ppt/slides/slide194.xml" Id="R2d79728d0bbc4f4b" /><Relationship Type="http://schemas.openxmlformats.org/officeDocument/2006/relationships/notesMaster" Target="/ppt/notesMasters/notesMaster1.xml" Id="R01bd1ecbee034936" /></Relationships>
</file>

<file path=ppt/notesSlides/_rels/notesSlide195.xml.rels>&#65279;<?xml version="1.0" encoding="utf-8"?><Relationships xmlns="http://schemas.openxmlformats.org/package/2006/relationships"><Relationship Type="http://schemas.openxmlformats.org/officeDocument/2006/relationships/slide" Target="/ppt/slides/slide195.xml" Id="R0ba518baf4ea483b" /><Relationship Type="http://schemas.openxmlformats.org/officeDocument/2006/relationships/notesMaster" Target="/ppt/notesMasters/notesMaster1.xml" Id="R76bdf1c414d04355" /></Relationships>
</file>

<file path=ppt/notesSlides/_rels/notesSlide196.xml.rels>&#65279;<?xml version="1.0" encoding="utf-8"?><Relationships xmlns="http://schemas.openxmlformats.org/package/2006/relationships"><Relationship Type="http://schemas.openxmlformats.org/officeDocument/2006/relationships/slide" Target="/ppt/slides/slide196.xml" Id="Rfd4d07f402694277" /><Relationship Type="http://schemas.openxmlformats.org/officeDocument/2006/relationships/notesMaster" Target="/ppt/notesMasters/notesMaster1.xml" Id="R70343e5477854400" /></Relationships>
</file>

<file path=ppt/notesSlides/_rels/notesSlide197.xml.rels>&#65279;<?xml version="1.0" encoding="utf-8"?><Relationships xmlns="http://schemas.openxmlformats.org/package/2006/relationships"><Relationship Type="http://schemas.openxmlformats.org/officeDocument/2006/relationships/slide" Target="/ppt/slides/slide197.xml" Id="R55e46fd680d844e4" /><Relationship Type="http://schemas.openxmlformats.org/officeDocument/2006/relationships/notesMaster" Target="/ppt/notesMasters/notesMaster1.xml" Id="R7549ea96eb274b48" /></Relationships>
</file>

<file path=ppt/notesSlides/_rels/notesSlide198.xml.rels>&#65279;<?xml version="1.0" encoding="utf-8"?><Relationships xmlns="http://schemas.openxmlformats.org/package/2006/relationships"><Relationship Type="http://schemas.openxmlformats.org/officeDocument/2006/relationships/slide" Target="/ppt/slides/slide198.xml" Id="R46cb420c25ac4e25" /><Relationship Type="http://schemas.openxmlformats.org/officeDocument/2006/relationships/notesMaster" Target="/ppt/notesMasters/notesMaster1.xml" Id="R54fd0ce24e4245d7" /></Relationships>
</file>

<file path=ppt/notesSlides/_rels/notesSlide199.xml.rels>&#65279;<?xml version="1.0" encoding="utf-8"?><Relationships xmlns="http://schemas.openxmlformats.org/package/2006/relationships"><Relationship Type="http://schemas.openxmlformats.org/officeDocument/2006/relationships/slide" Target="/ppt/slides/slide199.xml" Id="R9e1548756c1d48f8" /><Relationship Type="http://schemas.openxmlformats.org/officeDocument/2006/relationships/notesMaster" Target="/ppt/notesMasters/notesMaster1.xml" Id="R3eaf65f921c44db7" /></Relationships>
</file>

<file path=ppt/notesSlides/_rels/notesSlide200.xml.rels>&#65279;<?xml version="1.0" encoding="utf-8"?><Relationships xmlns="http://schemas.openxmlformats.org/package/2006/relationships"><Relationship Type="http://schemas.openxmlformats.org/officeDocument/2006/relationships/slide" Target="/ppt/slides/slide200.xml" Id="Rfe6eec1b51d34679" /><Relationship Type="http://schemas.openxmlformats.org/officeDocument/2006/relationships/notesMaster" Target="/ppt/notesMasters/notesMaster1.xml" Id="R17cae4f3e50046ff" /></Relationships>
</file>

<file path=ppt/notesSlides/_rels/notesSlide201.xml.rels>&#65279;<?xml version="1.0" encoding="utf-8"?><Relationships xmlns="http://schemas.openxmlformats.org/package/2006/relationships"><Relationship Type="http://schemas.openxmlformats.org/officeDocument/2006/relationships/slide" Target="/ppt/slides/slide201.xml" Id="Rb5ddc7859ed84f86" /><Relationship Type="http://schemas.openxmlformats.org/officeDocument/2006/relationships/notesMaster" Target="/ppt/notesMasters/notesMaster1.xml" Id="Rfdeeda8be76a4bdb" /></Relationships>
</file>

<file path=ppt/notesSlides/_rels/notesSlide202.xml.rels>&#65279;<?xml version="1.0" encoding="utf-8"?><Relationships xmlns="http://schemas.openxmlformats.org/package/2006/relationships"><Relationship Type="http://schemas.openxmlformats.org/officeDocument/2006/relationships/slide" Target="/ppt/slides/slide202.xml" Id="Rcdd159ebf7c04ec4" /><Relationship Type="http://schemas.openxmlformats.org/officeDocument/2006/relationships/notesMaster" Target="/ppt/notesMasters/notesMaster1.xml" Id="R3cf04c12c4cc4e3a" /></Relationships>
</file>

<file path=ppt/notesSlides/_rels/notesSlide203.xml.rels>&#65279;<?xml version="1.0" encoding="utf-8"?><Relationships xmlns="http://schemas.openxmlformats.org/package/2006/relationships"><Relationship Type="http://schemas.openxmlformats.org/officeDocument/2006/relationships/slide" Target="/ppt/slides/slide203.xml" Id="R3f690de217c24321" /><Relationship Type="http://schemas.openxmlformats.org/officeDocument/2006/relationships/notesMaster" Target="/ppt/notesMasters/notesMaster1.xml" Id="R084d841c607b4fd7" /></Relationships>
</file>

<file path=ppt/notesSlides/_rels/notesSlide204.xml.rels>&#65279;<?xml version="1.0" encoding="utf-8"?><Relationships xmlns="http://schemas.openxmlformats.org/package/2006/relationships"><Relationship Type="http://schemas.openxmlformats.org/officeDocument/2006/relationships/slide" Target="/ppt/slides/slide204.xml" Id="R4a91264794134546" /><Relationship Type="http://schemas.openxmlformats.org/officeDocument/2006/relationships/notesMaster" Target="/ppt/notesMasters/notesMaster1.xml" Id="Re4ff80951dff4f80" /></Relationships>
</file>

<file path=ppt/notesSlides/_rels/notesSlide205.xml.rels>&#65279;<?xml version="1.0" encoding="utf-8"?><Relationships xmlns="http://schemas.openxmlformats.org/package/2006/relationships"><Relationship Type="http://schemas.openxmlformats.org/officeDocument/2006/relationships/slide" Target="/ppt/slides/slide205.xml" Id="Rfe999fd679074fe8" /><Relationship Type="http://schemas.openxmlformats.org/officeDocument/2006/relationships/notesMaster" Target="/ppt/notesMasters/notesMaster1.xml" Id="R35cce92581054fab" /></Relationships>
</file>

<file path=ppt/notesSlides/_rels/notesSlide206.xml.rels>&#65279;<?xml version="1.0" encoding="utf-8"?><Relationships xmlns="http://schemas.openxmlformats.org/package/2006/relationships"><Relationship Type="http://schemas.openxmlformats.org/officeDocument/2006/relationships/slide" Target="/ppt/slides/slide206.xml" Id="R803053af2fbe4ce2" /><Relationship Type="http://schemas.openxmlformats.org/officeDocument/2006/relationships/notesMaster" Target="/ppt/notesMasters/notesMaster1.xml" Id="Rf151ff806e2f41bc" /></Relationships>
</file>

<file path=ppt/notesSlides/_rels/notesSlide207.xml.rels>&#65279;<?xml version="1.0" encoding="utf-8"?><Relationships xmlns="http://schemas.openxmlformats.org/package/2006/relationships"><Relationship Type="http://schemas.openxmlformats.org/officeDocument/2006/relationships/slide" Target="/ppt/slides/slide207.xml" Id="R463d9965fddc4143" /><Relationship Type="http://schemas.openxmlformats.org/officeDocument/2006/relationships/notesMaster" Target="/ppt/notesMasters/notesMaster1.xml" Id="R4e658f3e32304cf1" /></Relationships>
</file>

<file path=ppt/notesSlides/_rels/notesSlide208.xml.rels>&#65279;<?xml version="1.0" encoding="utf-8"?><Relationships xmlns="http://schemas.openxmlformats.org/package/2006/relationships"><Relationship Type="http://schemas.openxmlformats.org/officeDocument/2006/relationships/slide" Target="/ppt/slides/slide208.xml" Id="Re92ca43f05204a8d" /><Relationship Type="http://schemas.openxmlformats.org/officeDocument/2006/relationships/notesMaster" Target="/ppt/notesMasters/notesMaster1.xml" Id="R185a3bbde2534cb9" /></Relationships>
</file>

<file path=ppt/notesSlides/_rels/notesSlide209.xml.rels>&#65279;<?xml version="1.0" encoding="utf-8"?><Relationships xmlns="http://schemas.openxmlformats.org/package/2006/relationships"><Relationship Type="http://schemas.openxmlformats.org/officeDocument/2006/relationships/slide" Target="/ppt/slides/slide209.xml" Id="R97bd26c746d84750" /><Relationship Type="http://schemas.openxmlformats.org/officeDocument/2006/relationships/notesMaster" Target="/ppt/notesMasters/notesMaster1.xml" Id="R309f737ab68d4e86" /></Relationships>
</file>

<file path=ppt/notesSlides/_rels/notesSlide210.xml.rels>&#65279;<?xml version="1.0" encoding="utf-8"?><Relationships xmlns="http://schemas.openxmlformats.org/package/2006/relationships"><Relationship Type="http://schemas.openxmlformats.org/officeDocument/2006/relationships/slide" Target="/ppt/slides/slide210.xml" Id="Rbbaab057bdb043c0" /><Relationship Type="http://schemas.openxmlformats.org/officeDocument/2006/relationships/notesMaster" Target="/ppt/notesMasters/notesMaster1.xml" Id="R2c53cdc604d64471" /></Relationships>
</file>

<file path=ppt/notesSlides/_rels/notesSlide211.xml.rels>&#65279;<?xml version="1.0" encoding="utf-8"?><Relationships xmlns="http://schemas.openxmlformats.org/package/2006/relationships"><Relationship Type="http://schemas.openxmlformats.org/officeDocument/2006/relationships/slide" Target="/ppt/slides/slide211.xml" Id="Re62a327625054f9a" /><Relationship Type="http://schemas.openxmlformats.org/officeDocument/2006/relationships/notesMaster" Target="/ppt/notesMasters/notesMaster1.xml" Id="R76da4b5b50d447dc" /></Relationships>
</file>

<file path=ppt/notesSlides/_rels/notesSlide212.xml.rels>&#65279;<?xml version="1.0" encoding="utf-8"?><Relationships xmlns="http://schemas.openxmlformats.org/package/2006/relationships"><Relationship Type="http://schemas.openxmlformats.org/officeDocument/2006/relationships/slide" Target="/ppt/slides/slide212.xml" Id="Raf3d31e345f642c6" /><Relationship Type="http://schemas.openxmlformats.org/officeDocument/2006/relationships/notesMaster" Target="/ppt/notesMasters/notesMaster1.xml" Id="R0185efd4c26a4e7f" /></Relationships>
</file>

<file path=ppt/notesSlides/_rels/notesSlide213.xml.rels>&#65279;<?xml version="1.0" encoding="utf-8"?><Relationships xmlns="http://schemas.openxmlformats.org/package/2006/relationships"><Relationship Type="http://schemas.openxmlformats.org/officeDocument/2006/relationships/slide" Target="/ppt/slides/slide213.xml" Id="R600ca2eef6c14923" /><Relationship Type="http://schemas.openxmlformats.org/officeDocument/2006/relationships/notesMaster" Target="/ppt/notesMasters/notesMaster1.xml" Id="R7ce1572ee54947ef" /></Relationships>
</file>

<file path=ppt/notesSlides/_rels/notesSlide214.xml.rels>&#65279;<?xml version="1.0" encoding="utf-8"?><Relationships xmlns="http://schemas.openxmlformats.org/package/2006/relationships"><Relationship Type="http://schemas.openxmlformats.org/officeDocument/2006/relationships/slide" Target="/ppt/slides/slide214.xml" Id="R3efc97510e2f43ca" /><Relationship Type="http://schemas.openxmlformats.org/officeDocument/2006/relationships/notesMaster" Target="/ppt/notesMasters/notesMaster1.xml" Id="R743fc3b013194131" /></Relationships>
</file>

<file path=ppt/notesSlides/_rels/notesSlide215.xml.rels>&#65279;<?xml version="1.0" encoding="utf-8"?><Relationships xmlns="http://schemas.openxmlformats.org/package/2006/relationships"><Relationship Type="http://schemas.openxmlformats.org/officeDocument/2006/relationships/slide" Target="/ppt/slides/slide215.xml" Id="Rc0482835acf84043" /><Relationship Type="http://schemas.openxmlformats.org/officeDocument/2006/relationships/notesMaster" Target="/ppt/notesMasters/notesMaster1.xml" Id="Rde57b7e41b0d4cf5" /></Relationships>
</file>

<file path=ppt/notesSlides/_rels/notesSlide216.xml.rels>&#65279;<?xml version="1.0" encoding="utf-8"?><Relationships xmlns="http://schemas.openxmlformats.org/package/2006/relationships"><Relationship Type="http://schemas.openxmlformats.org/officeDocument/2006/relationships/slide" Target="/ppt/slides/slide216.xml" Id="R9e72442afb364fdf" /><Relationship Type="http://schemas.openxmlformats.org/officeDocument/2006/relationships/notesMaster" Target="/ppt/notesMasters/notesMaster1.xml" Id="R912cb69d7fba48ae" /></Relationships>
</file>

<file path=ppt/notesSlides/_rels/notesSlide217.xml.rels>&#65279;<?xml version="1.0" encoding="utf-8"?><Relationships xmlns="http://schemas.openxmlformats.org/package/2006/relationships"><Relationship Type="http://schemas.openxmlformats.org/officeDocument/2006/relationships/slide" Target="/ppt/slides/slide217.xml" Id="Ra6482274d4b942d0" /><Relationship Type="http://schemas.openxmlformats.org/officeDocument/2006/relationships/notesMaster" Target="/ppt/notesMasters/notesMaster1.xml" Id="R7c16cfe0952b4c14" /></Relationships>
</file>

<file path=ppt/notesSlides/_rels/notesSlide218.xml.rels>&#65279;<?xml version="1.0" encoding="utf-8"?><Relationships xmlns="http://schemas.openxmlformats.org/package/2006/relationships"><Relationship Type="http://schemas.openxmlformats.org/officeDocument/2006/relationships/slide" Target="/ppt/slides/slide218.xml" Id="R8a047705adff41f5" /><Relationship Type="http://schemas.openxmlformats.org/officeDocument/2006/relationships/notesMaster" Target="/ppt/notesMasters/notesMaster1.xml" Id="R8d5891b6ca2b4b83" /></Relationships>
</file>

<file path=ppt/notesSlides/_rels/notesSlide219.xml.rels>&#65279;<?xml version="1.0" encoding="utf-8"?><Relationships xmlns="http://schemas.openxmlformats.org/package/2006/relationships"><Relationship Type="http://schemas.openxmlformats.org/officeDocument/2006/relationships/slide" Target="/ppt/slides/slide219.xml" Id="R15180fa0cb1d4137" /><Relationship Type="http://schemas.openxmlformats.org/officeDocument/2006/relationships/notesMaster" Target="/ppt/notesMasters/notesMaster1.xml" Id="Rc5c9e71eaf044c43" /></Relationships>
</file>

<file path=ppt/notesSlides/_rels/notesSlide220.xml.rels>&#65279;<?xml version="1.0" encoding="utf-8"?><Relationships xmlns="http://schemas.openxmlformats.org/package/2006/relationships"><Relationship Type="http://schemas.openxmlformats.org/officeDocument/2006/relationships/slide" Target="/ppt/slides/slide220.xml" Id="R226a08bc5c824c06" /><Relationship Type="http://schemas.openxmlformats.org/officeDocument/2006/relationships/notesMaster" Target="/ppt/notesMasters/notesMaster1.xml" Id="Rcffae02e60354e94" /></Relationships>
</file>

<file path=ppt/notesSlides/_rels/notesSlide221.xml.rels>&#65279;<?xml version="1.0" encoding="utf-8"?><Relationships xmlns="http://schemas.openxmlformats.org/package/2006/relationships"><Relationship Type="http://schemas.openxmlformats.org/officeDocument/2006/relationships/slide" Target="/ppt/slides/slide221.xml" Id="R19629f00d17b4bd5" /><Relationship Type="http://schemas.openxmlformats.org/officeDocument/2006/relationships/notesMaster" Target="/ppt/notesMasters/notesMaster1.xml" Id="R27aad207900747ef" /></Relationships>
</file>

<file path=ppt/notesSlides/_rels/notesSlide222.xml.rels>&#65279;<?xml version="1.0" encoding="utf-8"?><Relationships xmlns="http://schemas.openxmlformats.org/package/2006/relationships"><Relationship Type="http://schemas.openxmlformats.org/officeDocument/2006/relationships/slide" Target="/ppt/slides/slide222.xml" Id="R78a939c7bfe54a5c" /><Relationship Type="http://schemas.openxmlformats.org/officeDocument/2006/relationships/notesMaster" Target="/ppt/notesMasters/notesMaster1.xml" Id="Rea205006d625409b" /></Relationships>
</file>

<file path=ppt/notesSlides/_rels/notesSlide223.xml.rels>&#65279;<?xml version="1.0" encoding="utf-8"?><Relationships xmlns="http://schemas.openxmlformats.org/package/2006/relationships"><Relationship Type="http://schemas.openxmlformats.org/officeDocument/2006/relationships/slide" Target="/ppt/slides/slide223.xml" Id="Rb7c7631fbe4f4a63" /><Relationship Type="http://schemas.openxmlformats.org/officeDocument/2006/relationships/notesMaster" Target="/ppt/notesMasters/notesMaster1.xml" Id="R4c7cb9939483422b" /></Relationships>
</file>

<file path=ppt/notesSlides/_rels/notesSlide224.xml.rels>&#65279;<?xml version="1.0" encoding="utf-8"?><Relationships xmlns="http://schemas.openxmlformats.org/package/2006/relationships"><Relationship Type="http://schemas.openxmlformats.org/officeDocument/2006/relationships/slide" Target="/ppt/slides/slide224.xml" Id="R45f857a0fffe41a1" /><Relationship Type="http://schemas.openxmlformats.org/officeDocument/2006/relationships/notesMaster" Target="/ppt/notesMasters/notesMaster1.xml" Id="R3ff4d9efdfd3435c" /></Relationships>
</file>

<file path=ppt/notesSlides/_rels/notesSlide225.xml.rels>&#65279;<?xml version="1.0" encoding="utf-8"?><Relationships xmlns="http://schemas.openxmlformats.org/package/2006/relationships"><Relationship Type="http://schemas.openxmlformats.org/officeDocument/2006/relationships/slide" Target="/ppt/slides/slide225.xml" Id="R9c5ad9fdfc204cbf" /><Relationship Type="http://schemas.openxmlformats.org/officeDocument/2006/relationships/notesMaster" Target="/ppt/notesMasters/notesMaster1.xml" Id="R79a2e3019548401b" /></Relationships>
</file>

<file path=ppt/notesSlides/_rels/notesSlide226.xml.rels>&#65279;<?xml version="1.0" encoding="utf-8"?><Relationships xmlns="http://schemas.openxmlformats.org/package/2006/relationships"><Relationship Type="http://schemas.openxmlformats.org/officeDocument/2006/relationships/slide" Target="/ppt/slides/slide226.xml" Id="R96a63a99424b417c" /><Relationship Type="http://schemas.openxmlformats.org/officeDocument/2006/relationships/notesMaster" Target="/ppt/notesMasters/notesMaster1.xml" Id="R620e8bba4da744d7" /></Relationships>
</file>

<file path=ppt/notesSlides/_rels/notesSlide227.xml.rels>&#65279;<?xml version="1.0" encoding="utf-8"?><Relationships xmlns="http://schemas.openxmlformats.org/package/2006/relationships"><Relationship Type="http://schemas.openxmlformats.org/officeDocument/2006/relationships/slide" Target="/ppt/slides/slide227.xml" Id="R1a25ce6948e543b9" /><Relationship Type="http://schemas.openxmlformats.org/officeDocument/2006/relationships/notesMaster" Target="/ppt/notesMasters/notesMaster1.xml" Id="Rfffaba04662c4925" /></Relationships>
</file>

<file path=ppt/notesSlides/_rels/notesSlide228.xml.rels>&#65279;<?xml version="1.0" encoding="utf-8"?><Relationships xmlns="http://schemas.openxmlformats.org/package/2006/relationships"><Relationship Type="http://schemas.openxmlformats.org/officeDocument/2006/relationships/slide" Target="/ppt/slides/slide228.xml" Id="R3faf6ed4a9d2449a" /><Relationship Type="http://schemas.openxmlformats.org/officeDocument/2006/relationships/notesMaster" Target="/ppt/notesMasters/notesMaster1.xml" Id="Rb98a3b3c79de47d7" /></Relationships>
</file>

<file path=ppt/notesSlides/_rels/notesSlide229.xml.rels>&#65279;<?xml version="1.0" encoding="utf-8"?><Relationships xmlns="http://schemas.openxmlformats.org/package/2006/relationships"><Relationship Type="http://schemas.openxmlformats.org/officeDocument/2006/relationships/slide" Target="/ppt/slides/slide229.xml" Id="R43284b2ab5bb48f8" /><Relationship Type="http://schemas.openxmlformats.org/officeDocument/2006/relationships/notesMaster" Target="/ppt/notesMasters/notesMaster1.xml" Id="R0264eb23b4f7452f" /></Relationships>
</file>

<file path=ppt/notesSlides/_rels/notesSlide230.xml.rels>&#65279;<?xml version="1.0" encoding="utf-8"?><Relationships xmlns="http://schemas.openxmlformats.org/package/2006/relationships"><Relationship Type="http://schemas.openxmlformats.org/officeDocument/2006/relationships/slide" Target="/ppt/slides/slide230.xml" Id="R2fa928e32009455b" /><Relationship Type="http://schemas.openxmlformats.org/officeDocument/2006/relationships/notesMaster" Target="/ppt/notesMasters/notesMaster1.xml" Id="Ra05674007b7b4d56" /></Relationships>
</file>

<file path=ppt/notesSlides/_rels/notesSlide231.xml.rels>&#65279;<?xml version="1.0" encoding="utf-8"?><Relationships xmlns="http://schemas.openxmlformats.org/package/2006/relationships"><Relationship Type="http://schemas.openxmlformats.org/officeDocument/2006/relationships/slide" Target="/ppt/slides/slide231.xml" Id="R8df28ff74fa14659" /><Relationship Type="http://schemas.openxmlformats.org/officeDocument/2006/relationships/notesMaster" Target="/ppt/notesMasters/notesMaster1.xml" Id="Rf2449a886dc04d33" /></Relationships>
</file>

<file path=ppt/notesSlides/_rels/notesSlide232.xml.rels>&#65279;<?xml version="1.0" encoding="utf-8"?><Relationships xmlns="http://schemas.openxmlformats.org/package/2006/relationships"><Relationship Type="http://schemas.openxmlformats.org/officeDocument/2006/relationships/slide" Target="/ppt/slides/slide232.xml" Id="Rd3ae3cf2f5df4542" /><Relationship Type="http://schemas.openxmlformats.org/officeDocument/2006/relationships/notesMaster" Target="/ppt/notesMasters/notesMaster1.xml" Id="R0cb875b31ce74aa2" /></Relationships>
</file>

<file path=ppt/notesSlides/_rels/notesSlide233.xml.rels>&#65279;<?xml version="1.0" encoding="utf-8"?><Relationships xmlns="http://schemas.openxmlformats.org/package/2006/relationships"><Relationship Type="http://schemas.openxmlformats.org/officeDocument/2006/relationships/slide" Target="/ppt/slides/slide233.xml" Id="Ra894902cc0c84d6d" /><Relationship Type="http://schemas.openxmlformats.org/officeDocument/2006/relationships/notesMaster" Target="/ppt/notesMasters/notesMaster1.xml" Id="Rb50b755bf2a049b2" /></Relationships>
</file>

<file path=ppt/notesSlides/_rels/notesSlide234.xml.rels>&#65279;<?xml version="1.0" encoding="utf-8"?><Relationships xmlns="http://schemas.openxmlformats.org/package/2006/relationships"><Relationship Type="http://schemas.openxmlformats.org/officeDocument/2006/relationships/slide" Target="/ppt/slides/slide234.xml" Id="R17dd949fc90f4c3f" /><Relationship Type="http://schemas.openxmlformats.org/officeDocument/2006/relationships/notesMaster" Target="/ppt/notesMasters/notesMaster1.xml" Id="R3665ea4362dc401c" /></Relationships>
</file>

<file path=ppt/notesSlides/_rels/notesSlide235.xml.rels>&#65279;<?xml version="1.0" encoding="utf-8"?><Relationships xmlns="http://schemas.openxmlformats.org/package/2006/relationships"><Relationship Type="http://schemas.openxmlformats.org/officeDocument/2006/relationships/slide" Target="/ppt/slides/slide235.xml" Id="R3ebfd56885f84880" /><Relationship Type="http://schemas.openxmlformats.org/officeDocument/2006/relationships/notesMaster" Target="/ppt/notesMasters/notesMaster1.xml" Id="R453a0940f5cf4314" /></Relationships>
</file>

<file path=ppt/notesSlides/_rels/notesSlide236.xml.rels>&#65279;<?xml version="1.0" encoding="utf-8"?><Relationships xmlns="http://schemas.openxmlformats.org/package/2006/relationships"><Relationship Type="http://schemas.openxmlformats.org/officeDocument/2006/relationships/slide" Target="/ppt/slides/slide236.xml" Id="R4133991f728342b7" /><Relationship Type="http://schemas.openxmlformats.org/officeDocument/2006/relationships/notesMaster" Target="/ppt/notesMasters/notesMaster1.xml" Id="Rd767ccac260a4647" /></Relationships>
</file>

<file path=ppt/notesSlides/_rels/notesSlide237.xml.rels>&#65279;<?xml version="1.0" encoding="utf-8"?><Relationships xmlns="http://schemas.openxmlformats.org/package/2006/relationships"><Relationship Type="http://schemas.openxmlformats.org/officeDocument/2006/relationships/slide" Target="/ppt/slides/slide237.xml" Id="Rd0314817337942ca" /><Relationship Type="http://schemas.openxmlformats.org/officeDocument/2006/relationships/notesMaster" Target="/ppt/notesMasters/notesMaster1.xml" Id="Ra354d21b71d142cf" /></Relationships>
</file>

<file path=ppt/notesSlides/_rels/notesSlide238.xml.rels>&#65279;<?xml version="1.0" encoding="utf-8"?><Relationships xmlns="http://schemas.openxmlformats.org/package/2006/relationships"><Relationship Type="http://schemas.openxmlformats.org/officeDocument/2006/relationships/slide" Target="/ppt/slides/slide238.xml" Id="R7bd3f4c409ac455f" /><Relationship Type="http://schemas.openxmlformats.org/officeDocument/2006/relationships/notesMaster" Target="/ppt/notesMasters/notesMaster1.xml" Id="R6905b841671144c1" /></Relationships>
</file>

<file path=ppt/notesSlides/_rels/notesSlide239.xml.rels>&#65279;<?xml version="1.0" encoding="utf-8"?><Relationships xmlns="http://schemas.openxmlformats.org/package/2006/relationships"><Relationship Type="http://schemas.openxmlformats.org/officeDocument/2006/relationships/slide" Target="/ppt/slides/slide239.xml" Id="R7a74829f36494615" /><Relationship Type="http://schemas.openxmlformats.org/officeDocument/2006/relationships/notesMaster" Target="/ppt/notesMasters/notesMaster1.xml" Id="R1ce51e0593134d3e" /></Relationships>
</file>

<file path=ppt/notesSlides/_rels/notesSlide240.xml.rels>&#65279;<?xml version="1.0" encoding="utf-8"?><Relationships xmlns="http://schemas.openxmlformats.org/package/2006/relationships"><Relationship Type="http://schemas.openxmlformats.org/officeDocument/2006/relationships/slide" Target="/ppt/slides/slide240.xml" Id="Ra2b421e280ba45a1" /><Relationship Type="http://schemas.openxmlformats.org/officeDocument/2006/relationships/notesMaster" Target="/ppt/notesMasters/notesMaster1.xml" Id="Raefe291dbddc49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1차시의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현재 차시와 강의·시연·소프트웨어 실습 비중을 한 번에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2차시의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https://docs.github.com/repositories/creating-and-managing-repositories/quickstart-for-repositories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3차시의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https://code.visualstudio.com/docs/editor/workspaces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4차시의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https://docs.pytest.org/en/stable/getting-started.html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local:src/course_services/contracts.py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5차시의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- local:output/day3-review/baseline.json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https://code.visualstudio.com/docs/python/testing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- local:output/day3-review/baseline.json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- local:output/day3-review/baseline.json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- local:output/day3-review/baseline.json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- local:output/day3-review/baseline.json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local:data/day3_review_cases/unsafe_pr.diff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- local:output/day3-review/baseline.json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6차시의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local:.github/workflows/test.yml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https://code.visualstudio.com/docs/python/testing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local:.github/workflows/test.yml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local:.github/workflows/test.yml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local:.github/workflows/test.yml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local:.github/workflows/test.yml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local:src/course_services/review_service.py</a:t>
            </a:r>
          </a:p>
          <a:p xmlns:a="http://schemas.openxmlformats.org/drawingml/2006/main">
            <a:r>
              <a:t>- local:.github/workflows/test.yml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7차시의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https://docs.langchain.com/langsmith/evaluation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local:src/course_services/eval_service.py</a:t>
            </a:r>
          </a:p>
          <a:p xmlns:a="http://schemas.openxmlformats.org/drawingml/2006/main">
            <a:r>
              <a:t>- local:data/day5_eval/golden_review_findings.json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8차시의 목표와 실행 결과를 먼저 공유한다.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앞 차시의 결과 파일이 이번 차시 입력으로 이어지는 구조를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local:IPA_40H_상세_커리큘럼_및_무료실습_설계.md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이번 차시가 필요한 이유를 한 문장으로 먼저 이해시킨다.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학습 결과를 설명·실행·검증의 세 수준으로 나눈다.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영문 약어보다 업무에서 맡는 역할과 concrete example을 먼저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오류가 입력·처리·결과·검증 중 어디에서 생겼는지 구분한다.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각 단계의 입력과 다음 상태를 연결해 실행 순서를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결과와 가장 중요한 실패 결과를 같은 수준의 제품 계약으로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수강생이 notebook·src·tests·data의 역할을 혼동하지 않게 실행 전에 경로를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local:src/course_services/codex_harness.py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흔한 오해와 안전한 복구 원칙을 한 화면에서 대조한다.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용어를 나열하지 않고 역할과 선택 기준을 비교한다.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대표 실패를 숨기지 않고 사용자 영향까지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재시도·fallback·사람 검토·완전 중단 중 어느 경로를 선택하는지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Codex의 공식 use case를 현재 차시의 코드·test·review 흐름에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목표·허용 범위·test·금지 행동을 한 요청 안에 묶는 Harness 작성법을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https://developers.openai.com/codex/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Codex 실행 결과를 사람이 merge하기 전 확인할 네 가지 증거를 설명한다.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https://learn.chatgpt.com/use-cases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수강생 실행 전에 입력·코드·명령·성공 신호를 강사가 한 번 연결해 보여준다.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local:src/course_services/codex_harness.py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명령을 복사하기 전에 실행 경로와 environment를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local:src/course_services/codex_harness.py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실행 성공을 파일·status·boundary 결과로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화면만 보여주지 않고 대표 실패와 안전한 복구 경로를 이어서 시연한다.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IDE·terminal·Codex에서 코드를 수정하고 test와 결과 파일을 남기는 실제 제작 구간이다.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local:src/course_services/codex_harness.py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1단계를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local:src/course_services/codex_harness.py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2단계를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local:src/course_services/codex_harness.py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소프트웨어 실습 3단계를 수강생이 직접 실행한다.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local:src/course_services/codex_harness.py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local:materials/day3/day3_service_lab.ipynb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정상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실패 case를 실제 test 증거로 확인한다.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local:tests/test_course_services.py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구직자 관점에서 같은 기술을 다른 증거로 연결한다.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품질·안전·복구·관측을 서비스 운영 질문으로 바꾼다.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 장표의 역할: 차시의 설명·실행·증거를 확인하고 다음 입력으로 넘긴다.</a:t>
            </a:r>
          </a:p>
          <a:p xmlns:a="http://schemas.openxmlformats.org/drawingml/2006/main">
            <a:r>
              <a:t>진행: 제목을 먼저 읽고 화면의 근거를 위에서 아래로 확인한다.</a:t>
            </a:r>
          </a:p>
          <a:p xmlns:a="http://schemas.openxmlformats.org/drawingml/2006/main">
            <a:r>
              <a:t>온라인 진행: 발표를 요구하지 않는다. 실행 결과나 첫 오류 한 줄만 채팅으로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c2896be3fe45f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2e99ec935d4e8b" /><Relationship Type="http://schemas.openxmlformats.org/officeDocument/2006/relationships/slideLayout" Target="/ppt/slideLayouts/slideLayout1.xml" Id="Rd3246d4c12f649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246d4c12f649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1bbddee5d04af3" /><Relationship Type="http://schemas.openxmlformats.org/officeDocument/2006/relationships/notesSlide" Target="/ppt/notesSlides/notesSlide1.xml" Id="R398eac3d95004c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5fe669325494f" /><Relationship Type="http://schemas.openxmlformats.org/officeDocument/2006/relationships/notesSlide" Target="/ppt/notesSlides/notesSlide2.xml" Id="Rc278b877059945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26073e16d4a75" /><Relationship Type="http://schemas.openxmlformats.org/officeDocument/2006/relationships/notesSlide" Target="/ppt/notesSlides/notesSlide3.xml" Id="R46b5b103a04045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c191e7b22e4236" /><Relationship Type="http://schemas.openxmlformats.org/officeDocument/2006/relationships/notesSlide" Target="/ppt/notesSlides/notesSlide4.xml" Id="R90cffacc63f049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8fb298735543d5" /><Relationship Type="http://schemas.openxmlformats.org/officeDocument/2006/relationships/notesSlide" Target="/ppt/notesSlides/notesSlide5.xml" Id="Rdd171649137e4b7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2fd4eb83644bdb" /><Relationship Type="http://schemas.openxmlformats.org/officeDocument/2006/relationships/notesSlide" Target="/ppt/notesSlides/notesSlide6.xml" Id="Rf62cb48c460f4af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da8c64dac7443d" /><Relationship Type="http://schemas.openxmlformats.org/officeDocument/2006/relationships/notesSlide" Target="/ppt/notesSlides/notesSlide7.xml" Id="R3645ed9b5b8c44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eb5c9fffd04cbd" /><Relationship Type="http://schemas.openxmlformats.org/officeDocument/2006/relationships/notesSlide" Target="/ppt/notesSlides/notesSlide8.xml" Id="R60923c8791a240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6da65faffc4afe" /><Relationship Type="http://schemas.openxmlformats.org/officeDocument/2006/relationships/notesSlide" Target="/ppt/notesSlides/notesSlide9.xml" Id="R1f847fbafff44d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245391878e4fc8" /><Relationship Type="http://schemas.openxmlformats.org/officeDocument/2006/relationships/notesSlide" Target="/ppt/notesSlides/notesSlide10.xml" Id="Reac49b2b0647465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92025090414f29" /><Relationship Type="http://schemas.openxmlformats.org/officeDocument/2006/relationships/notesSlide" Target="/ppt/notesSlides/notesSlide11.xml" Id="R8882a1e7b0bd42a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5d1970871443b" /><Relationship Type="http://schemas.openxmlformats.org/officeDocument/2006/relationships/notesSlide" Target="/ppt/notesSlides/notesSlide12.xml" Id="Ra7652d43149447d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85d111251147e6" /><Relationship Type="http://schemas.openxmlformats.org/officeDocument/2006/relationships/notesSlide" Target="/ppt/notesSlides/notesSlide13.xml" Id="R3a81465e13d34c4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a36e938e2c4860" /><Relationship Type="http://schemas.openxmlformats.org/officeDocument/2006/relationships/image" Target="/ppt/media/image.jpeg" Id="R53e4aaacda45400d" /><Relationship Type="http://schemas.openxmlformats.org/officeDocument/2006/relationships/notesSlide" Target="/ppt/notesSlides/notesSlide14.xml" Id="R421f095a79de45a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912bc1af8a445b" /><Relationship Type="http://schemas.openxmlformats.org/officeDocument/2006/relationships/notesSlide" Target="/ppt/notesSlides/notesSlide15.xml" Id="Rd46e1b55885e436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a4a3c643b4d2a" /><Relationship Type="http://schemas.openxmlformats.org/officeDocument/2006/relationships/notesSlide" Target="/ppt/notesSlides/notesSlide16.xml" Id="R0cdacb9efd47443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9dd007ef7745d9" /><Relationship Type="http://schemas.openxmlformats.org/officeDocument/2006/relationships/notesSlide" Target="/ppt/notesSlides/notesSlide17.xml" Id="R01018e4eba5d43f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a5ac908574ff9" /><Relationship Type="http://schemas.openxmlformats.org/officeDocument/2006/relationships/notesSlide" Target="/ppt/notesSlides/notesSlide18.xml" Id="Rfddc781d53bf4a9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cd362ae8324ce6" /><Relationship Type="http://schemas.openxmlformats.org/officeDocument/2006/relationships/notesSlide" Target="/ppt/notesSlides/notesSlide19.xml" Id="R0e14ec6bbecb40c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381a03b35c4204" /><Relationship Type="http://schemas.openxmlformats.org/officeDocument/2006/relationships/notesSlide" Target="/ppt/notesSlides/notesSlide20.xml" Id="Ra4f636785e30488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e9469b708146a9" /><Relationship Type="http://schemas.openxmlformats.org/officeDocument/2006/relationships/notesSlide" Target="/ppt/notesSlides/notesSlide21.xml" Id="R0ff4bb59c79c40a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5c473de4d46a1" /><Relationship Type="http://schemas.openxmlformats.org/officeDocument/2006/relationships/notesSlide" Target="/ppt/notesSlides/notesSlide22.xml" Id="Rdcff126035dc4cc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81dc8861ed40b3" /><Relationship Type="http://schemas.openxmlformats.org/officeDocument/2006/relationships/notesSlide" Target="/ppt/notesSlides/notesSlide23.xml" Id="R31c8504f33934ec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1b490484884216" /><Relationship Type="http://schemas.openxmlformats.org/officeDocument/2006/relationships/notesSlide" Target="/ppt/notesSlides/notesSlide24.xml" Id="R4fc88e9a32a2456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41c117f1949e1" /><Relationship Type="http://schemas.openxmlformats.org/officeDocument/2006/relationships/notesSlide" Target="/ppt/notesSlides/notesSlide25.xml" Id="Rffacb9f03f99496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95516c109c40dc" /><Relationship Type="http://schemas.openxmlformats.org/officeDocument/2006/relationships/notesSlide" Target="/ppt/notesSlides/notesSlide26.xml" Id="R4b332c90a3794f5b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94a20d18b4c35" /><Relationship Type="http://schemas.openxmlformats.org/officeDocument/2006/relationships/notesSlide" Target="/ppt/notesSlides/notesSlide27.xml" Id="R7587d1d6125d4bf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4766f5bfd473c" /><Relationship Type="http://schemas.openxmlformats.org/officeDocument/2006/relationships/notesSlide" Target="/ppt/notesSlides/notesSlide28.xml" Id="Rdd496638ec7a4b4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c0de8dbb284c47" /><Relationship Type="http://schemas.openxmlformats.org/officeDocument/2006/relationships/notesSlide" Target="/ppt/notesSlides/notesSlide29.xml" Id="R45847296d7d84ef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64157f663b44f9" /><Relationship Type="http://schemas.openxmlformats.org/officeDocument/2006/relationships/notesSlide" Target="/ppt/notesSlides/notesSlide30.xml" Id="R58c9ae3a78c2448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27d58594346be" /><Relationship Type="http://schemas.openxmlformats.org/officeDocument/2006/relationships/notesSlide" Target="/ppt/notesSlides/notesSlide31.xml" Id="R07cc21c78bd84ab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bc1c72e879458c" /><Relationship Type="http://schemas.openxmlformats.org/officeDocument/2006/relationships/notesSlide" Target="/ppt/notesSlides/notesSlide32.xml" Id="Rb77c727b54774cde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d21fcf73e54cd0" /><Relationship Type="http://schemas.openxmlformats.org/officeDocument/2006/relationships/notesSlide" Target="/ppt/notesSlides/notesSlide33.xml" Id="R8f6df9c9bdf346a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709acd59114fcf" /><Relationship Type="http://schemas.openxmlformats.org/officeDocument/2006/relationships/notesSlide" Target="/ppt/notesSlides/notesSlide34.xml" Id="R0bfc611f91174150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f7067699744abc" /><Relationship Type="http://schemas.openxmlformats.org/officeDocument/2006/relationships/notesSlide" Target="/ppt/notesSlides/notesSlide35.xml" Id="Rd3e7d29f3e38429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542b1f456c4407" /><Relationship Type="http://schemas.openxmlformats.org/officeDocument/2006/relationships/notesSlide" Target="/ppt/notesSlides/notesSlide36.xml" Id="R29905b4d23d74a8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66f1625e244b1e" /><Relationship Type="http://schemas.openxmlformats.org/officeDocument/2006/relationships/notesSlide" Target="/ppt/notesSlides/notesSlide37.xml" Id="Rcffe5ffdf47945a7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a0a9cc699419a" /><Relationship Type="http://schemas.openxmlformats.org/officeDocument/2006/relationships/notesSlide" Target="/ppt/notesSlides/notesSlide38.xml" Id="R6f920bbd6c584e3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f041ca8904a06" /><Relationship Type="http://schemas.openxmlformats.org/officeDocument/2006/relationships/notesSlide" Target="/ppt/notesSlides/notesSlide39.xml" Id="R937b2888b821471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22571483df4472" /><Relationship Type="http://schemas.openxmlformats.org/officeDocument/2006/relationships/notesSlide" Target="/ppt/notesSlides/notesSlide40.xml" Id="R0ab0f8c9c1b84f7b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4b304b7d04dc3" /><Relationship Type="http://schemas.openxmlformats.org/officeDocument/2006/relationships/notesSlide" Target="/ppt/notesSlides/notesSlide41.xml" Id="R078be23f6080428d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ef628b0204d22" /><Relationship Type="http://schemas.openxmlformats.org/officeDocument/2006/relationships/notesSlide" Target="/ppt/notesSlides/notesSlide42.xml" Id="R3fe278c82be94e7e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9d8f4430254c9c" /><Relationship Type="http://schemas.openxmlformats.org/officeDocument/2006/relationships/notesSlide" Target="/ppt/notesSlides/notesSlide43.xml" Id="R279c4457dd9e4103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eae8618d74f76" /><Relationship Type="http://schemas.openxmlformats.org/officeDocument/2006/relationships/image" Target="/ppt/media/image2.jpeg" Id="R9b3f2c062b834807" /><Relationship Type="http://schemas.openxmlformats.org/officeDocument/2006/relationships/notesSlide" Target="/ppt/notesSlides/notesSlide44.xml" Id="Re91851b8399d44b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288a7283b64fd0" /><Relationship Type="http://schemas.openxmlformats.org/officeDocument/2006/relationships/notesSlide" Target="/ppt/notesSlides/notesSlide45.xml" Id="R594adebc09f44da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ece8c2cd4b432e" /><Relationship Type="http://schemas.openxmlformats.org/officeDocument/2006/relationships/notesSlide" Target="/ppt/notesSlides/notesSlide46.xml" Id="R7fbfed3cbf4e4bf1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fefcf2f9264497" /><Relationship Type="http://schemas.openxmlformats.org/officeDocument/2006/relationships/notesSlide" Target="/ppt/notesSlides/notesSlide47.xml" Id="R70c6b635cee847c4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1debbef9864ce3" /><Relationship Type="http://schemas.openxmlformats.org/officeDocument/2006/relationships/notesSlide" Target="/ppt/notesSlides/notesSlide48.xml" Id="R1a215a5680d34734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64ad25bca45d1" /><Relationship Type="http://schemas.openxmlformats.org/officeDocument/2006/relationships/notesSlide" Target="/ppt/notesSlides/notesSlide49.xml" Id="R9598825658ae46f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4b8b85a96b4b9b" /><Relationship Type="http://schemas.openxmlformats.org/officeDocument/2006/relationships/notesSlide" Target="/ppt/notesSlides/notesSlide50.xml" Id="Rc026d175bc784f6f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a66c7b26524348" /><Relationship Type="http://schemas.openxmlformats.org/officeDocument/2006/relationships/notesSlide" Target="/ppt/notesSlides/notesSlide51.xml" Id="R1d36e9e06fe14e4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0aab973124dcc" /><Relationship Type="http://schemas.openxmlformats.org/officeDocument/2006/relationships/notesSlide" Target="/ppt/notesSlides/notesSlide52.xml" Id="Rbdf804edee754138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dd8f32cf2a415a" /><Relationship Type="http://schemas.openxmlformats.org/officeDocument/2006/relationships/notesSlide" Target="/ppt/notesSlides/notesSlide53.xml" Id="R7a096727040e494f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28c5a192544fa4" /><Relationship Type="http://schemas.openxmlformats.org/officeDocument/2006/relationships/notesSlide" Target="/ppt/notesSlides/notesSlide54.xml" Id="R980f74dbb7b0488e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8b72945cb94d23" /><Relationship Type="http://schemas.openxmlformats.org/officeDocument/2006/relationships/notesSlide" Target="/ppt/notesSlides/notesSlide55.xml" Id="Ra75d5a1a17d14e08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231753e20401a" /><Relationship Type="http://schemas.openxmlformats.org/officeDocument/2006/relationships/notesSlide" Target="/ppt/notesSlides/notesSlide56.xml" Id="R140da55a7e3642a6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bbf4db4f624b50" /><Relationship Type="http://schemas.openxmlformats.org/officeDocument/2006/relationships/notesSlide" Target="/ppt/notesSlides/notesSlide57.xml" Id="Raa2a7f6bfc7d4631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d1ee53c5b4b5f" /><Relationship Type="http://schemas.openxmlformats.org/officeDocument/2006/relationships/notesSlide" Target="/ppt/notesSlides/notesSlide58.xml" Id="Rdf1ab9de23734b85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3d55f55e764756" /><Relationship Type="http://schemas.openxmlformats.org/officeDocument/2006/relationships/notesSlide" Target="/ppt/notesSlides/notesSlide59.xml" Id="Rfa65c66c6d7a4c2c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ce55eed06544f0" /><Relationship Type="http://schemas.openxmlformats.org/officeDocument/2006/relationships/notesSlide" Target="/ppt/notesSlides/notesSlide60.xml" Id="R20422cece2824f78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4ea34696334b3e" /><Relationship Type="http://schemas.openxmlformats.org/officeDocument/2006/relationships/notesSlide" Target="/ppt/notesSlides/notesSlide61.xml" Id="Rb437deb36f48485f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ee5cd50364cf5" /><Relationship Type="http://schemas.openxmlformats.org/officeDocument/2006/relationships/notesSlide" Target="/ppt/notesSlides/notesSlide62.xml" Id="Redd3f1115e644b23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401000cda043b4" /><Relationship Type="http://schemas.openxmlformats.org/officeDocument/2006/relationships/notesSlide" Target="/ppt/notesSlides/notesSlide63.xml" Id="Re708e3bcf8ea4478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984d0cfcd84f09" /><Relationship Type="http://schemas.openxmlformats.org/officeDocument/2006/relationships/notesSlide" Target="/ppt/notesSlides/notesSlide64.xml" Id="R11ce5fe68aa14749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64a4a1f85944be" /><Relationship Type="http://schemas.openxmlformats.org/officeDocument/2006/relationships/notesSlide" Target="/ppt/notesSlides/notesSlide65.xml" Id="R1ab31090e2bb4ad6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2083120b547ff" /><Relationship Type="http://schemas.openxmlformats.org/officeDocument/2006/relationships/notesSlide" Target="/ppt/notesSlides/notesSlide66.xml" Id="Ref1805bb11a04e41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050df99d6d467d" /><Relationship Type="http://schemas.openxmlformats.org/officeDocument/2006/relationships/notesSlide" Target="/ppt/notesSlides/notesSlide67.xml" Id="R5245760b073349e2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01638ab4c4c8a" /><Relationship Type="http://schemas.openxmlformats.org/officeDocument/2006/relationships/notesSlide" Target="/ppt/notesSlides/notesSlide68.xml" Id="Ra419fd65b3bb4ac8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b16598a794ee8" /><Relationship Type="http://schemas.openxmlformats.org/officeDocument/2006/relationships/notesSlide" Target="/ppt/notesSlides/notesSlide69.xml" Id="Rb98db19c702e4b9f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5ef62006c248f1" /><Relationship Type="http://schemas.openxmlformats.org/officeDocument/2006/relationships/notesSlide" Target="/ppt/notesSlides/notesSlide70.xml" Id="Rcf0321201a3b423b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5cc5b839d94846" /><Relationship Type="http://schemas.openxmlformats.org/officeDocument/2006/relationships/notesSlide" Target="/ppt/notesSlides/notesSlide71.xml" Id="R610da310bb884813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e59a432664917" /><Relationship Type="http://schemas.openxmlformats.org/officeDocument/2006/relationships/notesSlide" Target="/ppt/notesSlides/notesSlide72.xml" Id="Rff9e7d0cbf0e4c49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3b80bb79fe4f4f" /><Relationship Type="http://schemas.openxmlformats.org/officeDocument/2006/relationships/notesSlide" Target="/ppt/notesSlides/notesSlide73.xml" Id="Rf3456da772e740e7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8e6b7562e4d97" /><Relationship Type="http://schemas.openxmlformats.org/officeDocument/2006/relationships/image" Target="/ppt/media/image3.jpeg" Id="R6edda23f2425410f" /><Relationship Type="http://schemas.openxmlformats.org/officeDocument/2006/relationships/notesSlide" Target="/ppt/notesSlides/notesSlide74.xml" Id="Rf15c17fc3c5244c5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9bcbfd7ec42c7" /><Relationship Type="http://schemas.openxmlformats.org/officeDocument/2006/relationships/notesSlide" Target="/ppt/notesSlides/notesSlide75.xml" Id="R40362edb8ff34d84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7e51de3624494" /><Relationship Type="http://schemas.openxmlformats.org/officeDocument/2006/relationships/notesSlide" Target="/ppt/notesSlides/notesSlide76.xml" Id="Ra2aac4f1574e478a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c43cc1ed44fbe" /><Relationship Type="http://schemas.openxmlformats.org/officeDocument/2006/relationships/notesSlide" Target="/ppt/notesSlides/notesSlide77.xml" Id="R4608016db7dd4c48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ea3fdcc5cd4cf3" /><Relationship Type="http://schemas.openxmlformats.org/officeDocument/2006/relationships/notesSlide" Target="/ppt/notesSlides/notesSlide78.xml" Id="R8c05ae8ce71a4dae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ecc77d90694e91" /><Relationship Type="http://schemas.openxmlformats.org/officeDocument/2006/relationships/notesSlide" Target="/ppt/notesSlides/notesSlide79.xml" Id="Rac636902ee764a76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cad8db25647c0" /><Relationship Type="http://schemas.openxmlformats.org/officeDocument/2006/relationships/notesSlide" Target="/ppt/notesSlides/notesSlide80.xml" Id="R81a2d73f77984ff3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57a7a7ab94bc1" /><Relationship Type="http://schemas.openxmlformats.org/officeDocument/2006/relationships/notesSlide" Target="/ppt/notesSlides/notesSlide81.xml" Id="R4d2ae2116a384637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696d1143284c0e" /><Relationship Type="http://schemas.openxmlformats.org/officeDocument/2006/relationships/notesSlide" Target="/ppt/notesSlides/notesSlide82.xml" Id="R94758bf6d2fa43d5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4e0ffb7be4ce6" /><Relationship Type="http://schemas.openxmlformats.org/officeDocument/2006/relationships/notesSlide" Target="/ppt/notesSlides/notesSlide83.xml" Id="Rde9b4a570d7a48df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cef0b44774e62" /><Relationship Type="http://schemas.openxmlformats.org/officeDocument/2006/relationships/notesSlide" Target="/ppt/notesSlides/notesSlide84.xml" Id="R14434f7b93874715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38f970ffbf41e8" /><Relationship Type="http://schemas.openxmlformats.org/officeDocument/2006/relationships/notesSlide" Target="/ppt/notesSlides/notesSlide85.xml" Id="R886a720eb3274109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9aa26ab1f4286" /><Relationship Type="http://schemas.openxmlformats.org/officeDocument/2006/relationships/notesSlide" Target="/ppt/notesSlides/notesSlide86.xml" Id="Rb7bdf7c52cda463d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c50f6515a438a" /><Relationship Type="http://schemas.openxmlformats.org/officeDocument/2006/relationships/notesSlide" Target="/ppt/notesSlides/notesSlide87.xml" Id="Rfdfdb7c8e6354fe6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386fd3c6464d77" /><Relationship Type="http://schemas.openxmlformats.org/officeDocument/2006/relationships/notesSlide" Target="/ppt/notesSlides/notesSlide88.xml" Id="R381d2110dc7e4d25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0e732a3a494005" /><Relationship Type="http://schemas.openxmlformats.org/officeDocument/2006/relationships/notesSlide" Target="/ppt/notesSlides/notesSlide89.xml" Id="Rf6b6d18123d641f6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3e1a6f3b9a4fb0" /><Relationship Type="http://schemas.openxmlformats.org/officeDocument/2006/relationships/notesSlide" Target="/ppt/notesSlides/notesSlide90.xml" Id="Rc665ee753f204caa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2e71c47c6d47a2" /><Relationship Type="http://schemas.openxmlformats.org/officeDocument/2006/relationships/notesSlide" Target="/ppt/notesSlides/notesSlide91.xml" Id="Rf0536e0d7cb14f72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ca8d60eb84fc4" /><Relationship Type="http://schemas.openxmlformats.org/officeDocument/2006/relationships/notesSlide" Target="/ppt/notesSlides/notesSlide92.xml" Id="Re0aed0dcdf6b4050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b2de3378b04a16" /><Relationship Type="http://schemas.openxmlformats.org/officeDocument/2006/relationships/notesSlide" Target="/ppt/notesSlides/notesSlide93.xml" Id="R67ec234518004db3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a419a262c94c19" /><Relationship Type="http://schemas.openxmlformats.org/officeDocument/2006/relationships/notesSlide" Target="/ppt/notesSlides/notesSlide94.xml" Id="R3da0c85dc764425c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5abf2922340d1" /><Relationship Type="http://schemas.openxmlformats.org/officeDocument/2006/relationships/notesSlide" Target="/ppt/notesSlides/notesSlide95.xml" Id="R77a9d6a1ab5a4b0a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da3f43606046d2" /><Relationship Type="http://schemas.openxmlformats.org/officeDocument/2006/relationships/notesSlide" Target="/ppt/notesSlides/notesSlide96.xml" Id="R72e1b6e5720742e1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a6adf61a094400" /><Relationship Type="http://schemas.openxmlformats.org/officeDocument/2006/relationships/notesSlide" Target="/ppt/notesSlides/notesSlide97.xml" Id="R551c7a4769a844d3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703f83662f472a" /><Relationship Type="http://schemas.openxmlformats.org/officeDocument/2006/relationships/notesSlide" Target="/ppt/notesSlides/notesSlide98.xml" Id="Rfb56c944deab44ec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777aa51674144" /><Relationship Type="http://schemas.openxmlformats.org/officeDocument/2006/relationships/notesSlide" Target="/ppt/notesSlides/notesSlide99.xml" Id="R490754c675dc45b9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c09b749bd2453b" /><Relationship Type="http://schemas.openxmlformats.org/officeDocument/2006/relationships/notesSlide" Target="/ppt/notesSlides/notesSlide100.xml" Id="R70480ca792604eb0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e91cef3ef041b5" /><Relationship Type="http://schemas.openxmlformats.org/officeDocument/2006/relationships/notesSlide" Target="/ppt/notesSlides/notesSlide101.xml" Id="Rf692de18ef104d01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964fbd8eb247c5" /><Relationship Type="http://schemas.openxmlformats.org/officeDocument/2006/relationships/notesSlide" Target="/ppt/notesSlides/notesSlide102.xml" Id="R4963427c02f449b9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a60f8bad2e416d" /><Relationship Type="http://schemas.openxmlformats.org/officeDocument/2006/relationships/notesSlide" Target="/ppt/notesSlides/notesSlide103.xml" Id="Rb1cb3c862452484e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1907700ef4432" /><Relationship Type="http://schemas.openxmlformats.org/officeDocument/2006/relationships/image" Target="/ppt/media/image4.jpeg" Id="R66211dfbd9914c52" /><Relationship Type="http://schemas.openxmlformats.org/officeDocument/2006/relationships/notesSlide" Target="/ppt/notesSlides/notesSlide104.xml" Id="R7f7e516c50bf4f48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279c2899141ea" /><Relationship Type="http://schemas.openxmlformats.org/officeDocument/2006/relationships/notesSlide" Target="/ppt/notesSlides/notesSlide105.xml" Id="R07855426100f47c6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022fa4576b4255" /><Relationship Type="http://schemas.openxmlformats.org/officeDocument/2006/relationships/notesSlide" Target="/ppt/notesSlides/notesSlide106.xml" Id="R8c53779833be41b9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8b7d0a558844d9" /><Relationship Type="http://schemas.openxmlformats.org/officeDocument/2006/relationships/notesSlide" Target="/ppt/notesSlides/notesSlide107.xml" Id="Rdadd64719f474853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0e489445c342e8" /><Relationship Type="http://schemas.openxmlformats.org/officeDocument/2006/relationships/notesSlide" Target="/ppt/notesSlides/notesSlide108.xml" Id="R72c53f880a2d4f04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3c62c6edb84bfc" /><Relationship Type="http://schemas.openxmlformats.org/officeDocument/2006/relationships/notesSlide" Target="/ppt/notesSlides/notesSlide109.xml" Id="Rb59ec7a3f2b3446e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c07de9115445d" /><Relationship Type="http://schemas.openxmlformats.org/officeDocument/2006/relationships/notesSlide" Target="/ppt/notesSlides/notesSlide110.xml" Id="R64f83710782e4f3f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7915fd9977455d" /><Relationship Type="http://schemas.openxmlformats.org/officeDocument/2006/relationships/notesSlide" Target="/ppt/notesSlides/notesSlide111.xml" Id="R2a855033cfce426d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eeb73f1b184315" /><Relationship Type="http://schemas.openxmlformats.org/officeDocument/2006/relationships/notesSlide" Target="/ppt/notesSlides/notesSlide112.xml" Id="R9bbfb0b85d544a30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6faf41fda24241" /><Relationship Type="http://schemas.openxmlformats.org/officeDocument/2006/relationships/notesSlide" Target="/ppt/notesSlides/notesSlide113.xml" Id="R5ef2d1663f6b4a51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430d45a28e4e67" /><Relationship Type="http://schemas.openxmlformats.org/officeDocument/2006/relationships/notesSlide" Target="/ppt/notesSlides/notesSlide114.xml" Id="R559ac84fac8e4c34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e5696f3734646" /><Relationship Type="http://schemas.openxmlformats.org/officeDocument/2006/relationships/notesSlide" Target="/ppt/notesSlides/notesSlide115.xml" Id="R128226454e584807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18a63d160d4e1c" /><Relationship Type="http://schemas.openxmlformats.org/officeDocument/2006/relationships/notesSlide" Target="/ppt/notesSlides/notesSlide116.xml" Id="Ra75997b82fff4f4d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124f322354ba0" /><Relationship Type="http://schemas.openxmlformats.org/officeDocument/2006/relationships/notesSlide" Target="/ppt/notesSlides/notesSlide117.xml" Id="R627a35fe79ca49f5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cc192ed29d450d" /><Relationship Type="http://schemas.openxmlformats.org/officeDocument/2006/relationships/notesSlide" Target="/ppt/notesSlides/notesSlide118.xml" Id="R2424c675e7b34d41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cd638649184ecf" /><Relationship Type="http://schemas.openxmlformats.org/officeDocument/2006/relationships/notesSlide" Target="/ppt/notesSlides/notesSlide119.xml" Id="R4cfb05d63f914679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c52a21c1a4bd7" /><Relationship Type="http://schemas.openxmlformats.org/officeDocument/2006/relationships/notesSlide" Target="/ppt/notesSlides/notesSlide120.xml" Id="R8171ba2960074b83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a11c06afcb496e" /><Relationship Type="http://schemas.openxmlformats.org/officeDocument/2006/relationships/notesSlide" Target="/ppt/notesSlides/notesSlide121.xml" Id="R3d4070f712a142f5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da64fe181e48b7" /><Relationship Type="http://schemas.openxmlformats.org/officeDocument/2006/relationships/notesSlide" Target="/ppt/notesSlides/notesSlide122.xml" Id="R78e655171c254022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c935208efb419b" /><Relationship Type="http://schemas.openxmlformats.org/officeDocument/2006/relationships/notesSlide" Target="/ppt/notesSlides/notesSlide123.xml" Id="R088febdd8aa74a22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df6e6104641a6" /><Relationship Type="http://schemas.openxmlformats.org/officeDocument/2006/relationships/notesSlide" Target="/ppt/notesSlides/notesSlide124.xml" Id="R01e8a15dd3324031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aa9c7ab0684456" /><Relationship Type="http://schemas.openxmlformats.org/officeDocument/2006/relationships/notesSlide" Target="/ppt/notesSlides/notesSlide125.xml" Id="Re7b6a4bce6f44a19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b0f8798ed2454a" /><Relationship Type="http://schemas.openxmlformats.org/officeDocument/2006/relationships/notesSlide" Target="/ppt/notesSlides/notesSlide126.xml" Id="R362d93ac8fe84ba6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891ec33d4245b8" /><Relationship Type="http://schemas.openxmlformats.org/officeDocument/2006/relationships/notesSlide" Target="/ppt/notesSlides/notesSlide127.xml" Id="R36aa4bcdf7254dae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37d85d0af425a" /><Relationship Type="http://schemas.openxmlformats.org/officeDocument/2006/relationships/notesSlide" Target="/ppt/notesSlides/notesSlide128.xml" Id="R0552f000a17d4360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ad6cc5dd64046" /><Relationship Type="http://schemas.openxmlformats.org/officeDocument/2006/relationships/notesSlide" Target="/ppt/notesSlides/notesSlide129.xml" Id="R86b9fd0eabfb42cb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c76ef123074b85" /><Relationship Type="http://schemas.openxmlformats.org/officeDocument/2006/relationships/notesSlide" Target="/ppt/notesSlides/notesSlide130.xml" Id="R1f52a8bf94a941e8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4d6812880b4722" /><Relationship Type="http://schemas.openxmlformats.org/officeDocument/2006/relationships/notesSlide" Target="/ppt/notesSlides/notesSlide131.xml" Id="R23c9d3dc0e1f487c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c2d7070e84381" /><Relationship Type="http://schemas.openxmlformats.org/officeDocument/2006/relationships/notesSlide" Target="/ppt/notesSlides/notesSlide132.xml" Id="Ra3fcf20dd0f74786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3d8a42ad9b4627" /><Relationship Type="http://schemas.openxmlformats.org/officeDocument/2006/relationships/notesSlide" Target="/ppt/notesSlides/notesSlide133.xml" Id="R84e0bdd582794fe5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dbdee9f82d4750" /><Relationship Type="http://schemas.openxmlformats.org/officeDocument/2006/relationships/image" Target="/ppt/media/image5.jpeg" Id="Rddf4ff9a9dd34e52" /><Relationship Type="http://schemas.openxmlformats.org/officeDocument/2006/relationships/notesSlide" Target="/ppt/notesSlides/notesSlide134.xml" Id="R5c5fc69d39c94ae7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33e1194493478e" /><Relationship Type="http://schemas.openxmlformats.org/officeDocument/2006/relationships/notesSlide" Target="/ppt/notesSlides/notesSlide135.xml" Id="R6ee15ca6f8e24ee5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83baa10834b9f" /><Relationship Type="http://schemas.openxmlformats.org/officeDocument/2006/relationships/notesSlide" Target="/ppt/notesSlides/notesSlide136.xml" Id="R6a845cb70fe844a6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d4941cd68440b" /><Relationship Type="http://schemas.openxmlformats.org/officeDocument/2006/relationships/notesSlide" Target="/ppt/notesSlides/notesSlide137.xml" Id="Ra7f7762ce4fd400d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92a32b27bf4d83" /><Relationship Type="http://schemas.openxmlformats.org/officeDocument/2006/relationships/notesSlide" Target="/ppt/notesSlides/notesSlide138.xml" Id="R1aa3e649bf494b42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1b553252f746dc" /><Relationship Type="http://schemas.openxmlformats.org/officeDocument/2006/relationships/notesSlide" Target="/ppt/notesSlides/notesSlide139.xml" Id="R1f897adaa7754d68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1c8e375bd549a9" /><Relationship Type="http://schemas.openxmlformats.org/officeDocument/2006/relationships/notesSlide" Target="/ppt/notesSlides/notesSlide140.xml" Id="R7f4ca4d2c3404534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214ae57da474b" /><Relationship Type="http://schemas.openxmlformats.org/officeDocument/2006/relationships/notesSlide" Target="/ppt/notesSlides/notesSlide141.xml" Id="R08bf85ce24984a1b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f3573f3c8f44af" /><Relationship Type="http://schemas.openxmlformats.org/officeDocument/2006/relationships/notesSlide" Target="/ppt/notesSlides/notesSlide142.xml" Id="R869ab3f2737f4f31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30f1a0ff3b46e7" /><Relationship Type="http://schemas.openxmlformats.org/officeDocument/2006/relationships/notesSlide" Target="/ppt/notesSlides/notesSlide143.xml" Id="R14c91d7924754fee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cbacb15d14ccc" /><Relationship Type="http://schemas.openxmlformats.org/officeDocument/2006/relationships/notesSlide" Target="/ppt/notesSlides/notesSlide144.xml" Id="Ra6743a6be66c4a5e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7b2786a87444e0" /><Relationship Type="http://schemas.openxmlformats.org/officeDocument/2006/relationships/notesSlide" Target="/ppt/notesSlides/notesSlide145.xml" Id="Rbf6c93052faf4a6e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728f4faa3549ba" /><Relationship Type="http://schemas.openxmlformats.org/officeDocument/2006/relationships/notesSlide" Target="/ppt/notesSlides/notesSlide146.xml" Id="Rbd0fd020ca1c40bd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6c2b1a5694745" /><Relationship Type="http://schemas.openxmlformats.org/officeDocument/2006/relationships/notesSlide" Target="/ppt/notesSlides/notesSlide147.xml" Id="Rea87877b221a47ad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13648159044894" /><Relationship Type="http://schemas.openxmlformats.org/officeDocument/2006/relationships/notesSlide" Target="/ppt/notesSlides/notesSlide148.xml" Id="Ra2ea87173ace4b27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71d4b80df14ea8" /><Relationship Type="http://schemas.openxmlformats.org/officeDocument/2006/relationships/notesSlide" Target="/ppt/notesSlides/notesSlide149.xml" Id="R33d53e044cd3434b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1e2d5ffbf74f14" /><Relationship Type="http://schemas.openxmlformats.org/officeDocument/2006/relationships/notesSlide" Target="/ppt/notesSlides/notesSlide150.xml" Id="R1c5d94ebf8af4304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22520f998a4f47" /><Relationship Type="http://schemas.openxmlformats.org/officeDocument/2006/relationships/notesSlide" Target="/ppt/notesSlides/notesSlide151.xml" Id="Rbf9aad19fde14415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2eb35544843c4" /><Relationship Type="http://schemas.openxmlformats.org/officeDocument/2006/relationships/notesSlide" Target="/ppt/notesSlides/notesSlide152.xml" Id="Ra5fa74ae06434df2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a963ae66284282" /><Relationship Type="http://schemas.openxmlformats.org/officeDocument/2006/relationships/notesSlide" Target="/ppt/notesSlides/notesSlide153.xml" Id="R959ef8a316694b9c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f673b552024ab3" /><Relationship Type="http://schemas.openxmlformats.org/officeDocument/2006/relationships/notesSlide" Target="/ppt/notesSlides/notesSlide154.xml" Id="R3688ed58af4c42eb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0d2c9b81614aca" /><Relationship Type="http://schemas.openxmlformats.org/officeDocument/2006/relationships/notesSlide" Target="/ppt/notesSlides/notesSlide155.xml" Id="Rcd1cc985baf24660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89e713d3c44ac4" /><Relationship Type="http://schemas.openxmlformats.org/officeDocument/2006/relationships/notesSlide" Target="/ppt/notesSlides/notesSlide156.xml" Id="Rfff41be704b14d0f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ed821ec3843a2" /><Relationship Type="http://schemas.openxmlformats.org/officeDocument/2006/relationships/notesSlide" Target="/ppt/notesSlides/notesSlide157.xml" Id="R1d6edbc4c9404937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7ff19de3fe4d4c" /><Relationship Type="http://schemas.openxmlformats.org/officeDocument/2006/relationships/notesSlide" Target="/ppt/notesSlides/notesSlide158.xml" Id="Rc79dd41d89054cac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d57dd839d4f20" /><Relationship Type="http://schemas.openxmlformats.org/officeDocument/2006/relationships/notesSlide" Target="/ppt/notesSlides/notesSlide159.xml" Id="Raad127c534704f3d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8dcdaa29d741d3" /><Relationship Type="http://schemas.openxmlformats.org/officeDocument/2006/relationships/notesSlide" Target="/ppt/notesSlides/notesSlide160.xml" Id="Re4a6bcf4ee694740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4cf7a0b2544d78" /><Relationship Type="http://schemas.openxmlformats.org/officeDocument/2006/relationships/notesSlide" Target="/ppt/notesSlides/notesSlide161.xml" Id="R87c4e88995fa43f4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77d248e12244a2" /><Relationship Type="http://schemas.openxmlformats.org/officeDocument/2006/relationships/notesSlide" Target="/ppt/notesSlides/notesSlide162.xml" Id="R7483e7e226ff4b61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11c2dce4442b5" /><Relationship Type="http://schemas.openxmlformats.org/officeDocument/2006/relationships/notesSlide" Target="/ppt/notesSlides/notesSlide163.xml" Id="R4aa72c36513844a8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5ea09d76be4032" /><Relationship Type="http://schemas.openxmlformats.org/officeDocument/2006/relationships/image" Target="/ppt/media/image6.jpeg" Id="R3b8a12cb90cc4354" /><Relationship Type="http://schemas.openxmlformats.org/officeDocument/2006/relationships/notesSlide" Target="/ppt/notesSlides/notesSlide164.xml" Id="Rd43686c1370d48a3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da1e4072b477f" /><Relationship Type="http://schemas.openxmlformats.org/officeDocument/2006/relationships/notesSlide" Target="/ppt/notesSlides/notesSlide165.xml" Id="R7b49730cf8b143c5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eb90fcc684105" /><Relationship Type="http://schemas.openxmlformats.org/officeDocument/2006/relationships/notesSlide" Target="/ppt/notesSlides/notesSlide166.xml" Id="R753977ebabe84ce3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04eca95a445a2" /><Relationship Type="http://schemas.openxmlformats.org/officeDocument/2006/relationships/notesSlide" Target="/ppt/notesSlides/notesSlide167.xml" Id="R8868c080003e4faf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764672387f4b79" /><Relationship Type="http://schemas.openxmlformats.org/officeDocument/2006/relationships/notesSlide" Target="/ppt/notesSlides/notesSlide168.xml" Id="R5614bacf652d4f1c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a68d43a3b643c4" /><Relationship Type="http://schemas.openxmlformats.org/officeDocument/2006/relationships/notesSlide" Target="/ppt/notesSlides/notesSlide169.xml" Id="Ree8a70804e474ae9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55b7e34b0b4612" /><Relationship Type="http://schemas.openxmlformats.org/officeDocument/2006/relationships/notesSlide" Target="/ppt/notesSlides/notesSlide170.xml" Id="Ra2089dd3e555480d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f51852d044419" /><Relationship Type="http://schemas.openxmlformats.org/officeDocument/2006/relationships/notesSlide" Target="/ppt/notesSlides/notesSlide171.xml" Id="R8536a3c6f59b4c58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f649edf654e37" /><Relationship Type="http://schemas.openxmlformats.org/officeDocument/2006/relationships/notesSlide" Target="/ppt/notesSlides/notesSlide172.xml" Id="Ra409037641b7470e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80dde78f0c464c" /><Relationship Type="http://schemas.openxmlformats.org/officeDocument/2006/relationships/notesSlide" Target="/ppt/notesSlides/notesSlide173.xml" Id="R71e83acc3f68494a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fa0242132249a2" /><Relationship Type="http://schemas.openxmlformats.org/officeDocument/2006/relationships/notesSlide" Target="/ppt/notesSlides/notesSlide174.xml" Id="Rbe5433a5cef142af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89373465b34b51" /><Relationship Type="http://schemas.openxmlformats.org/officeDocument/2006/relationships/notesSlide" Target="/ppt/notesSlides/notesSlide175.xml" Id="Rad54ba62225445b8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3785b6d2240e5" /><Relationship Type="http://schemas.openxmlformats.org/officeDocument/2006/relationships/notesSlide" Target="/ppt/notesSlides/notesSlide176.xml" Id="Rf970f470896c4f28" /></Relationships>
</file>

<file path=ppt/slides/_rels/slide1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eef017c314be6" /><Relationship Type="http://schemas.openxmlformats.org/officeDocument/2006/relationships/notesSlide" Target="/ppt/notesSlides/notesSlide177.xml" Id="Re80ebf385bd04a20" /></Relationships>
</file>

<file path=ppt/slides/_rels/slide1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50744f3fa3442e" /><Relationship Type="http://schemas.openxmlformats.org/officeDocument/2006/relationships/notesSlide" Target="/ppt/notesSlides/notesSlide178.xml" Id="R720d542265f8423e" /></Relationships>
</file>

<file path=ppt/slides/_rels/slide1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5c7089af0f4f78" /><Relationship Type="http://schemas.openxmlformats.org/officeDocument/2006/relationships/notesSlide" Target="/ppt/notesSlides/notesSlide179.xml" Id="R5a4b4b7ad59f43c8" /></Relationships>
</file>

<file path=ppt/slides/_rels/slide1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9af6b7e552498d" /><Relationship Type="http://schemas.openxmlformats.org/officeDocument/2006/relationships/notesSlide" Target="/ppt/notesSlides/notesSlide180.xml" Id="Re1d8afe7f77449bd" /></Relationships>
</file>

<file path=ppt/slides/_rels/slide1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0871af9604115" /><Relationship Type="http://schemas.openxmlformats.org/officeDocument/2006/relationships/notesSlide" Target="/ppt/notesSlides/notesSlide181.xml" Id="R3085891cf03f4ac3" /></Relationships>
</file>

<file path=ppt/slides/_rels/slide1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c547e305d4598" /><Relationship Type="http://schemas.openxmlformats.org/officeDocument/2006/relationships/notesSlide" Target="/ppt/notesSlides/notesSlide182.xml" Id="R19c971d6c46d4a1e" /></Relationships>
</file>

<file path=ppt/slides/_rels/slide1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6591df4e5f4760" /><Relationship Type="http://schemas.openxmlformats.org/officeDocument/2006/relationships/notesSlide" Target="/ppt/notesSlides/notesSlide183.xml" Id="R3ce39c754f7447eb" /></Relationships>
</file>

<file path=ppt/slides/_rels/slide1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ae21ab26d4388" /><Relationship Type="http://schemas.openxmlformats.org/officeDocument/2006/relationships/notesSlide" Target="/ppt/notesSlides/notesSlide184.xml" Id="Rde5396fbc87b4521" /></Relationships>
</file>

<file path=ppt/slides/_rels/slide1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5cf718d3044370" /><Relationship Type="http://schemas.openxmlformats.org/officeDocument/2006/relationships/notesSlide" Target="/ppt/notesSlides/notesSlide185.xml" Id="Re5baae99a8ff49d5" /></Relationships>
</file>

<file path=ppt/slides/_rels/slide1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bdf7d5c4cd4ee4" /><Relationship Type="http://schemas.openxmlformats.org/officeDocument/2006/relationships/notesSlide" Target="/ppt/notesSlides/notesSlide186.xml" Id="R18f89e79a86f4e4b" /></Relationships>
</file>

<file path=ppt/slides/_rels/slide1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251a46537e4b6b" /><Relationship Type="http://schemas.openxmlformats.org/officeDocument/2006/relationships/notesSlide" Target="/ppt/notesSlides/notesSlide187.xml" Id="R459a3f69561f45a3" /></Relationships>
</file>

<file path=ppt/slides/_rels/slide1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1b7632f5344b85" /><Relationship Type="http://schemas.openxmlformats.org/officeDocument/2006/relationships/notesSlide" Target="/ppt/notesSlides/notesSlide188.xml" Id="Rccc40636f14b4e4c" /></Relationships>
</file>

<file path=ppt/slides/_rels/slide1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3987e02cca4e53" /><Relationship Type="http://schemas.openxmlformats.org/officeDocument/2006/relationships/notesSlide" Target="/ppt/notesSlides/notesSlide189.xml" Id="R9d9186fe5c4f46c6" /></Relationships>
</file>

<file path=ppt/slides/_rels/slide1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b3c7ebf81a42e1" /><Relationship Type="http://schemas.openxmlformats.org/officeDocument/2006/relationships/notesSlide" Target="/ppt/notesSlides/notesSlide190.xml" Id="R40ee084d7baa49ff" /></Relationships>
</file>

<file path=ppt/slides/_rels/slide1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f71e2847cd4092" /><Relationship Type="http://schemas.openxmlformats.org/officeDocument/2006/relationships/notesSlide" Target="/ppt/notesSlides/notesSlide191.xml" Id="Rfb8923a093b14af7" /></Relationships>
</file>

<file path=ppt/slides/_rels/slide1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06ebae0240452b" /><Relationship Type="http://schemas.openxmlformats.org/officeDocument/2006/relationships/notesSlide" Target="/ppt/notesSlides/notesSlide192.xml" Id="R85f1300b6f124711" /></Relationships>
</file>

<file path=ppt/slides/_rels/slide1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cb9f25638d4515" /><Relationship Type="http://schemas.openxmlformats.org/officeDocument/2006/relationships/notesSlide" Target="/ppt/notesSlides/notesSlide193.xml" Id="Rfd0694ac53964c5a" /></Relationships>
</file>

<file path=ppt/slides/_rels/slide1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ef003080454289" /><Relationship Type="http://schemas.openxmlformats.org/officeDocument/2006/relationships/image" Target="/ppt/media/image7.jpeg" Id="R177a41d1e65a4526" /><Relationship Type="http://schemas.openxmlformats.org/officeDocument/2006/relationships/notesSlide" Target="/ppt/notesSlides/notesSlide194.xml" Id="Ra0d107a6547b4373" /></Relationships>
</file>

<file path=ppt/slides/_rels/slide1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1da3b6e0024119" /><Relationship Type="http://schemas.openxmlformats.org/officeDocument/2006/relationships/notesSlide" Target="/ppt/notesSlides/notesSlide195.xml" Id="R1b2b805561d24ad0" /></Relationships>
</file>

<file path=ppt/slides/_rels/slide1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f528120af46fb" /><Relationship Type="http://schemas.openxmlformats.org/officeDocument/2006/relationships/notesSlide" Target="/ppt/notesSlides/notesSlide196.xml" Id="Rdda1e24a92c841cc" /></Relationships>
</file>

<file path=ppt/slides/_rels/slide1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f16ca02f94f7a" /><Relationship Type="http://schemas.openxmlformats.org/officeDocument/2006/relationships/notesSlide" Target="/ppt/notesSlides/notesSlide197.xml" Id="R6d5f81f768fc4266" /></Relationships>
</file>

<file path=ppt/slides/_rels/slide1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345ce7502e4aba" /><Relationship Type="http://schemas.openxmlformats.org/officeDocument/2006/relationships/notesSlide" Target="/ppt/notesSlides/notesSlide198.xml" Id="R32ae25dbcb624f01" /></Relationships>
</file>

<file path=ppt/slides/_rels/slide1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42f30a1995498a" /><Relationship Type="http://schemas.openxmlformats.org/officeDocument/2006/relationships/notesSlide" Target="/ppt/notesSlides/notesSlide199.xml" Id="R3a9ad452516a4042" /></Relationships>
</file>

<file path=ppt/slides/_rels/slide2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131d32a332478c" /><Relationship Type="http://schemas.openxmlformats.org/officeDocument/2006/relationships/notesSlide" Target="/ppt/notesSlides/notesSlide200.xml" Id="R49b6cd92cb9f4a6f" /></Relationships>
</file>

<file path=ppt/slides/_rels/slide2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a03c6847f2480e" /><Relationship Type="http://schemas.openxmlformats.org/officeDocument/2006/relationships/notesSlide" Target="/ppt/notesSlides/notesSlide201.xml" Id="Rc034aa221fa8437a" /></Relationships>
</file>

<file path=ppt/slides/_rels/slide2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64f62c27b8418a" /><Relationship Type="http://schemas.openxmlformats.org/officeDocument/2006/relationships/notesSlide" Target="/ppt/notesSlides/notesSlide202.xml" Id="R51c80090024c462b" /></Relationships>
</file>

<file path=ppt/slides/_rels/slide2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e4aa792e7b4481" /><Relationship Type="http://schemas.openxmlformats.org/officeDocument/2006/relationships/notesSlide" Target="/ppt/notesSlides/notesSlide203.xml" Id="R255a2b0c70a04c46" /></Relationships>
</file>

<file path=ppt/slides/_rels/slide2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6fa6234ed049d2" /><Relationship Type="http://schemas.openxmlformats.org/officeDocument/2006/relationships/notesSlide" Target="/ppt/notesSlides/notesSlide204.xml" Id="R7fd5ec45cd14418d" /></Relationships>
</file>

<file path=ppt/slides/_rels/slide2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a38284d5234625" /><Relationship Type="http://schemas.openxmlformats.org/officeDocument/2006/relationships/notesSlide" Target="/ppt/notesSlides/notesSlide205.xml" Id="Rae51eda689ee4d9b" /></Relationships>
</file>

<file path=ppt/slides/_rels/slide2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ff90014fd4fe1" /><Relationship Type="http://schemas.openxmlformats.org/officeDocument/2006/relationships/notesSlide" Target="/ppt/notesSlides/notesSlide206.xml" Id="Rfe4003629f1d4385" /></Relationships>
</file>

<file path=ppt/slides/_rels/slide2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f1c9a823242b6" /><Relationship Type="http://schemas.openxmlformats.org/officeDocument/2006/relationships/notesSlide" Target="/ppt/notesSlides/notesSlide207.xml" Id="R5f09efd08bcb4429" /></Relationships>
</file>

<file path=ppt/slides/_rels/slide2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d483e2fd724cb0" /><Relationship Type="http://schemas.openxmlformats.org/officeDocument/2006/relationships/notesSlide" Target="/ppt/notesSlides/notesSlide208.xml" Id="Rac604903b1834127" /></Relationships>
</file>

<file path=ppt/slides/_rels/slide2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fdf1452c054206" /><Relationship Type="http://schemas.openxmlformats.org/officeDocument/2006/relationships/notesSlide" Target="/ppt/notesSlides/notesSlide209.xml" Id="Rcb0b279eef25481f" /></Relationships>
</file>

<file path=ppt/slides/_rels/slide2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56240fbdfd4b22" /><Relationship Type="http://schemas.openxmlformats.org/officeDocument/2006/relationships/notesSlide" Target="/ppt/notesSlides/notesSlide210.xml" Id="Ra27f01c531714391" /></Relationships>
</file>

<file path=ppt/slides/_rels/slide2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38b8601d854687" /><Relationship Type="http://schemas.openxmlformats.org/officeDocument/2006/relationships/notesSlide" Target="/ppt/notesSlides/notesSlide211.xml" Id="R39647aecf17d44c1" /></Relationships>
</file>

<file path=ppt/slides/_rels/slide2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8f6f2f267a47ae" /><Relationship Type="http://schemas.openxmlformats.org/officeDocument/2006/relationships/notesSlide" Target="/ppt/notesSlides/notesSlide212.xml" Id="R991603977a0d49fe" /></Relationships>
</file>

<file path=ppt/slides/_rels/slide2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20144050948f6" /><Relationship Type="http://schemas.openxmlformats.org/officeDocument/2006/relationships/notesSlide" Target="/ppt/notesSlides/notesSlide213.xml" Id="R3188dc23273f477c" /></Relationships>
</file>

<file path=ppt/slides/_rels/slide2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a0dd69bf2445d6" /><Relationship Type="http://schemas.openxmlformats.org/officeDocument/2006/relationships/notesSlide" Target="/ppt/notesSlides/notesSlide214.xml" Id="R0b876faf087943aa" /></Relationships>
</file>

<file path=ppt/slides/_rels/slide2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95bf5c64d4f91" /><Relationship Type="http://schemas.openxmlformats.org/officeDocument/2006/relationships/notesSlide" Target="/ppt/notesSlides/notesSlide215.xml" Id="R157b30b67c2d4094" /></Relationships>
</file>

<file path=ppt/slides/_rels/slide2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19feb901541ec" /><Relationship Type="http://schemas.openxmlformats.org/officeDocument/2006/relationships/notesSlide" Target="/ppt/notesSlides/notesSlide216.xml" Id="Rc9b7c485da7543bf" /></Relationships>
</file>

<file path=ppt/slides/_rels/slide2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9a4fba1b3a44fc" /><Relationship Type="http://schemas.openxmlformats.org/officeDocument/2006/relationships/notesSlide" Target="/ppt/notesSlides/notesSlide217.xml" Id="R9167ccace58f4ad9" /></Relationships>
</file>

<file path=ppt/slides/_rels/slide2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e48b22de4b4515" /><Relationship Type="http://schemas.openxmlformats.org/officeDocument/2006/relationships/notesSlide" Target="/ppt/notesSlides/notesSlide218.xml" Id="R1ca1cd170e314ec1" /></Relationships>
</file>

<file path=ppt/slides/_rels/slide2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d5db346bea4f44" /><Relationship Type="http://schemas.openxmlformats.org/officeDocument/2006/relationships/notesSlide" Target="/ppt/notesSlides/notesSlide219.xml" Id="Rdeb5f893e14f42e7" /></Relationships>
</file>

<file path=ppt/slides/_rels/slide2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ecbc23e0d4bbf" /><Relationship Type="http://schemas.openxmlformats.org/officeDocument/2006/relationships/notesSlide" Target="/ppt/notesSlides/notesSlide220.xml" Id="Rbd29b6ba6fc6449f" /></Relationships>
</file>

<file path=ppt/slides/_rels/slide2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9ad792c46e4d84" /><Relationship Type="http://schemas.openxmlformats.org/officeDocument/2006/relationships/notesSlide" Target="/ppt/notesSlides/notesSlide221.xml" Id="Rb0636957362c488a" /></Relationships>
</file>

<file path=ppt/slides/_rels/slide2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aca3baebc34017" /><Relationship Type="http://schemas.openxmlformats.org/officeDocument/2006/relationships/notesSlide" Target="/ppt/notesSlides/notesSlide222.xml" Id="Re12e11f2fb714803" /></Relationships>
</file>

<file path=ppt/slides/_rels/slide2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9aaeceb104008" /><Relationship Type="http://schemas.openxmlformats.org/officeDocument/2006/relationships/notesSlide" Target="/ppt/notesSlides/notesSlide223.xml" Id="Rc2df1d5198434430" /></Relationships>
</file>

<file path=ppt/slides/_rels/slide2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f660367c774ec2" /><Relationship Type="http://schemas.openxmlformats.org/officeDocument/2006/relationships/image" Target="/ppt/media/image8.jpeg" Id="R33592bfb7086422a" /><Relationship Type="http://schemas.openxmlformats.org/officeDocument/2006/relationships/notesSlide" Target="/ppt/notesSlides/notesSlide224.xml" Id="Rc442341a754a4fe8" /></Relationships>
</file>

<file path=ppt/slides/_rels/slide2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524afbfd64242" /><Relationship Type="http://schemas.openxmlformats.org/officeDocument/2006/relationships/notesSlide" Target="/ppt/notesSlides/notesSlide225.xml" Id="R7dc350798a21461b" /></Relationships>
</file>

<file path=ppt/slides/_rels/slide2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1f20824f04e27" /><Relationship Type="http://schemas.openxmlformats.org/officeDocument/2006/relationships/notesSlide" Target="/ppt/notesSlides/notesSlide226.xml" Id="R1325edbee59347bc" /></Relationships>
</file>

<file path=ppt/slides/_rels/slide2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943a5d1fb94a01" /><Relationship Type="http://schemas.openxmlformats.org/officeDocument/2006/relationships/notesSlide" Target="/ppt/notesSlides/notesSlide227.xml" Id="R76344870042142a3" /></Relationships>
</file>

<file path=ppt/slides/_rels/slide2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ff415cdde4f6f" /><Relationship Type="http://schemas.openxmlformats.org/officeDocument/2006/relationships/notesSlide" Target="/ppt/notesSlides/notesSlide228.xml" Id="Rabd4c5ab4a1c4d4a" /></Relationships>
</file>

<file path=ppt/slides/_rels/slide2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bc306af0664a9c" /><Relationship Type="http://schemas.openxmlformats.org/officeDocument/2006/relationships/notesSlide" Target="/ppt/notesSlides/notesSlide229.xml" Id="R93f526d9c5354082" /></Relationships>
</file>

<file path=ppt/slides/_rels/slide2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8bf5f4460d4488" /><Relationship Type="http://schemas.openxmlformats.org/officeDocument/2006/relationships/notesSlide" Target="/ppt/notesSlides/notesSlide230.xml" Id="Ra2a33fae1c5b4e40" /></Relationships>
</file>

<file path=ppt/slides/_rels/slide2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28a14ff5494641" /><Relationship Type="http://schemas.openxmlformats.org/officeDocument/2006/relationships/notesSlide" Target="/ppt/notesSlides/notesSlide231.xml" Id="Rf58125bf74e44aed" /></Relationships>
</file>

<file path=ppt/slides/_rels/slide2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a235f2d2d04f99" /><Relationship Type="http://schemas.openxmlformats.org/officeDocument/2006/relationships/notesSlide" Target="/ppt/notesSlides/notesSlide232.xml" Id="R3c4b782628164e69" /></Relationships>
</file>

<file path=ppt/slides/_rels/slide2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ca485da73442d" /><Relationship Type="http://schemas.openxmlformats.org/officeDocument/2006/relationships/notesSlide" Target="/ppt/notesSlides/notesSlide233.xml" Id="R5c0f66066079401f" /></Relationships>
</file>

<file path=ppt/slides/_rels/slide2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ea8e2a016c4089" /><Relationship Type="http://schemas.openxmlformats.org/officeDocument/2006/relationships/notesSlide" Target="/ppt/notesSlides/notesSlide234.xml" Id="Re36cd963728d4852" /></Relationships>
</file>

<file path=ppt/slides/_rels/slide2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ed5395f5904a23" /><Relationship Type="http://schemas.openxmlformats.org/officeDocument/2006/relationships/notesSlide" Target="/ppt/notesSlides/notesSlide235.xml" Id="R92544c640f8e4438" /></Relationships>
</file>

<file path=ppt/slides/_rels/slide2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fd39a38a64517" /><Relationship Type="http://schemas.openxmlformats.org/officeDocument/2006/relationships/notesSlide" Target="/ppt/notesSlides/notesSlide236.xml" Id="R1c899b2f57724ea1" /></Relationships>
</file>

<file path=ppt/slides/_rels/slide2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b4288d3bb4a16" /><Relationship Type="http://schemas.openxmlformats.org/officeDocument/2006/relationships/notesSlide" Target="/ppt/notesSlides/notesSlide237.xml" Id="R438970383a4d4647" /></Relationships>
</file>

<file path=ppt/slides/_rels/slide2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3571b9637431b" /><Relationship Type="http://schemas.openxmlformats.org/officeDocument/2006/relationships/notesSlide" Target="/ppt/notesSlides/notesSlide238.xml" Id="R5948554e5a8242d2" /></Relationships>
</file>

<file path=ppt/slides/_rels/slide2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db9e9453e4790" /><Relationship Type="http://schemas.openxmlformats.org/officeDocument/2006/relationships/notesSlide" Target="/ppt/notesSlides/notesSlide239.xml" Id="R34114c4b30d547c6" /></Relationships>
</file>

<file path=ppt/slides/_rels/slide2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5c5b96fea4c2d" /><Relationship Type="http://schemas.openxmlformats.org/officeDocument/2006/relationships/notesSlide" Target="/ppt/notesSlides/notesSlide240.xml" Id="Rf4f396d5d53247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3C041F-373F-4651-8B26-4862D8AB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6AEF1D-3C7A-407B-9282-46D39EE6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IPA · LLM AGENT &amp; 업무자동화 40H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21F31B-BCFA-4E74-B628-70EFC975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09:00-09:50  (쉬는 시간 11:30-12:00)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D98EC0-5E5A-48BB-ABF4-5816237A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코드 리뷰 기준과 Severity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8BF4CE-534C-438A-A297-0FF68978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Finding · Severity · review_rubric.md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4B3F7B-96F4-4808-B04A-0F11B33F0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369B93-1056-4B06-A110-42B8497A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826B22-1FA3-4B2F-AE03-518C55FC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681902-F25C-4B88-A7FD-E56DB718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A164CA-79E4-4331-B832-1B6D92DCC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src/course_services/contracts.py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C3F0CE-BFAF-41C2-9195-D083FFE5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5704E-E9D6-4439-A860-1D80976B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review_rubric.md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1C1A61-6EB6-4996-93CE-F6A0D4A49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3 · 코드 리뷰 Agent · 1차시</a:t>
            </a:r>
          </a:p>
        </p:txBody>
      </p:sp>
    </p:spTree>
    <p:extLst>
      <p:ext uri="{BB962C8B-B14F-4D97-AF65-F5344CB8AC3E}">
        <p14:creationId xmlns:p14="http://schemas.microsoft.com/office/powerpoint/2010/main" val="2923120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627E6B2-4C03-4901-9B04-36093B71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하루 운영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681643-1B4B-4924-9A03-AF46A650D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3일차 전체 시간표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D63A63-2813-45F5-B5ED-74BB7C3FD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A2951D-19B7-405E-B746-5BA226D41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A8933D-30F8-45B2-9293-3F4E214BC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048922-5671-4C90-B1D9-6FC3DE9F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F24CA8-1486-400C-99BC-88E18F3D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3시간 블록(30분 휴식) · 2시간 블록(20분 휴식) · 점심 14:00-15:00 · 3시간 블록(30분 휴식)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4FBFA2-91FC-4635-AA41-080B5A2E9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619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AB94D3-85B0-40F7-87C9-0B6F6C4E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시간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4B62B1-8AC1-46F5-BCB2-247FBB8D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14500"/>
            <a:ext cx="876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6CB9F0-9CA5-45C5-8FB3-AD56EC2F5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790700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E22741-3BE9-4C62-9DF7-74DEF936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714500"/>
            <a:ext cx="4057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51E755-14D3-456D-83E6-A429155A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790700"/>
            <a:ext cx="3867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배우는 내용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F6EF03-6966-4F76-B328-9EEED94E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1450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7B2A24-839F-4323-8177-2BBD3960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1ADE6C-7CE1-4323-B259-8F286D39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1450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33B27A-FF98-4A63-B6B7-17FF5651B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7907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61BAC6-09AE-420D-9ED9-BD229910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20A43A-CC1D-4BFB-A37B-2421DC46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431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DD446F-4AF8-4623-B330-F44421BA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764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B0D992-690A-4307-9CB2-A93ADBA16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1431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EC3BB8-71BF-49E0-B9F4-A7B32DFDC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764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E9EBD0-A658-4EF6-9AF2-E2B30E54B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431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 리뷰 기준과 Severity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2D770D-FF07-45C1-A4DA-D79B3675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764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3801F6-BEC4-4C47-89B2-E05B0DE9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431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D9197A-AC57-4B31-B7FC-1EF416AD5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0764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363CA1-74FE-42C2-9ED7-3384AF8C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431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review_rubric.md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CE8174-D854-4D97-81E8-C48ED24F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358444-426D-46F7-B5D9-93B78E9B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44B489-9357-4655-8EC5-3808DD76C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5527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1C798C-54D4-4C06-A740-4A91DCDF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193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ADC690-BEE6-4B69-8568-688CC696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5527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BF5B25-1D13-4702-92D5-C6378956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193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Unified Diff와 Line Mapping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4261C-2D79-4CE2-979D-F08C67E91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5527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530546-7608-4FD4-9994-24A62BE8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6193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B00B2DC-AC6C-4D61-8852-2129EA063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5527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527B778-4EC4-4012-8A2B-5DF7CC48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6193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parsed_hunks.json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231E88F-A34B-44E5-82B6-9F0BF0AB7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9FFFF50-0BA0-4011-AF80-5ADC93DD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A2C307-10EB-46F4-9FEF-208D8BB6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289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CCAA227-819B-4C69-B228-E7EE3AC0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956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AA1AF06-931E-4F66-AE85-BF0CCEE9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289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05EB5AD-B160-4AE1-B346-9199AB7D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0956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리뷰 Context Pack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9901EC4-91D6-4222-B728-BD60DDCA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289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12B44D5-532C-4229-8CB6-C3417DE2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0956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FE614D-BFFF-480F-B8FC-A24E8339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289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E4BA022-4961-43DE-B6CA-FFDF38CC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956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context_pack.json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F130882-6514-44AD-826F-98042BFD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7EDF4D7-AB1A-458C-A3CE-8B957D7F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718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254A12D-8FB9-4EC7-948C-03F74BC8C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5052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F0D2D96-C0ED-415C-880A-042CDC2EC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718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BB5B788-D21F-456A-A997-24F90C91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052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D394E9C-ABF3-4F2A-AAC2-D8A8F217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5718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ReviewFinding 결과 계약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4455B35-04CA-4A32-A158-2C2580063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505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860494A-EC87-4B9A-8869-7F42DEE6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718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2A4F5DE-F250-4235-A337-7E461C1D0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052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B5A3CF7-79B2-45AF-B9BF-0483AE91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5718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review_report.json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B919E5B-836F-4D58-A06A-A1DE13BF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57D6D21-630D-4FF5-A7FB-BF4218A4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87354F5-6BFD-4C25-9D9A-B7BA6CE7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814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A962F90-09FD-4EA5-A91D-BA99CF0B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481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426A832-27D3-48A6-8767-B96B0438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9814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766F75A-9AE5-4FCB-A756-0B88D699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481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 Baseline과 의도적 Bug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7860C32-65B1-4434-9B6A-63386442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9814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38B1943-0047-4CC9-AAFC-CD6BA494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0481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50343E9-806F-413A-903D-FC48AFC97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9814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E97E082-C9F9-4FA1-8340-2E5CF63F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0481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baseline_review.json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45259D9-03AD-434B-AA18-611904E30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F5DB60A-4F60-4535-B049-FB869FDF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243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9AB56E0-DA80-4D05-B092-D113AFEC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4577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E6D1029-C0C9-4C31-B5AE-0D1CB780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5243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A2435AD-A6D1-431F-859B-3F3937E5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577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B3CFC9E-0E68-417F-AD94-7824DFB7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243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정적 분석·LLM Hybrid Review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261415D-58D6-4B17-AE57-935C362B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577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67B20D8-2345-4AF7-BFD3-E2C30157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5243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6B8DEBF-6802-4163-B50C-0234B9AA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4577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021D315-6CF3-459A-A795-814FB507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5243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hybrid_review.json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38A3F2E-6C3D-45A4-9F55-500B87C7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33950"/>
            <a:ext cx="1619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640698A-2DC8-47E7-A064-05C1C4A3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0062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5A43A2E-9A64-4452-9D95-17539527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33950"/>
            <a:ext cx="876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3F70E5E-8D58-4FD1-891C-D8B38F73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0006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42411712-4846-4538-8A1F-38D56F71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33950"/>
            <a:ext cx="40576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6D4AA7A-FC67-4E3E-8C24-2D132A97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00062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Precision·Recall 기반 평가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A5E5EBF-779F-4220-92AE-3234B8D2A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933950"/>
            <a:ext cx="25146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FA88D943-5ECE-4129-8440-239A9961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2C895B1-F9F4-4744-9B16-43A351F3A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933950"/>
            <a:ext cx="1905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34099A6-D887-4E72-BB16-CC731CB2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00062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review_eval.json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4964EA6-C341-4590-8B0D-3807ECAF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61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5FC7A49-F407-4E8F-9DA9-08C260BD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76875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75D6FF4-9DEC-4A17-8CF9-530ADFDE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410200"/>
            <a:ext cx="876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5CB8F8E-76FB-4AD4-9CDE-63B57C64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4768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E42C63A-4829-49C5-9919-7A65EB970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410200"/>
            <a:ext cx="4057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1C04AB5-1885-4F57-85B0-D3907B167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476875"/>
            <a:ext cx="3867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오류 분석과 회귀 방지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F815311-05A1-4352-B450-ED048ECC4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410200"/>
            <a:ext cx="2514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6243437-7A68-4842-9DC8-7F1BC54D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476875"/>
            <a:ext cx="2324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619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강의 12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시연 10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제작 23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 5분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D223329-397B-4B54-ADDF-5707E1E9B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4102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91E5B918-5526-4C83-89C3-4F29F1C8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476875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8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day3_review_report.md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0A32BDD-2FB4-4FAD-AE2F-596B8C430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9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11:30-12:00 쉬는 시간 · 13:40-14:00 쉬는 시간 · 14:00-15:00 점심시간 · 17:30-18:00 쉬는 시간</a:t>
            </a:r>
          </a:p>
        </p:txBody>
      </p:sp>
    </p:spTree>
    <p:extLst>
      <p:ext uri="{BB962C8B-B14F-4D97-AF65-F5344CB8AC3E}">
        <p14:creationId xmlns:p14="http://schemas.microsoft.com/office/powerpoint/2010/main" val="7063430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B6095A-464C-4F9D-9CB5-A1E2492CF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7DF285-5282-464F-A5B7-C30F7919A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933EDD-05AD-44A1-899C-33F2B254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DF2971-5B75-4C2E-BCE3-014B7021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46FB35-141B-4FC3-92B9-C5CDBD0CE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157EAF-3770-4816-855D-7E78DD418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스타일 지적이 많아질수록 중요한 correctness 오류가 묻힌다.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084E49-DD7F-4AAF-A2A5-F99B0DBA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P0~P3 severity와 actionable finding 기준을 합의한다.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CA2D11-58FE-4044-9961-593654D29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BADFAB-9F51-4928-88AE-7F398BB9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review_rubric.md</a:t>
            </a:r>
          </a:p>
        </p:txBody>
      </p:sp>
    </p:spTree>
    <p:extLst>
      <p:ext uri="{BB962C8B-B14F-4D97-AF65-F5344CB8AC3E}">
        <p14:creationId xmlns:p14="http://schemas.microsoft.com/office/powerpoint/2010/main" val="15255461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6D576E-6F8A-44E8-8D44-2DCEE325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6F2A7E-B1AD-4F57-9B14-0401DE5C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4318B-4E9B-4413-90E3-2314437F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9596C-D3FB-4E38-9051-2213D414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00AB45-B9D7-4A9E-A19C-A2F0EC601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F65CFD-161E-46E3-9F4B-A1568A296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80F41C-DFC3-467D-94E3-E9EBC101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2C41F2-D536-40D4-AB4D-9A525836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P0~P3 severity와 actionable finding 기준을 합의한다.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937292-F364-4E32-A3A3-07DB5FB4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DE664B-4257-43C5-AF9F-302206F3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865ED4-D368-4FF2-8A3F-DC41643F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의견을 P1으로 부풀려 개발자가 경고를 무시한다.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5A0699-9724-4B27-849E-81193B0E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034354-A252-44C3-9512-540C0D24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DB2479-3FFB-4E3B-8B05-47F3B358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review_rubric.md에서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681873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AC7AE80-8EEE-4E55-8A69-91C1152BA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14932D-2E30-4F8B-A79D-69F892746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CCB2F5-5264-4512-9BC9-68F311AE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3BAFD6-DD47-45E3-A334-3E31DD4C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48FFF1-2ED7-4F0D-B4DA-0ECCA986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74B8B3-DDB2-4F95-B178-91950C06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6971A3-52E4-47B7-B4BA-46E38BB9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E792E1-E05F-4A6A-9779-086DDF19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D2E8C4-3FE8-498C-A73F-F58C644C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45E8F2-1E5D-4DC8-9CFD-62C644C0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2AD476-6E8C-451A-BDAF-E77831E1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7AFA2A-F236-4BE8-B03B-C40351D9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D1A4BD-9A3B-404F-A3CB-6DB0D0318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6BA0FB-6290-4FA7-B085-00BEAD95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가지 문제와 교정 제안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E496E5-6072-40A9-9031-F47F79A6F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87EFD3-0360-438E-A178-B36171EC5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Severity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330644-A549-424A-81D8-5EDA50AFF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FC38A5-A619-4F2A-A181-588AA3A0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사용자 영향과 긴급도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7F6041-F6B5-4984-826C-33F59692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7B96A9-0B8A-4F9A-86F6-A461979F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False positive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560AE1-4B42-4741-9855-51A91661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885720-B148-41C9-A328-9B882B73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문제가 아닌데 문제라고 한 결과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33BFAC-2EBF-48C8-B60B-80DE18DFC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CF3479-08C5-4D17-88D8-36C42029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Confidence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B3E23D-4D77-43BA-97E1-BE664BC1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E89859-9F47-4523-8595-9E87F57C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근거에 대한 확신 정도</a:t>
            </a:r>
          </a:p>
        </p:txBody>
      </p:sp>
    </p:spTree>
    <p:extLst>
      <p:ext uri="{BB962C8B-B14F-4D97-AF65-F5344CB8AC3E}">
        <p14:creationId xmlns:p14="http://schemas.microsoft.com/office/powerpoint/2010/main" val="18771105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10A957-44AA-44A5-99DB-4BF8967C2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9C3D2B-295D-4D81-A8C4-A3640131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B82D4C-01B1-4315-B477-F2BB35FF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A1983C-B2A3-423A-BB56-402560807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17CB7-70E6-4477-B477-C22A1177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A6D8A-8454-4DFF-955B-0A594838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545899-CB69-411D-914C-06FD9B4C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2DEACA-9E25-4333-8EA2-9E01549B7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B9383D-DF2A-4B20-9C8E-DC05BB7C4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B3E585-CD6D-4AFF-9DC0-A846B042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AFB263-2DFA-4D1A-87B5-6CB3D885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 확인 → 사용자 영향 → 재현 조건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FFDB97-93E7-4CC2-BB5C-6A638E09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068AAC-0548-4154-B61E-2190C231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49219E-61D2-4CEE-BF8F-1D510008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review_rubric.md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E51FA0-4067-47E6-8170-BC37106EF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A5646E-C18E-4A8E-9B70-0CEE66861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4B088D-20D7-415B-A795-769DB8CA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finding에는 path·line·severity·근거·제안이 모두 있다.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변경과 무관한 파일 의견은 게시 후보에서 제외한다.</a:t>
            </a:r>
          </a:p>
        </p:txBody>
      </p:sp>
    </p:spTree>
    <p:extLst>
      <p:ext uri="{BB962C8B-B14F-4D97-AF65-F5344CB8AC3E}">
        <p14:creationId xmlns:p14="http://schemas.microsoft.com/office/powerpoint/2010/main" val="12754325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DE1139-1FCE-421F-9496-3018F3E5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95AB3-D47F-4250-B5A9-5776FE5CF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473DB8-D04E-434E-9ECA-7B6BDCB12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FF20A0-F2E9-46EC-8A04-FBC9D60F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12B151-4BB3-40B3-B47D-8E7239A4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F3B73E-14EA-4529-8320-0DABC5D4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E66558-3499-4DAC-AC16-94361F36F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A7DF78-8513-47D6-AA9D-C9217961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CF7FB5-4470-4E72-83BF-CD5A2AE8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057CB9-B16A-424D-BCFF-2E9862A4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88B346-BE13-44D2-A30C-7F799482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87F3A9-3001-4D77-BCF9-84994C02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E3409E-3F32-42C4-A212-F9CF1347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89AABB-C60E-4D8D-ADC0-E0F2C99CC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EB8805-781E-4E74-B8E5-4CABFB58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조건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F00DE2-B7D8-428A-B918-08D75B4E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BA6038-EE51-4CEF-8909-D0702A00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7A612-64EF-42DB-9D53-4D35E599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 라인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10F03E-735F-4928-B7FA-F3B8CD36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8715F1-6DF2-4FAB-8C9D-72CB17F4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0C1D24-7617-4F9E-84AC-2DEFB049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가장 작은 교정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4DB6A1-1075-43B7-BF2F-F39FAC28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review_rubric.md에서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4974741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86D635-2AEA-44AC-8EDD-5F6212534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382A76-4C56-489B-8238-704409E4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043410-4C43-4580-BD17-9B530B39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39FD7E-1F25-442A-ABA7-C3C9D232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292098-406E-436D-8F3A-BFFAD926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901ED-5A78-4ECB-A93F-DF465C1D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C5DF15-71DA-4204-8F0B-ADAE33B8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B72DD1-A8F7-4332-A455-D3458319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finding에는 path·line·severity·근거·제안이 모두 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757842-A5D6-4952-8FA5-14BA0E3AC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3A6469-8AB0-413D-A456-F94683C91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99978F-D85E-4D2F-9662-571BF297A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변경과 무관한 파일 의견은 게시 후보에서 제외한다.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05470F-0FD9-4A2F-BA8F-2218CFA3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DA1B88-C308-460A-86F3-DF1D38FF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827444-039F-497F-9E26-4C566E96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9BEF36-BE4A-4763-9A3E-2B98722F2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1FE9D5-123F-4C86-BC68-7B809321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748ABF-7767-4108-95F6-16DC35C6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식별자·review_rubric.md</a:t>
            </a:r>
          </a:p>
        </p:txBody>
      </p:sp>
    </p:spTree>
    <p:extLst>
      <p:ext uri="{BB962C8B-B14F-4D97-AF65-F5344CB8AC3E}">
        <p14:creationId xmlns:p14="http://schemas.microsoft.com/office/powerpoint/2010/main" val="201746619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178FC1-709F-4951-B024-3341D29D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C38A2A-A646-4CC6-AD37-7A0F75C4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7E0CAB-EA33-45AF-9285-50654046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BD40F5-0535-442A-8242-D7F9045E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04E5B1-C2EB-4ADE-9375-72111FAB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05D60-87BB-46EF-B67E-69AB76A3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EC2C5F-3C05-4EC0-86E2-E97BE6E7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4631B1-090A-44FC-BB32-F5FCB06D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0B0F0D-447D-4592-B8D3-0EB20529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66B916-4D6F-4788-8761-476DD6CE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4B85C8-366E-48ED-A4DC-5FE8761C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F322D8-2360-4C9F-A71D-D2AB2A103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src/course_services/contracts.py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555EE0-D3C7-4DC5-9E57-2DF36E8F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0FF902-1A72-4D36-B75B-FE7E3CC9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A70174-69E0-4FCC-864F-D558B2A8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data/day3_review_cases/unsafe_pr.diff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9CF72B-F1B8-40A9-9E2E-89F724BF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105DFB-971F-4C79-BACA-F907C0734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98BA0E-33C6-49ED-A6F7-442302F3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materials/day3/day3_service_lab.ipynb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6486949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38D714-D0F8-4FB6-A2C8-610C3836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코드 리뷰 기준과 Severity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DAE425-52E5-4E73-873E-11F691C9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52C3DC-36FA-4163-B5B0-E123937E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EEAB13-C730-41CF-A3CB-0BE9170C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BA5324-3807-4B37-A8B7-2C90635B7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61E5B8-FA6F-4537-B240-C0BBB9B7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04E463-B72E-4E4C-ACF1-7C05A0AA9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스타일 지적이 많아질수록 중요한 correctness 오류가 묻힌다.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C5246B-B5AF-4571-9086-31CA5268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06625-A4CE-4C66-AA2D-B1C6C4A45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70CA0C-66D8-4774-93AA-7A2F9281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모든 의견을 P1으로 부풀려 개발자가 경고를 무시한다.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25C24-E6FD-494A-B0D4-2465698B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correctness·security·data loss·contract break에 집중하고 style은 linter에 맡긴다.</a:t>
            </a:r>
          </a:p>
        </p:txBody>
      </p:sp>
    </p:spTree>
    <p:extLst>
      <p:ext uri="{BB962C8B-B14F-4D97-AF65-F5344CB8AC3E}">
        <p14:creationId xmlns:p14="http://schemas.microsoft.com/office/powerpoint/2010/main" val="31981148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FDF328D-7B5C-4AEA-B066-90E29F4E5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A9E285-723A-448D-A262-4E34E448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853D7F-9E35-427E-97F0-0E62B493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1AC6EA-2578-4F22-A560-B0232B37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C631A8-6122-4E12-B4B0-08477593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591823-7857-4534-99A4-76A9D0FD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05A8C3-B555-4AE0-A2E0-8803EF6A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5F2010-13E1-4B4B-AD11-ED92D79B6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5855A4-68E8-4493-829E-5B267805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1AF96D-2851-46D2-9B31-2850C694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548751-F56E-4654-A432-4300CB51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A4D049-5432-467E-8B43-B6726BE59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BA1F7F-F7B3-47FB-8F0F-86DA4B7D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C11DCE-DE41-42EC-A14D-EC8771532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Finding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A98F83-CFE4-4408-9059-DD84A547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EFA320-9225-4F69-8E56-D2E2A997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가지 문제와 교정 제안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1EAAD1-6868-4FD7-B1AB-C1C63F8C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BE704D-317F-4E0F-B51C-E2C85DF9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9609A2-E65B-427F-B539-16199F2B1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825212-C244-476B-8D0B-F0A2D829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Severity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C13685-FF68-4A21-9DB1-A8FF219A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601B99-E355-4743-B208-15169C18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사용자 영향과 긴급도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3A20CC-6972-4CD1-8693-5B5DDFC83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7DC756-CFD6-416E-B541-3A3A15F98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04054E-905E-499B-BBE0-8F1FF311B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52C279-E47E-4C0D-8C5F-5F1A9DFB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False positive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888393-2508-4DA1-84AF-92E9D98C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3929D2-D063-4426-A9EE-383E44908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문제가 아닌데 문제라고 한 결과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76FDAB-02F9-4270-B255-32EB45D1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5AF28E-024A-4CC2-906D-C5C59EA8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106BF5-FD99-4DA7-8F1E-D6288987B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AC5EC2-3ECA-446A-99B7-68EE3992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Confidence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C8B50A-63A3-42F9-96DE-54EB9D205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1BA23A-F93E-4163-91C5-7ACA15BC5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근거에 대한 확신 정도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566C8A-8D5B-46FB-A057-F6B0E654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632F93E-F3B7-453F-8DD8-66A327152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20686680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EBD520-3123-4CBB-9C60-48E59E82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0FAD69-A42E-4193-A671-ADF7A77FC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77B6D7-16E9-46B6-9C3E-E7BF4E0B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314346-E13F-41B1-8C90-738FC85E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2455F9-ADD0-4C18-9B1A-7B8FE167F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E047A-17CE-4842-8C2A-6CF4515D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915F33-88C7-4B4B-BB92-217C15C2B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A4A5AE-C1AB-4CC3-83E7-F044FAA6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BF88C5-3946-465E-A3DE-F872448F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모든 의견을 P1으로 부풀려 개발자가 경고를 무시한다.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97FE18-2F5B-4DA0-A8E4-137195BF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F65EB-FE6B-4CE8-B23A-D302A9A6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스타일 지적이 많아질수록 중요한 correctness 오류가 묻힌다.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A72CCC-53D6-49B6-8361-6E90C2BB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51066391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7853D9-7222-4F28-83C1-4BB198FBC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9F8468-8E34-431B-BC9C-D3EA0719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09406-5AC6-431E-B0A7-63C8128EF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CE14B0-5C93-4694-ABFE-8136D2AC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C3BDBE-134C-460F-BA2C-19640542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1E2272-62CC-46A2-8ACD-5F00B4A0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C83BEE-5765-464C-A688-720F6840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81E411-F228-41F4-8C10-8168B4D9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DB2034-2D9F-437B-BBD7-CBC20A68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변경과 무관한 파일 의견은 게시 후보에서 제외한다.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D21704-86AB-4A00-AD8F-5DB589BE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BE8C88-BDE1-4EBF-BF60-7BEC3EFB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BAB523-AEAC-4FCF-B120-BA01E01E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모든 의견을 P1으로 부풀려 개발자가 경고를 무시한다.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7F330E-1955-4EBE-BAFB-3205C263E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33CD8E-C131-4740-83FA-D930F89A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1057A6-EA80-42CC-8502-EE3F4776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correctness·security·data loss·contract break에 집중하고 style은 linter에 맡긴다.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6843D4-4222-490C-8D02-63ED2691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C92F91-804C-4F70-A4F0-DDA91BD5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D4AA68-94D5-4757-9AB4-C91E6E0A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review_rubric.md과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20315950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0625D1-53B5-4300-ACA3-5180FB3A0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A35AC0-EDEE-422F-8490-C040EF520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DDBC31-942A-479C-BAF9-6A47431B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ABE6C5-2055-406F-90D4-57D38BE76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0C8208-0E7E-451B-9B2A-7F909A61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63A21A-1393-41BB-8495-BCDF754F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e4aaacda45400d"/>
          <a:stretch xmlns:a="http://schemas.openxmlformats.org/drawingml/2006/main"/>
        </p:blipFill>
        <p:spPr>
          <a:xfrm xmlns:a="http://schemas.openxmlformats.org/drawingml/2006/main">
            <a:off x="5010150" y="1830586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B89D20-FC62-4F76-94BD-5B943AEB9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 리뷰 기준을 읽고 바뀐 라인에만 finding을 작성하게 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6E4008-4F4D-4861-B405-842CB9DEC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12173316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4871E3-1A04-4BDF-8F61-68FA8E07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1FA2C-E48F-4B52-BCE8-DABE9B73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1295A4-E68A-416C-8F0F-B5808B35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BA73F7-134E-42C2-A094-879E1A3E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7D90C-BF96-41AF-95AD-6FE9871B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ABE41C-A415-4887-B9CC-931F7BC7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6EEE6B-56DD-482F-A255-C946F620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8C82B5-2ACD-478B-A2DB-66411323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CE0CBA-7424-4D55-A020-36FD530A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 리뷰 기준을 읽고 바뀐 라인에만 finding을 작성하게 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A4A02D-1FDD-4711-9D91-A4B06F20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8C611D-0B2F-4B24-9C69-872589394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F4A9A2-84BD-45FC-BBDE-DD20397E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src/course_services/contracts.py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data/day3_review_cases/unsafe_pr.diff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4A82C9-62EB-4F31-A868-19726F7DB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406063-2144-45B3-9CE3-8961D430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C9BDE8-1080-4999-8265-272A8E79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finding에는 path·line·severity·근거·제안이 모두 있다.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변경과 무관한 파일 의견은 게시 후보에서 제외한다.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7EC169-0F08-440A-A7EB-2E1FB60D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598A2A-58AB-40B0-AEE5-511C0B6C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7CDE86-2BD7-48C2-93B8-A7CA20A5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83441726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C157DF-6572-4E0C-AFD4-B43575179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CA705-10E3-4E35-8064-C67569BA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D08090-8C81-49ED-8C79-3646C006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5C3A6-8265-43CF-9F9F-D6E734C4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D68C29-A5E6-4E62-8831-0C7AA174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2DB759-5A70-4BE6-A59B-A56BD0A7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17BEAD-AA42-4C6D-B97F-A096C1EF8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65C6BD-76AE-4212-A03D-D7CC01DB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616665-8027-42F9-92BF-080A7500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90138-EAC2-452C-9EE1-19CFA678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BDAF13-A41E-46E7-8C47-EF190D1D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3D9BCE-A6B8-4BC9-8655-C2A34262E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A3DF06-D63B-40BC-B1D8-53F0CEB3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085156-C6C4-45CA-A823-70861B8D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finding에는 path·line·severity·근거·제안이 모두 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DE43A1-DF02-429D-9050-CAF3B059C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471BF5-89F0-4A80-A0A2-4FABCEA79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2B83E5-FCA2-42F0-81FE-0C120C7A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DEDA23-0D95-416D-BB24-33B7B84E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변경과 무관한 파일 의견은 게시 후보에서 제외한다.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F447BD-75AF-4B52-825B-B0CF52D88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CE09D5-2EF6-40DF-8334-7BF7B0F9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278B1D-400A-445E-8CB9-52ED87467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A5073B-6C82-428A-BD57-B448ABBA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36153734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C7D926-FA2B-44F8-9B8F-A4F92E38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6961CB-109E-4D57-B04E-3700DDEB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1CEA57-3E73-4A6B-A694-7653E027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FB3067-0A4D-4E9A-983C-0B5CFC28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31851C-74E7-4489-AEC5-E05EE86C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E1136D-8832-467A-8DC0-DE4DD8F29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155B34-9FD2-4E51-B761-C7744EAF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A9144A-DD9E-436D-93C1-ECB7C408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AC7242-1F80-44B5-949E-3DB8ECDE2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AGENTS.md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4CD9DF-0438-414D-94FB-E5F1CD377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6EFF7-F8E7-48E7-8E5C-ADE5392E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C9141F-03AF-4B78-B55A-D2BDCC7C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src/course_services/contracts.py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703F21-D0B5-4562-9774-3AA87012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6A610-0642-4888-9C7C-E2CFA6690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276AC9-00C9-4C8A-BBEB-B2DFD7A4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maps_findings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8E73F0-FAF3-49F3-BECB-D76D621F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51A2C4-0B9E-4FF6-A92C-F944725E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9B9C78-FA3E-4F76-ACF1-83FAFBD8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한 finding에는 path·line·severity·근거·제안이 모두 있다.</a:t>
            </a:r>
          </a:p>
        </p:txBody>
      </p:sp>
    </p:spTree>
    <p:extLst>
      <p:ext uri="{BB962C8B-B14F-4D97-AF65-F5344CB8AC3E}">
        <p14:creationId xmlns:p14="http://schemas.microsoft.com/office/powerpoint/2010/main" val="38914008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208DE9-C0A5-4A0E-B4A8-D3A6F342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8D58DD-6C48-4176-A48D-7F609DAD8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E24E00-7263-4782-A769-B7AFA330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280E4A-C8C8-4653-AF18-BE3F03DC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5865D4-1E8C-4B1D-8311-559B246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1B0AE2-D7A1-4C25-91BE-C16DC7B7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80379F-E2DE-494D-B927-14ACA632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28FEA0-B76B-4146-B150-3883F25D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189F06-E7F0-492C-B041-22388089F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 -k maps_findings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58C72C-7991-41B7-A5E5-33EB7268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FA5C93-0359-41F0-B268-14A9006B4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69980028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0B527F-35EB-4EE5-A783-853CC025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A35F43-3CAF-4A2E-8F7B-BDD8097B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D37638-C79D-4D27-A040-55BCDD5E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86537B-BD86-4D9C-86D5-FCD1C404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379609-64E0-4130-BAFD-83F271E8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EB362C-A556-4606-BCD4-A2B1073A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45C136-8C92-45C4-A6E1-7E7FE08D1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56E273-F2A2-4F3C-9913-DDA4E84C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5746BF-17E7-4847-A25A-34270EED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A0D014-40A7-4ACD-A2D2-59DC7EF58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review_rubric.md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A2875E-B501-403F-9072-4C70EC45F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553667-E2AA-4139-83FB-B4206137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490A91-01DB-446F-B447-1BE59C07B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한 finding에는 path·line·severity·근거·제안이 모두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변경과 무관한 파일 의견은 게시 후보에서 제외한다.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27617610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E93D62-7ABF-4F87-B0DC-9CC8BA6C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C88EC7-C4BC-4F7B-8F58-FE289FE1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7CCD39-8D3E-458E-9232-F92D742F7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D3BC7F-C8CE-4B99-8DAA-BB6AEDE5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794AC6-D925-4C7F-B6EB-C8538AC7B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26376B-496C-4224-943A-5CD01984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5D1C45-49E0-43E7-A361-2CFB4027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B903ED-ADCB-4F2D-B6C6-6D20EEF0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의견을 P1으로 부풀려 개발자가 경고를 무시한다.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AE5A10-8EFD-487A-9ACA-361310F1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1AA7DB-2361-4420-9962-524C80EE1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956098-9B2E-47F4-A60F-C236CE1D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correctness·security·data loss·contract break에 집중하고 style은 linter에 맡긴다.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170A79-BB6F-4F0A-9834-FF5CE838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변경과 무관한 파일 의견은 게시 후보에서 제외한다.</a:t>
            </a:r>
          </a:p>
        </p:txBody>
      </p:sp>
    </p:spTree>
    <p:extLst>
      <p:ext uri="{BB962C8B-B14F-4D97-AF65-F5344CB8AC3E}">
        <p14:creationId xmlns:p14="http://schemas.microsoft.com/office/powerpoint/2010/main" val="202908447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31E15D-02BC-447B-ADAE-103FC2B66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BEE870-386C-4BAD-8C7D-A5FE722B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27E6DF-DA47-4BC5-AB6F-ECBBFD65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C9372E-D1FF-4552-BEE2-E16B2EBD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DC433-A74B-41E9-9EB5-7BBF5485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12E48A-A35B-470D-BBCB-14ED5F0AD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127522-63B5-4917-8D17-E05C2C90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6B5E72-5761-422C-BC37-49D48EEE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src/course_services/contracts.py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data/day3_review_cases/unsafe_pr.diff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829C9-C632-4D07-95F6-AAE9B91D0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1E2684-DF8A-477C-9C46-5DD2EF24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3E51DB-3873-4565-BB79-5A6D7822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D8AD4A-F1ED-4F24-B764-FAD5E40C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finding에는 path·line·severity·근거·제안이 모두 있다.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review_rubric.md 저장</a:t>
            </a:r>
          </a:p>
        </p:txBody>
      </p:sp>
    </p:spTree>
    <p:extLst>
      <p:ext uri="{BB962C8B-B14F-4D97-AF65-F5344CB8AC3E}">
        <p14:creationId xmlns:p14="http://schemas.microsoft.com/office/powerpoint/2010/main" val="137242848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9502D1-7F85-4CE4-AD64-A5EA03B4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F27C5C-DA30-4F40-8DD2-F0792AD4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23E19C-3090-4C9B-BFEA-5D76900E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B06B05-8804-4226-B76A-8A58FEC7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E9A779-7F52-4087-8AFD-26467295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DFEC94-36DF-43CE-B5E8-C54DE2DE8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DDB9F3-D3B8-4B46-8622-5CC91D50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 리뷰 기준을 읽고 바뀐 라인에만 finding을 작성하게 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src/course_services/contracts.py · data/day3_review_cases/unsafe_pr.diff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1BFDCC-0287-48D5-8C96-66072D30E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06763-F409-45D1-80C7-264BBC72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review_rubric.md</a:t>
            </a:r>
          </a:p>
        </p:txBody>
      </p:sp>
    </p:spTree>
    <p:extLst>
      <p:ext uri="{BB962C8B-B14F-4D97-AF65-F5344CB8AC3E}">
        <p14:creationId xmlns:p14="http://schemas.microsoft.com/office/powerpoint/2010/main" val="41245603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5ED2D5-9AC7-4E08-A51B-BE8590C8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2076FA-8A7D-4D19-8D5A-FB7FE68B5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5DF06B-4BFA-471A-B812-6B2A2073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A3C844-2808-4FA1-A19A-A55CA494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2143FF-0BFB-4E46-A0FC-C2694D3D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5D3684-4FB6-4897-AA7A-862AC8A5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4CDD37-A5AC-4D16-B291-32C92CFEB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 -k maps_findings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한 finding에는 path·line·severity·근거·제안이 모두 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7E35B7-C82B-4B65-B1BE-27FEF639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086D28-163C-414F-A155-13786222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review_rubric.md</a:t>
            </a:r>
          </a:p>
        </p:txBody>
      </p:sp>
    </p:spTree>
    <p:extLst>
      <p:ext uri="{BB962C8B-B14F-4D97-AF65-F5344CB8AC3E}">
        <p14:creationId xmlns:p14="http://schemas.microsoft.com/office/powerpoint/2010/main" val="148940547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FC5E52-40D5-4748-AEE8-7D9E2B2D3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7155F-7740-4972-AF66-093FE3D2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BF0926-204B-4008-AB35-29DEE968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9AB015-C656-471F-BB50-4370653A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E39A41-F950-4983-A00A-7AC498EF3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F043CC-EC87-4C31-845B-D805716F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ADDE49-EBCD-4AA3-8E66-55C4C41D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변경과 무관한 파일 의견은 게시 후보에서 제외한다.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correctness·security·data loss·contract break에 집중하고 style은 linter에 맡긴다.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A5163-967E-42A4-8250-814D908B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FE2270-B1B4-44C1-BDB0-56E52B79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204198411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9DAA4B-90B9-49D9-8E63-CA4206FE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CE5621-2661-4A5E-B2BC-9E3BC20C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E74C04-3679-4BAF-82CF-4A664DF2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F031FD-CC62-48E7-A54C-3DE8D6998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444E4-4883-4685-989C-AAB068B9A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D557B4-CD50-48C9-BEAE-4B08EB21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334552-FCC9-422A-A5C2-85001D21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8D17B7-89D7-446D-A351-C264DDA2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7E0D0-B795-45F2-B4CD-89F735D6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한 finding에는 path·line·severity·근거·제안이 모두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646407-B67B-481A-84AE-90713961E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395036-5DD1-4301-B5FC-64B831E3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E04C4B-2136-45F2-95B4-68EEFEA0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126D87-9287-4E51-B406-A01F435B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371528-E8BF-458C-ADC6-03465DFF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460981-9BB1-4D85-975A-2D600E031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282850-03BA-4763-A5A9-39869C7C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EDE557-FA71-4554-A326-D7667DE4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E88BD3-7D07-4E3F-ABEB-152756665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38155261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4A24B8-82B1-4D89-965F-16B3E604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1FE33D-3B7F-4998-9399-F407645C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D327D0-073A-48D0-8D72-5F3A78FD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26F4A7-3216-4B90-B063-7D999FFB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D91350-EE2A-492E-8C6B-F5145E7C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A18D8D-6705-422C-9617-CB2F1552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951274-C0CD-4381-BFC5-ACA3C57F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852C50-B786-4978-B8C9-6C6205D8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898A32-5DF8-48CB-9BAA-2F1910DB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변경과 무관한 파일 의견은 게시 후보에서 제외한다.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A3D030-E033-4BF2-AF0C-6186F717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04E0A2-899B-42B8-A377-D0BDD261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3E04A2-5A55-47B5-9D6E-2B98408F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77DFD2-202D-40F5-8E48-C434F961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B39F1D-8742-4DBF-949A-309B85C9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F2F2E0-AC2C-4AE7-867B-2226C911E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B265BC-7C60-4C32-8418-8D99E9AD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6D04AF-1BFC-4D00-8CE5-9C31E075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29FA92-5F7D-44A6-8592-14969183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31531642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9A4F7D-9054-48AB-BD44-DAC75B37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8C8A88-5FEF-4FA2-A899-45AAAC2F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3EF4AD-BFA2-4A43-BE39-F1F0071EC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E639D-9CA4-4864-832D-86652536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F3AA06-C663-4E32-A477-5D732069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F5FC1D-D9E1-4312-911E-D4EB7092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CB874F-1D72-44C6-920D-BD64DA6F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작은 팀의 PR 대기 시간을 줄이는 첫 번째 자동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C42C4B-DA07-41BE-BA02-71E27DCB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2A3EB1-6932-452E-92A3-EC3BE4DC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E4E03C-824A-49DD-9ED8-BB6AD5E2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F8BBDA-59CD-443B-AAE1-C8981E01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4391F3-5D21-4B76-942C-3CAB9557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72465B-951F-4325-A263-4BC66A71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CCB2B3-E4BB-4178-BD22-D0F2EA7A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FD4EFC-D7CD-4C44-AB36-76CC35AF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BD496C-B827-4220-B883-D10AEB3C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0146CB-1094-468C-81D4-27271D97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1153E8-4451-4BD0-B048-BBF018ED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B44A3A-E108-4A40-9DE0-8BD04F88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review_rubric.md을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11415724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B48F48-1D43-403B-A4EC-587390B68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45A90-120E-4714-B5FB-C2781A3C3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A2230A-B8E3-4CD9-900C-8F1F7981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156DFC-13B8-49E3-9666-59B8E1354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A066C-13B4-49FF-A9A3-5E4A4D4E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D17149-6C7D-4A1A-95BF-11715730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DFEE39-214B-4BC5-9DF8-B044014A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작은 팀의 PR 대기 시간을 줄이는 첫 번째 자동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334B21-FDF9-474A-94C3-118990D07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C34478-2495-48E3-B56C-B5C4F1D1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E8C4D3-FAD5-4830-8184-BE48C4770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88A872-D3F2-4B37-8B76-816AF08E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9B02BA-87BE-4AA5-89DE-66FECE31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A1E6F8-AC24-4E3A-AFEF-81B9BA33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D13722-ED64-468E-9516-7F49C292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6E618B-76DE-4F9A-9053-DA66306D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4151DB-9322-4170-A3B9-3AD376678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586B64-1021-41A9-BA58-CB71BA3D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4E60DA-15FD-4C5C-9151-22D119AE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B0102C-8D2F-43D8-A491-FADCC239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review_rubric.md과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71101780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11B359-B550-4A0D-AC7F-7B2BDDCE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5BBC1-B759-4AA6-BA6C-0977D244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7ADEE7-7C67-4A88-92DE-982B1093A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AA71C2-9E9A-477F-9C0B-390FD143A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ACB2A8-6DFA-4964-BFA6-C150E7DF5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AD8CE4-712F-4AF8-AFB4-97917714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87A1B4-1E0F-4C9A-8D06-F62722CDC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1A8705-77E6-46A2-B199-974DF2ED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F78AEA-6987-4CE6-8E70-BF843BA5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한 finding에는 path·line·severity·근거·제안이 모두 있다.로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E1E518-8A5B-4F45-9A85-51BE0BBE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2147E3-C75C-4AEB-B8D7-69D7C88B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8FCCF-9C45-4569-9A97-A3902F3B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FC3A15-8514-4828-9CE9-4E3E82D46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DC66AB-0DD2-43E5-A4C7-8CE6016B2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626915-FA41-473D-9469-2946E3F9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correctness·security·data loss·contract break에 집중하고 style은 linter에 맡긴다.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9492A8-8232-44B9-99DC-87570A08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95CD0F-B1EB-4675-BBBA-AF9E6FD4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C3BA51-3756-49E7-B7B7-0F941222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review_rubric.md에서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517234788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5E2614-DDCC-40C1-8EDC-84174329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2826F5-BD46-48D8-B48D-23454C62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A26A38-0E94-41E3-912C-9F799E70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E589DD-C970-496B-961F-812CBD198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3EA442-EE01-40EB-B290-0671C868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 · 1차시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7A74E7-3249-4BE9-A1FF-D4040EDB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0C3E28-2216-4764-AB2A-D1DF6C865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D4A47F-EAA2-4E9A-8E27-287F65AD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B0EEA3-AB43-4E80-ACD2-8D4E6E713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코드 리뷰 기준과 Severity이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4D21C6-FE0E-408E-AACB-08DB2058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13A04C-70A0-4C9C-9858-086C341F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132E56-9228-4D0C-BCCE-3AD90BE7A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maps_findings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CB9D18-C0E4-460B-A673-E98F19B6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8EAE44-9CA4-4D29-A68B-90C6F944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1EA574-145B-48B7-9689-409C266B5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review_rubric.md과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54D797-CFA9-411C-8B59-4D670374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Unified Diff와 Line Mapping</a:t>
            </a:r>
          </a:p>
        </p:txBody>
      </p:sp>
    </p:spTree>
    <p:extLst>
      <p:ext uri="{BB962C8B-B14F-4D97-AF65-F5344CB8AC3E}">
        <p14:creationId xmlns:p14="http://schemas.microsoft.com/office/powerpoint/2010/main" val="63632349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D5A4B7-8D70-4028-AB5F-8D45A43C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13DFD5-A42B-4099-9297-7CEE41EA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3 · 2차시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78D7E1-A78C-4208-8723-0DCAABA9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09:50-10:40  (쉬는 시간 11:30-12:00)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7A0F1-D191-4D7E-86CE-91FE5E6F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Unified Diff와 Line Mapping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FCE6A1-FFC8-402C-ABCE-014A563C8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Diff · Hunk · parsed_hunks.json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18E5E0-302F-4599-B1F7-901FB138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720734-745D-45A1-9AD9-F0BDC780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A7461F-9E51-42C0-A1CD-002688CB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86843C-795F-4FC9-8D29-A45ADF4F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959405-E581-4F0E-98F6-3C41A0DE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770D26-844C-4869-8FD7-4A401939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B76887-17A9-488B-9B32-19FABD2F8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parsed_hunks.json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6715B7-0AA8-40D7-B14F-0EC45385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3 · 코드 리뷰 Agent · 2차시</a:t>
            </a:r>
          </a:p>
        </p:txBody>
      </p:sp>
    </p:spTree>
    <p:extLst>
      <p:ext uri="{BB962C8B-B14F-4D97-AF65-F5344CB8AC3E}">
        <p14:creationId xmlns:p14="http://schemas.microsoft.com/office/powerpoint/2010/main" val="197771880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8CF8D6-9A8A-4954-BD0A-AA0866B2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B03F86-377F-4839-892C-8FE2F7E4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7DD16F-44AF-48D7-9686-8806515A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EF3032-96DE-4344-B832-0BB915E7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50317-401F-4CFD-8804-A136DD0A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0F3E0-6109-49AD-9BC3-70D5102C8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2FEA62-96B7-4287-A6AC-AC90AEF5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E8D95E-E8CB-4619-9474-8B66271E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4B007F-19C1-45A6-AC63-35C72DDB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review_rubric.md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D41E13-1008-40D9-9FC9-AEEF64E6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C49121-FFAA-460B-8562-ECB373E6B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BE35C0-48FC-4297-87A6-3C0CC50D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Unified Diff와 Line Mapping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B5927E-18C4-4A68-B017-0AD2ACA57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BAF9CD-F77F-4626-AF35-1437268D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7D1BDC-0C01-49D7-AE6A-F8BC51C3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parsed_hunks.json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53D0C5-757B-485B-9342-22A5C8DB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8BF787-61A1-4436-8479-A8F5F278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FBBBF9-4347-46AA-80C2-966624016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리뷰 Context Pack</a:t>
            </a:r>
          </a:p>
        </p:txBody>
      </p:sp>
    </p:spTree>
    <p:extLst>
      <p:ext uri="{BB962C8B-B14F-4D97-AF65-F5344CB8AC3E}">
        <p14:creationId xmlns:p14="http://schemas.microsoft.com/office/powerpoint/2010/main" val="13409132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9CE558-2E8A-4AAB-AAEC-CAC67B2D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D6F4E9-E10F-4C5B-9C8E-17C60F10C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0C021-4E13-4503-AFB8-AD8918FF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F477C3-4350-41E4-B6CC-494E7EE35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13DA19-5DE5-4824-BB2E-634490E60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D0F62A-7722-48EA-B202-B93E327FC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내용이 맞아도 line mapping이 틀리면 GitHub comment는 422 또는 엉뚱한 위치에 붙는다.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A581EC-514B-485B-8146-63D433F7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hunk header로 새 파일 line number를 복원한다.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A5BCB7-AABF-49BD-BCF4-DC4EB0AEC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568A2E-4657-40C2-B8C9-8EAA4206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parsed_hunks.json</a:t>
            </a:r>
          </a:p>
        </p:txBody>
      </p:sp>
    </p:spTree>
    <p:extLst>
      <p:ext uri="{BB962C8B-B14F-4D97-AF65-F5344CB8AC3E}">
        <p14:creationId xmlns:p14="http://schemas.microsoft.com/office/powerpoint/2010/main" val="131450519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60D60E-D6C6-490F-9FEE-5292CDC5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A4C61-70C3-40C7-83B2-1C17FB05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EAB34C-7D5C-492F-AE2D-6AB5F95B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B51D93-FFE6-415C-B737-53B79CD3F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C405C5-3B6B-4A17-B620-5D76101C4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729D50-3893-4403-9D89-DE79BE9EC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C11D2E-EF4D-485C-B52F-FFB50A5D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5E2766-6A6D-4FE0-9EEC-4F1AA2AD7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hunk header로 새 파일 line number를 복원한다.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E5D43B-4D53-41BF-A853-F84589ECD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82517B-42D6-4B92-B6D9-31F291C1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2A118D-5C70-4DCE-BB39-EA160575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 header와 코드의 + 기호를 같은 것으로 처리한다.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CC337E-E750-4320-8249-591CF0F7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F9773D-39D1-4780-B802-CBD2E310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4A2B9C-8842-4C38-B2B9-E4B62887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parsed_hunks.json에서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211458329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0AFF64-078C-4A86-AA3D-E9BAE3920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81774-E591-40BE-B7A4-BFA3BFE9D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782C1B-F611-498E-B5F8-C0C9E5175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182A97-1308-4FCA-A902-6CD22BC0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BD2306-F520-4517-9372-3F1783238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341C7F-8A68-45ED-89C0-B6666D24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683385-5E69-49A6-BFDE-13C6ADFD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95892-8167-4390-B8A1-B33EDDFA2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858BB3-B3AD-4640-9D8D-1D15A048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1EF81B-8E92-403E-9125-642FA71C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AD23B9-863D-4665-B5D5-29EA9888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7F2279-3729-4925-A36B-20530798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D4A99C-67CD-4179-AEC7-72094952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7CC5A8-9BB1-469B-9431-C6231FC1D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 전후 차이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B666FD-CE03-4E79-B274-B1BC694A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D857B1-15E7-4173-8299-E5C78341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Hunk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1C3F2C-E577-4190-8110-23114843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C61B84-ED54-4468-8CEF-422E64DF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연속된 변경 구간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3FD543-A648-4FC1-96B5-0A89B8A5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6ECF4A-08B9-4B49-99C1-77AA4388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Old line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43207D-250C-4951-A9E2-924B017C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E33F6F-889D-4D19-A575-B6D00C634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 전 파일의 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1200A7-B348-4FBE-B7B9-06D6352D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74AD4D-4EA6-41D4-BD36-D21FC783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New line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CD32EE-46DA-48C0-8D3C-96790D39F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54EA24-5E8F-441A-869E-AE0BD834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 후 파일의 줄</a:t>
            </a:r>
          </a:p>
        </p:txBody>
      </p:sp>
    </p:spTree>
    <p:extLst>
      <p:ext uri="{BB962C8B-B14F-4D97-AF65-F5344CB8AC3E}">
        <p14:creationId xmlns:p14="http://schemas.microsoft.com/office/powerpoint/2010/main" val="47159996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C8DFE4-B4CD-46B8-B20C-E1A701A3C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D000F1-8C34-4AD9-87FE-5192052A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481B79-528B-4121-8625-CE069C34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637EF5-3D21-4EFD-A4A4-70E049BE5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E0B607-F976-42FA-B44E-9FA883DC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DCB2D9-6BA5-4DF7-BFB3-ED6C9785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20634-FDB8-4E88-9339-EB486763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5D1D83-4C13-4606-BC94-313DE052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5F65C6-30FA-44C1-8ACC-E611A6E7D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27FD90-5433-42A5-B629-E8FA208E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6F2F1F-5E9D-4EC6-9729-777FC68D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+++ target 확인 → @@ header parse → context는 양쪽 증가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7A9F2-3D61-4158-A241-F8AAA27C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B6AC86-D6EF-489B-A3B2-602EE6C0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DC74BF-9A76-4F06-884B-0484A030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parsed_hunks.json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9B6EB0-D48A-4F55-9E19-6DA16F79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BD518C-DAB7-446D-9C12-195E8E6D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EAF055-CCAA-4508-A5BE-28BC383E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추가된 9·11·12번 줄에 finding이 매핑된다.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absolute path와 hunk 없는 입력은 구조화 실패다.</a:t>
            </a:r>
          </a:p>
        </p:txBody>
      </p:sp>
    </p:spTree>
    <p:extLst>
      <p:ext uri="{BB962C8B-B14F-4D97-AF65-F5344CB8AC3E}">
        <p14:creationId xmlns:p14="http://schemas.microsoft.com/office/powerpoint/2010/main" val="24637820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CC6370-636C-4018-BEA9-6547366C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A5D7B-325D-4851-87BF-8E1144712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61E8D-E3A8-45E9-B4E7-B9533F71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85D517-9180-4AFA-A7D6-C0CBFCE1C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4EE284-D35C-48C8-B395-CC57D844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0060A7-56A1-4ECE-91EF-129BF2C8E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5785A2-5747-465D-9840-478BC80A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F74E3E-21A8-44A0-869C-A3130AAE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453901-13D4-4CF8-854E-C6BCB1EC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+++ target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3CDED-49CF-4D9A-906F-B9324F694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54B0C2-7666-4B7E-8E51-3BA9740D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5A5B2C-DDF8-4FFC-BBEA-05818BC1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@@ header parse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60E652-3772-46FC-B71E-F07F1682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134BA7-4D01-4FE4-B57D-83C83C28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FA6DE4-440E-4BC8-B559-5A206381E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context는 양쪽 증가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4E0D1C-E377-43B0-94DA-1A29D808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BB9914-38F7-45E9-BA97-F9147587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CEBCFF-8CCB-457C-A1DA-7989E0F0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삭제는 old만 증가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607D17-48C1-4D3B-9D93-AEAE62EE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ABDD3D-D284-455D-B886-6AF13C9B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770FD2-6E85-468F-B37D-E2E4FB03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추가는 new에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F55602-1E79-40AD-BCAC-9454C504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parsed_hunks.json에서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763652086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AF242F-AE11-419E-AF13-301C24F3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2B09E1-229D-4747-A460-884F00F4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060DA5-DE1F-4384-B59F-9403DEDA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79CFE9-3337-4213-804D-E4BE692B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7626C9-6D61-4270-8074-AD061724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FB1458-6DEB-440C-9092-74AB8690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66DE7D-8F24-4A8D-8623-2D972496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3FC863-01B9-4B60-8EBE-F3C7B355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추가된 9·11·12번 줄에 finding이 매핑된다.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9A956F-1CC5-4693-A438-9227A5FD4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FED945-AAD3-41B8-B7DA-11317BD4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160F1F-B416-4D6F-95C3-ACCB154A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absolute path와 hunk 없는 입력은 구조화 실패다.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20924-160B-4561-8181-BA34BAFD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23004E-9A61-4EA6-BD4E-63B5F80EA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9078DC-EF43-455A-9BD6-3666ED849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B706CE-BBD2-4FDD-8358-BD888F71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2EFF57-C09E-45D4-9CC1-B499EF901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EA56FE-D9A1-492D-9AD0-DE83F20A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식별자·parsed_hunks.json</a:t>
            </a:r>
          </a:p>
        </p:txBody>
      </p:sp>
    </p:spTree>
    <p:extLst>
      <p:ext uri="{BB962C8B-B14F-4D97-AF65-F5344CB8AC3E}">
        <p14:creationId xmlns:p14="http://schemas.microsoft.com/office/powerpoint/2010/main" val="71394165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5BBC44-DEDB-4C72-809A-D8226B09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6D6F0B-A9C8-46F7-A793-EECC16FE4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EED2A0-9E13-4339-9406-7897D125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D7DC5C-3E64-4016-B1AA-8F65F670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8384C8-7230-410A-8AD7-1E84BF27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84A371-2454-4DE6-8C27-DA825863D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74E7CF-82CC-4A77-9E1F-1883C0D1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12176D-0A8C-4F3B-A46A-35FFB570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4F92BA-7F02-4019-8468-B5962FE2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645218-76E4-42CA-937A-ADA4CE763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2D841F-0168-490F-A4C8-B0DCF74D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8EBD4-38C4-4301-B624-7BB7F031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E0DAA6-53A3-45FF-8FB4-7D3B5E8D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434A0E-0F03-40F8-A7A9-44C16B6E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85275B-0386-4EAD-A63D-092BED1F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data/day3_review_cases/unsafe_pr.diff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0D70E4-3482-4783-BC5F-444DC1CD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68517A-9436-4F9F-818D-973DFE9D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2B8030-EC4A-4B16-8F02-E7BC46DE6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materials/day3/day3_service_lab.ipynb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1329534488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F1687B-49F5-4470-AF84-C5DCAE4C6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Unified Diff와 Line Mapping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1D161-83B5-4489-A0DD-8B367947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E3AA1C-F959-423E-9A67-75A746775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B8B703-D5D6-4AF0-B2A5-D503253E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71FF3-7DB1-429A-AFFD-E92A9067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FAAE6-E3B7-4C36-B5A4-0232FC96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C0B775-74BC-427A-9FFC-6A75DBF2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내용이 맞아도 line mapping이 틀리면 GitHub comment는 422 또는 엉뚱한 위치에 붙는다.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003698-880F-4621-924D-C4ACBFEC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000003-CEE1-4ECC-A611-D11C4534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65A53B-EFC4-4616-A691-BD3646B1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파일 header와 코드의 + 기호를 같은 것으로 처리한다.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D434A6-9C14-46F3-A74F-3CA9D3148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+++ header를 먼저 분리하고 hunk 안의 추가 라인만 수집한다.</a:t>
            </a:r>
          </a:p>
        </p:txBody>
      </p:sp>
    </p:spTree>
    <p:extLst>
      <p:ext uri="{BB962C8B-B14F-4D97-AF65-F5344CB8AC3E}">
        <p14:creationId xmlns:p14="http://schemas.microsoft.com/office/powerpoint/2010/main" val="190667063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3592DDA-AB30-4DDA-8A88-75B0D502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BF1B16-2E75-4978-BF64-5C15BDFF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9D28BF-349B-4702-885A-0AEDF3772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9CFFB-868C-4FF2-BA89-82D4D780E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ED122F-A8A8-4929-B8A9-848F2717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7988E8-7224-440F-9451-92BECE6A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F806D-FC0B-424F-B646-3B2F6979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B26E78-5B4D-4493-880A-DA9AF544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96C9D1-BCA4-4F35-9C04-C7C9B19B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16686-4A69-4214-A89D-BB9C421B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4291F1-B5A1-478C-8077-9C784951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457940-8C01-4C6E-9FD8-80107F62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4CA190-11DE-484F-8407-C421D202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157E13-B3E7-4213-BE9E-8CE9EE85C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3C0F5D-2B10-4F10-8D07-CADA51D2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1042F4-44E0-4408-885C-B3DDA84D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 전후 차이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C4A9C1-F9AC-49A4-B68D-321ECC71C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AEA288-60B6-4EB6-AD6F-C2D61714A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DE04B6-7D43-4770-B6C4-1E8F50B44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5A1C5C-DD1C-4BFF-AFD7-D743E6382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Hunk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B90FA3-68C8-4119-89AF-C5E9068D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C04E1F-16B1-4E91-A97B-E5514B290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연속된 변경 구간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9DF0D8-8931-448B-B381-AE195F6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A9B96C-25BB-46B4-AAC7-605CDA3A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198F77-F262-4F24-9B25-E2AD95A79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A7E108-361C-4584-BAA3-D05DDAB5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Old line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A6C103-53EA-4E3D-8EAE-6BA09AAE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EEBDEB-4D61-445F-B1E7-07D947B1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 전 파일의 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C6F15DD-97B5-492D-AADC-4E5C0276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B00C27-6718-4E05-B6B6-773072D8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8CE9F7-76EE-4479-AF63-3150BC5F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FE50B1-587C-46FD-9BD3-916E56F7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New line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310CBC-5EEC-45E6-B7CF-E2A2FE311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A9A582-9C8F-4C63-B9E1-A9D3B074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 후 파일의 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0E3896-1041-4B68-A759-569F9A02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BA33719-922A-4682-B4E6-2CD10B52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60201273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12A964-7144-4807-A5E7-61FF04A05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BB6E5B-3189-42E5-8328-44F8ACB1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A6A9F3-1967-4B68-9CC8-8B151D5E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D5382A-FE61-4B9C-BD0F-ABFE26A7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23E25-F644-4621-AE3F-1C6A81BC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FBB09-D7A1-4FC2-8920-83AC7A15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0290D-1782-44E1-8EFF-641537EAE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254A2C-4132-4A58-9BB0-191B509C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C1297E-27FF-4166-BE97-5FC07E437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파일 header와 코드의 + 기호를 같은 것으로 처리한다.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4129DB-216A-4CEB-97EF-A0A99437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413769-2865-4F4E-BD70-BFF43FB8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내용이 맞아도 line mapping이 틀리면 GitHub comment는 422 또는 엉뚱한 위치에 붙는다.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DB5089-D3EC-4311-BB2E-911EA9CB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519613337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5FAEDC-A24F-4479-91C8-9A029429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723F3E-C5AE-4714-ADA6-E78CFC1A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36F5AB-0201-49CB-A2FE-279B27EED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F47D63-FB2C-4FA3-99B0-DEC85E69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245E14-FFFD-432E-8A2E-312E551D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534769-CBF6-44E3-9943-A5685B33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846BBD-922D-4D9D-B16B-94A8F0A5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752AE5-03B2-4387-9E9B-73A8307F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0E7698-6E2F-41DD-98FF-0E93C40A6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absolute path와 hunk 없는 입력은 구조화 실패다.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B9695-22A3-45D2-8789-3CFF6DFB2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86167-08FF-4D8B-BEDA-6062E876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671F7F-27FC-4EB9-B8FC-357B0582A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파일 header와 코드의 + 기호를 같은 것으로 처리한다.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8A775A-4208-495E-88EF-D7B0FA11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8B5E53-FCDC-4C71-A8F7-030D8BDF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2CB841-5107-4F9E-A384-DF5777EA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+++ header를 먼저 분리하고 hunk 안의 추가 라인만 수집한다.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6CC718-F7E6-45DD-A90C-FD872827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8BE403-B924-4D5F-A0E6-1466D048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DAC4B4-A6E3-4BC5-BE5B-B3AD78586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parsed_hunks.json과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2141150596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EFBA9C-D469-48D3-85E0-7B979F12A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0BDD8-A02B-49D9-98B8-05118D834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C171CC-27DA-4A70-8512-ED0D3CC0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509A3F-AE50-4583-A332-D8145481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B940DA-1915-414B-8F52-1A94892A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8BD08A-B4E7-4642-9C5C-2ADFD2C4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f2c062b834807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DA2BD8-CAEE-4DED-9A47-3ACB9EF3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rename·new file·삭제 only diff를 포함한 parser boundary test를 제안받는다.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6FCB5-F847-4FA7-BD99-0A76709C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176696295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1EDFAC-198C-4EEA-9DC5-6C424A758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E95C7-A651-4A67-AABE-02496D492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FA7AAB-FD23-410D-A5CE-A827B628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239BE7-1CDA-4E82-B39D-E6FC7125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3E579-4AE8-41C4-AD1C-211FC8AE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09D108-DAB2-4394-A9B1-A793434D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12D704-D0A6-4AA7-BED9-B0BEA306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67449E-37B6-4D13-818C-CC1FF0F6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4A4796-7F29-4650-B15F-83C44318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rename·new file·삭제 only diff를 포함한 parser boundary test를 제안받는다.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2F7E6A-7305-4FAE-A887-4FE655E6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538502-04A7-42E1-9786-034B435C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D99531-F3CA-4D67-815B-BB3C72ED4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data/day3_review_cases/unsafe_pr.diff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811EDD-F611-4F04-8D6B-90E4C685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EC4F86-00EC-4240-8A7C-4D451D74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8CAFD2-629F-4BE5-849E-643C809A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추가된 9·11·12번 줄에 finding이 매핑된다.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absolute path와 hunk 없는 입력은 구조화 실패다.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104161-DAD3-4A8E-8C26-479BAB35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052036-C8DC-48F9-B337-4D3CEB84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16FEFE-A147-4949-B356-6DED9810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497190934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811108-AC5A-459D-B63E-CE638480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6F75ED-CF1F-4CDE-A2E9-6DDC1104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102873-A63E-4559-AA7D-17509F54C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390D4B-58B9-4687-AB7E-AB7F9E06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500A2D-F9CE-45D0-9991-0DE1A5F1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49CB0B-E77C-4524-848B-119986E2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D99DD7-025C-4233-9296-FC4CD9F6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6479DD-4C12-4E45-A6C9-2B143911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DBCBC9-8B3D-410C-9CD2-4C1E9DA6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A41351-395B-41A5-BC66-EFB88ECD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3C72C7-B596-4681-B8EE-696B6571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92A9E-2938-4E38-B9AE-08B8CC77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0CE1FC-585E-4965-BF9D-DE65DF221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CCC262-FB74-4DB8-982B-C5E3046C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추가된 9·11·12번 줄에 finding이 매핑된다.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9657C1-1545-40BA-B4C5-FB623697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5765D9-37B9-4594-8306-B52DA397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BDEA33-C715-4742-A5FD-29D0589E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F91DB1-2E7E-4471-B72D-A26C2347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absolute path와 hunk 없는 입력은 구조화 실패다.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7C4374-3F18-4D9E-96D8-14321C9C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118AEA-DB48-4546-B5C7-4ED7E3A1A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D2C622-6EEB-44D4-BB3A-B5BF0B37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62AC33-F295-40CC-84EC-428128645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832137266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B5E206-EE77-4499-9F87-E14F7EEC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F4B302-EAB8-43D5-B6F1-D42029BF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3B04E-0918-4761-913D-6621D22F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2CE933-C4FE-4FBD-BB16-0DB5503C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E149A5-B2E2-48BD-99A5-ADBD4A99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EFE935-16E6-4DAF-8AA9-0506BE00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E36EDF-39BD-4C42-A037-56FA43FD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9EE533-8631-424F-8D0C-C90C0B9F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808F9F-4446-44D4-8F5F-22EA1B398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src/course_services/review_service.py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2C133D-771F-4E85-AA2C-942B1BFED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96A387-0282-4A97-A6D0-4CDE5853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E8C365-97C1-4D59-BEBD-FE0BF94A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C0B432-B44A-4958-91E9-748DA3E6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B358D8-E379-41E6-B33B-138DE83F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346809-0EA2-4170-B5FB-C30DF17EC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unified_diff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E94FC7-560E-491D-B795-348CB4D7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E4FD12-D002-4258-B523-77EA8DD6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80038C-BF4E-4012-BD9D-0CE83E6C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추가된 9·11·12번 줄에 finding이 매핑된다.</a:t>
            </a:r>
          </a:p>
        </p:txBody>
      </p:sp>
    </p:spTree>
    <p:extLst>
      <p:ext uri="{BB962C8B-B14F-4D97-AF65-F5344CB8AC3E}">
        <p14:creationId xmlns:p14="http://schemas.microsoft.com/office/powerpoint/2010/main" val="41865416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A901B7-D984-4C30-AF79-BC94F70E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8155DC-EE7C-44F0-B277-74DBFB9FA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E6559-4814-4636-9365-4BD52199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7D0CE-C9D6-4EE8-AA0B-BE7563F6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1853CD-29BC-4051-9736-15FB5F5A7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04FB48-C0AE-4613-AEAB-02699BFA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5D47A2-BC15-4261-98A3-06036B7EA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02ECD0-B853-4F11-B80F-B5C5279CB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C58807-49BA-4F7B-B7A5-B679F0AC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 -k unified_diff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51A7C-DBD9-411E-9EEC-F95CF4BDA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475B39-C7DE-4B4F-A5DC-0DC470EA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366210632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879114-796C-4B0D-96DB-D434EF87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D22D86-6BF2-42BF-924F-61E15FF7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109125-B67C-4729-AB19-09527397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4F23B7-E0A7-4422-BD74-F09434D4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9ED361-7BDF-4F1E-8D53-2BA66406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24C4D2-5B0C-4D31-9F21-8B0ED9FD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B0943C-4BC2-4137-8FE3-00459141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791D82-D12B-456D-AB65-6A3297E2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817F30-97C1-415F-828F-461BBB45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8AE5D4-C5CB-4738-815F-5FE21B4AB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parsed_hunks.json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83F840-4B71-4D5D-93CE-2A760216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B327B9-13AA-4BE0-891A-FBBF8F99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C5E897-192B-433A-98EC-5E9D568B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추가된 9·11·12번 줄에 finding이 매핑된다.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absolute path와 hunk 없는 입력은 구조화 실패다.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7383795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D87081B-1726-4DDB-A100-D84A458DF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2E8621-E3FE-4D03-A6F1-E28B98325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96B565-6B9F-456F-A6AB-E9FB9907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C28C85-C797-4D89-BDEC-C47E3248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210B6-969E-4FB9-9981-AB12D215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83786E-083D-4685-956A-0CC1E1079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81441-3275-4FAB-B75B-5A5D5D98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9B64B7-9282-46DC-AA61-70DC4B4A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 header와 코드의 + 기호를 같은 것으로 처리한다.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774BD3-1CD8-47DE-BF35-FDDE767C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DBBAE9-0FD6-4EEF-A885-52FA2FE0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F3763F-4AA0-4124-9B39-80EC906C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+++ header를 먼저 분리하고 hunk 안의 추가 라인만 수집한다.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A06A51-70D2-4CC6-A06B-7FE65A02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absolute path와 hunk 없는 입력은 구조화 실패다.</a:t>
            </a:r>
          </a:p>
        </p:txBody>
      </p:sp>
    </p:spTree>
    <p:extLst>
      <p:ext uri="{BB962C8B-B14F-4D97-AF65-F5344CB8AC3E}">
        <p14:creationId xmlns:p14="http://schemas.microsoft.com/office/powerpoint/2010/main" val="196306466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2F3A42-DFB5-4DEA-BD94-C281F182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2899C8-E083-401E-AA84-2D5B5C9E3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540EB0-EEA8-4A4A-9D8A-5C85246B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2DD64E-DC81-4AED-AC7E-C47FA85E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EB5C21-27C1-47DC-8BB9-D76ACB2D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0E8B7A-D022-4067-BF3C-076461BE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912C6-A1DC-43C3-A2BA-51AFDE97A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408410-3CEF-46B6-80E4-A0FF28689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data/day3_review_cases/unsafe_pr.diff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A3B8FA-541A-4090-8664-672C8AF35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4216A1-CB5B-4AB7-ABA6-3759A8D72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15DDBF-E0E7-4F16-9298-31203591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68713F-DFA4-4B5F-AADD-2006F13AC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추가된 9·11·12번 줄에 finding이 매핑된다.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parsed_hunks.json 저장</a:t>
            </a:r>
          </a:p>
        </p:txBody>
      </p:sp>
    </p:spTree>
    <p:extLst>
      <p:ext uri="{BB962C8B-B14F-4D97-AF65-F5344CB8AC3E}">
        <p14:creationId xmlns:p14="http://schemas.microsoft.com/office/powerpoint/2010/main" val="2017417741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932C6D-5C4D-49C6-BCBA-D2DBDA97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98CE76-40B0-4443-96BD-9FC3F8B1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7F12EC-516A-47E5-868A-B6022A09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CDFB99-E179-487C-8FAE-8679D9B2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C84A1-8DE9-490C-974C-71AF3006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68BBBC-7C3C-43BD-9295-E9D423951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9D1337-2E95-4C5F-8396-0CB8FE68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rename·new file·삭제 only diff를 포함한 parser boundary test를 제안받는다.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tests/test_course_services.py · data/day3_review_cases/unsafe_pr.diff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8A21F-3FA2-4407-B02E-FC1ACA32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0E97FC-D4E2-49C7-806F-B21595ED0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parsed_hunks.json</a:t>
            </a:r>
          </a:p>
        </p:txBody>
      </p:sp>
    </p:spTree>
    <p:extLst>
      <p:ext uri="{BB962C8B-B14F-4D97-AF65-F5344CB8AC3E}">
        <p14:creationId xmlns:p14="http://schemas.microsoft.com/office/powerpoint/2010/main" val="205884930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290338-134E-4F3D-B380-3DCF442B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923B0F-AA1D-4DF9-8B52-AA6D6E53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873107-07BA-4BFE-92EE-EEEA4FCA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23954-C5D1-4453-9D2F-38A3E091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69491A-BBB9-41C8-A85B-4D6584C3F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441553-FB5A-46D0-9E14-D0497DBD7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CC4D6-9F6D-477B-B298-18C692B8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 -k unified_diff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추가된 9·11·12번 줄에 finding이 매핑된다.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7A119F-CFE0-4351-8FA2-FC25563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CB1D91-9D6A-403D-A63E-2618C489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parsed_hunks.json</a:t>
            </a:r>
          </a:p>
        </p:txBody>
      </p:sp>
    </p:spTree>
    <p:extLst>
      <p:ext uri="{BB962C8B-B14F-4D97-AF65-F5344CB8AC3E}">
        <p14:creationId xmlns:p14="http://schemas.microsoft.com/office/powerpoint/2010/main" val="471796432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20580F-C44F-48B2-B455-34F32AF0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7B948C-001E-4144-9944-5B244C21C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D63EC-28C1-43F0-9C2A-BC1E37D9B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DC036D-605A-4CA4-B068-295D5D9B3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92BA8E-791F-44DB-ACF8-F0B498C6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2BFBF-6BE3-4593-BF0F-238C6B14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BF68AA-EAEE-462C-988F-3480D4C6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absolute path와 hunk 없는 입력은 구조화 실패다.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+++ header를 먼저 분리하고 hunk 안의 추가 라인만 수집한다.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11CA81-A01C-4B23-B7E2-FA3894D5B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1F2BD8-6DAB-437F-9064-28EE3E65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462212750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EFCCA4-39C9-4371-84B0-82FE87AD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2EECB7-7ACD-4CF5-9366-9B12A0E76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E8CDD-6854-467D-850D-0C515054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42365-9BD7-409C-A63B-7D3091FDC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E8AED5-3B48-45C7-AB2F-8D0AE561B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5B8B9-0205-44C5-8009-833714B4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2A5C64-2730-49B0-944D-0FB51ED4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2F256F-8D03-415D-A748-4B4D98BF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DC4185-B8D2-4F90-BA20-C386468A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추가된 9·11·12번 줄에 finding이 매핑된다.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D167A5-F1F0-40B1-80E0-BE23F0CD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38C15E-7AEB-4BA8-B078-3333C8C9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A73176-0DA3-4C96-8EC4-9D337FE3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A954CC-B8E5-4932-BCAF-0AC0972B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12BFD9-77A9-41FD-9FB5-5DE4BDDA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51D2E0-2995-4768-A996-BD81E7B2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0C95AA-011A-4953-8108-5FDE0483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EDCFE0-32D1-4939-9372-FE8C7799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270146-F092-4529-ABBB-0DA4F680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376930746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F71E29-9FED-45E9-B030-E305F7E5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CEC2AD-FAE9-4035-BC57-800C108BC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693B5D-B553-4577-AB88-455D80D7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F1661-15F2-4692-A726-256AB3DA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67DBF2-ADA3-47AC-B063-45A59437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4C0958-8B61-4316-A888-8B138A6D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4B2F62-79A1-4AA9-8D0B-47D086DFA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0BACFB-37B9-4A40-9C4B-E9BEEEC2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A10B27-0E59-41A9-90FA-E790CEA2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absolute path와 hunk 없는 입력은 구조화 실패다.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6CF148-FC7A-4D3B-8890-8BF1A825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0BEAC3-3420-4702-83F0-A19CC2E37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44A5E8-B167-4489-B390-F267F6E8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B87819-2612-41C9-A6B8-2A55F11F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46CDF5-4B4B-45AE-977B-5FB1B4EA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189D74-8893-4FA0-A5EE-48006210B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2B4AB5-4D78-420E-83DD-5BA08EA2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60B585-2689-43F5-AAA8-47547B66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20CCCC-37E7-416C-BF58-5F640A1D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662416844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228FF-546C-4688-8E86-076F7E567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354AB9-5A9B-40E9-9C3F-239F9F97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33DF1-99D7-48B2-9FAD-75B5B72E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826546-AF72-463F-B6CC-0B85FC7C8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DDBF71-CEBD-4CA8-B8C6-593CC06B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A39D22-C22E-4D78-93EE-06C73B12F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5B6E9A-3FCE-49E7-BF3C-3F3FD178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GitHub·GitLab에서 공통으로 쓰는 diff 분석 core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FA6288-2C61-4941-9A49-DBB8CA06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AC95E1-86BE-497D-9CB8-684213CF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C7AA0B-59EC-415A-AB2F-FDA6D329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0B2F12-27DC-40AB-9C2D-75F3358C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163086-3B97-495D-85D3-364D4F21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5E468E-7207-4087-9620-D4022AEE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11116C-7B93-4B24-928C-3E4384DF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8E18BD-38D5-4B01-8049-9BD2E5F8F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E25AFD-A988-4CEB-85CD-0B76309C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5A6CC1-24DB-483E-9B1C-90E7067D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5028B3-2DF0-43E1-A8CC-BDF54F82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781DD0-3419-4911-8964-3EEF682F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parsed_hunks.json을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749878587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E458F1-58DB-4366-A48F-94916309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48D3AD-22DF-41C1-BF0B-8D3F37DB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CB8DBF-787D-4B77-AEDA-E064B42B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3B01D-9106-442B-B89A-5300E7C59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166407-4498-4064-B30D-CD2644B9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C97AAF-0E9F-4A9E-A941-971EFE5E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10D8ED-0C43-4DC7-A095-B6B0673C3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GitHub·GitLab에서 공통으로 쓰는 diff 분석 core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70295-67FE-4388-9093-7791D408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795FE8-DAC6-4867-8665-C9B159CB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1C8789-DDC5-4CEC-90B0-7B7564D8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E48145-D4EA-422D-9305-5DE416169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94E201-3F5E-464A-B8BD-A8752C09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9BE25D-74D4-42AA-AA7E-C792AE1F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8BC2B4-952B-43ED-BAAB-5A0A7115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DA0E27-8FC1-4483-A7FB-6C32C10B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8F3807-6DCB-44B0-89BD-4C62BE82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5E2935-BE93-47DF-BCD0-1644CEFF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5C409A-4F68-4DA6-9F85-0F5BDC7B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85BA8D-73D4-4133-8886-71BF04995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parsed_hunks.json과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06826011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4C94BC-C7FF-4E91-BF4B-C2725396E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B1FF30-5D55-45FA-B27F-35DB7B4FB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68BB73-FF4E-49AB-A778-CF7A3756B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EEB1C0-F164-49E7-B861-3C217799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E75E0A-1391-4DBF-A7A6-223DA7FF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0DC00-4404-42D0-9F16-92638F19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756ADB-FBED-4EA2-8CE0-4EB133E8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65BA39-B2AD-46BA-961D-F113DE760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92BE0C-B2E4-493F-B97F-255D77DE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추가된 9·11·12번 줄에 finding이 매핑된다.로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3D46A-053D-4704-8DDA-1657E59A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0E45C5-FCB6-495A-A484-6B029969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8E2617-2528-4C98-977E-396807E0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70E22-C92A-409B-8F62-02A61DA9B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27ECE-508B-4244-9061-5C34C06B5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A81FF7-8F5C-4D30-BE9C-3FCEF2AC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+++ header를 먼저 분리하고 hunk 안의 추가 라인만 수집한다.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AC6164-0EF2-412C-9B6C-73080CA0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F2A089-02E1-48C1-954A-87993EBF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0F37B2-26E8-460C-88F2-550E9CF6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parsed_hunks.json에서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84377408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0A7282-7FCD-47EA-B0D4-57B637A7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1D8CFA-5E87-44AC-B5E1-9F2E1529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89F32E-9DAA-4BEC-8605-2800A7E3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CAB459-3D34-490F-BA6F-CEFA66B9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9B135-C8E6-4493-9109-2DB950B5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 · 2차시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44D8BF-56D9-41C1-BCD9-17D60B829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E0FA1E-3343-40F1-8FD6-0CF8A9D32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CD0F05-5E6F-4002-AB9E-63F1E9BE8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BAD4B-5332-4FAF-92FC-852549D5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Unified Diff와 Line Mapping이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4808E-CAD2-4774-9DFA-22A540B4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3B13A0-250C-4F68-B1E5-A33C00BC5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9419A3-69E8-48F5-967F-3C122C51E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unified_diff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7E2364-B6F6-4E61-A6C9-06C77658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F793B1-C9E4-46D0-B421-B6EB27616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6A1561-A154-4204-9BE2-8F8D6E9D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parsed_hunks.json과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C60BA3-5235-47D3-B2BC-DBB7263E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리뷰 Context Pack</a:t>
            </a:r>
          </a:p>
        </p:txBody>
      </p:sp>
    </p:spTree>
    <p:extLst>
      <p:ext uri="{BB962C8B-B14F-4D97-AF65-F5344CB8AC3E}">
        <p14:creationId xmlns:p14="http://schemas.microsoft.com/office/powerpoint/2010/main" val="101022741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575E4A-7D1B-4A39-8589-BC1FBADA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788BE3-5E44-441A-804F-B6B5903F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3 · 3차시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F9406A-262A-4C23-976B-AD78F6AC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10:40-11:30  (쉬는 시간 11:30-12:00)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019688-34C6-4834-AFA7-2B888348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리뷰 Context Pack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772A8-696D-4DA7-8529-B85E9CEBE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Repo context · Dependency · context_pack.json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1F93A2-678F-4AE1-A4FE-996C7B2F2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5171F2-9297-469F-9CFC-5520F873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BDCEE5-1785-4B52-9B66-75AF823C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157897-1838-4250-8F09-F7498D090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A5947B-2D2F-48F6-8404-71E34D40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E19D40-13EB-49C4-9B70-106DA5584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74357D-D38B-4A44-AF88-014313BF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context_pack.json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BFE6C4-8FF1-4930-8272-8C8E90DAA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3 · 코드 리뷰 Agent · 3차시</a:t>
            </a:r>
          </a:p>
        </p:txBody>
      </p:sp>
    </p:spTree>
    <p:extLst>
      <p:ext uri="{BB962C8B-B14F-4D97-AF65-F5344CB8AC3E}">
        <p14:creationId xmlns:p14="http://schemas.microsoft.com/office/powerpoint/2010/main" val="1088400791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B40C71-BA53-4467-AD0B-B06193BC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F96EAA-69FE-4B72-B596-1ADABBD3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FCD2DC-95F8-4AAF-8004-4D89B0B1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23CA7D-3313-441B-A010-028F554E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1606A5-1F6C-4AC4-BFAB-CE14A1E63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711BAC-6FDD-4FB0-8D76-0D049FAA2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A26D4E-080D-42E6-B149-A7A1EB39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C88AC-5F9D-43DA-8BE7-0DB981CE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47E724-4882-447F-BEBD-61D90F8A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parsed_hunks.json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7FBF02-E12E-4731-82B2-80AAF6D4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7A482F-19F1-4C2A-B432-E0D0C6F0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D67174-0903-4E60-A760-73B16BE1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리뷰 Context Pack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9FD0DD-619F-459F-AA57-4C809C1D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59B5CF-3D4E-4BC0-98DD-635FF5E5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D21647-EC56-46A0-8BC8-BC16AC5D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context_pack.json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600866-C0E6-46AA-BBBA-C63725AE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D8F94D-69FA-46D0-9AF2-367A1C0F9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469B6B-68EB-48E6-8D58-1A144A4B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ReviewFinding 결과 계약</a:t>
            </a:r>
          </a:p>
        </p:txBody>
      </p:sp>
    </p:spTree>
    <p:extLst>
      <p:ext uri="{BB962C8B-B14F-4D97-AF65-F5344CB8AC3E}">
        <p14:creationId xmlns:p14="http://schemas.microsoft.com/office/powerpoint/2010/main" val="942792701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E6340E-2E0C-4586-ABB9-D7AC4051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9B918B-18F0-4219-AF9F-35342AE0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1C5B43-7057-497D-A3CE-5E712ACF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E35CD1-5C2F-4C7B-93AA-9A9F7C240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86599-6F41-42C5-8277-028D6D59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289C86-D2B0-48BB-9AB2-C98283F6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파일을 많이 넣으면 정확도가 자동으로 오르는 대신 비용과 상충 정보가 늘어난다.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ECF2C2-B6E7-4C82-A7E1-3FA38209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변경 파일·직접 호출부·관련 test만 context pack으로 고른다.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F3738A-94EA-498B-8820-8C9E0F0B0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03756E-7963-4D82-84F6-54166CBE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context_pack.json</a:t>
            </a:r>
          </a:p>
        </p:txBody>
      </p:sp>
    </p:spTree>
    <p:extLst>
      <p:ext uri="{BB962C8B-B14F-4D97-AF65-F5344CB8AC3E}">
        <p14:creationId xmlns:p14="http://schemas.microsoft.com/office/powerpoint/2010/main" val="1102612594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5FBF66-72E7-4E77-8749-83C5FA90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407BB3-1D01-4DE5-B8E5-3BC40EF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ED361F-0F08-443C-8264-6C27A464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BC0C29-DB78-43D9-827B-6B23EED9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13444C-D343-4F37-B12F-27CCBD17A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859330-6C91-43F8-ABAA-105C8314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5D53D3-F47A-4BFA-A298-F03CEDE9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83DAAD-E87A-458B-9F32-6E5DA660D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 파일·직접 호출부·관련 test만 context pack으로 고른다.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C699AC-4DDE-4569-9F2E-8CD0306C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43CBF0-7AFA-44AB-91FC-46346356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97FEFB-808C-44B0-866C-EC4F1D6B4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비밀키·대용량 로그·무관한 output까지 context에 넣는다.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BE94F9-15EC-41D0-AAA4-6556C16C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6EDA6B-2330-4F85-AED4-9B833ECD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67E491-6462-491D-849D-2DF25430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context_pack.json에서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81323230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737A65-D812-4AD6-9BA9-60D6D418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0614DD-2491-49FB-8996-9998F3B9C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6E93A6-8044-4A05-9515-7A682F0F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20ADD0-0BC6-4F4A-9F9B-331F6AC0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E069C-43FA-4171-9F49-5BBE71622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A69132-52C4-4796-85C5-F6C4EFCB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F669FA-DFC9-4F06-A55F-CF86C931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95D585-B78C-457D-BF0C-A3CE2B29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3049E6-D130-45DA-86D0-65E2F4AC2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67331C-AE63-44F3-BC7E-9132266B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24C8EA-75D3-4745-97D4-AE468713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F56DC2-4A54-40B9-9191-479274581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 context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1A40D8-5C2C-4D64-BF5B-06DAB9D7B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26E7D0-0620-469F-B2C9-E217F0E4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변경을 이해하는 데 필요한 저장소 정보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DF985-EB3E-427A-8A54-83FB6E9B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CBC927-1D2A-45EB-A7F0-38EF6622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Dependency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C90D0A-B6CC-4A1B-B3E0-CBE2427F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974CD1-7D20-438C-A0CB-57106EAD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 코드가 의존하는 대상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D3A2BF-8F11-4C59-BB32-47DF2078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A797B1-F2A5-471C-96C3-A41F8E5C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Call site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336BA6-50BA-486D-8F76-63853CB6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B83D23-612B-4D07-8C00-E818570E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함수를 실제 호출하는 위치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5217CB-D673-4DD5-A3ED-705C8CB9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0536DC-B408-43BD-BCA1-B4F11D23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 budget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4CBD4F-DD19-4BEE-AFA1-EF86A3D3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38D569-E582-4DB9-98FF-D7732409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번에 전달할 문맥 한도</a:t>
            </a:r>
          </a:p>
        </p:txBody>
      </p:sp>
    </p:spTree>
    <p:extLst>
      <p:ext uri="{BB962C8B-B14F-4D97-AF65-F5344CB8AC3E}">
        <p14:creationId xmlns:p14="http://schemas.microsoft.com/office/powerpoint/2010/main" val="1173296165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CB5CD7-F8EB-45AD-8515-521A9F31E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05F809-D047-42DF-A464-3D990E91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3DE56C-7428-4721-841F-D0B8BBAD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C7D0BA-C322-4257-95CC-0A06B2BD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096746-31BF-4959-9742-225C234F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422174-B615-478D-8DBC-190499A3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31954D-FEE9-4CF6-ABA2-DDEE33315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DCB8F3-C5C7-42CD-85D7-A8E23312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BEC3AD-269B-4639-9A3D-7187781D7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4433E9-6A27-4A1B-9268-607CF678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2FE4C3-AA6B-4C05-B619-539DE451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changed path → 관련 symbol → 가까운 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58C700-32CF-4817-9BC1-84B053E6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206486-7D52-4D3B-BF6A-E7B352F8E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CDE629-9A42-49DB-B83E-6D951251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context_pack.json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2544B5-B53B-4698-922E-5FFC5814D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5B5F4C-BEF1-40C1-A95B-FBF796ABD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D5C0B4-3CF5-446D-AA75-EA36632D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 pack에 changed_paths와 test_candidates가 남는다.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workspace 밖·.env·실행 cache는 context에서 제외한다.</a:t>
            </a:r>
          </a:p>
        </p:txBody>
      </p:sp>
    </p:spTree>
    <p:extLst>
      <p:ext uri="{BB962C8B-B14F-4D97-AF65-F5344CB8AC3E}">
        <p14:creationId xmlns:p14="http://schemas.microsoft.com/office/powerpoint/2010/main" val="1985721417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A933AF-FF57-41F7-B653-03109AD5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9CD442-D042-4E7D-ABAA-22724E5D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A31891-8C7D-412C-B032-96F0D7B5C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1AC7D1-BD7F-43CB-A176-9C98C1CC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5E99A1-2429-4429-BBAD-C8BC60DB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E1F9BA-68E3-443A-B1C8-55FC60BBF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A49354-2145-4C74-9F90-7CD13482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49A6E4-35E3-4292-98C7-71362B6CB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006C37-255F-4475-96D2-35A8FCC4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changed path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C9BD45-9174-46E3-8BB9-B44429B8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599DB5-F759-4857-9372-9B4C24E8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38DEC6-59DF-437F-A3C6-AD1D48B7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관련 symbol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7A3E8B-F8EE-4903-B783-40E64090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9574F-9A9B-428D-BAFB-228D1754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DF07F5-934F-4B6D-ACC5-1D57226D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가까운 test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68C04-811C-499C-92E7-4F9EB6A5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8C807E-8DB0-4835-A392-E75D405AD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FAD2F8-8153-47C3-BE71-17E6DBD4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정책 문서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C93879-2FFC-408E-940C-300A943E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3AD23-6E6F-4B2E-B2F9-BDACD4D06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A3E2AC-F28F-4828-9855-43A4BB64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불필요 문맥 제외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427457-539E-401A-90EF-60A089AF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context_pack.json에서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558766885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128DC4-8760-4527-A37A-556422C9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46960-A12F-43A5-87A2-D3D1159F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61D1EE-A748-4AFB-AA65-A880780A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58F8AD-42C3-448A-A765-0BBBC774D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5BFEF-F334-4082-B0C2-CA5BD4FA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2C9C1B-9F51-4B84-9D66-13C8D4601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3896F-7E16-4657-90E6-98002D62D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5EFE9A-4C73-44CE-8120-5ADF575C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 pack에 changed_paths와 test_candidates가 남는다.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43D2B0-1D4B-4B50-B710-5B57260D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6B968F-DC9A-44C6-AA1B-04F48599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8A8DC5-BC81-4574-87B1-8D4DD8800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workspace 밖·.env·실행 cache는 context에서 제외한다.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2C647A-E584-4FE0-BF35-16AD73FB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BB2DE7-B2F2-4546-B401-CDE805E93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A0CF9D-329B-4648-877C-A5D7B573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0CB9E6-36CE-413A-88BA-B791DEB1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22C2EA-E839-4C5E-8FF4-F5DB9C608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99B328-21BF-478F-8148-07A6FBF10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식별자·context_pack.json</a:t>
            </a:r>
          </a:p>
        </p:txBody>
      </p:sp>
    </p:spTree>
    <p:extLst>
      <p:ext uri="{BB962C8B-B14F-4D97-AF65-F5344CB8AC3E}">
        <p14:creationId xmlns:p14="http://schemas.microsoft.com/office/powerpoint/2010/main" val="2132578383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81791-B720-4DEF-A2A4-54FC0E34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5C47B5-9259-4148-BE00-1B0CC3352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C0A9C3-27A1-48D2-9A22-C18F870F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E355D0-0AA5-4BB7-93A1-51B63C43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64BCE8-39F2-4EEE-AEDE-83C4B354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39FDFE-5FFF-477F-AD15-8C35E021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5E4BC3-1BF5-4FC4-9CBD-B5BA8177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31A5E4-3878-426F-AFB9-1E8AFDAA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804C98-620D-4135-98DF-63179922B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75D4C7-6251-4EEC-B3C1-E44660A4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3A49A3-0C7E-432E-BCF8-B2E810BB3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D7506B-1AAB-48A6-A0D8-DCB1580F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105130-833E-4D14-9946-0A522E5FC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670CB0-C1C9-4556-A43C-78D3DFD9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3E176-0188-4C39-9FA8-D6ECDC207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8E174F-1D63-4D6C-BFA6-90C6FC146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1ECDEC-48D4-4BC4-A374-E8E9C53C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FC6F7F-F230-41B6-9716-B1E89902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README.md</a:t>
            </a:r>
          </a:p>
        </p:txBody>
      </p:sp>
    </p:spTree>
    <p:extLst>
      <p:ext uri="{BB962C8B-B14F-4D97-AF65-F5344CB8AC3E}">
        <p14:creationId xmlns:p14="http://schemas.microsoft.com/office/powerpoint/2010/main" val="216944805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0C1A7-57B7-4F26-9DDA-D503869E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리뷰 Context Pack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43506-AC02-4114-8D49-6926BCEA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DE7FB4-8C86-4A4D-A029-BD46C044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1A08D7-8709-4B19-909A-88CF7182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08F5EE-A63F-492D-80FD-4DBAA37F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757EA5-36C3-4EAA-86DC-4FA63758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B54DA8-E5DF-4A92-8D8A-66C27084E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파일을 많이 넣으면 정확도가 자동으로 오르는 대신 비용과 상충 정보가 늘어난다.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58DE39-5C2D-4A7B-BC8A-1096AEED3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C39834-895E-415E-902A-9A4C8CC7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C4692C-7892-4F80-A062-6FF7BC6CE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비밀키·대용량 로그·무관한 output까지 context에 넣는다.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28602D-2923-4A98-AC36-1DA9EFB4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rg로 후보를 좁히고 secret·generated output을 명시적으로 제외한다.</a:t>
            </a:r>
          </a:p>
        </p:txBody>
      </p:sp>
    </p:spTree>
    <p:extLst>
      <p:ext uri="{BB962C8B-B14F-4D97-AF65-F5344CB8AC3E}">
        <p14:creationId xmlns:p14="http://schemas.microsoft.com/office/powerpoint/2010/main" val="907669643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6F0E3E-C555-4FE2-A0E4-130FC831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17AF8A-3D27-4A10-BF4F-B6384601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78C53A-E713-418B-8BA3-38A63D12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1DC44-FD10-4292-B805-AD6AA9A0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218DA2-6EF0-4F96-9211-EC9546D3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6D5012-6C9E-4823-8BB6-3571261F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8435F1-345E-4E79-9371-997FF331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477336-AB87-4117-986F-D37F8508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1D913F-6C0D-4D9E-889A-06A8BCF1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241684-2FFF-4779-8F51-5023BA58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694D07-4100-40FF-A890-8412E9C89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01F408-E091-4547-8A32-07BB8DB7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6A77AC-8821-435D-85DB-518D1B4F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AAF4C6-833C-4D2B-B077-47B97596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 context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BB0A3E-7ED1-404E-9FA8-97A62066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439EF8-E2AE-429E-8521-52B96C3F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변경을 이해하는 데 필요한 저장소 정보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5017F-30DD-4632-9842-0FF22263F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1E8D15-D2F5-4917-9634-D79A910D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AA931F-596A-4DFA-A2E6-2A2FD0EA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8788DC-7BA0-4ACA-9A9D-CB4DA72D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Dependency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00BFD0-6382-4469-8C8C-64225ADD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15FCBB-EBC9-4398-B9F0-38BB4073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변경 코드가 의존하는 대상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FAD8D1-4A0D-42D4-99F8-04608B5C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C2EDC9-FF48-4821-8C3F-033338C9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28A2FB-FA8B-41B0-9AEC-3433BDBDF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7BF8CD-7E85-4B45-A7F3-E675B6F9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Call site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80BD8A-6DA4-4C3B-B3FA-B4048021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8A4173-2A3F-447A-919D-087A4B21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함수를 실제 호출하는 위치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958204-07EF-4B43-9EE2-9197F06A0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86B01C-CF51-4EDA-A607-39F99676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2ACE89-8FED-40FE-B115-01DA9714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12FAB6-1385-4A43-818C-4454DB56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 budget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075DE4A-9968-4D59-A0F6-A11772AF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E69546-83F4-4744-9F8B-EB856082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번에 전달할 문맥 한도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7556092-4D33-46FB-9D1C-09338FA1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7044D60-8181-4649-88D0-6FED531F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833398806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EB89B1-CBFB-4A69-9D00-64D022F7E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5A07DA-3950-49E3-A8B7-122B81E6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C7858-BD68-48E9-9F56-28FA816C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9FFDB-4FD2-49F9-9745-846EC56E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D5686-A439-4F71-A510-FE48EB40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623A58-1DF9-4085-9454-9A2BDA82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C98F5-4110-456D-A05F-7A6F31CF4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341AC7-73AE-44C5-8ECC-610DD5A7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19020A-AB6F-422E-8191-6FEBC310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비밀키·대용량 로그·무관한 output까지 context에 넣는다.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4DF9F1-F181-453E-85B0-DCFECACA5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A55493-E9E6-4577-B351-F4457E74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파일을 많이 넣으면 정확도가 자동으로 오르는 대신 비용과 상충 정보가 늘어난다.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9A5EB5-5B12-494F-ADFC-6C6F6EF5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847659114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BA427C-9D2D-47A4-914C-46756F4C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1AAB77-8C61-4465-95C7-5BBB8D5A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627CE-7E9D-459D-872E-86AD525E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C22656-9D0E-4ADA-B56D-50B185CC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053C7D-3F9F-48C3-ADFF-CD66D790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1F73B7-3307-4330-9E25-E1EDCA03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16E0D1-D220-4EB5-B552-AEEA9A67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9F3D97-D52A-4713-977F-7B8ADC81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7BC831-0041-4E1E-8EA7-574A948B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workspace 밖·.env·실행 cache는 context에서 제외한다.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86AC67-6C47-4069-9520-39911AD68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1F7E1E-5135-4B2A-AF53-172270B6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D211F1-E5B7-4C50-B6F2-71655141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비밀키·대용량 로그·무관한 output까지 context에 넣는다.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58BFF8-8DB1-4C32-87D6-0FAD4A64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57B26B-BB44-4D39-8B9B-DEFF6824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DAFED6-B71E-4DA7-BF99-C3BB91A7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rg로 후보를 좁히고 secret·generated output을 명시적으로 제외한다.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8C297D-39DC-45D6-B8D5-5E1FCF26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88630F-9F06-4FA6-8CE7-3953634D1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A97E0A-657D-466C-999D-7F9A63C30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context_pack.json과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616983749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B2AE7A-7AFE-44A4-89C6-0759806D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0D570B-13F2-4C48-9B18-215BCEC5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4B7E97-35F6-44BD-A27B-2756B3D9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8D86FB-DE0E-4955-9C67-4868377B4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498549-36B0-40B7-93BC-9F02F6C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2C3F1-9600-4FBB-940E-7E849A55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dda23f2425410f"/>
          <a:stretch xmlns:a="http://schemas.openxmlformats.org/drawingml/2006/main"/>
        </p:blipFill>
        <p:spPr>
          <a:xfrm xmlns:a="http://schemas.openxmlformats.org/drawingml/2006/main">
            <a:off x="5010150" y="1629581"/>
            <a:ext cx="6191250" cy="388458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44492-991F-47A1-84F1-631A1918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저장소를 이해하되 수정 전 관련 파일과 test를 먼저 나열하게 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5D854-E2E7-48AD-8A0F-D7AEF52B3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885050571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698C3A-FB30-4051-A11F-5A730BCC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2D387-710C-4DB7-BBA1-1637E2DE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BD7ACE-9697-41C6-9B5A-5B5D2067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ABB214-D9A0-44EE-913C-9CE758851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8755E5-38FB-4E4F-B4BD-F7597AC4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E5151D-13AA-437C-8581-733336FD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8DBA9-65EC-4161-B748-C784B8650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5EDA7-9755-4DFB-BE17-DA25DBDB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65EB5B-9616-47D1-9A02-2704EC259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저장소를 이해하되 수정 전 관련 파일과 test를 먼저 나열하게 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7D8D9A-55F6-42E8-9271-0A6C71FA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B75DDA-70E9-4E71-9DE3-82FB4B7AD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1C1206-2E0A-4FCA-8B11-6EC9EB3D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C382B9-03E6-45FB-A40B-E7ED98FB5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5F9C6D-9E21-4E8B-A81F-F2EA80DB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1AA600-E4E6-43EB-B34C-0B6484C4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 pack에 changed_paths와 test_candidates가 남는다.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workspace 밖·.env·실행 cache는 context에서 제외한다.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548BAB-A5F6-4C47-9F7C-0B5B3754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EF3992-0E9A-453F-B470-E2208BFBE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A661D5-43C7-4257-954C-000EF39F5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1203277861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8B4CC1-AFDB-42BD-869B-B6FE5933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2592D9-150C-4751-B10B-5CBCC4C7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43ED14-F861-4D5D-B431-C81E4A5BD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347562-2C6D-4F46-81CC-B9D40677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2CFC1-B639-4888-80D7-849143423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777A53-F03F-46E7-B7D3-3E9B93D4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FCAB9-FBDA-4F69-8E2A-107E51B9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6D2A4F-DB84-449F-98FB-B14A975B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806876-1F90-4E05-9C02-BC183E99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D7BD3C-934A-43C4-927B-AD9F7B14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150D02-26BF-4EAA-B63E-FE8321A1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B8F835-F3F6-4EB8-8FBA-14FE4908C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CFC3F0-D999-4B53-A5C9-76196A6D2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BD07EE-F2F4-4546-A481-CF5C63CF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 pack에 changed_paths와 test_candidates가 남는다.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C41A7B-FB2F-4FEA-A740-817F82DD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1D6B08-6E18-4ED7-BF93-8348DE02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C8A1F8-0715-471E-97AC-00A47FF2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DDF801-D6D5-452D-B94B-4E5402A0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workspace 밖·.env·실행 cache는 context에서 제외한다.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D1C8E0-A417-4150-B1DF-66F61039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B555DF-AF4B-417F-97B6-46B138E3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583CF8-6E8C-42CC-948C-F8AF2F82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C3CF3F-C5DE-4768-8F66-E674C608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468874704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E017CD-633C-4044-B92B-32753EB8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3F1C71-26E9-4678-B446-45CB7C3B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4A648-B6E4-4A43-B378-32D2380B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7C9B47-F3A7-4BB9-B2FE-EC1FB69B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21212A-76CC-4329-A474-FF51DF6F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248B9C-E914-42D6-9CA9-79268A56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47B33A-5B2C-4DB1-9540-089022EB2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BF59FD-6D93-4809-8CE0-F54C85D4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7DED58-95B4-47DE-85F0-2B160340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AGENTS.md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E0B90A-C8E4-4397-A93E-5532AE22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E9DCB-1BC9-4245-A175-100A4C2C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833200-55C2-49EC-B515-D4C6297D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src/course_services/review_service.py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4A030B-7872-4B8B-9368-987DC6C9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2892C4-E033-461B-B783-8A151090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01D06E-1DEF-4DAF-AA49-33755BE2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rg -n "run_review_service|ReviewFinding" src tests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5C2F43-40E4-48CD-B708-B96A47E06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C21CE0-9C87-4396-A4A9-D15F061E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A49D43-7642-498D-A1A7-C0924833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context pack에 changed_paths와 test_candidates가 남는다.</a:t>
            </a:r>
          </a:p>
        </p:txBody>
      </p:sp>
    </p:spTree>
    <p:extLst>
      <p:ext uri="{BB962C8B-B14F-4D97-AF65-F5344CB8AC3E}">
        <p14:creationId xmlns:p14="http://schemas.microsoft.com/office/powerpoint/2010/main" val="255664294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C0DCDB-9AEF-480A-8ACB-70256B06A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B1CD2D-38CE-4888-B15C-652528FF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AF9AD8-5B05-41A5-A719-7A9BDBCF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88D910-B0D2-4FD7-953C-4B499A50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E90DA-0198-4C4A-B5C9-E300F976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338D69-6CFF-445B-9A35-69D33122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95B163-30AE-4ECA-B171-8B81BEFE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5BE81D-3FF5-4139-8B48-F6A26743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550694-0616-499D-A765-0AF609BE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rg -n "run_review_service|ReviewFinding" src tests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B76AD6-4745-4C9A-829F-01125BB7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1A9C29-55A9-45EA-B970-5750E2F83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376988677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78C550-C17E-4EFA-A2BD-2357C1BA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065C6-D2C6-424E-BA18-79A3A1D0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AE7AF5-BCAF-44CE-AD20-5EC6936B3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EC2912-138A-458C-95A0-EA624285D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0B5117-B029-4DDC-A26D-330EF351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7AA9A-17CB-41D2-8F62-EE6B8F30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817BEC-2FC1-4708-B2B5-6D81E865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B70E14-B0A8-479E-AA3A-619144F50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C8EB82-7956-4CFC-AE0E-678CF4E0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2F3EBD-C14E-42F4-A055-DBE3F9F8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context_pack.json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66D29B-FE32-4EE6-9289-8C039B5B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61C3C-BB1C-4283-8324-7DA0EEFB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D6A1B3-AAEC-41C3-A2B3-7B048BF3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context pack에 changed_paths와 test_candidates가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workspace 밖·.env·실행 cache는 context에서 제외한다.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2120988109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9515DE-10F7-43FA-8C13-1845AE63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D66F77-9B3D-4AFB-9FD0-92EF768EE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6C81DF-E441-4AAD-B309-BAC87B54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EB8FAC-F55C-4908-9343-F480D5C2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B87E12-7CC4-4E54-B7E9-7FA55D27F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2D4D10-37C8-45A6-9435-FB6D9386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81E6AE-A733-4F99-8EA4-35B04FCF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D98604-05F0-4139-A379-90AD9352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비밀키·대용량 로그·무관한 output까지 context에 넣는다.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5DFB03-169D-4933-A7B2-FF53118F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52F12A-8AEF-4AB4-A015-9981537FF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C36CFD-CDE9-4863-803D-B2655335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rg로 후보를 좁히고 secret·generated output을 명시적으로 제외한다.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A58A3E-3C70-431E-BB6F-578AAAF6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workspace 밖·.env·실행 cache는 context에서 제외한다.</a:t>
            </a:r>
          </a:p>
        </p:txBody>
      </p:sp>
    </p:spTree>
    <p:extLst>
      <p:ext uri="{BB962C8B-B14F-4D97-AF65-F5344CB8AC3E}">
        <p14:creationId xmlns:p14="http://schemas.microsoft.com/office/powerpoint/2010/main" val="501113815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A79C8B-FCFD-4204-BF51-491ADF0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6FAB85-DCF6-4122-8AE5-BC8BAC1C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E7E47-5F60-4853-A292-82B39A9E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42C4D7-7B3D-4243-BF7B-268137621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E90D3E-D21C-425A-BA2A-D4D671AB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D20A77-C584-4B9F-B6EE-1EE56D50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064D3D-D544-4AA5-87A0-49BA347E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30AE96-FBCD-43D5-8AAA-A370711FA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A54008-D641-4F5F-A3B3-6F678162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5187BF-E337-4D70-868F-865C1F73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0C48F-4AEB-4A91-AA24-E236A9D7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610005-3254-4886-8BF9-F6035F74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 pack에 changed_paths와 test_candidates가 남는다.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context_pack.json 저장</a:t>
            </a:r>
          </a:p>
        </p:txBody>
      </p:sp>
    </p:spTree>
    <p:extLst>
      <p:ext uri="{BB962C8B-B14F-4D97-AF65-F5344CB8AC3E}">
        <p14:creationId xmlns:p14="http://schemas.microsoft.com/office/powerpoint/2010/main" val="468656126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CA3F4B-2615-40C9-BB7B-F69D0B416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8214D7-BC31-40C1-97ED-0D5DC470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CBEB10-ADC2-4D37-B3CF-6993C1A0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03E435-3AC5-4864-AF4C-820B9BC0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192ACA-C736-4EA6-903A-494D0804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23B6A1-43A9-4A61-925C-82F7B9FC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C782DF-7C64-4313-937E-E659A3E82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저장소를 이해하되 수정 전 관련 파일과 test를 먼저 나열하게 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src/course_services/review_service.py · tests/test_course_services.py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D315B2-109F-4C5A-95EC-27E9D4B9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089801-0AC9-492D-8D2B-B84182FB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context_pack.json</a:t>
            </a:r>
          </a:p>
        </p:txBody>
      </p:sp>
    </p:spTree>
    <p:extLst>
      <p:ext uri="{BB962C8B-B14F-4D97-AF65-F5344CB8AC3E}">
        <p14:creationId xmlns:p14="http://schemas.microsoft.com/office/powerpoint/2010/main" val="1786433239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417E92-2555-4D26-B760-0D31E8BF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F30D90-8CA5-497E-9B19-C6C9C42D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94A335-F0C1-46F8-8159-DA71F02C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12CC7A-5D40-4BEB-AAF7-E9DA52C7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1CF3EE-8947-4AEF-BE9C-6E158E43A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B276DD-1580-464C-9288-5C545B62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E25921-6CCC-4C74-9778-37E50E7D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rg -n "run_review_service|ReviewFinding" src tests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context pack에 changed_paths와 test_candidates가 남는다.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116622-AED2-47FF-8121-DB595496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D7E46F-1F1F-43F7-AD84-C8170B34D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context_pack.json</a:t>
            </a:r>
          </a:p>
        </p:txBody>
      </p:sp>
    </p:spTree>
    <p:extLst>
      <p:ext uri="{BB962C8B-B14F-4D97-AF65-F5344CB8AC3E}">
        <p14:creationId xmlns:p14="http://schemas.microsoft.com/office/powerpoint/2010/main" val="1081233251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11AFDE-881C-498E-895C-4F715F81D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786937-952C-4CDE-B450-1457632D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39B9EA-33F6-4EB9-B17F-044445F6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E45F4D-4AAB-4955-8F1E-533858EB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9C76B1-0175-420A-AB11-1A3877A7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AB6E6-ADB5-44DB-8553-39C7FB67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AF63F0-FA91-476F-BEF8-EF5A0689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workspace 밖·.env·실행 cache는 context에서 제외한다.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rg로 후보를 좁히고 secret·generated output을 명시적으로 제외한다.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AD33F7-CB47-4463-B6D5-B4FDDCB8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384262-AF2A-42F7-B2F4-D8FB9E88B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466343930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7D13DF-5F21-4013-9057-AB4752B4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C7A04C-5BFB-49CF-8852-0E274A71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FD5CCA-B8CB-416B-BB12-A601A222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0D870C-2AC4-480A-9893-82827CAC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FD9A0A-EF5D-4895-BBC0-162B8B18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C77A70-D764-474B-9BB6-189D5BE8B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00386B-2C03-4F51-A973-80878001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46AA9B-1F63-48AA-8A43-B4F719D3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CB9052-AF9F-4453-8325-4D1E207A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context pack에 changed_paths와 test_candidates가 남는다.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8B5355-1CED-4551-8CAE-4A29CD61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DFBCC2-3D74-4F95-9100-314079F5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4482E-F3CA-4308-857A-B8FC4E0A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985ABA-7FCB-45FE-9631-148071B8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FE81DE-1953-42CC-B9BC-41A9007A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B8D474-D5B3-42C5-8F01-513DD1F8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08869D-8672-4B28-B92E-2CEE9BF7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6A6007-F7EB-4D6E-BE03-F4F38F7E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E9F22D-13B8-4CB7-9FD3-595C497FE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017815895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A70BE2-F213-451E-883A-C2EF0DA53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6293FC-4A36-4A27-8D49-8215CA570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58BC12-DCAA-4F44-BBE3-B6EBD2565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6DB3B3-4AD5-4078-951A-255E67D63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FB1E52-3A1B-4FAC-A4A6-E3881AB5C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3A4BCD-59C2-4E52-9997-2A2917B4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F7FB93-B646-47E6-993B-57152AA4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A0AE11-C1A6-4CB2-8A88-7A12650C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604ED0-F4C6-402D-97FE-6CA5AE06C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workspace 밖·.env·실행 cache는 context에서 제외한다.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E4FDBE-E147-488F-9105-46373B797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4D185-92B2-47CC-90BC-638530C0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B84049-9FE3-4369-A708-C7C426F3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662A0C-BF34-4D11-A4AB-A72FDC716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B7DAF0-B446-421F-8CA9-B0AAA162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865A77-E331-4007-B5A1-407AA39CC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A27447-6365-424C-9ABB-84A44351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F6BC05-995C-4199-8057-FE7859BC8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A111FE-8284-46B3-BCA7-DBEFB216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824882957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AB74C9-5FC2-48AF-9092-4C264FC94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45A935-0C70-4B86-A8B4-49F2A28E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885342-30C3-4DDE-9C72-22E2649D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6B007C-89B1-4570-BA88-39DF05FF6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274DEF-9404-4150-BB5F-F46D28F7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466643-1A16-44F9-B747-7FED698B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4EC64B-DF47-4C25-831C-A7BC3444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수천 파일 monorepo에서 리뷰 latency와 비용을 줄이는 selection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B0056F-8DD8-4C75-9DBF-C5FDE9AE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FA2DA1-D5D7-4FD0-A832-018E1338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2896BC-C992-431B-AF3B-7A60C775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656450-96BF-4BB4-80A6-824AAE61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43FD62-B199-4427-B2F3-ECA844E0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3A7CE9-D0EC-4D1B-8D40-7BC6CC64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F5933-4E0D-4118-8040-AA05144F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F4FDD6-50E2-4A2E-A35A-EAD60D56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C6C732-07BF-4918-85BD-E4093EE95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C8F1D2-BA49-4DBA-A16A-629504E6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DA7B62-6E97-49C6-8EA1-E0B850BFE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28B7D5-A58C-41AD-9B6A-0D68819B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context_pack.json을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287108409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A1B75-02C7-4C23-B5E8-0CF863D9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E6D97-3E98-4D81-BECF-7ED57C914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06D11E-FCD1-43B8-B9A2-98F9402C7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EAB029-708A-4059-8796-56598AF5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4F0DE3-B64F-4BA6-A337-420C23B44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444152-D188-4FF1-8AB9-61D7F1723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461D4D-AB97-4CA9-9B7D-B0BD5E8D2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수천 파일 monorepo에서 리뷰 latency와 비용을 줄이는 selection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108986-A673-47C4-A85F-0D07783C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D9E00-0B19-4AC0-AD41-9AAFFC43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BC66F8-816F-4F32-B45A-926F4064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AD9124-7B3E-4E56-9D06-ACE06405A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87782C-0CFE-42C8-85E0-ACC89A38D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0F548F-476E-48B4-A06E-BAE4624F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4BD0E6-6F04-4E0C-AEC6-A8EAD754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F61EC1-0D65-4509-868A-CBC884F9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117295-A2A7-4027-B4A5-308BB72E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D415D3-C2B7-4312-86C8-8305CC5C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AEA216-BACD-4161-983E-E0004932E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A032E5-8A62-4969-8AE4-4BD6EDE3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context_pack.json과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842207898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FD97BF-14B4-4313-966D-F7F7AA46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A5A8F4-CF5F-45DF-A418-362E8653F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6E82F-86FA-4F37-A924-0F4655F8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09A57-5299-43E1-BFC2-1842B9377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65CA86-9355-470F-95A6-CF26FC1AC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10540B-528E-4311-9AAE-B3A60C6BF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9A798A-DD5C-4A4A-8714-5B42CEE1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E6EB48-F0C7-4C49-8170-B3EB40AF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5ED9D0-D80B-49D5-B2AB-8C585F25D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context pack에 changed_paths와 test_candidates가 남는다.로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99916E-3FE6-4A40-B981-60D1EF580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210334-1292-4525-B42C-56C9E57C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114F31-EC77-4CBF-AF02-3F1482788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3D4C8C-057B-48EE-9DAD-E558CB3A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5D41A5-F8F4-4F6C-9F58-494BBE8B8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6C908C-EB43-4CBD-9CCB-3E7EE3E7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rg로 후보를 좁히고 secret·generated output을 명시적으로 제외한다.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73BD7E-AAE9-4C29-A1AF-9D1251F5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4090EF-99C7-4727-98BD-29745E71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2D1F61-5314-4A76-9A0D-61A59B9A9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context_pack.json에서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533071485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49F1EE-61B8-4C6A-B2AE-BA88474A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114BE3-23D4-4995-AA97-14F0BBB22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34A642-EBB2-482A-AC4A-FFB5811D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5706D5-FE7E-4588-B0D2-F92F9AA2F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64F611-1CFA-45AB-AEBE-BA56BE8C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 · 3차시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3DC364-C803-480A-8849-87B17485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35B797-A1A4-48E2-BBED-21F4DCEC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7EC98D-13A3-4BCC-A743-4E284930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BAF9B0-6678-4945-9EA6-E413ED19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리뷰 Context Pack이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8955FA-53EE-476C-8933-35E5A22F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5FBE3E-4616-4164-BF7B-BE61AF28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A7FA9B-6CD1-43C7-85B4-488D0B55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rg -n "run_review_service|ReviewFinding" src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90887B-9344-4184-A1AB-933D8EDA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1F4AD7-7793-4C3B-94E8-19880075A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927C60-7E62-4B3A-A38D-B1F2E804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context_pack.json과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10172C-82B7-4106-95F4-EFCCC1B3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ReviewFinding 결과 계약</a:t>
            </a:r>
          </a:p>
        </p:txBody>
      </p:sp>
    </p:spTree>
    <p:extLst>
      <p:ext uri="{BB962C8B-B14F-4D97-AF65-F5344CB8AC3E}">
        <p14:creationId xmlns:p14="http://schemas.microsoft.com/office/powerpoint/2010/main" val="415079893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4281F0-AFA9-4D00-826A-C947B8EC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C0F7E8-6D08-47F6-9BA6-A2EBA394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3 · 4차시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B0B428-3086-4842-82C5-45D5D4DE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12:00-12:50  (쉬는 시간 13:40-14:00)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7F4609-E336-4748-9429-86107F6C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ReviewFinding 결과 계약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9CA99E-F558-4907-9089-5A7069FF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Contract · extra=forbid · review_report.json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9F7533-5F59-4DCE-90A8-A38A7046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8607EB-E0F4-4CA7-99B5-E7A65D52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63A5CC-755D-447E-BBCF-07D39F440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04263F-4A59-4693-84E6-B344CE39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E131A4-0861-4479-AC61-A3A88DA0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src/course_services/contracts.py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77FFEE-8163-4658-8DF1-95D7FB53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E2465F-A6FD-48C1-BAF1-B580C654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review_report.json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69D01E-D051-4636-868A-D35FF505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3 · 코드 리뷰 Agent · 4차시</a:t>
            </a:r>
          </a:p>
        </p:txBody>
      </p:sp>
    </p:spTree>
    <p:extLst>
      <p:ext uri="{BB962C8B-B14F-4D97-AF65-F5344CB8AC3E}">
        <p14:creationId xmlns:p14="http://schemas.microsoft.com/office/powerpoint/2010/main" val="158493724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84F65B-1266-4102-AD13-DC415F19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BA02D3-E2AF-4C6A-B45A-47B3E406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6AD561-D5F9-41D4-8BC2-C8D21467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FB6273-B38F-47BF-AFB7-08016B741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215657-2A10-4924-92CD-EA069E4B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56DFA0-2E4C-47A8-8CF7-C9AD24931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3133F9-8422-481B-964E-F14F86F1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264DFA-20B2-4A60-8BD3-E107E200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A6FEEE-03EC-4A8F-945D-E76989385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context_pack.json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7560EB-E4CB-4C94-A262-8CB50B34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A35C05-3E77-4FF0-B5EC-2F92E6B7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9E44F9-BCA5-4066-8CF0-FA1A66431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ReviewFinding 결과 계약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59C0E6-7E0A-4013-BCD9-4953A0F4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2AF75B-1049-448D-957D-5FA25F54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ADF1EF-B4F0-43E7-B507-0497005C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review_report.json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8B272C-71A6-4242-A8D5-FF6C8675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C5CB8D-5BC5-4CA5-A502-D51CD6FF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25F90F-2A2A-44FB-8197-DAC03335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 Baseline과 의도적 Bug</a:t>
            </a:r>
          </a:p>
        </p:txBody>
      </p:sp>
    </p:spTree>
    <p:extLst>
      <p:ext uri="{BB962C8B-B14F-4D97-AF65-F5344CB8AC3E}">
        <p14:creationId xmlns:p14="http://schemas.microsoft.com/office/powerpoint/2010/main" val="1120269733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5C6A96-E77B-43EC-8D49-992D2A66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32377-272D-4C8D-8725-5F38129B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6EDCBF-A126-4D56-B036-8D1920071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836F78-8C4E-411B-9015-BFC10EB7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BBC26-8560-4647-A857-FF8A16E11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306FC9-7BCF-46B1-BF80-16E83BD21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자유 문장은 deduplication·line comment·평가에 다시 쓰기 어렵다.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AD3557-CAA3-43A4-8019-ADAF57E01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ReviewFinding과 ReviewReport를 Pydantic으로 검증한다.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02ECF5-CB55-4216-B1B5-C4CC33A0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CE9305-F81A-4EA9-9AB2-6A0CA56D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review_report.json</a:t>
            </a:r>
          </a:p>
        </p:txBody>
      </p:sp>
    </p:spTree>
    <p:extLst>
      <p:ext uri="{BB962C8B-B14F-4D97-AF65-F5344CB8AC3E}">
        <p14:creationId xmlns:p14="http://schemas.microsoft.com/office/powerpoint/2010/main" val="1189340698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D0E39D-2F27-4007-BDD4-6E77A709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77987D-495D-48E6-819E-FC3678F2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54B908-FD7A-4D19-822B-D02DAF80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5791A7-B330-43D2-8479-40C49626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E0934F-DE89-457F-97F9-33A8C6F9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40D055-44A3-4EE8-BE33-48AD6F0C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FB64DD-1CA0-4A76-9F60-BEBF8D698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85E46-C643-4FD5-9AF4-C40302F4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ReviewFinding과 ReviewReport를 Pydantic으로 검증한다.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D19086-6CF5-4C14-BB6F-501E041E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188845-F7EE-461E-B6DA-704236B6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A8243A-BAE9-4EAF-9A08-7EF2E133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오류가 raw traceback으로 notebook을 끝낸다.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16FF61-A95F-4B77-8200-FC26B348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27A174-810E-4DE5-80D2-EBE7BF71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9F15D7-6DF7-488B-A319-9041F4BA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review_report.json에서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94917407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C60030-2B10-487C-B2C9-A98F1AC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3D95E-898C-4356-9EFB-83168E027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1C278F-91E3-42CF-A879-CC05A1C8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D798C-4386-431C-85A5-34B44A06F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4071E-BF56-49D3-85B1-A5D238825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6E0C47-602E-445E-974C-BF573D9A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361BE5-1788-417D-BCAB-D15212C2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4DC02B-4FDD-4BFF-8086-E8033F25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97934-9202-4CC4-9EDA-C3A8B138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D1A67A-EFAB-4042-BB70-9AE45BB7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1E6AB1-7E3F-440E-B2A7-EF0A63B2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7C5129-672D-4983-83D9-F87C0F54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Contract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3CF84E-BB17-49DF-96C3-809719F0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8F1D00-DAD2-4567-A088-8F987D7FB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호출자와 구현 사이의 약속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62A66-36AF-4075-9F97-B2775770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CE9589-0E1D-4C36-AD6D-0D9FE52A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extra=forbid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E19CD1-355B-487A-960C-2B2C45F0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92C1FB-D2DA-4F0B-859E-288AC160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모르는 필드를 거부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39D82D-43BF-4C94-A8CA-A96C51FB0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E7B171-A2CA-4146-950D-BF0CD859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Error code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8552CB-20A0-4E74-A9D3-870BB883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967CF1-2483-4831-ADAD-1B675C38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판단에 쓰는 이름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AB5323-6E09-40A1-9807-F75F5818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D920EC-84A7-444E-89FC-763D501F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Automatic publish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8F4173-0877-48C7-8E39-542ABC397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C4890-5B5B-4D6C-85CB-F6572E08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없이 게시되는 동작</a:t>
            </a:r>
          </a:p>
        </p:txBody>
      </p:sp>
    </p:spTree>
    <p:extLst>
      <p:ext uri="{BB962C8B-B14F-4D97-AF65-F5344CB8AC3E}">
        <p14:creationId xmlns:p14="http://schemas.microsoft.com/office/powerpoint/2010/main" val="227787649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E91FCA-27AA-4E6A-99C6-45F47F6C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BA56D4-4C18-431B-9E26-CEA07ADF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709E2B-35EE-4C85-A258-43DEFB22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B4D6AF-9E4A-46B1-A9CC-264E1817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C6AB5C-DE93-4D61-A597-FB63B574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1250C-382A-4721-8CBD-1CBD7CA7B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44ADA7-A4AC-4365-9F35-E26AC28F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7F1909-410F-4112-8BC3-C4996C70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src/course_services/contracts.py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256944-65F9-4565-B8E5-E7589C49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6BE818-C8F4-4D7F-9A9F-906894E3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38AA22-7D48-4E76-8314-1A6207E6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finding validate → line mapping → report aggregate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1E8B3B-FB5D-47CF-8174-8B5694BC1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6A15DA-4782-4E58-B9FA-D90C1E17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657810-DA12-4C09-A155-83A7E3C0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review_report.json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6E9CA0-4DF1-4F9E-AA7F-789437B0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70F569-AB4D-43A5-BC26-4B52F138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C2B667-AF77-44A1-AF80-1B4E57B2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confidence 0~1과 line&gt;=1이 검증된다.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automatic_publish=true는 model validation에서 차단된다.</a:t>
            </a:r>
          </a:p>
        </p:txBody>
      </p:sp>
    </p:spTree>
    <p:extLst>
      <p:ext uri="{BB962C8B-B14F-4D97-AF65-F5344CB8AC3E}">
        <p14:creationId xmlns:p14="http://schemas.microsoft.com/office/powerpoint/2010/main" val="1500035262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EA1886-3F53-4CF3-A66D-F816B99A0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37921C-029F-4F2D-8C14-6EE353CE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F916F7-96DC-4CEF-A617-4EB3A884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46AAA2-CAD7-4AB9-A14C-67A75F5B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CD5685-9C5E-4EBC-8A2E-10743355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A064C-3C9E-4165-B050-AD69B2F6E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88BA4F-A0AD-4F05-A112-D74A22E4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612F1E-6CF6-4224-B7A6-ECAF0166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D78A59-B17A-4E08-80AD-5D798E97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finding validate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9692D1-EB82-4DC1-A5E3-E381C0B4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69085B-3342-4572-84C9-28C1E6E7A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C46717-9BB0-46B5-9880-957DE00B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line mapping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FC14CC-F22B-429A-BE7F-EC294D11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E16280-432D-4FFD-BFB7-968D4B4D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FDED27-7B66-4835-9779-62F47E58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report aggregate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4EE440-0104-4C0E-818E-D054F22C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D9C38E-3C0C-4F80-AE42-330920BD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27427F-67B8-4E20-A7A2-896601FD8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automatic_publish false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A42316-2287-4BDA-9E6E-EF8BD27ED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E7D03F-1F27-4CC8-B05E-F0C72982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563F29-BA37-4077-B865-8BB418F3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expected failure 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B0FB9E-F99F-4D90-92F4-C38872CF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review_report.json에서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729833062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92E917-C3FC-4058-879C-2C7412CC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E844D7-F416-4393-962E-6BC73C89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82CC1D-D708-4D97-8AD7-D5B777C1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D5B006-DE98-4F02-99DA-9CE7FCE1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4CE2E6-7512-405C-9F78-8C10897D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B053BF-8B67-4F1F-B6FB-538429E5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F9D03B-9909-44C9-8FD1-7E9A3928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D8EAD-6E5C-44A0-88B9-A6F04AC24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confidence 0~1과 line&gt;=1이 검증된다.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44CF12-6A9C-45AB-B5BD-B86C962D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D1D522-72A8-44F1-AB95-CCF9D0CC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A43D18-B18A-4EA3-8DB3-D526AFA74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automatic_publish=true는 model validation에서 차단된다.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98FAFF-FF62-400A-945A-DBC2288E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A57E86-55FF-4FEE-9A39-55A6D719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CDFFEF-8586-4871-B957-2FC3E8A5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6F3680-27F2-493A-B009-6396831AC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DDCA8C-9F3F-4BDA-B935-AA4A15487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AF6E55-C5C2-4FB0-A0DA-3A6D62FC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식별자·review_report.json</a:t>
            </a:r>
          </a:p>
        </p:txBody>
      </p:sp>
    </p:spTree>
    <p:extLst>
      <p:ext uri="{BB962C8B-B14F-4D97-AF65-F5344CB8AC3E}">
        <p14:creationId xmlns:p14="http://schemas.microsoft.com/office/powerpoint/2010/main" val="1854923169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2242D1-E3BF-4E86-8AC4-700B521CA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18DEB-8BE3-4FDF-96DE-81411080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5CA8B9-F871-4A44-9794-904D35F4C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C0D16B-6B0A-46A3-B377-FF134915A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60E656-24AB-4B50-A430-9BF4C2A6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BE3F48-D434-4A65-B63E-0076F709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C89828-7463-4C03-BB96-43D450188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01361-7A37-4A8D-8AD8-30F3B8C2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88E604-EFDD-474F-9C1D-C0980F29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src/course_services/contracts.py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D204B9-05B5-4556-99FB-BB985DE5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9CD2F9-8E3D-4F74-8257-6D09DD24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9089C3-17AE-4099-8DA9-4D08EBF4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0E55BE-D0BF-40CA-BA4D-93E3945D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835160-4554-487D-86E1-90F666CA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506537-442A-4DEE-82C2-55FEFA4F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9E2F05-A6D3-451D-8B0B-4F50F64A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616AB5-D84C-4285-9421-45A18F2E3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2D923F-71C8-41D6-BB57-BB8FBD37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data/day5_eval/golden_review_findings.json</a:t>
            </a:r>
          </a:p>
        </p:txBody>
      </p:sp>
    </p:spTree>
    <p:extLst>
      <p:ext uri="{BB962C8B-B14F-4D97-AF65-F5344CB8AC3E}">
        <p14:creationId xmlns:p14="http://schemas.microsoft.com/office/powerpoint/2010/main" val="1379255222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AF5360-FB11-47AB-8421-876A0C4D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ReviewFinding 결과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5A3BE5-9789-47DC-BE66-F8D54356F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736D2-B219-4CFD-989C-1893EDCB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E5888B-D68A-4EAB-A8AE-87CA70CD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DB6CA-7D7B-46EA-B505-38B5EF5C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20E2F-E715-4BD9-B9B0-83C06AA0C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5705D-EB4C-4D05-BBA1-10800E3F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자유 문장은 deduplication·line comment·평가에 다시 쓰기 어렵다.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89B5FE-E0C1-4486-A492-05F39E3F3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A0D092-DAB9-46F6-B982-714B3A4B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105AF2-1F6B-4A3D-ABF6-C08E60AF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schema 오류가 raw traceback으로 notebook을 끝낸다.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2E1CAC-1CBC-481B-9207-C94FA401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EXPECTED_FAILURE와 error_code로 바꾸고 원인은 trace에 남긴다.</a:t>
            </a:r>
          </a:p>
        </p:txBody>
      </p:sp>
    </p:spTree>
    <p:extLst>
      <p:ext uri="{BB962C8B-B14F-4D97-AF65-F5344CB8AC3E}">
        <p14:creationId xmlns:p14="http://schemas.microsoft.com/office/powerpoint/2010/main" val="827290395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21E6B5-44B5-4BDB-A6B3-A87BAFC75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683222-8A51-42D2-A5EC-05D66AD1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8A6830-063A-4233-B1F4-45C8A815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BAC4A2-EB61-40C5-99A6-1D04BBC9F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66CB9D-CE0C-407D-9EEB-826DBB79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352108-B0BA-4187-96EA-B6D9976F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4CEEF4-7DFB-4360-8445-17AC25C3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AB7288-9C16-4DCB-898E-EBCE7B9B8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16693-2295-4483-868F-FB1C0641E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37604F-BF78-472B-9249-AB3768BB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5E8B7E-F8A3-48A1-9E60-44D55C4F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E87827-FCD8-4F08-B287-1EAAF1AF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0CDC2B-3CE8-409E-BD03-F40DE4603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3C6E96-5A39-4FA4-8921-F3BFF6F5E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Contract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78D293-0EC3-4B4B-BC9D-91ACC38A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9771F0-CB4B-4B73-B7E9-AC2291830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호출자와 구현 사이의 약속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C2C13A-A8F0-4130-BBC8-FA6B898A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7A9813-2E30-4D50-895F-6A8D755D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78B120-D4D0-4EAE-9345-59AE4BEF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8324C6-73AB-4584-8B91-D44129F9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extra=forbid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C792F1-D846-4272-BDDD-3B5D1B450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868738-DAEB-426C-A4AA-B428227C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모르는 필드를 거부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C71ABE-2199-4B41-AEB6-A9D16C39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D3E0AD-C59C-49E2-8F7E-4DF0A87D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0CC683-D2F6-4157-8B59-FA12F55F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09BCAD-DBD5-4ECE-9E91-BD63AD56E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Error code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76D4DB-B167-492F-A32E-CFE08B5A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3D7A95-8085-42AD-A984-531AE12C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판단에 쓰는 이름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9215C3-5074-4C15-850F-8E387C56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6511D6-75D2-401A-911D-35852639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7634B3-E92E-499E-9284-036C376B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2D50F3-4E4B-4C40-86A9-A054C5B8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Automatic publish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DE4F285-2257-4537-A254-AF78C3591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73EF01-4E29-40D9-8850-B4BB17ECB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없이 게시되는 동작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0F3D5C-5D59-49EA-8CAE-07C6DBBD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248372-8A5B-4D9B-BA9C-71C5A842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425576948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162C8F-173D-4EEB-8649-BCA5DE36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BD3DA-BAD2-4D92-B1AB-E232B902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9BCBB2-AD74-46BD-BBC2-DDFD7814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4D7191-2EB5-4767-A397-1DDA1AFFA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893295-6418-471A-9528-DDCA2A15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A742CC-967B-447F-AF4F-940E43BDE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5A7C1B-4AFA-4B85-BC2E-156B1D36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9BAEA4-E2CD-4F9C-B3AF-C27B9A5ED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AA822A-5099-47AC-8FD8-7B42B203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schema 오류가 raw traceback으로 notebook을 끝낸다.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D4A397-8606-4267-8351-F4C7D35B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FA98DD-F1A1-4808-BCA0-1730D487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자유 문장은 deduplication·line comment·평가에 다시 쓰기 어렵다.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00FA55-A27E-4B2D-B652-8E0F23BB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85903450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600E70-FD22-444A-81A8-5C61E8D7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EA7105-0DB2-4DB2-9243-4CC4F028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E1EC0D-15CE-4744-B281-02CE7FC5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7D3BAB-AF30-4E9B-891F-3B930DF8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E7C00F-1704-4529-BB06-B8D580A7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B8B92A-E5A9-4852-8C17-F4FA9487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4A5146-931D-4C5E-B81B-D02A1231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197B05-A3E0-40B9-BA01-00BC25F79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628934-2630-4501-BE24-77891C41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automatic_publish=true는 model validation에서 차단된다.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B2A925-1A30-4E16-A4B1-EE40DC6D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EBFB6E-2608-4C2F-9BD3-76108420D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68719C-5AE7-4E14-93F0-8B985380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schema 오류가 raw traceback으로 notebook을 끝낸다.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CD8535-3BE9-4CC1-A682-915ECA3A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71D099-909F-4F2D-9277-1DDF7A75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6B0E74-597C-43C3-ADBB-A370E1C3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EXPECTED_FAILURE와 error_code로 바꾸고 원인은 trace에 남긴다.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5DB77F-9619-47B4-8FFF-953E8974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406C09-5DC6-4DA2-98AD-69B2B1249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B202F2-B5DE-4C26-9C45-75C93786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review_report.json과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633895794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D29FF4-9CEC-4BEF-B22A-5E430A60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7E9B3-FD07-45AE-91A4-B58DD8645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35EF89-EC7D-4FCB-8F73-5BA0A163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67265E-DCE6-4CAE-9F2B-D2EB621B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E493EB-E201-4063-8346-2306B27F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8B3D40-C116-44B3-95E2-22ABD142F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211dfbd9914c52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3AEBF7-C27A-4D02-8FB3-170A9021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contract 변경 시 정상·누락 field·extra field test를 함께 갱신한다.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9E3F30-E92E-49FD-A329-AAF14EF1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1952246952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0417CB-2F47-4DD6-B2B2-8C5F63A7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723C51-19A5-4175-BABE-6BE1836C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5D0BC3-279E-4324-8462-E2C4A78D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7C227-2E26-44F9-8B1B-678CEA53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09D258-FE52-4AFC-AE02-5310B16E9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C85A4C-AD26-4C19-8CFB-DD2CF74E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76EA8-5788-47FC-9C72-CFFEA084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AD879F-75F8-4011-B929-BF7E187E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803A6C-DB80-448B-A54E-E592F93A5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contract 변경 시 정상·누락 field·extra field test를 함께 갱신한다.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871A94-548B-407D-8F4E-B2BC5DB2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FF80C2-B8E3-4602-9F8E-9DCA27B6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ADADB0-FB75-4592-9B8D-F0B1D054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79BDA5-CB3C-4E27-8DF6-43A129FC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3F4D30-6A90-4CE6-85FD-E69C773B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0CA400-25C1-40C6-8682-67AFFD7D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confidence 0~1과 line&gt;=1이 검증된다.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automatic_publish=true는 model validation에서 차단된다.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6F8A42-0D67-438A-AABF-023A3816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9D274C-8215-42FE-B47B-73CC2638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B69C85-0760-4FB0-B700-F8190129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992287444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2269DE-89C5-44AF-A2B6-692C104C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6048E4-2F95-434E-8D01-FA7A3AB7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8A9CE8-8BAA-4F3A-9CF3-DE5E504B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BE8ACB-411D-452C-8508-08F9B060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73485A-9E32-46FC-9D2C-CC019C99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AAD01-015D-4A33-B833-F193B22A1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5FBC8C-5290-4C15-A4CB-1FF847F18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24F7C0-8FC6-4ED7-B523-3A59357D9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D5674E-0BBF-4509-8435-6FBFBC0B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6CCF7C-1BB8-48B9-8FAF-F0CA8D11E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E94032-12A3-4192-BFF6-E916EA9B7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819CB2-84F7-413E-9A04-82657502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594697-2958-4393-B73F-D9D5FD0B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B7993F-0D59-450D-8CDE-0FF37E4F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confidence 0~1과 line&gt;=1이 검증된다.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56FC73-BD90-4E5C-B4F9-6AF37433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8031E9-D323-493C-8248-AB65AA8FF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7FF3EF-377A-4B41-8343-550A71DE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E02C73-5B00-495C-BC96-C28A0B09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automatic_publish=true는 model validation에서 차단된다.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BE6001-37CD-4C8D-B98E-CE7B1182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BFC4E9-C080-4F23-A4DD-3755D245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C2E51D-82C9-4B93-B617-6AE6A440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5BE1FA-35AC-41CF-80A3-8A56C7F3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388456762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776F05-FA95-407A-88CF-9661E93B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6A85A9-9915-4675-82C3-E3D4A004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AC510C-0356-49DC-9CEB-A894A596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D7A4DD-9F4A-4267-A2B9-579EE9CB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D615C4-58CD-4124-9667-62B4D9508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888640-EED1-4246-B5EB-8BBBF56A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A2CAD1-CF7A-4363-9C48-C2B90CA0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4A15B-F86C-4E55-B735-787B49214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6AE4C7-22C6-4ACC-9CDC-BDB48F1A3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src/course_services/contracts.py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111EC8-C93C-45AA-BF10-B49FE2FD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6B6034-1698-41B2-B8A7-DA0169B1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52636B-7D1B-4803-BD45-B1C19634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src/course_services/review_service.py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9D2BFE-7F61-423E-9777-D3916345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77111E-0E31-4084-BB89-073902AC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CA5384-E1B2-4AFF-AAA2-F2B93375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1C9E8F-CBE2-4407-8638-CE09612F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6A3DC1-CD47-40AB-AFAA-FC264119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4B60A-F23B-4F55-88E5-F15B24F60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confidence 0~1과 line&gt;=1이 검증된다.</a:t>
            </a:r>
          </a:p>
        </p:txBody>
      </p:sp>
    </p:spTree>
    <p:extLst>
      <p:ext uri="{BB962C8B-B14F-4D97-AF65-F5344CB8AC3E}">
        <p14:creationId xmlns:p14="http://schemas.microsoft.com/office/powerpoint/2010/main" val="1821457674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684CA3-199F-4FC5-B335-ECF78BF7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18899E-C69C-4008-A961-2E3D046CC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9CC87B-7AE1-4BF0-BBF3-6D975574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20B710-6CB6-4141-A61D-1E2276F3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F5062-D70F-46FF-8F20-2AB9D27D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A1988-8731-4979-9973-B73287E8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6CADE-B882-43E2-944B-6F1F5E8E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E75A2E-8EDE-4FD0-9565-48F93F71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806355-8389-4C45-98F1-2D671AAE2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6844F-C7F8-4900-8873-EF56EF4F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5A5670-5F43-45BC-AF62-1E65D174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937550489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F50945-FA62-40C9-AD79-5278D9821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B84452-2A9F-4371-8FF7-F2A7CB3F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4597E3-2C85-440D-9158-C7FCCC728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592BCC-24A5-48B7-9AE3-265365A9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66BE55-4353-4A2E-ABC8-22C5C19F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7EA2E3-DB35-4836-9415-DDD3DC94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ED8E88-66DE-45A3-A1AE-FE2C3494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68683A-6F4C-4B0E-B198-F0EF2DF8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AE985-C9B0-4449-A20D-48EEF639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3746EF-6BD6-4E78-A26E-F1265AC6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review_report.json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B39350-2C4B-484B-A262-98C30DEE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B676AD-C183-4C22-97B1-3B8D307D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B87D8F-0847-400A-9B51-3609818A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confidence 0~1과 line&gt;=1이 검증된다.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automatic_publish=true는 model validation에서 차단된다.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915431130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55A4BF-1135-48CA-8B94-D6ED4E14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FC6B7-05F4-4425-820D-2A7911A4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D77BE-67DE-449A-9015-0E3682B7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2E44DF-320A-4176-A07A-6313FA15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CCAF99-3826-41BA-B081-FCA6E749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32A150-5341-4007-B498-4864D97C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49F455-CB55-4E0E-B2B1-914C8549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20FE69-B3BB-4B15-A537-908846A7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오류가 raw traceback으로 notebook을 끝낸다.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9BB567-13B0-4862-BEB3-F8999CAB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7A61D4-9425-4DAA-BE9A-49938A108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796D7-F175-49E6-A108-57157F95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EXPECTED_FAILURE와 error_code로 바꾸고 원인은 trace에 남긴다.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4E7BFF-AD21-47FD-AAD3-FE6B3A73A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automatic_publish=true는 model validation에서 차단된다.</a:t>
            </a:r>
          </a:p>
        </p:txBody>
      </p:sp>
    </p:spTree>
    <p:extLst>
      <p:ext uri="{BB962C8B-B14F-4D97-AF65-F5344CB8AC3E}">
        <p14:creationId xmlns:p14="http://schemas.microsoft.com/office/powerpoint/2010/main" val="953536370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25CE50-8608-4C84-A037-C86EFE153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433A02-2F24-4BED-9C3B-E6C92225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255229-9863-4B7F-B116-A84BE84C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B702A-3A5F-4CF6-9F37-310B859D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12C3B8-1EE5-472F-BBF2-A9868AC3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2A92A9-D250-4553-BB1E-6D0B29A4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B12B0A-B81E-4DFB-951A-A8E59DBC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373BA0-8384-434E-A483-511143AF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4B132E-9D9E-4131-8B82-795164F8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5218AC-E3D5-4C6F-A385-A91C8B53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5A7FD6-BF5C-4618-898C-4F0B802F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027E37-299D-4EF5-B3F3-C645F7A1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confidence 0~1과 line&gt;=1이 검증된다.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review_report.json 저장</a:t>
            </a:r>
          </a:p>
        </p:txBody>
      </p:sp>
    </p:spTree>
    <p:extLst>
      <p:ext uri="{BB962C8B-B14F-4D97-AF65-F5344CB8AC3E}">
        <p14:creationId xmlns:p14="http://schemas.microsoft.com/office/powerpoint/2010/main" val="2026172515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03922D-84A2-4993-89CB-A984C71C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4E3F87-B471-4A13-8685-BD793E9C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B8708D-8549-4085-9249-9F23C369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FF3879-27E0-4181-8633-78FE98F2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C7667E-A750-411E-8BC4-B1DF26B14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602F31-FD38-4410-B2B4-CDCF68BD0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CD9C2-9131-4185-93AA-AACF3271B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contract 변경 시 정상·누락 field·extra field test를 함께 갱신한다.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src/course_services/review_service.py · tests/test_course_services.py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4C6831-8EFB-4B5F-B4FF-0030F380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46F06E-4AB7-434A-A6B6-2EAEFCBB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review_report.json</a:t>
            </a:r>
          </a:p>
        </p:txBody>
      </p:sp>
    </p:spTree>
    <p:extLst>
      <p:ext uri="{BB962C8B-B14F-4D97-AF65-F5344CB8AC3E}">
        <p14:creationId xmlns:p14="http://schemas.microsoft.com/office/powerpoint/2010/main" val="1667463238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50C503-84D0-4992-878F-3B61EE1D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007E9D-C813-4B33-B7D7-A4EF5604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6B20E9-2085-473B-AB42-D158BF88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EC716B-5D04-4E18-83C2-B61CCE62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F92DBE-E555-48B9-9B10-461D4906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D8DC41-D714-4E54-807E-E8ACD3B59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98BE6F-BB35-43D5-BB2B-D3A02C97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confidence 0~1과 line&gt;=1이 검증된다.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4B5D98-676E-4E57-94C9-9B1CD48B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55390C-F761-409D-BE4B-749CBB5E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review_report.json</a:t>
            </a:r>
          </a:p>
        </p:txBody>
      </p:sp>
    </p:spTree>
    <p:extLst>
      <p:ext uri="{BB962C8B-B14F-4D97-AF65-F5344CB8AC3E}">
        <p14:creationId xmlns:p14="http://schemas.microsoft.com/office/powerpoint/2010/main" val="656221561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814557-23F1-498B-AE1C-BE461384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4817A1-A194-4ACA-88E7-1EB1FEBA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7091AC-4ECF-4F9F-A07A-98704D207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0B810E-67A3-4139-B3DB-D320B018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AF2DB4-401A-46E7-8384-118A18680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B1E529-30D5-4711-BAC7-8E8B92D6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B5C405-9E03-4845-A3B6-95166800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automatic_publish=true는 model validation에서 차단된다.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EXPECTED_FAILURE와 error_code로 바꾸고 원인은 trace에 남긴다.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D0CF1-73C4-4319-A2B1-0E3D9951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3A74F1-9EB9-4ED9-AF87-74105933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369407019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B3C2A5-1B9F-48E6-A758-AA169A8A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C85BB5-808E-4FA4-BFCD-B0D87838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672D2-F988-4E06-881F-A9F70A724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4C7914-CB57-4E61-B9FF-027711A4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A4A4A3-8785-4EE3-8AF8-DB2AAA820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F8579F-1AE3-4544-A497-6992A29B2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A6646A-19E3-49F8-830D-B27D91700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48E90A-06AD-4E83-B68E-2083A388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89F51A-6CB9-404F-A1E7-28608394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confidence 0~1과 line&gt;=1이 검증된다.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1614E9-8310-43E1-8C7D-1D3A7081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92FC35-A89C-41E6-916D-C7C79725D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3B8E06-929A-48B6-BDE2-7E48AE889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DF2F28-DE22-46A4-99A0-6515606E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911E97-A1DC-42DC-B26D-DA58BD8E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CE29BD-42C0-425F-8271-70F7A532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816C8B-B47A-435E-8C26-4CB60C91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893BBA-3B12-40C1-B734-E2E025F5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7943CF-99EC-4B04-80C1-8D6109A6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855093128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0EBB37-B3A0-4038-90AB-6ADBD4304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FD3908-CBBB-4F73-BD38-2D3D3456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6D8CD4-20DD-46FB-903D-4877D150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292606-9295-4F44-94F2-E8DD68A1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004B3E-2B19-4FA2-8D2C-486D0F77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DC42D-6666-4946-BAF4-40DF98B14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9296F8-DE33-40DB-B7B2-E898F8CB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79EA16-9C0D-4BDC-901A-778A98A1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D61BB7-FF9A-40FC-890C-B5649157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automatic_publish=true는 model validation에서 차단된다.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6B66CE-D78B-4736-90DB-AE977EF6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8CD60-CEFA-4DAD-90B2-E6F5BB0D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05F0BF-E1B8-4DF4-9EEE-E2D25457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153063-856F-4A02-BE5D-1088B0EC5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B4B120-D1FE-4195-9863-8D911DCD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34E274-CB04-43C1-94D4-C67E12AC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55CBF6-719E-466B-AAF4-4DAAC551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5B0CEF-11A9-4104-8A23-C7502DEF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93B60B-F921-44E9-B038-F57F1776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011563965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998BBF-D517-4698-BFC8-0C2D822B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DF7373-5265-4E95-9C20-339450CC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EDDE73-1AF9-455A-8434-49A6E8DC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7E3C7E-5FB3-4A00-89F5-EB3A7E71B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68E35-CDC1-449D-81CB-A4AA950E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1B92BA-105D-4E2A-8C9F-16F6A635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7D1442-1963-46D1-8FC7-FFA31E8C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리뷰 결과를 IDE·PR·대시보드에서 같은 형식으로 재사용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E7470A-A234-4455-B197-81ABAC87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D9E9A0-607C-433B-90B5-A3534EDA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F522E0-01BE-4F8D-A996-0C7EBEF2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62EBD5-A584-44F0-A00C-3D3F7EC80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993E79-7DB3-4E00-AF1F-3A566FDF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B24E2F-CD37-4DB9-A6A2-36518050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191090-BE26-468A-A006-6013F15B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3036AF-195D-4162-84C2-F9349546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D43005-C843-4E61-B6D8-0C00F225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1732B1-F332-4781-82C3-5F8DBA8D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E56897-ABA7-430A-8E1D-F42BD762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5A5B70-768C-4344-B52E-43CD0B54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review_report.json을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226343175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98E433-4E7E-4BFE-A09F-DCA1F51B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13B7A1-B8D0-4B54-894E-29FCB3F2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8E5D0A-E751-4CB0-B0A5-146EEB98D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DEDDA4-3FA0-4207-9114-4D475399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2A7CC-EB13-4542-8F97-DA524D08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2704F-A4AE-4019-8100-D0BEC6C54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D7506-704D-4C27-A891-6E5D8FF1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리뷰 결과를 IDE·PR·대시보드에서 같은 형식으로 재사용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74210-9E13-4389-B916-90A6EF0D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79D9E7-C020-4A94-ACF6-639C3DE2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CC4DA-DF4C-4119-866F-1401F25A9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DBD103-599B-4C1A-9B93-0898F4AF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A589AE-BA66-4F1F-9440-BA105E2E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4EE082-D641-4597-9CAE-8D10DB71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368EDC-FD97-4DE1-A1DD-F089FB44B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5B323A-0FCB-4BE9-A025-0EC4CCC2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ADBC19-085A-460A-8A07-0124EA177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CCBEF0-E611-43E7-8FC9-62E13CD1A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2DFBC5-F504-42F2-A45E-1F03B41FB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736ED5-82F0-4403-9544-E7E4F321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review_report.json과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776136881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593CAC-EB63-4016-99CA-46C29BDB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FACBAB-5E29-461E-9A61-215B12A1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605656-7308-478B-B17C-33A72ABF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14F351-1853-4D66-9DC9-378AD011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41C906-39F3-47BF-A11A-695E60A0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15B14A-E4C3-4A81-98AA-B065DF7F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B1B0D6-72B6-4506-980E-5D4EF9D63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00849-6A2E-41A8-94C7-5279E5CC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0401E-94FC-4F5B-8667-145F460DB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confidence 0~1과 line&gt;=1이 검증된다.로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4BE14B-45AF-474F-970B-211100B5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D8752B-C607-4D67-84D2-07258EAC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6925A0-1755-42AE-B004-2C770DAF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7EFE0E-6A72-4836-8A8F-9FC401D4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3D69AC-070E-4E92-8AF6-1E3B0372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7D0884-8309-4593-8F3C-0C7C1356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EXPECTED_FAILURE와 error_code로 바꾸고 원인은 trace에 남긴다.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0B0C85-CD9E-46C1-A89B-2C61BF02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C2E56D-3ECC-4FB9-85CB-41507570F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E21320-0AC9-4563-ADE8-8020E022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review_report.json에서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315574356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A8D9AA-EE1B-451E-9727-F2D2A48D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B0E851-71B8-4699-8858-2C9311976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81233-302C-4358-A964-C15CD9CF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50A098-3ABA-4727-9F10-42F2FC6DA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621FA-CF29-4BFD-84AC-F68339FE3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12:00-12:50 · 4차시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31E3A8-2878-4E19-82D3-1985C40B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E3466C-9C4F-4E05-807F-803F14F1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8B9E34-EF63-41FD-812F-FB24C5F2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029574-FDF9-4D32-93F5-5AA0830F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ReviewFinding 결과 계약이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DE3795-D67C-43A5-BD27-3081A7D49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552FB-0814-4C1C-9FBA-D6DFDA3A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C3025-BEBC-42DB-B506-F1F5D596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74F628-B2AF-4650-B1A9-6AE705E8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4D515E-CD62-4053-A256-488D36D4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6D9CA0-FBFB-4522-BAEE-A83E10D5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review_report.json과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A050FE-D7B3-4C32-9B0B-9F903409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Prompt Baseline과 의도적 Bug</a:t>
            </a:r>
          </a:p>
        </p:txBody>
      </p:sp>
    </p:spTree>
    <p:extLst>
      <p:ext uri="{BB962C8B-B14F-4D97-AF65-F5344CB8AC3E}">
        <p14:creationId xmlns:p14="http://schemas.microsoft.com/office/powerpoint/2010/main" val="135921503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284194-3CD6-446A-A6C1-7A1EB596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FFA8C1-64E5-43E1-894B-FC14B110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3 · 5차시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A51B8E-D185-4CBD-81BA-C0156C9B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12:50-13:40  (쉬는 시간 13:40-14:00)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10F8D9-4E9A-4E38-BFE3-E811A5079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Prompt Baseline과 의도적 Bug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134414-74DD-4B3E-BAD5-ED6C181F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Baseline · Few-shot · baseline_review.json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4E68D-D216-4D4A-962F-25CCCE7A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63DAA4-1BA2-4BCB-AC90-27A401922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E93547-6C09-4E7C-BD1F-57AC99C1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ECBF3C-EDBD-41FD-ABDE-86730DBE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1C05EE-A560-4547-B098-DB13003C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data/day3_review_cases/unsafe_pr.diff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E72506-DB9D-4FDB-84F6-32597ED2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BAFBDA-F89A-452D-AEFC-CABFADB1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baseline_review.json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971624-9B7C-43BC-BBF2-B52E6162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3 · 코드 리뷰 Agent · 5차시</a:t>
            </a:r>
          </a:p>
        </p:txBody>
      </p:sp>
    </p:spTree>
    <p:extLst>
      <p:ext uri="{BB962C8B-B14F-4D97-AF65-F5344CB8AC3E}">
        <p14:creationId xmlns:p14="http://schemas.microsoft.com/office/powerpoint/2010/main" val="1667037769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28E1DC-E889-4194-9DD9-A8208BE0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B1860A-7BCD-4C3F-9A61-37378C48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A53E53-3DC2-479A-8A61-2D667FE03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528B8E-DB22-48DD-99AD-1B03523E6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298F1B-4C39-4975-89A1-E463502A1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F5342C-80A4-43AC-AD56-D50C19EF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8BAC5F-42A2-47C2-950C-3BD33C134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897D20-2FC6-4B03-8D85-3FDAE917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6E9FCD-D9BA-46AF-A423-22E85A28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review_report.json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CE18E7-A609-4CB0-81BB-A8A9E772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FEE83D-430F-4F97-93E0-69389D97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3B1478-6FA2-49F0-B2B9-EF3C893E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 Baseline과 의도적 Bug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8E2A3B-D86D-4E8D-909F-5D6DB796D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0D1DD7-F353-416D-977E-3E38EC7D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C3D3D-EB1F-4752-A1C0-C4F97F44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baseline_review.json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98E0A7-E55F-4BB5-B499-E36B4794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E629F2-74B6-4610-B80F-B04665BF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2D1FDA-3C4F-43FE-85FB-66BC7371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정적 분석·LLM Hybrid Review</a:t>
            </a:r>
          </a:p>
        </p:txBody>
      </p:sp>
    </p:spTree>
    <p:extLst>
      <p:ext uri="{BB962C8B-B14F-4D97-AF65-F5344CB8AC3E}">
        <p14:creationId xmlns:p14="http://schemas.microsoft.com/office/powerpoint/2010/main" val="1977621564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B588F0-C1FC-48BB-9E20-1ECA8D5F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8FECF3-926F-482E-BB60-768EDF03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F21FBB-9210-4F0F-8B3B-B41E1239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2AB258-97A4-4AE1-A41F-6FE1E6689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58E3F0-C960-4795-83CA-0B1885FD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4BCEA1-98EB-44F8-8B2A-617475B5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PR만으로 튜닝하면 무엇이 개선됐는지 비교할 정답이 없다.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0863ED-3C1C-421B-AA98-408917EB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의도적 bug diff에서 baseline finding을 만든다.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40AB38-45F9-46B5-B73B-8770AB86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434FAE-88E9-4AC9-AFF8-41BA61EF3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baseline_review.json</a:t>
            </a:r>
          </a:p>
        </p:txBody>
      </p:sp>
    </p:spTree>
    <p:extLst>
      <p:ext uri="{BB962C8B-B14F-4D97-AF65-F5344CB8AC3E}">
        <p14:creationId xmlns:p14="http://schemas.microsoft.com/office/powerpoint/2010/main" val="948476763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786969-A475-4CAE-A978-77BC17BA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A1D2F9-4BFE-4F32-B5A3-FD047599B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740E4E-F74E-4D7E-9CEE-3245E968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4F9C6F-563F-4F5D-9EE9-8B7516C44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F81E74-B187-448F-8A8D-A31B4038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9F2D38-D181-4F3B-846C-32E45C12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8BF3B0-2B34-4E54-85D5-060465E3A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C784A5-36F9-4ADC-BFEA-F0BF604B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의도적 bug diff에서 baseline finding을 만든다.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C27B2C-146C-4A18-BB61-1BEB3B07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E93930-C524-4759-86D9-DFDB407F9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7BF797-F126-4B25-9324-6DE45227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LLM이 존재하지 않는 runtime 결과를 근거로 finding을 만든다.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2A1EF0-F1C8-4026-8DF7-30406494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342393-B946-4788-973F-74CBB0FF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92A052-D10E-46F3-B156-D92BB23A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baseline_review.json에서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36904606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EB5A9A-A6FA-4D17-BB5D-8C50CAD8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03D50F-BE5C-4105-A423-CA81C3ED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F9107F-8955-494C-A27D-2E2CC53A6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5CB001-4A0D-4177-9E11-D1158119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05C5B9-5B97-4316-AF62-E7FF85ED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3AC41B-CD43-44EC-A79E-EA4733B1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A30264-09C0-4D7E-A597-2EC07F90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457D7E-AC63-4DC9-AC26-C5A10895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EC5932-CB47-4943-B866-16C62539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01E95D-E7FD-44A3-9380-CF7C6489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B4D07C-E552-4ECC-886A-C2BFE97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8BAA0D-41EC-4AF6-AB4E-370E1751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709F60-B9FA-463E-8D7C-703EAB85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1BE29B-6623-4AC1-BB56-A1EE140D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개선 전 비교 기준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127065-C6DC-4A7B-A2D2-4F83AB49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2840A-8CC1-4327-94E6-407C90F1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Few-shot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5EB7BE-B23B-4E12-A9F0-F6148337E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6A9EBD-9663-4039-BFED-4DA301DCB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입출력 예시를 prompt에 제공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6566B1-7556-4D53-97D7-720D2BC6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5FDBB6-E849-4B4C-8CBC-2B513F36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Rule ID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B3F708-D625-4971-B366-EF575019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DC9559-66CB-44CB-9B66-7C2B5AB6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오류 유형을 묶는 식별자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F10D81-5E84-4A31-8074-2EDDF71D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433081-C969-4FD4-ADA1-E78342D7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Deterministic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B12F51C-A5E6-4C09-8BC2-8178B8746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25679A-67F7-40A0-92A1-09291B89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입력에 재현 가능한 결과</a:t>
            </a:r>
          </a:p>
        </p:txBody>
      </p:sp>
    </p:spTree>
    <p:extLst>
      <p:ext uri="{BB962C8B-B14F-4D97-AF65-F5344CB8AC3E}">
        <p14:creationId xmlns:p14="http://schemas.microsoft.com/office/powerpoint/2010/main" val="2042008965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CFF4EB-9F0C-4F78-9E05-D0FA9FB6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2D4D65-6E42-4CAA-BF79-D2A2F5C9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7CD4B3-6B4A-4926-94D6-E9E5DB7E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E440B-CD23-4CAE-93C8-33959E27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145331-B463-414F-B497-7FAA86FB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D2BF36-FF73-4149-A705-7D2934AC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3A6E99-A8B6-47E7-B8DC-EDD894E9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06CCA3-19C6-4917-84CA-DF9EA9F3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data/day3_review_cases/unsafe_pr.diff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89FC58-E9D3-496B-A560-1A6998A0E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3B544D-B8ED-4A6C-8256-AEC0C048B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4D2439-A1A4-4127-B56F-67676E6F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synthetic diff → rule baseline → LLM candidate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F100A5-6420-4BD5-896B-113433A2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5E4468-F652-436A-A240-E767AC652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B4633B-0F94-431A-B3F5-AD7F59E07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baseline_review.json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1B5EAF-F960-400E-A4A9-5C468880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68C0B3-763C-47EB-8DDA-1319C870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0AE1FC-0BB0-4E18-9DA6-8EC2898B0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eval·외부 쓰기·broad except 세 finding이 나온다.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빈 diff는 그럴듯한 빈 성공이 아니라 EMPTY_DIFF다.</a:t>
            </a:r>
          </a:p>
        </p:txBody>
      </p:sp>
    </p:spTree>
    <p:extLst>
      <p:ext uri="{BB962C8B-B14F-4D97-AF65-F5344CB8AC3E}">
        <p14:creationId xmlns:p14="http://schemas.microsoft.com/office/powerpoint/2010/main" val="1823254317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8CB91C-7C85-48E7-A18D-0DAEB3E6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977663-D892-4779-A190-B60F2749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45CB4-D8F2-4382-BB3D-888DDF37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C9248F-3DE6-4F60-9992-C3F9C50A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B8FDC0-C08F-4576-BFAA-90B64F8F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9BB6AB-F3EB-4102-A720-A215590C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C49E7-61EC-430A-99B9-D3356440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D821F7-3375-49BA-80D3-FFFAE9262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0BAE5D-CA4A-4734-B3CA-D5E92A2B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synthetic diff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E68D2E-78B1-4F65-99A1-32FEE3ADB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E1AD00-1BBF-4E44-97ED-2E69016A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463550-11A8-45D1-93A8-885696B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rule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B15989-B930-4BBC-A713-BB7C9005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256737-9395-4D19-8D94-CBACFC12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52A25A-7D2F-44A5-A302-E48EBE461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 candidate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7B810F-D82F-4BBA-9CA9-7C51AA7A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C8A0FC-2381-442E-B486-E19B01EB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83D483-7775-4DA1-9724-C92A6E25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validate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C72254-91DD-4133-B98C-D5C1454A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FF1CB9-4596-41F5-9D35-0C9D6DB99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12BE0E-8764-40AB-82C1-4B5C927A9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비교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A2DE89-5361-4A7C-830C-611F0E6B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baseline_review.json에서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321680823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9CCD2E-E6EA-42E2-B596-B557E26F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C355AA-1E3C-43E2-BE51-05C064F6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00AB12-77A8-4205-8D10-C1344CB1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B0866-6EA2-4284-B63B-6E650C5A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4D1143-D94C-483D-A2A5-5CBDAE04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E613D5-72F5-4BD6-BA6C-E23D5FA6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5E02E1-B793-4C05-B585-324E26AD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598FC9-4A5F-4B30-A9AE-692636381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eval·외부 쓰기·broad except 세 finding이 나온다.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AE256-F6DE-43CF-B979-779A074D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C2397-93E3-42FE-9A96-4D666827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24363-95B9-498B-A327-C0CDE70A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빈 diff는 그럴듯한 빈 성공이 아니라 EMPTY_DIFF다.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F9EAFD-9DDE-46E2-A26D-EF1B98FD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CBB020-F48A-4889-9044-F9150250F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E30792-759E-49AE-BDCB-745F66507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F2C05C-5200-4754-82A6-00F5BA3A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A21E16-21A3-41A7-93E8-31583BF2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32693E-728E-4064-A55F-AB5C464D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식별자·baseline_review.json</a:t>
            </a:r>
          </a:p>
        </p:txBody>
      </p:sp>
    </p:spTree>
    <p:extLst>
      <p:ext uri="{BB962C8B-B14F-4D97-AF65-F5344CB8AC3E}">
        <p14:creationId xmlns:p14="http://schemas.microsoft.com/office/powerpoint/2010/main" val="1153398733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3665A8-5F81-47F4-BEF2-EC0AB53A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34A88-5B0C-4A4A-98A2-A0BFAEBB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B30CA7-5482-430E-B0F4-BF82DDC5B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8BF2D1-25A7-49E1-91FD-20BB3F7D8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67A7C-B62E-4B81-8FB3-7A0BECAA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30A0CF-4FB2-4D1B-AE5E-12853B27C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5F7AFB-C5B9-46A9-94F8-35B40519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A3BD7F-0EDE-4752-89E6-9A449B6A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A1D69A-FF84-4F1E-BCAC-0001CBBA9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data/day3_review_cases/unsafe_pr.diff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D5CAF1-6359-459F-BFBE-CEA1EA47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60FA56-3DDB-4967-AB4A-CF504FC9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110A00-CD73-4EF7-BBFE-854565B1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CB345E-A998-4AC0-9873-2F8E9D1E8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BD720E-BBA9-4B38-9520-31C9AA81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4BECDD-C160-46EF-B1F2-194B8AA7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materials/day3/day3_service_lab.ipynb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36CC80-919A-4632-93DC-778FC936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615540-A778-4D9B-B59C-B41FD6E0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B7D901-8AEA-478E-A7FB-13529DADB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output/day3-review/baseline.json</a:t>
            </a:r>
          </a:p>
        </p:txBody>
      </p:sp>
    </p:spTree>
    <p:extLst>
      <p:ext uri="{BB962C8B-B14F-4D97-AF65-F5344CB8AC3E}">
        <p14:creationId xmlns:p14="http://schemas.microsoft.com/office/powerpoint/2010/main" val="1132973971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928789-F073-4896-BD75-44AB1C8D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Prompt Baseline과 의도적 Bug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A7678B-62AB-4B7E-A6F3-B0361845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BD4A22-75B8-4DC7-A876-89D93FBE1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EA3C1D-5943-469A-AC43-F957C02E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B5596A-5931-458E-B1E7-9A3BD4707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5BB5C6-5185-4447-8040-DB7663C1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0A28A5-5581-4616-BE43-50969FB5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PR만으로 튜닝하면 무엇이 개선됐는지 비교할 정답이 없다.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F2A20B-9240-4800-B393-013BA7285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B943B0-9D9B-4BAD-9B05-9FB22348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C814B7-0E71-4C80-9767-F25EA5A18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LLM이 존재하지 않는 runtime 결과를 근거로 finding을 만든다.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BC40E1-CCCA-4C35-B62E-2D9BE651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diff·static check·실제 test output만 evidence로 허용한다.</a:t>
            </a:r>
          </a:p>
        </p:txBody>
      </p:sp>
    </p:spTree>
    <p:extLst>
      <p:ext uri="{BB962C8B-B14F-4D97-AF65-F5344CB8AC3E}">
        <p14:creationId xmlns:p14="http://schemas.microsoft.com/office/powerpoint/2010/main" val="289860140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F2AE3A-D3FE-4B93-B59F-130484AC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388E97-9918-4B11-BDB0-8A7D0088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94467-2BEA-47E0-9532-3F3E3EE2C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6FDDC4-2039-41C6-8F8D-073514849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04FB7F-26D5-416E-82B0-66A9F94F8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1439C7-AAB7-4F50-92B6-46284304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D1B25A-03DD-4BC0-AAEC-B3395505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0467C9-0B60-49A9-9576-33D0AA99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6F2DAE-76A3-42FD-9BE4-8747F8E1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C603D-5CB2-4975-A91D-7F93647F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B8AD34-5F48-4FDA-BF4F-04AD9A4A1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903CB5-4B1A-41A9-80CC-FC4978FC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B240F8-2591-41C3-837B-81F7C3A8E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E40436-1188-4AB1-934E-D3DACEF5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ADBD6B-4B7D-4FAD-8549-AB3AE2AE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03E1FC-F028-4152-B395-67838C52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개선 전 비교 기준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DFE6E1-D00F-44C8-8A7A-D407655DC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717755-EC12-4E13-BEFB-303F1734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617E42-4FF1-4526-B43B-D425D7032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D2026B-2CDA-49F2-B3A9-D78550C0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Few-shot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1732A3-3D9D-487A-9898-05E4EF01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E2A7AE-D445-471E-A2B7-0CD6C37C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입출력 예시를 prompt에 제공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B550E8-520B-4D19-AC54-B1B69E772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3C9FB0-355C-48D0-A025-38835CAD4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FEF3FC-9B78-4DDB-937C-A29CDEE4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A60F86-D9D3-42BC-82BA-4ECA12BA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Rule 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D59ACB-ADB1-4B25-8004-0DFAC9A4A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2BD04D-4595-4D0E-9BE2-5CD9BFD67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오류 유형을 묶는 식별자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C37AB0-5FA3-4257-9A70-39CC76FA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B0B4A7-6CA4-4C83-9CCA-AE52828E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1706EB-9170-4A9D-ABF4-5EDA603B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31A0F1-9ED3-4388-AB32-F6E10D27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Deterministic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86B6F8-43C6-4F21-AC50-332D3C01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00D141-3C9C-44AB-9D6C-8A45E7E7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입력에 재현 가능한 결과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ED3A17-83E0-40E3-954A-5D9BFBCA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BAAE3E6-859B-4A72-8B75-511F06B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2048078928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21A660-79E0-445F-9CCA-255B77F6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34C52-94CD-42A8-B14B-4D3CED14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0149ED-7718-4FBB-83DD-1FB04684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AAEA1-5506-43FD-B000-59F5CA48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1EAD88-DA9D-4F45-B300-F6CFBE75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BC08E3-A2DC-452D-9F7C-B406A612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9E3C55-4916-45D4-A536-C52B49E8B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C9B168-0115-45A3-A80D-6B7579B6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7F2F2E-5B09-4DF9-8A77-BA45EC5B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LLM이 존재하지 않는 runtime 결과를 근거로 finding을 만든다.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0B5360-A4A0-451F-9947-5761ADE8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D7628B-274E-4415-85DD-10EC1435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PR만으로 튜닝하면 무엇이 개선됐는지 비교할 정답이 없다.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BBCA01-A37C-4AB4-A403-2C8DCEE14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0159356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607B06-B59E-49B4-940F-C231E2EDC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08B304-6943-449D-8BF2-68009B9F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247715-DF82-4969-93BD-90738F22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0E3244-0EEE-4598-92A4-A1521346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FEBC53-3F5A-4C66-8A3C-C6999B47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6E14C3-1C82-40EB-9557-D295230A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7C3086-6160-4F29-BFA8-9A3E6558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8E502A-E953-4091-83D5-9A9BDCF2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F99DBA-9C1A-429E-871C-45224277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빈 diff는 그럴듯한 빈 성공이 아니라 EMPTY_DIFF다.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CEF054-D64E-4D47-846F-ED44FF16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E03B15-7C98-4A83-80B1-1B45579A7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7C3B7D-0E64-4BC8-BC17-B1300575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LLM이 존재하지 않는 runtime 결과를 근거로 finding을 만든다.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1F0018-55DC-4CE8-9040-67D6D0C3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273164-0516-4948-972A-5454CA99A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D827B-67B2-46DE-AF2F-F71172DB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diff·static check·실제 test output만 evidence로 허용한다.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F7FA8E-7A2B-45E2-A501-F325402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974AEE-5B1C-4081-8B21-24E63A6D1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89BA9C-0B13-44BE-87F7-4F0CFFED1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baseline_review.json과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124689113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138A0B-16B8-4DEB-993F-A337CE09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FF115A-C4CF-4907-B135-79290FF9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8F45BB-2850-4213-A186-835B3C25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9EB5A7-A748-4CC5-ABBC-9B850A08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C1072D-E642-45A1-9865-AA5AD29EF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9B0C58-BF1B-49D0-814D-7D4CD163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f4ff9a9dd34e52"/>
          <a:stretch xmlns:a="http://schemas.openxmlformats.org/drawingml/2006/main"/>
        </p:blipFill>
        <p:spPr>
          <a:xfrm xmlns:a="http://schemas.openxmlformats.org/drawingml/2006/main">
            <a:off x="5010150" y="1628581"/>
            <a:ext cx="6191250" cy="388658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9BDBE5-84EE-40C9-9298-A704D4AB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 rule 하나를 구현하고 test가 먼저 실패하는지 확인한 뒤 수정한다.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6DA3A8-6D5A-4A6A-8B05-E3D6A993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32935726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2D33E6-989D-4E31-9158-257B0E1F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47BA9-78FA-4AD7-8812-3EB7E15D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89B6D8-5E14-402E-9296-9D3DFFA52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946254-D7A9-445E-92D9-C3DFD686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094E9D-947A-406B-97F6-26B89D896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E5225F-6FD9-464A-99C8-099F539B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EE170D-66EE-42E5-88CE-6511976D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B7B0D1-DED1-4C92-B7E0-AF113B33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26854-F93B-4E7D-89A4-A49AF5EA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 rule 하나를 구현하고 test가 먼저 실패하는지 확인한 뒤 수정한다.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706AE3-DD1D-48BF-A0D9-365A0DC54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B4EB9C-F020-4279-A6C4-5C6ADDF4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1F3D63-C421-4645-81DF-E83DC7ED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materials/day3/day3_service_lab.ipynb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B25F25-CA43-445B-846F-34922512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E2405A-1ECA-4535-9ECB-E803727A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DC7922-075B-44AA-ADE0-435F3815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eval·외부 쓰기·broad except 세 finding이 나온다.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빈 diff는 그럴듯한 빈 성공이 아니라 EMPTY_DIFF다.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F1EE86-3DF2-4BD5-90DA-B6638B98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7EC088-D018-4E7B-9786-32718E21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AC5263-FB2A-46C1-963A-D339D8C2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99884686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20C59F-EEC3-401C-ADD8-4F14FDA8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97D079-E401-43B3-9D8A-F0D4543A8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D04563-1314-4CF9-A7A4-2000212C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A0CAD0-2148-4EFC-9FB4-D895AAE4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2EBC24-E86E-41F2-A608-62257A67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96D971-F4C2-4D81-BEB0-B3EF8ACC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C00CB5-1A55-4CA4-8E4F-0A6B33DB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3E2AD-2C3B-480F-BA60-12C2F99E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03A72D-BEC5-4E6B-AE55-E2E934EC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AE7675-98A3-4713-B76D-14F9787CD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8B9902-01E2-48E7-ADB3-D6EF676F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32EFA0-EAFD-4C3E-871F-4AE11869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DFB4DE-2856-440F-A3DD-9DA36B7BC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A8B68B-48B6-434F-8501-69D54E99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eval·외부 쓰기·broad except 세 finding이 나온다.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739CD3-BB6D-458B-B866-0A344A70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96887B-DBFA-4C05-9CEC-8FAF6B6A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94DF42-C575-4781-87B2-5845356E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508CE5-036F-440A-859A-701C8EB4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빈 diff는 그럴듯한 빈 성공이 아니라 EMPTY_DIFF다.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F50068-A8BB-4DF8-8088-A03336235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1E246D-31B7-42AD-BAC3-66F7D10F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B5B526-21D6-49B0-858A-9F4BA6D6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50575A-F32E-421A-9110-39BB78D38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261632157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CA087B-E6B7-4669-9A32-8285B093C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977D11-0D30-42C8-9B36-87CC5041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A5B0FE-88E1-4E61-91DA-58451E426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C2204C-8BE2-43B8-9E4B-641ED55A8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EDB63B-B7F7-4531-931B-476FCE1F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281D33-FD16-44CD-B36A-4445FAA6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DCD62-432C-4D20-8438-DB6E38D2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485C34-2161-49A0-96FB-F4810AAB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B4077B-AD46-4B5D-B71E-EE1BDB3C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data/day3_review_cases/unsafe_pr.diff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44B028-7B96-42A9-BCD1-691DF225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67B898-1C76-4466-8AEC-F2FB6120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A37C4A-1CE1-4873-8AFD-CD10A6BB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src/course_services/review_service.py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39D868-4F8A-4268-992E-30D2065D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DB8DC4-4B65-4D11-964E-1E310079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C88687-47CC-4AD7-A2C1-56AB6D06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maps_findings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9AD15D-C890-4515-93E3-2736437E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95B67A-C91E-462E-A9F4-BCC8FB00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91B8A5-37B1-4103-82BB-45D7B09A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eval·외부 쓰기·broad except 세 finding이 나온다.</a:t>
            </a:r>
          </a:p>
        </p:txBody>
      </p:sp>
    </p:spTree>
    <p:extLst>
      <p:ext uri="{BB962C8B-B14F-4D97-AF65-F5344CB8AC3E}">
        <p14:creationId xmlns:p14="http://schemas.microsoft.com/office/powerpoint/2010/main" val="1890081147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E2049E-0439-41C9-A21C-681326EFC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A72766-6466-416D-96B1-178C7DC6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35AD73-3589-4A04-88CA-1B13D3C0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3A32A2-06F9-4E7F-A9C0-94B38A11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AE5037-B44C-4C69-9B21-7C5C784C0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2FFAD-662F-475F-8CE0-BCF2724EC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787CD-0217-4293-98F1-0E793621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EC30B-4338-4BEF-9656-DE02C5C4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840550-D6B3-45B5-9C2A-8D7CD49B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 -k maps_findings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3A8073-67B0-429D-95C8-66C0565C6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6BA7A8-E28F-46D8-AFD0-958EDA2A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562684108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D3C816-3A56-4503-AAC7-FC5D3641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D1569B-9B0C-4097-BF84-6BF682D5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DDE957-5D92-4EB1-BD1F-CDF79BD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C4D5EB-9309-4FE8-B2D9-F397CB13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05028-EED1-4744-8CD9-4D7C2E0D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33E216-C897-4FBB-9FA4-D047A765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DDB189-6EC0-4319-9E18-0D2E508DB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75378F-682A-476A-977C-2FADCB62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3448F4-BBDB-4262-8581-3CD1439D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F58A08-E2AF-4C3E-A158-ED959C3B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baseline_review.json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0AE676-F95E-4BEA-8F3D-6773FEDB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2AC5E1-04AA-4509-8FA5-D9896F8D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7A9B91-8057-42DC-BD97-65D48074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eval·외부 쓰기·broad except 세 finding이 나온다.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빈 diff는 그럴듯한 빈 성공이 아니라 EMPTY_DIFF다.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402947323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F4D2E-ECB2-4A3F-890A-29FB0212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40B74-3F71-44F6-A206-CC02624E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10FB14-8F20-4561-BBAE-69514C2C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6DB8BE-0946-40D2-8CC2-6BCB740F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A91BC-6CF4-42EF-8DFC-9378CA1C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254D0-7ADE-4AA6-B883-8DECCA4B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3667D3-C760-4CF5-A857-B9AE096F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E48A62-8DB0-4A18-B319-2E1B4B5E9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LLM이 존재하지 않는 runtime 결과를 근거로 finding을 만든다.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83C516-BEC4-4EE1-BD1C-081CDBCF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FA02D3-F4CB-441E-BAFA-4AFC17BF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89DDA4-B5F4-4C79-A800-0EDC6807B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diff·static check·실제 test output만 evidence로 허용한다.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D67604-AF38-4971-A06A-A18185441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빈 diff는 그럴듯한 빈 성공이 아니라 EMPTY_DIFF다.</a:t>
            </a:r>
          </a:p>
        </p:txBody>
      </p:sp>
    </p:spTree>
    <p:extLst>
      <p:ext uri="{BB962C8B-B14F-4D97-AF65-F5344CB8AC3E}">
        <p14:creationId xmlns:p14="http://schemas.microsoft.com/office/powerpoint/2010/main" val="1702488790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D1DC8F-96E2-4E24-A3EB-FDA107F0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24A6A0-6365-427A-AC50-10F9B14F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6AB05F-C5E4-4EC8-BEE2-2FBC14B3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266CF1-E68C-470C-AAA7-19EB84F5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397FBF-3C08-45C9-8D1E-7C1CE445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AE4095-883A-42D2-AA45-7E895BB7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314486-A938-479E-891E-C171F384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97C95A-A6A1-4A2C-BBE1-722C926F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materials/day3/day3_service_lab.ipynb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D0A8A0-4180-46E9-9984-635A9C5C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F3D986-769A-48B3-95B8-9BE3D31D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AE2377-B7BA-41B6-92C5-D632A07C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2EF0FC-19EB-45D5-AA0A-B6BEEE3F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eval·외부 쓰기·broad except 세 finding이 나온다.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baseline_review.json 저장</a:t>
            </a:r>
          </a:p>
        </p:txBody>
      </p:sp>
    </p:spTree>
    <p:extLst>
      <p:ext uri="{BB962C8B-B14F-4D97-AF65-F5344CB8AC3E}">
        <p14:creationId xmlns:p14="http://schemas.microsoft.com/office/powerpoint/2010/main" val="37159532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E7F635-DB4C-4AC1-8E71-BEEABDCB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04002B-D8F8-4708-9A1B-75AC2D4E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054473-D608-4DD5-B883-3576EC6B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448831-3F7F-4F8E-8401-185DF29B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464979-C62C-470B-91B5-FE69892A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72D0BE-43A6-424D-9C2A-D6DA8A8AA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1D64E-418E-4D0B-9CD9-2FB9AE78B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 rule 하나를 구현하고 test가 먼저 실패하는지 확인한 뒤 수정한다.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src/course_services/review_service.py · materials/day3/day3_service_lab.ipynb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5FD49F-5065-4D89-86D0-418D49977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C97222-288C-459A-9F54-A633E230B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baseline_review.json</a:t>
            </a:r>
          </a:p>
        </p:txBody>
      </p:sp>
    </p:spTree>
    <p:extLst>
      <p:ext uri="{BB962C8B-B14F-4D97-AF65-F5344CB8AC3E}">
        <p14:creationId xmlns:p14="http://schemas.microsoft.com/office/powerpoint/2010/main" val="867084673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043E74-3EA2-40AA-896E-F7191678B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7D2AE-5D32-484B-AD7A-6D6D08F2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FDC35-DB5D-4797-8F61-8BC26371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35FF6B-3B13-405C-A9AC-5FA186AA4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20DE1B-826E-41E7-859B-4EF7503D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D6CFDA-707F-459B-AA5A-C868E709C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AA6D09-068C-4728-B01D-16D67F77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 -k maps_findings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eval·외부 쓰기·broad except 세 finding이 나온다.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F1EDA0-07DB-476E-8F7C-24A00F8B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E2763-C309-4B26-8827-2DA763F9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baseline_review.json</a:t>
            </a:r>
          </a:p>
        </p:txBody>
      </p:sp>
    </p:spTree>
    <p:extLst>
      <p:ext uri="{BB962C8B-B14F-4D97-AF65-F5344CB8AC3E}">
        <p14:creationId xmlns:p14="http://schemas.microsoft.com/office/powerpoint/2010/main" val="2082134450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CDA6FC-FB71-467F-AF87-A3B4CF592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190062-803B-422F-99E9-5FC7CC3E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80BE03-6CC7-4189-8F96-D4C63490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5DBCE7-01F7-430F-AB11-DD191750D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929568-74C2-4B35-AE67-48F75FE9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141650-C8B1-4C8B-979E-90FBAC35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66D2B0-F55C-468B-94AD-525B7DAF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빈 diff는 그럴듯한 빈 성공이 아니라 EMPTY_DIFF다.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diff·static check·실제 test output만 evidence로 허용한다.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F9125D-C0F4-4168-9BE5-FBE8EBA61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A3553-C9A8-4900-9371-50715A051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531056092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4E7F25-BD6A-45BB-8AE0-BF0A2C4C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C33E30-105D-4FC5-B505-2C6E4FE1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9CA081-F04E-4668-800D-A445248AF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4F2968-8A9B-467E-A8C8-F2874427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77493-53C8-49C2-A7CA-F7F61BA0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FE6D56-DBBE-4A0F-8DD8-6271B1D51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2E7C71-9B77-464C-80C1-AB19B562F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CD0941-729A-4214-9795-5ED42752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F6FB78-AB28-4C55-9BA7-082B038B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eval·외부 쓰기·broad except 세 finding이 나온다.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A792F3-186D-49F4-92DA-8133386D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858828-D065-4C46-A99A-2464E800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4AD1E-77D6-414B-B67F-63B9DC80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C870B9-FFC1-42EA-A4B3-EA3FAB50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44B4DB-D130-4440-94C2-D3F7262A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596117-F628-4559-855B-EE8C3998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7F8889-101D-49D2-92E0-68B0DAFF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A27182-CE50-4B36-9195-4199749D3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741706-C34F-4148-8CD3-79B4FBB2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042260062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7F70B3-421E-4E1E-A4C6-B798B2B8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D8CE87-328B-48EA-BBC9-C8DAF0A6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EF5327-9EFE-482C-BA9F-8E520B61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0E6B00-8414-42CF-8057-128408E1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84823C-716D-40A7-AFEA-41D7E069A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44BE0-AAC0-4FFF-B49F-A275B2E1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9B7579-4D54-4E06-A5E2-ABE75ED6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40758E-3696-4D01-8B60-48315D6C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664ADD-84A0-4247-9F3A-D82C1CE43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빈 diff는 그럴듯한 빈 성공이 아니라 EMPTY_DIFF다.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04B1E6-EAC6-4358-8EDC-A8107AF8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BC46D4-2F8D-4904-9E50-86D9A12D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BE72B8-039C-402E-A73D-2AB02F1C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BEA51D-5966-4F86-8800-600D2F37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A7265CD-5FE5-480A-8CB2-677660B00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BBC51C-52AB-486D-A109-11E24F948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AFDFA6-4531-4F62-BF59-1C60EBAB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EB1457-10C0-4543-9842-269756E2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99EEC1-3F2C-4C10-8B9B-E5E563FA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046392127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5A77DA-D8F3-45CC-8D0F-732DED8E6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A069C-11E8-40AE-8EB5-1BE0D5AC9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63BB80-273B-432F-B280-A7B2B0C5B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43D761-7D07-4C53-B492-6BE48238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B46D8F-223B-4D5D-A087-C0B7152B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6E47CF-9B24-4A11-87D8-4014D2E2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0E0519-BC6B-4920-AE8C-7FF399029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교육용 bug repo에서 reviewer의 품질 변화 설명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ADB1EC-125B-4EE0-A4B9-4809D57B5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34179-A590-407D-889C-F8C80B9E8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B4324-A996-461E-811B-D50C93963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1FB943-8147-4016-B0FB-08C61576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DF6DA2-272E-4ACC-84B5-9EA4487F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95B9E6-899A-4461-A344-FDE4CAF0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947F66-0CFD-41F7-9CCD-F5EF3AE6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9AC3B6-13DB-4546-9DB7-AA8A7CB4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CEC70C-9709-4A0B-8ADF-FF4614161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F2F019-EC27-49EE-A94B-997396BA9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F19C80-41E2-413F-B536-DDCC8B9A9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94664D-2843-4CF6-B43B-55CF04E6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baseline_review.json을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530126399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C80311-5E37-428A-B485-A39774E0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3B644D-5F29-428D-8372-0D2372A8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AFD95-F4CE-4870-B618-CDB60965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B38A73-2314-4D25-8246-306D23F5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A623AE-EE7C-4E60-813F-FEFDD776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89C568-1CE2-464C-BEB9-178466DE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99C99A-3F73-40A4-AA18-B7557FF3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교육용 bug repo에서 reviewer의 품질 변화 설명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CB7EB2-7C8D-44F2-914E-BBDC8A523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26A4A3-3FB5-4470-994C-1CFB0E324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5C3D55-2A1D-4170-ADCF-5239509A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D004C0-E727-4668-9D48-40B8CD935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336FEF-ADAE-48D4-9948-D987CDE8E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CD815C-7F93-4832-B446-528FEF967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66B506-5036-44F1-836C-7D99678B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83AF98-0FD3-4C2A-A5A2-CE5D623D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36AF30-3A36-41EB-900F-B19BF07A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1FEAB3-6855-4BC6-917A-E54D1D2E1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904563-78C8-43BB-A014-2FDA54D47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178344-E907-476B-A208-3132EA30A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baseline_review.json과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912986926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47CF00-C8A7-4B04-9A4A-CFBC8976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4DCB21-6352-4E2C-99C8-3809BAD9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822610-54E4-43E6-BFFC-F8D87DEB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A23FE7-BC14-49F2-BA07-5CDD0F2B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08E341-5010-4E0F-B66B-F7DCBB54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D4EA12-482C-490D-992F-E1A6151D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31CAD5-6E09-4E7D-B607-1102DB54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6C8E44-F08C-4C75-805C-94295D2F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A67718-9C25-492C-A0F7-AA9566F6D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eval·외부 쓰기·broad except 세 finding이 나온다.로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438FA0-8FC0-40B7-92B1-09FCCF0F8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97FECE-42E9-497A-B786-2081AA21A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B6E144-7F27-4336-BD26-AE405B7E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DDF9BE-978B-45BE-AF00-D31D6889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2E9381-C505-4323-9904-63A007C2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BA7D1A-EB0C-4968-90E3-9F0ED371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diff·static check·실제 test output만 evidence로 허용한다.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834D25-0C0F-4BD9-A3E9-9411EE39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70CB84-C35D-49AC-9E0C-CFDE8070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D4C609-F33C-4404-A6CC-62133717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baseline_review.json에서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004251427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9230EC-88AD-4B1E-B02A-CDBE0050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9118E5-B53F-440F-9569-7CDCE470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00AFBD-BE46-4337-BE31-11D28987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C468E-3B67-4FB6-BF8B-DFBD72026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A89436-84D6-45C4-A90E-814E8B6C7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12:50-13:40 · 5차시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8B18B7-9D31-4421-A834-9A3098C9A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32022F-D0B6-4697-A21E-A90F59DE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AE4A09-2943-4854-BBD7-1E41D052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17221D-93FB-4CD3-9CC5-853D75A39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Prompt Baseline과 의도적 Bug이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39007E-DC01-4E42-A407-FCF8AD54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7043C1-6128-47DE-BDDB-F897C143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C6F80D-E5D7-42F3-9298-D4B5FB5D7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maps_findings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0813C6-F61B-4D40-AF64-2143B4CC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8CD997-969E-4539-9C43-7A9256EB5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8800E5-263E-4970-93EC-69A843895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baseline_review.json과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5D1064-65D5-49B7-8F2E-150884280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정적 분석·LLM Hybrid Review</a:t>
            </a:r>
          </a:p>
        </p:txBody>
      </p:sp>
    </p:spTree>
    <p:extLst>
      <p:ext uri="{BB962C8B-B14F-4D97-AF65-F5344CB8AC3E}">
        <p14:creationId xmlns:p14="http://schemas.microsoft.com/office/powerpoint/2010/main" val="1089175194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460A64-428D-41BC-9732-672B3E61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69C16A-4184-4478-8A75-1E01B3A6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3 · 6차시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B73DC4-55B6-4434-B599-CD3FFFA3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15:00-15:50  (쉬는 시간 17:30-18:00)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54E7A-5D48-4910-B127-1EE39795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정적 분석·LLM Hybrid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A472C-147F-4773-A446-DC7E2D81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Static analysis · Unit test · hybrid_review.json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B1D360-3F2D-4A7B-8D66-EEDDF1A2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46725F-8C1E-44A6-8336-66310ECA4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DCC334-F0DB-4C77-9F45-6F8D3F7D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AF684-FF72-4633-B37D-122AE1D7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E37B54-0582-48FE-BF8A-45959D2D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C2ECF6-045C-4B29-AEBF-B74DF7FAF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C8A96-3FF3-43CE-9EE9-F85A9963B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hybrid_review.json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E47B8-D9FA-4E45-9A9A-DFB6FA06F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3 · 코드 리뷰 Agent · 6차시</a:t>
            </a:r>
          </a:p>
        </p:txBody>
      </p:sp>
    </p:spTree>
    <p:extLst>
      <p:ext uri="{BB962C8B-B14F-4D97-AF65-F5344CB8AC3E}">
        <p14:creationId xmlns:p14="http://schemas.microsoft.com/office/powerpoint/2010/main" val="523678407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C91A10-F22A-42BF-8447-F0CC339C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C686F4-3225-4B3B-B204-7970A4F52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FBB59-E049-4E79-888A-F2B60083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C5DB08-8FA8-4C2D-B1D5-F2CC94495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44CAC7-D6B5-4268-97E3-212CA0713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18D9CC-9A36-4E30-8091-007D4DD3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50B354-5C10-4826-9281-E51E6118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C596A2-4FAE-43C4-A6D5-547E123E2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6BE765-9935-4AC5-B6D4-2859C7F2B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baseline_review.json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CF33B7-6CC6-454F-9A32-E174C57E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3A0187-242D-4FBE-801D-B83E3465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B7CF51-86F4-4939-9AC5-2DDBF0F7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정적 분석·LLM Hybrid Review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927388-15A5-418F-B628-4B3C96DA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9FFD46-5E63-47B5-98C6-7A2E2037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329851-D9CE-4A4B-B45C-648D0330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hybrid_review.json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603D91-43B2-45B8-B51B-6D13C6330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E575EF-AE0C-4D70-B7D4-72443F53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4A4D23-9714-4122-87C7-26D0D0BE9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Precision·Recall 기반 평가</a:t>
            </a:r>
          </a:p>
        </p:txBody>
      </p:sp>
    </p:spTree>
    <p:extLst>
      <p:ext uri="{BB962C8B-B14F-4D97-AF65-F5344CB8AC3E}">
        <p14:creationId xmlns:p14="http://schemas.microsoft.com/office/powerpoint/2010/main" val="45040058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273FDD-78F2-47C4-81A7-53CDFF8B2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7C85F6-366E-432A-98D2-5FF8CFB6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A6AFE7-1709-4602-953E-88693F27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7BF923-B0D0-438F-BB76-E4D19257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EF5FBB-EF4D-434C-807E-8D0A76933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475C2F-C2B5-4962-8734-73956CE5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문법·unused import까지 LLM에 맡기면 느리고 일관성도 낮다.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473504-4E6F-46C5-A979-D89D47DB7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ruff·pytest 결과와 의미 리뷰를 한 context로 합친다.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47A774-FE5C-4438-AB0A-2C8047DE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8920A5-051E-4C23-96F2-180CC627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hybrid_review.json</a:t>
            </a:r>
          </a:p>
        </p:txBody>
      </p:sp>
    </p:spTree>
    <p:extLst>
      <p:ext uri="{BB962C8B-B14F-4D97-AF65-F5344CB8AC3E}">
        <p14:creationId xmlns:p14="http://schemas.microsoft.com/office/powerpoint/2010/main" val="1897152728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ABFEF7-BC06-4235-AAE0-83EA65A9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A24F56-A15A-49F7-9D76-EB2E786D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4CF2D4-4CA0-445E-8D98-67B34653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ABE0FB-81DC-4E81-8177-C4C9D2B2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C4627B-D36E-445B-8ED9-48D2055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3838DE-B2CD-4286-8930-8E8D2C51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78D814-1A7B-4B9A-81B0-863A0ED2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561FE3-7786-4352-9B65-B9ECFCAF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ruff·pytest 결과와 의미 리뷰를 한 context로 합친다.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70C964-3243-43C3-92E0-20C6E9F3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08CB8-5055-47D9-8501-DE9CE3067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0FFBFF-EA80-4A0A-BD11-869665013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실행하지 않은 test를 passed라고 prompt에 써 둔다.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671D8C-5E1D-47F2-A603-F4BCA78EC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4C9618-CC44-4C6E-BB05-71703E77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05A5B-1E46-428B-9374-8C56A3DC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hybrid_review.json에서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488193365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B2BEB2-C2FB-4F9A-ABCA-DB319C823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55E1B1-973D-4283-B935-79C360EF2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3027E2-5FA2-4652-8DA3-BBDE7233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97AD63-1FE4-41E4-8152-A3B149C9B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4414E3-FBDA-454C-8A1C-B8B69F6F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44FAE-F584-475B-8602-82BC38C4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E4A1A1-7721-4A44-A13B-A3D245DC7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513FC2-9338-4A7F-A90B-60168843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65D3B2-9524-46D5-9F8E-9C00541F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D1FFCD-493A-4B96-A2D8-01BAE245F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51D8FD-FF45-4AFB-B8CA-B72441D7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A5BBF7-B358-481A-9EDC-9413CC78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Static analysis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458DB5-FDAC-4859-91FA-11C4219C3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6AD093-4479-47D1-B7D7-103C51FD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코드를 실행하지 않고 규칙으로 검사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D5F0BA-D813-4139-BC38-73389E3C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E324AF-4F9A-4A5E-87AE-9353256F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Unit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5FDAFD-13E3-4BEF-A887-8CC5983C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2B5365-DB31-4464-BF2D-B1FEA5D4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작은 기능의 동작을 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3D9AF9-1AC8-4EE0-8B94-0AAC4180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943261-20A4-4FCE-A7CE-DC7AAA3B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Hybrid review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96F169-914F-4A0F-ADCA-0C27771A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D9DE53-918C-471A-B484-DF4016B41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검사와 의미 검토 결합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A13FAF-4EE3-40AA-8646-A926BB8F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B9C5C0-DEC1-4F63-ABA3-A35E1E17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64C3C4-D0C0-424B-989F-654DE325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B61617-0B5A-48AB-A521-6C0D7061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명령과 변경 라인</a:t>
            </a:r>
          </a:p>
        </p:txBody>
      </p:sp>
    </p:spTree>
    <p:extLst>
      <p:ext uri="{BB962C8B-B14F-4D97-AF65-F5344CB8AC3E}">
        <p14:creationId xmlns:p14="http://schemas.microsoft.com/office/powerpoint/2010/main" val="297411440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C87CC0-5352-4095-97F3-AF31A028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A15B3D-07E5-4C3C-99F3-A5811E0B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FF3A38-D403-4F77-8A05-B2CB10661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9BD17E-F35C-4828-9745-F7E94EB60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D1ADDD-0349-46EB-B24E-7D6DA9FB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CCF5F-D0EE-4815-B61A-01949134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542372-1813-49A3-83C6-A217DFA9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AD102A-8BDE-45A2-BF51-8AE30931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59CB86-AD6E-4E46-BD18-C0348D0A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68B1C7-3A27-4335-A0C0-F1328E848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3EDB02-9004-4B7A-9B58-0638D3EE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ruff → focused pytest → diff parse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FF90C7-0EAF-470D-ACD1-A9C7FB69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494B24-A8AF-42FD-8978-7A092F94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9FEA33-83D3-4333-B460-F6A0DB79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hybrid_review.json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5A04FC-9358-4CB6-A36C-0A2CA162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F5FF85-96A7-4747-A941-3D040FEA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6484C8-F168-45CE-AE8C-1BF6237D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finding과 test evidence가 같은 report에 존재한다.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 미실행은 READY_FOR_HUMAN_MERGE가 아니다.</a:t>
            </a:r>
          </a:p>
        </p:txBody>
      </p:sp>
    </p:spTree>
    <p:extLst>
      <p:ext uri="{BB962C8B-B14F-4D97-AF65-F5344CB8AC3E}">
        <p14:creationId xmlns:p14="http://schemas.microsoft.com/office/powerpoint/2010/main" val="1654776406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2E5A05-DA21-4179-B539-C7DA6FD8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3A0BBD-4381-4290-B530-A63DB83B5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8B3E45-EDF2-4D62-87C1-D21D17F6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A88818-BCC3-47DA-9F7F-79BA78AD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B2D4CA-A37D-43E2-A2F8-678E8E05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F8968-E3EB-449F-98C9-01AE0509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EB7905-244E-47D0-9A14-016AB44E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5BD15D-0FC9-4D36-B193-91AD6E82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FA6DB1-5255-4452-8262-655C292D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6D6E82-A367-4C10-A523-C7DE26A6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004522-FEAF-49CE-94EF-A83BD319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9FB250-651C-4FBC-A79A-30E9ED310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pytest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8127-B561-401C-AA86-71BE1217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5E6946-D6F5-4AF3-99A3-800026B7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08C7D5-BC53-47B4-8C0D-4FDD951A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 parse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081A3A-B7F6-4698-B003-4234960F5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9B6EC6-FB4B-43BF-B3E2-AC835614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F8850C-1B74-4B54-80B9-5DF01AAFE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 review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D9D3A-BB36-4BC1-A828-5DC308DF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AB1E9B-8636-42C2-A337-A553CBB8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63A74E-0243-4548-A0D8-40018F021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deduplicate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EAE2F5-A7F1-4967-8892-7A3186D9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hybrid_review.json에서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755399355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D3ADBC-7BE8-48D8-991E-7CE68F42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BC1CD8-CF7D-43D9-AD1D-562A4C08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90634C-23AE-4ABC-9A64-61FE890A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0F8563-DA9E-499C-A88C-3410B11F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2772AF-AC1F-48BD-BE9C-1DA50F9D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42B100-1F3F-44EC-B0BA-60F360A4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F83FF1-EC82-4560-B881-0AD12B861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D3802E-4298-4F82-B879-FB3E5E5B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finding과 test evidence가 같은 report에 존재한다.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804982-7AD6-46D1-A7CB-D482DB2D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54BB14-8101-4AF3-8822-8956BAA1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67D1D-A104-463F-A3CA-DF5E7976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 미실행은 READY_FOR_HUMAN_MERGE가 아니다.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714D14-5CC4-4437-A6A4-78FCB053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D41D43-58C6-469B-8062-7119F0B8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0F69B4-09C8-40D0-A655-C690F526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849D75-FAC3-4DD1-89B1-593C8EDE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743A81-AF26-4AAA-B4B4-79C3527B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A236CF-AFB6-4B61-B955-A3A1B201D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식별자·hybrid_review.json</a:t>
            </a:r>
          </a:p>
        </p:txBody>
      </p:sp>
    </p:spTree>
    <p:extLst>
      <p:ext uri="{BB962C8B-B14F-4D97-AF65-F5344CB8AC3E}">
        <p14:creationId xmlns:p14="http://schemas.microsoft.com/office/powerpoint/2010/main" val="2093907045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02C31A-9BD0-4E2A-84E1-9455A2409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D3FD0F-BD8C-47D3-BFF5-B197DF27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356B40-7F64-4AAB-B419-07FF001A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9E570D-FD2A-4D35-9AE4-6CA284BC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7BB62-1D8B-41C2-B735-EE066ADC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D718AB-AEF5-4EA8-AE3C-61795716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41950E-C565-42ED-9367-FC8B2550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7E8AE6-4E0E-417C-AE5D-584FD7A1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BD06BD-27D0-4641-B8DC-08206EE7B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9498EB-7B94-428C-A5D2-50CA637F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13C678-3F96-423C-9966-0092566A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D11197-804A-4440-9D3E-FC7169C79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C17112-A075-4986-97DC-231244E5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0F162-86AF-4CEC-BCB1-C80B9EEA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910564-6E69-496B-B391-3A6B99E2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E45498-7149-46C3-B71F-1967FBD9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333B7-36F3-493A-A8B9-E32D8691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7AA6A7-9A21-4409-ADE2-15D5A5762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.github/workflows/test.yml</a:t>
            </a:r>
          </a:p>
        </p:txBody>
      </p:sp>
    </p:spTree>
    <p:extLst>
      <p:ext uri="{BB962C8B-B14F-4D97-AF65-F5344CB8AC3E}">
        <p14:creationId xmlns:p14="http://schemas.microsoft.com/office/powerpoint/2010/main" val="324274309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905AD1-CB6F-44AB-9E90-FF164310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정적 분석·LLM Hybrid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86A712-C0A4-43E4-A53A-F97DB597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60FE4-976C-49F9-89A8-3A23DFA71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F4D7A5-93CB-4EE5-BE89-24CFD7B4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CAAF49-7901-4A8A-9BA5-17BF6A38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093F5C-0195-45EE-AF97-5849C1F3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4E0427-AE25-4079-AF1C-16A25133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문법·unused import까지 LLM에 맡기면 느리고 일관성도 낮다.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80FC25-8E6C-40C1-A399-2C6E6B66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A490DC-18FB-4842-8B95-8B7F41B0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5A2AAD-AE4D-4C96-9AAE-95D8A1569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실행하지 않은 test를 passed라고 prompt에 써 둔다.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24FFCB-B245-4C17-9546-A45D4990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command·exit code·stdout 요약을 실행 후 evidence bundle에 넣는다.</a:t>
            </a:r>
          </a:p>
        </p:txBody>
      </p:sp>
    </p:spTree>
    <p:extLst>
      <p:ext uri="{BB962C8B-B14F-4D97-AF65-F5344CB8AC3E}">
        <p14:creationId xmlns:p14="http://schemas.microsoft.com/office/powerpoint/2010/main" val="1237544268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4F52C1D-4AFB-40B0-866E-513CDED5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372598-1B75-40C3-9F3A-7631E21E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5996A9-EE79-4FEC-8CF8-B85C8C8D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A4378A-3020-4E9D-A6A5-E301FABE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F85BBA-923D-432B-A688-332518573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1CA48C-8B51-4FC0-BEBC-47CFA614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985B83-C9ED-49D2-A3BE-1C8AE0C8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DB3833-E3EA-4F9E-BD61-9C2C4AFB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1FD23B-488E-43C3-A215-D86A567D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C8E6B-ADE9-4ABA-B10D-4C738BAE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9DD5F9-8054-49F6-93C2-7643AF19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16506F-65A1-4573-B049-3E1B3D3B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083122-E477-410B-BEE4-7A044693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4F12FC-E438-4A2D-B82D-879CAC32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Static analysis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061B8D-1E25-48ED-8327-39EB0209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888B2D-6C20-43CA-B115-C0664E03D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코드를 실행하지 않고 규칙으로 검사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1AB5D9-0A2F-46A9-AD13-9A9E51DF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8ABC76-42D4-4B47-9F4B-E4997B8A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265D88-C16A-4C86-86BF-72B2B7A3C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A01970-8D7A-48F5-986A-B07181A83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Unit test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9E7AC3-96C6-4773-8A9E-39A0991D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D93DB8-C171-4092-A3AF-54E6C597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작은 기능의 동작을 검증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273A84-0658-4A20-B058-90C7DAD2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B44B4A-4FC3-47D9-A437-9BC2AAC61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4A9790-5528-4105-8D5E-49A627E8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5B49C4-AB95-478E-B078-38F54065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Hybrid 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49F30B-CC65-4D99-BBBB-94906066D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31614AD-51F2-445E-B866-F7BB427C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검사와 의미 검토 결합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95B630-EE73-4CBC-BE09-16633FF13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F97B2A5-0BD2-459D-B676-7FB4CFDD8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E825F9-5ECB-4EF7-8F9E-85C2AB8C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812CE61-C668-414C-883D-250B72E8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B6D27F2-A240-40F1-A0D8-A83E6014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6F09EF-A228-40C9-AA84-00A64782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명령과 변경 라인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415DC0-A4E1-43A0-99EF-9EF5E7DA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FAE2933-97FB-4DCC-9D5E-67AD436A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747620843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C12FD1-3392-45A7-9AD8-54AD06F8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825440-F7BF-47C8-B82C-1DF3B76B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320731-C934-4FAA-8C56-C5BE8F5F4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E6F3D1-C80D-40CC-84F7-D4DEDC25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29F166-5A7F-4E86-9612-780193A54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85DD89-4C18-4FCA-9F87-187AEDC8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B57109-47FD-401E-8EC0-2FF64DFB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C3DD78-0A79-4A43-BD16-4E7E9051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0AEEE-02DB-470E-B453-F34EAD810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실행하지 않은 test를 passed라고 prompt에 써 둔다.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EAA7D0-21BE-4EF8-A42A-341DCCE7D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4D4BB4-A43A-4EB8-9583-2C2C9EDBC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문법·unused import까지 LLM에 맡기면 느리고 일관성도 낮다.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B91369-6B1B-4C64-8AFB-CDEB9252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299071823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759E25-C7DB-42A6-A7D7-26F55770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CB08D0-B5BF-446C-AB6C-3425A268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8040C7-D830-4A64-9969-4B6A8F2B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56C14E-C82C-4F3E-BD27-55033A445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156FF5-E125-4F01-A6DE-15D424023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B10715-A689-41F4-9B26-F3C4FFB5C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6D089C-C44B-481C-A3BC-205025E8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091A5D-92BD-49AC-9FAD-862DF6129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538AFD-8303-47E0-9A44-16A9E5FC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test 미실행은 READY_FOR_HUMAN_MERGE가 아니다.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C6B2AB-EC6D-4724-A7B5-6307BDF5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2F8C8E-EDEB-459C-AFFA-12608899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55F0D0-2C2E-460E-B4E7-90E10A01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실행하지 않은 test를 passed라고 prompt에 써 둔다.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FE24A5-C98C-43FE-9287-1F3FDCFC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159B03-B98B-43B0-8756-3013149D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383125-F610-4A96-AC3F-0926AEE8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command·exit code·stdout 요약을 실행 후 evidence bundle에 넣는다.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08C4AD-E93B-43D1-B2B4-E9B05551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DF512C-DC9E-491E-A3DA-DC4B0A7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93096D-DC83-4807-A3B5-A621FC44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hybrid_review.json과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364827112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DB50ED-B7E8-497E-8A24-0105F002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FBCAE5-832A-4E88-8E8B-AA2068AE7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864A1A-EA92-41FE-9176-2995A9C78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A42B60-5E7D-4444-87BD-470FFE87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9314EF-7AA9-4691-AF3D-D1F27A7C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E2DFD-4ECE-4858-A79D-019237F5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8a12cb90cc4354"/>
          <a:stretch xmlns:a="http://schemas.openxmlformats.org/drawingml/2006/main"/>
        </p:blipFill>
        <p:spPr>
          <a:xfrm xmlns:a="http://schemas.openxmlformats.org/drawingml/2006/main">
            <a:off x="5010150" y="1628581"/>
            <a:ext cx="6191250" cy="388658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F46DA9-0815-4A8A-8C82-0C4A8C8A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코드를 만든 뒤 focused test와 full suite를 실제로 실행하고 결과를 보고하게 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129EC9-03CE-44B3-96BF-17287011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1622904688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25D7DC-7EFC-4C7C-90D8-C88F963E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E4FAA4-AC8D-483B-93C2-5A9BEFD2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F07E1-C11E-4499-BF32-42C34750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CED902-2C5F-4D46-B9B5-67F740C7C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CCB3B7-96E6-4139-A413-D0274048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825652-3561-492A-9EA6-9A0A2189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454F1F-6EA8-4BF1-B947-3B76F162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566B3-FD35-4C3F-A5E3-8E1FA1AA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2B2511-3ED9-4091-81FC-D7619C124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코드를 만든 뒤 focused test와 full suite를 실제로 실행하고 결과를 보고하게 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4D182A-9F7A-4312-93D7-16232008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BA8CF8-DEFB-401D-8646-56479C81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25AF43-D6C6-490A-9473-E591F31C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C377B6-55E2-4358-8400-46A72AE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0855D4-DB8F-4647-92CD-384EE938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47F86A-A802-4AFB-87F0-93E29AA94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finding과 test evidence가 같은 report에 존재한다.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 미실행은 READY_FOR_HUMAN_MERGE가 아니다.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C72351-E89E-4900-B497-189AF363D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191D2C-E328-44AB-8631-4E3FBF05F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304968-9361-4099-8D97-8C58F54D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1422946115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D9CB97-457C-472B-8ECF-8E4D664D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B4ED06-AAC8-4404-AE95-B1C84B42D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BD59DB-E81B-4599-AC6D-1877D08E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FC723E-5071-4D03-A792-CB4D56BF9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17EB88-4EA7-434F-A866-7D4C5599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9BE442-D560-42CF-AEC7-3632205E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87E12D-BF18-4B33-A065-E8AE8DF62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F7FCFF-DA4A-4547-80DA-11539E5A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06FD23-844F-4087-9691-1D896F3B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E3A75A-C487-4E49-BAE1-40A6ACC1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73DF1F-50B7-4F53-98BA-5AE5DFA5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255ED7-ACBD-4D17-BDD5-DB45AD5C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86B45B-30E9-4862-985C-4D2B0854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BDC0F8-5FA2-447B-841B-084CF0FB8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finding과 test evidence가 같은 report에 존재한다.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32E47E-B98D-42A1-A554-695F22D2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73B3A0-E4AA-4B1E-B579-639533E8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7BDB29-A53E-4B6B-B94B-A7AE074E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C7A571-7B37-4A2C-B720-87A2A7E48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 미실행은 READY_FOR_HUMAN_MERGE가 아니다.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06D26F-7012-4E4B-873B-EBB0801D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F25B3D-6CB7-4A02-A1B8-AF4D3C460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0A2BE-3498-4662-999A-D9C793CE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C1103F-8B22-4F8C-BC55-37CCB58A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292290546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0633BC-7DB7-4E26-AFAC-A4008984F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E0B884-4147-46D1-A0AA-A1EA8889A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ECCED1-E6B6-4C86-B1CC-2765799FC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7F3DDD-AECC-4280-8E5C-12BC9054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DAD8E-C2EF-4222-B594-057918BAD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809804-8F94-4533-84FB-83C8D62C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5CBF93-FC6F-4FA4-9167-28D4C82FD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13B128-01FC-4DEF-A2AC-409A4935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0E76E5-D059-4881-A8F6-A889943C1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AGENTS.md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C88561-3E0A-4D63-9831-4F956D90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841E39-6C75-4AC4-A64D-86786952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B76896-321D-4E8D-BF72-3F274A7D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C956E5-3045-420D-B452-C18261DC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6E8D07-2D38-434D-81E9-9FBCC7FA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4EFE45-9AC2-49FB-92E6-A0930EC19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58A879-A25F-418A-8258-9491683AA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DF1CA9-5CFA-481F-B333-E7D71C6C5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3720E5-D1B7-47CB-812E-E130A08F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결정론 finding과 test evidence가 같은 report에 존재한다.</a:t>
            </a:r>
          </a:p>
        </p:txBody>
      </p:sp>
    </p:spTree>
    <p:extLst>
      <p:ext uri="{BB962C8B-B14F-4D97-AF65-F5344CB8AC3E}">
        <p14:creationId xmlns:p14="http://schemas.microsoft.com/office/powerpoint/2010/main" val="1590507917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5B876D-6D2D-4D7E-9EF5-CA35559D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4D1375-6EEB-4105-887F-E0A7E333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88CEF8-0846-41EB-ACC5-41021BB1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CE3CF3-A364-463D-A3AF-A09ADAA3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5A1E54-C9A5-4D11-9889-C68557423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5207EE-AF2F-4921-AF6E-FB7A5A8E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8BE4DE-2AB6-424A-9B79-001772FE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080311-2F1F-4CCC-A4DD-EFC7D004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E66CBA-D48B-496F-AAD2-C67A0FDD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8CCE13-18F4-483F-B753-BD51310F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120BD-298C-4609-A858-F0F22E5C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88661041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3C62F8-227A-46B1-81BE-8532ACC9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D7AEB-5D71-4CAA-94BC-17C7BC6FB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3149F2-5594-43F0-BAF8-1678148A9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63254B-251B-42BE-9DB5-10BC6BB9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12C259-9057-421C-8DDF-DAA616FF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6D3689-6E04-48D3-AD4F-474C7F7C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125EC3-675B-40E2-A7EC-FA2220F8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A4DF52-40DA-409A-9525-98C2910E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BE8116-32F1-430A-90B3-42702C83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4A7DE5-3B2A-4036-A5D0-4651600F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hybrid_review.json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154ADB-F4E3-4E15-B179-E4D42EEA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7BD6FC-6FC1-4B2D-85B5-10A14420A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629970-0B64-4BA9-8743-E44B83AC4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결정론 finding과 test evidence가 같은 report에 존재한다.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test 미실행은 READY_FOR_HUMAN_MERGE가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2506667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ACB43E-A3E2-40D7-B0E3-DE596343A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EE911B-6269-42F3-B25F-A0BEC9306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03146-0F34-4567-942F-4EFDFCB0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F04288-4378-44BB-BAF8-225C3DB9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6C9470-DE9A-4DC4-84B0-CC506E34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C2E4A-7FF7-4F31-83C9-33EC019F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53F046-64C7-4C7C-BC2F-9D2FB0708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40A802-BF7C-44B8-903E-C8190B34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실행하지 않은 test를 passed라고 prompt에 써 둔다.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4BDF4C-1041-4323-871F-B864EC42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A604BB-0A5D-4F48-891D-6DD41BFC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6459A-ABD1-47FB-9E15-85A73935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command·exit code·stdout 요약을 실행 후 evidence bundle에 넣는다.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CB4DCA-7B43-4A40-8FE9-8063F649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test 미실행은 READY_FOR_HUMAN_MERGE가 아니다.</a:t>
            </a:r>
          </a:p>
        </p:txBody>
      </p:sp>
    </p:spTree>
    <p:extLst>
      <p:ext uri="{BB962C8B-B14F-4D97-AF65-F5344CB8AC3E}">
        <p14:creationId xmlns:p14="http://schemas.microsoft.com/office/powerpoint/2010/main" val="331419697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0845C2-7FC8-4582-BF2A-C1CC1D11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36A40F-4873-4291-907F-99A6E2D1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C052CD-5983-46C1-8334-FDFFE8742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681ACA-0EEC-42D9-806E-20CA593E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6AC52A-FA6B-4803-A285-02C73B3A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9D9F5B-93A4-4013-8CD8-CEF5F47D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556826-4514-46BE-93CC-A26FBADE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B23F75-7C7A-43EA-8463-322EF92E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src/course_services/review_service.py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978D28-603B-4184-BFCC-25D3A7525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3E1DDF-AAD4-4B80-B835-DDA489CC2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285D6D-898C-4B72-8ED1-1D4C2024B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20638B-2875-42CD-9417-94CA9EACF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finding과 test evidence가 같은 report에 존재한다.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hybrid_review.json 저장</a:t>
            </a:r>
          </a:p>
        </p:txBody>
      </p:sp>
    </p:spTree>
    <p:extLst>
      <p:ext uri="{BB962C8B-B14F-4D97-AF65-F5344CB8AC3E}">
        <p14:creationId xmlns:p14="http://schemas.microsoft.com/office/powerpoint/2010/main" val="1833245180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05B179-66B4-4076-B02F-65A5111B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EE2EBF-9FD8-4222-A3BE-5ED453989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1A56A8-98E1-4DE7-BAFD-66BE6A6E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B0B778-36AB-4128-8450-E124D5C6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CD36FC-A125-4C28-8E3A-9433EEF2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C9897A-A174-4D06-B5B6-98495648C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E28292-4F26-4E2C-9862-FB960586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코드를 만든 뒤 focused test와 full suite를 실제로 실행하고 결과를 보고하게 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tests/test_course_services.py · src/course_services/review_service.py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46954C-74C7-492E-9CF3-10ED8A36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8AB6D7-1765-47AD-B61B-3FD81B7E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hybrid_review.json</a:t>
            </a:r>
          </a:p>
        </p:txBody>
      </p:sp>
    </p:spTree>
    <p:extLst>
      <p:ext uri="{BB962C8B-B14F-4D97-AF65-F5344CB8AC3E}">
        <p14:creationId xmlns:p14="http://schemas.microsoft.com/office/powerpoint/2010/main" val="1206302834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12E6ED-42A3-4BFE-85DC-144B316FC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357E2F-D85C-45C9-B46C-43EEBA1A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8E87B1-A36B-4134-A62C-224903D0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7FC95D-6B83-42A8-961F-A74AC9A7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5E89E-01CD-4BC5-965C-916E1229D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2AF7FE-495B-4C1B-A2FF-12BCF14C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E61465-8096-4FAA-9DE3-98F1D8378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결정론 finding과 test evidence가 같은 report에 존재한다.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D223AB-36FA-4A20-9E85-82CF5B2B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FD9988-1C94-4AA6-8FF8-4CAE99FC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hybrid_review.json</a:t>
            </a:r>
          </a:p>
        </p:txBody>
      </p:sp>
    </p:spTree>
    <p:extLst>
      <p:ext uri="{BB962C8B-B14F-4D97-AF65-F5344CB8AC3E}">
        <p14:creationId xmlns:p14="http://schemas.microsoft.com/office/powerpoint/2010/main" val="94921054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84C70-0210-40D8-A9FC-4CCEEBB92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02849D-E2B7-40F5-B662-C1003125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792016-E428-4361-B0AD-D6377EBC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708A0C-DF5F-4846-8509-DCDB20696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6580DB-DFAF-4CDA-851D-A7359E8E9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C822C0-1608-45A5-AD23-7C08E2AF3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2686AE-EDCA-4A36-A240-E5919E06D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 미실행은 READY_FOR_HUMAN_MERGE가 아니다.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command·exit code·stdout 요약을 실행 후 evidence bundle에 넣는다.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538FAA-9222-4757-9FEE-0C732A65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045529-CD1A-4EAB-BA94-061C9550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826150374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B3005E-75FB-47E2-99A0-E3EC54BE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38A8C7-4270-4134-B7C8-9E5A0DC5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B6AEF9-CA00-4CB1-A926-F1B041CC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56C7E4-41A8-49D1-B8D9-CAF83E58B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F33716-8C5A-422E-9375-4A2983BCE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98C118-ACC8-4CA7-8115-7454E414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0B707C-6E0E-4572-9BED-F0CF202A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167018-3D85-4BF4-A315-EEA9CA34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EA6742-6173-406F-B8C1-78135D36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결정론 finding과 test evidence가 같은 report에 존재한다.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0F76C3-4448-42FB-8E14-CF4DB808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11DC44-B75B-4D67-9E9C-A5A8785DA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6AE729-3D70-4EC8-9FF2-E484E51F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5BF749-16D4-4A00-8483-100D67C4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01F9D7-8385-4467-88B4-E83D65CA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5282ED-A4B3-435B-A0CF-4B688AC2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BBA07D-0B1C-4DEE-A7C2-3461F4ED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913244-3148-43D8-8F2C-05E9211F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ACE61A-8603-487B-9BDC-90E4A89A7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537640669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8EE129-3473-4E6F-AB86-0C1DDB4FA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110ACF-038C-42CC-A6D9-F9B611CD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8B4769-6E81-4292-B1D4-016B094A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A39ACC-BC99-4F82-900F-324A571C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94E167-6442-48BB-A782-E5FEF828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B9D0C9-42CE-436C-88C1-7DBB8ABF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6B676E-88BD-4DDB-8694-C71347EB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A635C8-0781-410A-B980-632E744A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00EBDB-E4A5-4BA0-AE28-A372705B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미실행은 READY_FOR_HUMAN_MERGE가 아니다.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D2CFF5-0774-4FF7-9FF3-432DFA21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6B9323-9A6F-4B94-9620-81657CAF5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C78872-BCC9-477B-BDDC-B33AACEF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16749F-99F1-4243-A82F-A74FC460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42F1CF-1A72-47B7-A99F-F9138459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1C420D-4773-4A5E-B20D-0FA2C21AD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280782-4166-40CF-B75E-DEF9D4E1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9032D9-04B9-42EF-9A9A-A6DB6022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24DDDE-3FC9-407B-8277-7D707FDB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991635511"/>
      </p:ext>
    </p:extLst>
  </p:cSld>
</p:sld>
</file>

<file path=ppt/slides/slide1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C016D3-B77E-4CD0-87B8-FB3D9E016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9E06B2-C4DD-4B1F-BD4B-3CF6C932F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47311B-6AD7-4A83-A8F2-EAF0F7D2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93B58A-FBC7-42F4-BA45-B7B7F411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2B3F2-A924-402F-B8FE-6E21788D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B824D1-D303-4329-ACB5-0E5F1B2A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ACE791-C196-4105-9F63-E1703623B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PR이 열리면 자동 검사 후 개발자가 고위험 finding만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4BF690-C01D-4617-94B3-706A2655B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DCD4B8-047A-485A-A0C2-673BE61F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2DF790-CDBF-484F-9726-ADB7A9DA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F0E639-E450-4BAC-BFE6-74D95E14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9656A-02AE-4EDC-9FCC-D6BADD49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896CF-6772-42D7-A3D4-7CC58CEFF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6071BC-5345-411A-8646-2E4BE7CF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ABF1E0-F736-44CC-B48F-93058D22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153069-83D6-4D15-AE03-7D2361BA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C43F89-8584-4EC4-9ED1-47DFC4CB7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6503AB-BAAA-4A62-970D-524A696F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233068-E01E-44C6-91BA-9458773D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hybrid_review.json을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313166022"/>
      </p:ext>
    </p:extLst>
  </p:cSld>
</p:sld>
</file>

<file path=ppt/slides/slide1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996CE2-575A-4DDC-9E8E-0C344653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9DC85C-A1B2-4054-9828-09CD638C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428D34-BE18-44D3-AC2F-6BD4F2EF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DF7DC-901C-472D-B392-05E5016F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3AA849-5D36-4966-BB42-4E57DBD0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29341D-68FB-4563-B767-7AA4BA74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5E290-663E-4553-AFA2-06EEB6CF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PR이 열리면 자동 검사 후 개발자가 고위험 finding만 검토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14735-F25D-467C-9A58-B884A531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38B693-F6F0-47B2-8CB4-34AA76B69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72F9BE-80E4-4B9D-958B-B362057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60B16-8C84-452E-A85E-24FE8D81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229747-786E-4E15-93F8-528C9F45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009F95-6865-49B8-B969-F796C285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1E80D0-BAFB-49FD-BBBB-FD5EE324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748A66-937F-49F5-9951-FFBC187B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09F8C7-02A1-4383-8E29-8D2C6916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58D06E-0A4F-4BE9-BEA1-854F6405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14780D-F564-4938-828C-287B7469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CB2073-32C5-4416-9DC0-115C9FD6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hybrid_review.json과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239718253"/>
      </p:ext>
    </p:extLst>
  </p:cSld>
</p:sld>
</file>

<file path=ppt/slides/slide1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15AD58-4D0A-47F3-9AB6-D981E09C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6FD04A-CDED-436D-9981-8A33BFEB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45E035-0AAA-4162-94BD-453A030B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4881E6-E7AB-42F9-9652-F7647E32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E7B5C-DD3E-4FE3-9DD7-5C3CE2FF9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0FDED6-56E4-4048-8C14-76D34E9F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B5590C-45A4-405A-AAAB-EC2C8546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5A4863-710C-4F87-AC64-0D77FF53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19811E-61E8-49E7-99F8-B745B8E18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결정론 finding과 test evidence가 같은 report에 존재한다.로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9D91D-B23F-4858-AB21-5084445D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A4CEB1-1D93-4F43-9634-7992E5A29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9024BD-9143-4024-9C7F-58C2970D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1703B4-B0EC-48A9-ADAF-12B28D15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D56677-F3B5-4293-BA7C-84D51891F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F67018-69C0-4A0F-AD39-F8520B4C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command·exit code·stdout 요약을 실행 후 evidence bundle에 넣는다.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AF23E2-BC7B-4291-B648-33A98194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310775-1369-4C45-9ED6-02F9AD1C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30D607-EA9B-4559-BBB9-95F9A2B1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hybrid_review.json에서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100065931"/>
      </p:ext>
    </p:extLst>
  </p:cSld>
</p:sld>
</file>

<file path=ppt/slides/slide1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3DB009-AB44-4FC4-9181-E6A42499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1F69AB-E68A-4A6B-8D3C-CDB461BF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7D2449-DA21-4283-BC40-9261F0A3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DA023D-6DE0-491B-A31D-B48EED55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5FBE0-5594-475A-80AC-EAB8177D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 · 6차시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E2765-35DF-4724-AB8E-4D605DE1B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30E65A-07A7-47B8-AE4B-EEAC561F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1642D8-3F9F-4BB1-A1DE-A867CD950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62827C-FD65-4D21-94F8-518ACD08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정적 분석·LLM Hybrid Review이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2DFEB0-804A-45B7-B76B-4D516EBD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723BFC-9734-466F-89A2-7EC7D2B16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0808B5-8542-4318-99BC-38D04DB32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92EEDA-B3E8-4564-AF4E-34F96420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1E62E7-6467-4AE3-8277-76C41036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765E3-883E-411F-8862-B3284F12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hybrid_review.json과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C8F57A-9C4A-4B10-8823-C2FA865F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Precision·Recall 기반 평가</a:t>
            </a:r>
          </a:p>
        </p:txBody>
      </p:sp>
    </p:spTree>
    <p:extLst>
      <p:ext uri="{BB962C8B-B14F-4D97-AF65-F5344CB8AC3E}">
        <p14:creationId xmlns:p14="http://schemas.microsoft.com/office/powerpoint/2010/main" val="1545533102"/>
      </p:ext>
    </p:extLst>
  </p:cSld>
</p:sld>
</file>

<file path=ppt/slides/slide18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CEEE03-BEFE-4911-A3A1-26BBAAAB1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35E393-94F0-4455-90C1-CDEEF170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3 · 7차시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ADA246-6B37-4D81-B0CB-ACA10888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15:50-16:40  (쉬는 시간 17:30-18:00)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7AC470-362D-4F18-AB3D-20D4BD6C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Precision·Recall 기반 평가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39FFE5-D306-49F5-A71B-0451338A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Precision · Recall · review_eval.json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2A95D0-B738-48B1-A2B2-DE3854227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DB6E7B-5F41-4196-A7B2-4616C3B9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0ED74B-6839-4D89-94C0-9826A4AE6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696345-7250-46C1-AB05-F5198228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C61317-5D11-4DCB-983C-6EF2A406A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src/course_services/eval_service.py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data/day5_eval/golden_review_findings.json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2EFE75-6B97-429B-875D-18DA838B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C277F-6924-46E9-B8E6-C5D8C85A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review_eval.json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BD6FA6-110C-4719-86FD-325CD2FF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3 · 코드 리뷰 Agent · 7차시</a:t>
            </a:r>
          </a:p>
        </p:txBody>
      </p:sp>
    </p:spTree>
    <p:extLst>
      <p:ext uri="{BB962C8B-B14F-4D97-AF65-F5344CB8AC3E}">
        <p14:creationId xmlns:p14="http://schemas.microsoft.com/office/powerpoint/2010/main" val="2083829322"/>
      </p:ext>
    </p:extLst>
  </p:cSld>
</p:sld>
</file>

<file path=ppt/slides/slide1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129BA9-A22B-4A23-A108-FCA283FA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A8573A-E30F-409F-9955-589E65323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A29A5B-84EA-4FB5-B319-6422FB0C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25D6A-2F81-4447-8E68-DFFABE7C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6F4E0-125B-4F3B-87E7-498E1882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486B8B-E5E0-4BF9-9FD3-F13B103C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B44DAA-EB59-4029-BA5E-E085CA98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FA504B-1D93-417E-8BC8-3025217F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641232-C9CE-43BB-B933-CC3A3674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hybrid_review.json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4BBCF8-B851-46C7-BA80-CA4012B9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5F4803-1035-4DA8-BCFC-95D8BC4DC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646C66-B2B1-498F-8E39-872B82EB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Precision·Recall 기반 평가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326A55-C26D-4D77-9361-D9FD5728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D9A37A-7296-4823-9515-48A0456A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F4DE25-4C6D-4FDF-BE39-18ACBD7F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review_eval.json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96A8C9-0A3A-45D8-8482-5FF00EF1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82647D-FD2A-4C8F-AF09-0890B379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AB47DA-8D29-4550-A066-1A843A94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오류 분석과 회귀 방지</a:t>
            </a:r>
          </a:p>
        </p:txBody>
      </p:sp>
    </p:spTree>
    <p:extLst>
      <p:ext uri="{BB962C8B-B14F-4D97-AF65-F5344CB8AC3E}">
        <p14:creationId xmlns:p14="http://schemas.microsoft.com/office/powerpoint/2010/main" val="1704832394"/>
      </p:ext>
    </p:extLst>
  </p:cSld>
</p:sld>
</file>

<file path=ppt/slides/slide1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3DCB01-C11D-4834-83E1-46A8AEC65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767D87-706D-4404-ADCC-EFCF5893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48B70-E554-40A7-AEA1-8B1CD46A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61BE88-FFEE-43B2-9F61-36350FBC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ECC2C-5FAC-4B02-8CCC-0734D89A2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9F3BA1-B711-4664-9C51-F2A3556E7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많이 지적하는 reviewer가 실제로 더 좋은 reviewer라는 보장은 없다.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A567F0-68A0-4074-A134-97AFB03D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golden finding과 predicted finding을 exact key로 비교한다.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1520E9-3FD9-424C-AB04-27C8E8ACD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A4E352-1426-459E-92C0-D01975A25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review_eval.json</a:t>
            </a:r>
          </a:p>
        </p:txBody>
      </p:sp>
    </p:spTree>
    <p:extLst>
      <p:ext uri="{BB962C8B-B14F-4D97-AF65-F5344CB8AC3E}">
        <p14:creationId xmlns:p14="http://schemas.microsoft.com/office/powerpoint/2010/main" val="336679451"/>
      </p:ext>
    </p:extLst>
  </p:cSld>
</p:sld>
</file>

<file path=ppt/slides/slide1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4F4AA1-1C11-46EB-B9AE-E35FAE9E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F6F276-A3A2-4475-9F33-38B5AC45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44ECB7-E036-4ABF-B4BC-F4E99379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EEE8D-244D-435F-8A1B-B94C2228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380FC7-8D29-4DF8-B970-8D864FCC4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F1A6BE-8747-40F0-80ED-24FC2911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1ACF1-0629-46F5-92CD-0E5729367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FEFB7D-C3BD-4659-AB7D-399F69AB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golden finding과 predicted finding을 exact key로 비교한다.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B3222-BD11-429F-B40D-7E081774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B0BF96-0279-41C5-9340-450D4432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D9DD02-7A4D-42B2-9D66-7599DD5A7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제목 문구가 조금 달라졌다고 같은 finding을 다른 것으로 센다.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31784C-D368-4DE3-A0F6-3325951F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D6F4AF-F2D7-45A1-99C3-6A78377B3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8FF1D7-557B-41C3-BE57-763650040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review_eval.json에서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795566525"/>
      </p:ext>
    </p:extLst>
  </p:cSld>
</p:sld>
</file>

<file path=ppt/slides/slide1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8D9799-E078-4116-AE1A-42BEA8E7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6CE4A1-391C-4433-BF61-47C1BD6A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F0B00C-3468-4FAD-89E1-C7BD01FD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059A71-F678-4533-B75F-5C009538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D206A6-6DDD-42A4-BB90-BD147177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0EA6AD-8578-4F07-A578-8B7D1E13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2055FE-CFDA-4172-A292-303E17EF7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4B97BF-B257-44A8-BE76-51356CA8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9E7A4F-1A27-4CDF-BDA7-928E4DA5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88C083-C876-497F-9E76-4490D4D5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5E91BA-24A4-4CEB-8A1C-5C2F1FA4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0C5DC9-3B0B-445C-A856-64E9764B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Precision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6DCFB3-AA2D-4668-9FAC-17511784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A609E9-CD70-46CE-973D-3FF97F827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제기한 문제 중 맞은 비율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CDF0E3-9861-43B4-821A-8B429392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ECA790-C7AA-4847-A378-83A6B9E33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Recall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4D49F0-31D3-4CA5-ACEF-E503F0C15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A2E462-818C-4D3D-BC19-4646B8E25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잡아야 할 문제 중 찾은 비율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28D0EF-F387-4D7E-B974-FDB1EBBC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B8CEDF-0361-4D97-B15B-5808B643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885834-DA26-4A0F-91D2-0ED51F6B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C8C2DB-2A56-429C-9111-E067F373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precision과 recall의 조화 평균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CF3756-5664-4C86-8EF1-2345874D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B28484-6DFE-4DA7-8881-73E3861C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Golden set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411774-9978-40A2-8ADA-21BFEB906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049C2-651A-40C6-88D0-9E1F58D9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합의된 기대 finding 모음</a:t>
            </a:r>
          </a:p>
        </p:txBody>
      </p:sp>
    </p:spTree>
    <p:extLst>
      <p:ext uri="{BB962C8B-B14F-4D97-AF65-F5344CB8AC3E}">
        <p14:creationId xmlns:p14="http://schemas.microsoft.com/office/powerpoint/2010/main" val="1520666050"/>
      </p:ext>
    </p:extLst>
  </p:cSld>
</p:sld>
</file>

<file path=ppt/slides/slide1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85BFC6-EDE7-4C90-BE02-D7296A88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AD3B04-31C4-42F8-BCB7-16B3854AF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2F4AA3-CEE8-4D23-BB7B-95219EE0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8CA8F9-D125-4E71-B8EC-83A898E8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6FBC4F-ED12-4F52-9854-07BF046BA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00EA1F-14CE-44AE-83C4-21462B14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2F538F-1703-4BFA-A6C6-499DE68EA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1D46E1-8B07-47CD-9C92-CD326F88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src/course_services/eval_service.py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E6C48A-38FE-4A99-AB8C-BF50184E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B227C0-9532-4F84-817F-82A9E22B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CDC2B7-430E-4C5E-9E44-3676A2FD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key 정규화 → 교집합 → false positive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CB6B23-673D-49D6-A024-2A43034B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7F44B6-67CE-40D0-8A95-EFC9C1460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76662-A0CA-4EA8-B4B9-96C2690E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review_eval.json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CAE042-B19A-48F3-B076-1E0FED7F7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1F8854-954E-45B4-A2FA-501BB135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7C96BD-C0A3-43FB-AAB2-8FFD88550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case precision·recall·F1이 1.0이다.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recall 또는 precision 0.8 미만이면 HOLD다.</a:t>
            </a:r>
          </a:p>
        </p:txBody>
      </p:sp>
    </p:spTree>
    <p:extLst>
      <p:ext uri="{BB962C8B-B14F-4D97-AF65-F5344CB8AC3E}">
        <p14:creationId xmlns:p14="http://schemas.microsoft.com/office/powerpoint/2010/main" val="1717747750"/>
      </p:ext>
    </p:extLst>
  </p:cSld>
</p:sld>
</file>

<file path=ppt/slides/slide1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151593-145D-48FD-A6C4-54BA3787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FEF543-13CB-4575-A862-27AD4B7D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242AB5-2681-42A8-943C-C40807354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32598B-3579-43A7-B55E-9C1D71636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6C4ACD-0FBA-4127-942D-EBFCDC67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5BAE1-0E47-4FAE-9328-45DD5EAE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9C9085-C2AC-46B1-900A-CFA3F0384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BF148D-0252-4AD8-8745-D7482DA3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629522-0E54-4C6B-88E5-FEBBD3E2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key 정규화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F83062-BFE3-4924-872F-AE0CDBB6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7C07D7-282E-45BE-B4C4-BC179F09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BE73E7-1B32-45C0-9183-43297646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교집합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B5598-6DB6-4D3D-A152-385A337B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6D4822-979C-4ADF-8107-81F85D88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32A2C-90EB-461C-85A3-C24C75D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false positive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8C8F62-006B-48AA-9709-5328C425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176520-961A-48DE-B56A-6A88F851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BCB6A0-DEE8-4832-987C-C3F1FB59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false negative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6BB035-A13D-4E59-B96B-A5951DB4F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36BD5B-155F-4115-90E0-1A9A84B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B0F82D-6F21-4D13-A431-7A34A411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release gate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A93E89-25A6-454B-BE56-4EAAF7E7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review_eval.json에서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980297620"/>
      </p:ext>
    </p:extLst>
  </p:cSld>
</p:sld>
</file>

<file path=ppt/slides/slide1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F3753B-71B0-4B06-9E93-58F094BC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4FCFD-913F-40FC-9578-83E9BA19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8919F7-6275-4198-B7ED-6B335656A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31760-225E-4663-8BBD-8D29F197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4A8286-56DA-49DD-9A0A-1AE82856E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E5AA14-E3BB-4720-8483-3CD99A3F2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A59F61-7057-489B-9377-D4963D5A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E7F65F-1075-4981-B6DC-495F2E476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case precision·recall·F1이 1.0이다.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709CF4-A5C3-4396-9947-B1B4D2052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D84602-018C-4910-94A1-4EAA0C8A5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114EE7-C4B2-4662-A8EA-34D17C7B5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recall 또는 precision 0.8 미만이면 HOLD다.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CE39CC-8868-42C9-A28B-7AB85A07D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3FC4C0-7117-4B67-9A3F-52EA60F8A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1DAA88-AD9E-4B7F-B459-57F584D0B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A68A57-98E0-40E3-856C-06D8BD0F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E24DBC-21A8-4BB7-9FDC-1C05E6DA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C538BF-8CCD-4B64-870A-3E3254FA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식별자·review_eval.json</a:t>
            </a:r>
          </a:p>
        </p:txBody>
      </p:sp>
    </p:spTree>
    <p:extLst>
      <p:ext uri="{BB962C8B-B14F-4D97-AF65-F5344CB8AC3E}">
        <p14:creationId xmlns:p14="http://schemas.microsoft.com/office/powerpoint/2010/main" val="1593554332"/>
      </p:ext>
    </p:extLst>
  </p:cSld>
</p:sld>
</file>

<file path=ppt/slides/slide1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A820EF-5F5B-40F1-8455-C23958AA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5F63F1-4B47-4254-91B5-A267798F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182E89-D4DC-405F-9730-353C54BC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AB3B91-2EDB-4D01-9284-A53A9BD0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2A8688-D461-4FB4-A72A-E6E7BDB1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A7119C-4CCD-4990-87E6-342B8666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189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9574EF-8182-41D1-806E-20B5928D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DC6A91-DFD5-4622-95EE-0A9BAF75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1C16B4-3F5C-42BA-885E-9B383382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src/course_services/eval_service.py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88D399-1F2B-4A13-ADDE-5FD6A781F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083ED1-9945-42E2-9B1A-CECDD247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677B72-5659-4E36-8DD6-002E30279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data/day5_eval/golden_review_findings.json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FAE516-FC6C-4E53-B550-C4BAA529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C7768F-94BB-4835-98B9-A460D118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7A720E-1D21-455C-847F-3F45F3F3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180457-CBC6-406D-984F-CC7C4293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F7E065-DF53-4732-8715-755CC4AA6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76A568-DCDC-4B7F-BFC2-C9D6D07E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materials/day3/day3_service_lab.ipynb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289249651"/>
      </p:ext>
    </p:extLst>
  </p:cSld>
</p:sld>
</file>

<file path=ppt/slides/slide1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45E19C-FE34-44A0-A32C-F6E9DD14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Precision·Recall 기반 평가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DBF38F-55C3-4EDC-9159-A53A687F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53F987-DBDC-46FB-9BC8-980023D1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80F1F6-8909-4FA9-848B-EEB2983E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0CE08C-DB15-4060-81E6-CC26ECDA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65B293-1746-4991-A04E-6B1EE1F0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654B7C-942E-4F36-9559-6B5F4963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많이 지적하는 reviewer가 실제로 더 좋은 reviewer라는 보장은 없다.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434FC-1953-49F3-8577-9B1545DA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1529C4-7FB2-4798-9175-A4EDD342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0D66AC-1D4C-42A8-9C02-0BA02395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제목 문구가 조금 달라졌다고 같은 finding을 다른 것으로 센다.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707FCE-8107-45C1-A3A6-72985B474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path·line·rule_id 같은 안정 key를 평가에 사용한다.</a:t>
            </a:r>
          </a:p>
        </p:txBody>
      </p:sp>
    </p:spTree>
    <p:extLst>
      <p:ext uri="{BB962C8B-B14F-4D97-AF65-F5344CB8AC3E}">
        <p14:creationId xmlns:p14="http://schemas.microsoft.com/office/powerpoint/2010/main" val="1806188360"/>
      </p:ext>
    </p:extLst>
  </p:cSld>
</p:sld>
</file>

<file path=ppt/slides/slide1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307535-95CC-4900-AEFE-F02FCD89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0C62D-F781-4938-AC6A-08738CF2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9B5DB2-B462-432D-A5E4-91E73590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E84BD8-4C29-4273-A340-E720CAAC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7CEA7A-B5D3-4B35-A93E-11ED0DA6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E8B035-CE9D-4707-8FCD-F134AB4F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1959EF-A20F-4D56-9057-6B4BE786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FC614-37CB-4E7F-B7C1-F2065822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CABD5-1FF8-4D44-9D0A-64536328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86760E-D830-4B3E-AE1C-DF2382C5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55589E-11CE-42D9-87D0-44AC1FE14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1682C-E4AB-4C9D-8C96-5C969AB3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ECFB23-0C49-46A8-BFF8-BAC9D73A1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6E9210-5C4E-4378-88D2-04D2D19D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DF622F-0E9F-4044-98FB-274D647E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4F4AE4-9E45-4D39-ADF5-B422C641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제기한 문제 중 맞은 비율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4F4B9E-A47F-45A6-A27C-F28B91D8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33DB68-B1B3-4511-9727-71C86FEB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105D0E-D2E0-4C60-82DD-8A321033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FBFB38-E5B9-4E5C-A422-5AFC78F0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Recall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10F8AB-B516-42C0-83F2-CB594A85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50E6FC-CB49-4870-8347-454BA1A2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잡아야 할 문제 중 찾은 비율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2C90E3-8356-4242-A7CF-BA91DA03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91E4F3-40CC-4291-A32F-6E98EA6E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DE24D-34B7-4634-BB12-EC1F6584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91198B-CCBD-4A2A-AD6F-654FDAB5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34DF1E-6EDF-4B19-9C9A-631EF873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E2128D-567E-4366-92DC-A04D1261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precision과 recall의 조화 평균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ACEF7A-20EB-4572-AEB4-1D0F83D21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D1646B-4CC0-463A-912C-73315D0B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3F0F20-0871-4B73-B7E9-10559FB9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3E051D-E043-4BC7-86AA-BAA016259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Golden set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D64C77-4CF2-4F15-A74C-2BA9AD70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71B815-C1B9-4968-996B-DC8EA9115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합의된 기대 finding 모음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FFFF2A-254F-4617-82DE-3F0C612CB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9E94069-827E-457F-B659-F79E07A4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2104163087"/>
      </p:ext>
    </p:extLst>
  </p:cSld>
</p:sld>
</file>

<file path=ppt/slides/slide19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1C6482-7EA5-40E3-A059-19D797DB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91E1F6-9D59-408F-9A85-3AA1344F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A53AFD-CD27-482F-92EC-BAC491F7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0636D2-B3F5-4EA5-8E3D-EA2E18FBF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90879C-3E1D-4EFD-84C5-C5F147C0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F647F2-6C12-4329-A7BB-E96FBF1C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7B4F9-F199-4CA2-9143-79AD1A06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7266D6-1229-405A-B51E-98632D5D2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DCFC7B-853D-4E92-954E-4A05F253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제목 문구가 조금 달라졌다고 같은 finding을 다른 것으로 센다.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80243B-CA31-472D-9F7B-37E72812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83B79-306C-4322-A9E7-23734736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많이 지적하는 reviewer가 실제로 더 좋은 reviewer라는 보장은 없다.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63DD79-8446-4DFC-B904-03E7AB0D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94767418"/>
      </p:ext>
    </p:extLst>
  </p:cSld>
</p:sld>
</file>

<file path=ppt/slides/slide1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E3591B-843F-4887-A3FF-75CE5FC9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630D2E-6594-4D67-A979-2E25D30E3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8292F4-2C86-4DAA-8F34-BFBC4BC2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235AA-979D-464C-BCC3-D23A9652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AC2435-2AF4-4BF1-9F1A-0EFB36F36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DBB153-939B-4570-AD6B-0F6AA0F3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097E47-FCEB-4746-B4F3-0C34859A0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EF7D8-D945-477A-A34A-F51C041D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761B50-6C8F-4CAC-A76C-1D958E2C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recall 또는 precision 0.8 미만이면 HOLD다.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02A131-068F-4D4A-B10E-3EB2760C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9070C6-EC0A-46DD-B729-EA5499A5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4CA6F3-AA25-4E9A-AA61-72D4BED03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제목 문구가 조금 달라졌다고 같은 finding을 다른 것으로 센다.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4F95C8-72B9-4508-B55C-ACB13224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43E2CA-4642-4FE2-BB14-AE24271D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E2A58E-277E-4EBB-B1AD-045F22A2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path·line·rule_id 같은 안정 key를 평가에 사용한다.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4844E6-32B1-4665-81A3-DE310FA2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32D73C-5D23-4CB2-94AB-A583BD15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2A43EE-E8F2-4326-A0B4-0BD58533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review_eval.json과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649453984"/>
      </p:ext>
    </p:extLst>
  </p:cSld>
</p:sld>
</file>

<file path=ppt/slides/slide1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F4AC57-FC80-4E27-ABA6-821E436C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B07EDD-B06B-4013-9C81-4EE4A201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E1953-7242-4EBB-8621-0481CA743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E66766-7508-41E3-9D7F-2871A232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93F2A-76A1-4362-AF35-4523B0D2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D7C849-5D57-4BC8-98D0-ABE33A0E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7a41d1e65a4526"/>
          <a:stretch xmlns:a="http://schemas.openxmlformats.org/drawingml/2006/main"/>
        </p:blipFill>
        <p:spPr>
          <a:xfrm xmlns:a="http://schemas.openxmlformats.org/drawingml/2006/main">
            <a:off x="5010150" y="1829515"/>
            <a:ext cx="6191250" cy="348471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99B0F5-2D1C-4646-BE22-895BA725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 함수를 구현할 때 empty prediction·empty expected 경계를 test한다.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94D38-B8B1-4D80-AC7D-9EF1171F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1348726521"/>
      </p:ext>
    </p:extLst>
  </p:cSld>
</p:sld>
</file>

<file path=ppt/slides/slide1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CE6817-60C8-4C57-A79D-69D32558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BF5FCD-BDC0-4152-97BF-D61CCC51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EE6F6F-1CE3-4974-B4DD-EDDD59FC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329CEE-95F0-46D4-84B9-4D401252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12C6CD-EA8F-404D-AA27-3765A82C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43AA1D-A474-4D47-AE26-5059AE3E6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450BCD-2FB9-488A-BAD7-8291C0D5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4BDE88-3EBF-4328-80C8-F120EE7C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5896E8-FF9A-4016-9BC0-1CB695186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 함수를 구현할 때 empty prediction·empty expected 경계를 test한다.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E3CA61-658E-40AE-B436-971675AF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AB11A0-D942-45FC-8D48-49F1A896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259DD9-BDB8-435C-ADC6-A2313D3E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data/day5_eval/golden_review_findings.json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EE6582-A344-4665-A90A-A4A820FA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7229FE-E80F-4C1A-A9C6-A5DAE70B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3E593B-158E-4D42-A3DE-FAE45B192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case precision·recall·F1이 1.0이다.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recall 또는 precision 0.8 미만이면 HOLD다.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9017D6-A54C-4060-A436-485EFF55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BCEED6-5FFD-48BA-80FD-7B3B2A15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EED40C-174F-4C64-B4C2-BD8432F4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557742255"/>
      </p:ext>
    </p:extLst>
  </p:cSld>
</p:sld>
</file>

<file path=ppt/slides/slide1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D866CB-428D-4B4D-9F70-6445329D1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1327D3-DB10-4C86-AB53-BD87512BC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774ACA-CBFC-47FF-A7D4-CB248D28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C365B0-B055-46FC-B28E-8CFD6E5A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B711A-85C9-4134-9277-E850A080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7A80D5-442E-4766-9576-C4BF39C9F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3872F6-543F-483E-8DC9-5C79E153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86C4E4-A0E0-4681-AE47-7B35A113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D1E56-2F6D-4DC6-B607-869CE6CE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F931E6-399C-4323-A6BF-24A3D0DE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B960AA-F7F5-42BF-B838-93CD47D0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B88727-F394-41A9-842C-06AC5B03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291A0D-034B-4477-88A7-3CE02E51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6396D4-3814-423E-AAD9-4C209946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case precision·recall·F1이 1.0이다.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7C9A9D-E7C2-4BE8-B9E2-D9B0A943E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07E85B-C686-4718-A7B6-B29BBB7E2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16EEBD-0397-4B6E-861F-5327B089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0D5B01-BFD6-4F50-8468-017AF014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recall 또는 precision 0.8 미만이면 HOLD다.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26E1C4-048E-49D1-AB14-5A16BCA7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AEAB4D-EA82-495E-858E-4DF066E4C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838FC7-C0A9-4946-A42C-FEED8245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D52AF5-A346-41FC-9E26-D7BC29D5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113301605"/>
      </p:ext>
    </p:extLst>
  </p:cSld>
</p:sld>
</file>

<file path=ppt/slides/slide1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D0E0E6-0F3F-4A74-B34F-1EBD587E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1BC9DF-1A2D-4F76-AFFC-556AADDC0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CD6A1A-BF15-4D15-A121-91B9E5CD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948A3E-606A-4E0E-A61A-613463B1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C17FAC-0621-4A2F-AA24-6EB45D5E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75FE55-ADCE-4D1D-98AF-C59A8F0B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37A198-F784-4B9A-9DC0-B5BCC860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685EB5-1866-48A2-A318-8E4A0F93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8067D7-A75B-414D-BC80-A4EFD184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src/course_services/eval_service.py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4405D-EA1A-481B-9FCC-1FE7A9EE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3C79E4-8D3E-4973-A655-BC529431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805C09-0EFC-40AB-B398-257925376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data/day5_eval/golden_review_findings.json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B62578-1FF7-4A93-9DFA-E9DDE01E5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477CBC-3B59-4B0A-AE6A-7B440ABFB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964507-8455-406E-8D28-7C9E38F0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offline_eval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C65CD7-23C3-46EB-892B-427B1E1F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DC899E-D1E1-4D66-82DF-71F3F0E8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5E924A-C7CC-4985-A586-A086D228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fixture case precision·recall·F1이 1.0이다.</a:t>
            </a:r>
          </a:p>
        </p:txBody>
      </p:sp>
    </p:spTree>
    <p:extLst>
      <p:ext uri="{BB962C8B-B14F-4D97-AF65-F5344CB8AC3E}">
        <p14:creationId xmlns:p14="http://schemas.microsoft.com/office/powerpoint/2010/main" val="145663447"/>
      </p:ext>
    </p:extLst>
  </p:cSld>
</p:sld>
</file>

<file path=ppt/slides/slide1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E3AC07-EF39-444B-86C8-2232D759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10B406-F998-426C-ABD4-96085A97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8E498E-975A-49E0-A9F0-91D382DA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2021AC-F4EA-499F-BD10-366078EC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137E4-E8BD-4744-83A8-D7A01906C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A541F3-BE0A-4242-9761-0B0186398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3A0154-70A8-4E06-8A45-2BAA87AF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34EF6-45E5-42C3-921F-375CF3265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BD0852-C363-4315-BC26-87B3637D3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python -m pytest -q tests/test_course_services.py -k offline_eval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BEF39-1005-40A6-A8AA-7D2FF61B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7DFF5D-8151-46B1-81F2-BFF4CB87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1139680785"/>
      </p:ext>
    </p:extLst>
  </p:cSld>
</p:sld>
</file>

<file path=ppt/slides/slide1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4C44D-C6F2-426F-8281-1A9A3896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065ECF-41E1-4F58-BA6C-5F5C7B99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A7276-1F64-4A3B-A5DF-E098E231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0D7F6B-9A22-423B-90EC-690B4649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827975-DCC9-4F91-8ED6-C552C0BA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A274B4-6D80-49DF-B427-0177AFF51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199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A99040-CDEB-4405-B857-AE0B9B945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047B5F-532D-4C9E-A4F1-A76FB32C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93791D-A8A5-4B98-86D3-B607F37D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406C38-18F1-4A6A-9913-5A080EF2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review_eval.json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52BB9-C924-4943-A5DA-D2022DA5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85C8CA-0859-43B1-92B6-84039655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6AE09B-6F81-4585-A115-6A701152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fixture case precision·recall·F1이 1.0이다.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recall 또는 precision 0.8 미만이면 HOLD다.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41727378"/>
      </p:ext>
    </p:extLst>
  </p:cSld>
</p:sld>
</file>

<file path=ppt/slides/slide2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6343E1-5D32-40C3-BE24-EBC611B3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C980C8-E9A1-4FB3-9B99-69DE66CE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02406-3B3C-4150-99B5-C04506F8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E9A71-0397-4AAF-B610-FB142F2B1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7DC425-EF4F-442C-A1E2-09A2F5E6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067E90-06D0-4722-8BF8-B1DDD1F9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89D6D-CF7F-4F27-ACC8-B7422B5F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84B359-C595-4E1B-9B02-66DD672B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제목 문구가 조금 달라졌다고 같은 finding을 다른 것으로 센다.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1B1E23-FCE7-48E9-8034-F065047D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BB2B95-D5C0-456A-B439-2BC2D07B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CE69FD-D55B-4EBC-8076-F71678497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path·line·rule_id 같은 안정 key를 평가에 사용한다.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03E30B-94BE-46DF-98AB-67566DF04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recall 또는 precision 0.8 미만이면 HOLD다.</a:t>
            </a:r>
          </a:p>
        </p:txBody>
      </p:sp>
    </p:spTree>
    <p:extLst>
      <p:ext uri="{BB962C8B-B14F-4D97-AF65-F5344CB8AC3E}">
        <p14:creationId xmlns:p14="http://schemas.microsoft.com/office/powerpoint/2010/main" val="324444325"/>
      </p:ext>
    </p:extLst>
  </p:cSld>
</p:sld>
</file>

<file path=ppt/slides/slide2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43F808-5C93-42EE-9BC3-168CF362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60A6B6-71BD-4066-B32E-041FE26E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F559BC-B187-4D45-ADB3-F0935C10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7021F7-65BA-4326-A646-EC7E52D1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51401-BF72-4BAA-AD09-906DE064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FF688-9ABD-464F-901A-4771DFE4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AFD0B6-733D-45C9-AE6A-4D624C1B2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78728A-CE2E-4347-8C4D-96128655C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data/day5_eval/golden_review_findings.json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4659D-63E2-4F60-8171-B77C83FA7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CC26C3-F0B1-42F7-B7A2-9803A942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A28C7A-3F72-475D-845D-1D6000BD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A3D623-B25D-451C-95CE-FE1FBDF5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case precision·recall·F1이 1.0이다.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review_eval.json 저장</a:t>
            </a:r>
          </a:p>
        </p:txBody>
      </p:sp>
    </p:spTree>
    <p:extLst>
      <p:ext uri="{BB962C8B-B14F-4D97-AF65-F5344CB8AC3E}">
        <p14:creationId xmlns:p14="http://schemas.microsoft.com/office/powerpoint/2010/main" val="145752115"/>
      </p:ext>
    </p:extLst>
  </p:cSld>
</p:sld>
</file>

<file path=ppt/slides/slide2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BE501-71C0-4C59-921F-FFA1E18A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A46C9-F0EF-4F62-86DA-3C1283DA5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C0508-92D1-4F91-A187-AE371997E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9F57D9-4978-4213-8D56-0F888AD0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13305C-9219-4F29-A845-FDF5F8F2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AF2DB1-0BB6-4032-AD47-75FA2B6C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0E1D63-590D-41E7-8C52-7BA31B086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평가 함수를 구현할 때 empty prediction·empty expected 경계를 test한다.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data/day5_eval/golden_review_findings.json · tests/test_course_services.py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6C9972-0AC4-4A7F-801B-51AF3F3B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4C9AA2-531D-4339-8BB9-981D5B5F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review_eval.json</a:t>
            </a:r>
          </a:p>
        </p:txBody>
      </p:sp>
    </p:spTree>
    <p:extLst>
      <p:ext uri="{BB962C8B-B14F-4D97-AF65-F5344CB8AC3E}">
        <p14:creationId xmlns:p14="http://schemas.microsoft.com/office/powerpoint/2010/main" val="1869396712"/>
      </p:ext>
    </p:extLst>
  </p:cSld>
</p:sld>
</file>

<file path=ppt/slides/slide2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4B00E7-C9AB-473A-B782-36BED775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4BC9E9-1752-433C-BDB3-A2498D45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DCD434-6189-4294-B6BA-E5AB8AF2F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241B5-4BAE-42E1-AD19-79ACA686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A639CA-0FC7-4C26-99FB-223D5842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CABCDF-781E-4D54-BFCD-48C26162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10DD0D-4D5D-4A63-B297-0FE9A2A5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tests/test_course_services.py -k offline_eval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fixture case precision·recall·F1이 1.0이다.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95B198-798A-40E1-85E3-FFDB1FFB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2A294-9D6F-4EA9-B9E4-AF6FF2D4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review_eval.json</a:t>
            </a:r>
          </a:p>
        </p:txBody>
      </p:sp>
    </p:spTree>
    <p:extLst>
      <p:ext uri="{BB962C8B-B14F-4D97-AF65-F5344CB8AC3E}">
        <p14:creationId xmlns:p14="http://schemas.microsoft.com/office/powerpoint/2010/main" val="612458374"/>
      </p:ext>
    </p:extLst>
  </p:cSld>
</p:sld>
</file>

<file path=ppt/slides/slide2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FC4D5C-F200-4E12-958B-068E0AA1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D67E7-D389-47CE-BB38-99A746DAA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19BE2F-73C2-437D-B198-9E1385C0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B0B750-EDD1-476F-B466-6AE0D062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65F3BD-6612-41C0-938A-36401467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DE7E9C-8F89-47DD-9725-12CD1752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D03C03-2C35-425A-B200-DD03124D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recall 또는 precision 0.8 미만이면 HOLD다.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path·line·rule_id 같은 안정 key를 평가에 사용한다.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BA948D-540A-4E43-B774-0B3881AA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BA5844-C404-4611-8E0A-F09D6E71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1705594459"/>
      </p:ext>
    </p:extLst>
  </p:cSld>
</p:sld>
</file>

<file path=ppt/slides/slide2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A6D73B-1186-4C7B-9310-33B587D6F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2A579F-B19D-4991-9157-90A0C80B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FA7431-568B-40B6-AA95-56626E96F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1F73DC-0066-45CB-A4CE-38DD3B36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199A4C-4035-440E-BEDB-0488D65B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775ACC-F8E6-4DF1-888B-D9291CFD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41A086-2528-4DC0-B39F-70F0AF8A8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DBB91E-9BE4-4203-B46E-6B76D5A4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7E1342-DDD0-4037-BCB8-74D125677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fixture case precision·recall·F1이 1.0이다.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40E2B5-7E74-4399-863F-8B3C090C4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5E095C-EB73-44D1-86B3-44658D53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94B257-7BCF-4F54-B6F3-F8D10673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A0422C-DA2F-4896-8020-954FF587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EB9D6E-31E3-4D8C-9C56-1C9D80AD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61AE9F-C938-4022-8CC3-163C0D6BE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BCBA91-7DC5-430C-A2DE-F7AF8434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890013-D682-4365-9296-D9DA3CCCC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38AB39-9C9E-498D-A26C-E48AFCEE8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438176552"/>
      </p:ext>
    </p:extLst>
  </p:cSld>
</p:sld>
</file>

<file path=ppt/slides/slide2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1AA671-9112-4AFB-A311-AD62B294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AD9648-B8FB-450D-BA84-808E299BA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B5B9C4-EA71-4B29-AAB9-C4B602C17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E9E984-0AAA-499A-844B-5CA354E00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EE1891-47D0-461E-8FD4-4BD40663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D6B898-1BB4-44CF-86DC-BD4F2AE2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27A2F6-CB06-4E32-A20C-D07D839F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1F6A25-55C1-4402-B25C-164DAE7D1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FA99B-A156-42AF-A1BB-C52C5C678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recall 또는 precision 0.8 미만이면 HOLD다.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6DA2F8-C09F-4DE8-8755-62E039C7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1BDD1A-6226-43E8-AAE8-20ACEBDF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FB728E-B911-41DA-88C6-ABB9BCC2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33D5F0-E04B-4F47-BE92-7784D868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5159F8-B58C-4265-9472-6D00899E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B1C741-ED2F-4ABB-9357-8A5DFC38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D54EA9-7B9A-4D7D-BCFB-B2AC4263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AF2498-06AC-44A2-A847-9D7D97A6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74E39A-4927-4872-BF77-416A94235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254355838"/>
      </p:ext>
    </p:extLst>
  </p:cSld>
</p:sld>
</file>

<file path=ppt/slides/slide2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70F8AC-F2D5-4822-81D4-F2C08FCC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D376F5-1167-4E83-AD1A-629352F41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320DDE-8CF8-491F-9245-ECD53DF2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3CCA3-9345-4C72-B6C7-4EB16609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5F282-499C-4874-AC84-5D6C4195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23F747-37D0-4B48-B06E-215E9AD2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65A50B-422B-492E-96EB-04ED3F20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교체 전 기존 reviewer보다 나아졌는지 정량 비교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7FB258-DCF8-452B-9A1C-9B595D7C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49FE66-FDF4-40A1-9DC4-3BB88014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5AEAD-0F85-438D-A919-A2FFB0FA1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CC4392-AAA6-4FE2-872D-2F8ED5F05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967B6C-7C36-42F5-B43A-F68A63A5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E4D372-9101-4C3E-A824-881BFD42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21F5BE-E193-4A9D-AB1F-5F8234237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61D50F-9537-4226-A6E4-61096F07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21650A-A421-4ACB-A538-DE8F09F6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E1012B-8D2F-42CB-849A-53972F30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2463ED-91F5-401F-8FAD-417C42CB4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616CC5-A013-46BF-904E-2041E0C9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review_eval.json을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2031041862"/>
      </p:ext>
    </p:extLst>
  </p:cSld>
</p:sld>
</file>

<file path=ppt/slides/slide2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629BF4-0AB2-47B9-9D64-17D7CB6C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764760-AB93-4B61-94A9-2A162F4C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01BF65-74E1-4D7A-96E3-314ACA6B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10A48-1E01-4E94-9CD3-61349D20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FC4E6-AD04-4C28-8C09-6767E0F52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B73201-293F-4203-AFE2-EB39495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49C31-B840-4BDE-9CDF-CBA9EC6E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 교체 전 기존 reviewer보다 나아졌는지 정량 비교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788459-DEC9-4A0F-8E32-75140F73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218B1F-8FFE-409E-8B04-63A066B7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59EDD3-C2E3-4950-838F-812014F1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2D79F6-58A7-4C24-9E49-5E0F6B09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5C136D-EC4A-4FB8-B1AB-AB7EB779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6470C2-D09D-45CE-8D4E-70D73431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31E48C-6C30-4D15-8487-15BB37AAE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5040D7-2DC1-4FBC-9B95-8021B1E9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FAF53-9028-4847-954E-43A790A8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2B3BF7-E473-4CEE-81E6-636A36D5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32CE29-B9C3-4A63-B89B-E8E8B518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EBBA22-7E33-4325-92E9-20668C935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review_eval.json과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792692921"/>
      </p:ext>
    </p:extLst>
  </p:cSld>
</p:sld>
</file>

<file path=ppt/slides/slide2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CC2D27-ED56-4059-B0ED-A453154A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3C60E2-B11B-483B-8385-D02999427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BE895-A79B-46A5-8741-247F0956B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6CDAA8-2C78-4153-BF8B-FD45F883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866D82-4C21-4621-992F-24EBA263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ACA7BF-F819-4989-9E8D-B8ABB37D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F4EB9A-6A21-4CD2-B995-E63C3EAD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0889F-4465-42D8-92CD-E08D6B6B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A8D03B-30C7-4A82-BC0D-82908BB1B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fixture case precision·recall·F1이 1.0이다.로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B27484-B138-4172-815C-1CE56B25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078F1E-171D-42E5-9411-A64316D0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A7B755-A611-4170-A9A3-7FE96317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129647-2C81-46A4-AE83-12F903F5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0C83C-1547-4AE4-B7E1-7B375530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DCC551-59EC-4F76-87E7-44DE14E5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path·line·rule_id 같은 안정 key를 평가에 사용한다.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8A426A-73A7-462C-8897-D4DE014A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999A8E-08D8-4ABB-8E7C-58CCFE5BA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73F18E-2476-42A3-B968-0E60BB8C2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review_eval.json에서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2123737020"/>
      </p:ext>
    </p:extLst>
  </p:cSld>
</p:sld>
</file>

<file path=ppt/slides/slide2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50D566-67F8-44D7-91FE-3B7C20834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A704DD-38D9-4662-8710-C2A4C4806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3A3F5-1E28-4B96-9D43-5AAFFC42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2F24B6-9EB7-4D84-8520-838797A9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B26E60-2CC5-43EE-BAE6-41E74D0CD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 · 7차시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2E7ED8-29E2-402F-86E4-F66191F81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8D8F85-A145-487A-8C66-3A768CEA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A6F31A-E5CA-450A-9F13-4D62B6D7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687C4-1BAF-4004-BA7C-1C054D28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Precision·Recall 기반 평가이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CAA8E1-F2D9-4FDA-B789-5AD9CF487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BE6D28-7B9E-480B-8C12-E3314F3E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785D06-3710-42FF-A695-F256177E2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python -m pytest -q tests/test_course_services.py -k offline_eval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6EE642-4555-4E25-AC10-AA37020F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A3E0F2-9D73-4248-8BE7-67D64629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76C451-7504-4665-9B1E-499908238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review_eval.json과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BFF498-361F-4154-BEA2-1FE6B8F7E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차시: 오류 분석과 회귀 방지</a:t>
            </a:r>
          </a:p>
        </p:txBody>
      </p:sp>
    </p:spTree>
    <p:extLst>
      <p:ext uri="{BB962C8B-B14F-4D97-AF65-F5344CB8AC3E}">
        <p14:creationId xmlns:p14="http://schemas.microsoft.com/office/powerpoint/2010/main" val="1019654992"/>
      </p:ext>
    </p:extLst>
  </p:cSld>
</p:sld>
</file>

<file path=ppt/slides/slide21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1B921B-3235-4B75-8F4B-EC0CC61E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8DC1BD-47AE-4803-A466-207F5882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3 · 8차시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C36024-1E1A-4673-9FBA-DA7D1441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287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16:40-17:30  (쉬는 시간 17:30-18:00)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2FF81E-A560-412E-8684-ED8B27F80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76400"/>
            <a:ext cx="10287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오류 분석과 회귀 방지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700288-64A8-4A92-AEFC-53A03CFA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E0E0E0"/>
                </a:solidFill>
                <a:latin typeface="AppleGothic"/>
                <a:ea typeface="AppleGothic"/>
                <a:cs typeface="AppleGothic"/>
              </a:rPr>
              <a:t>Error analysis · Regression · day3_review_report.md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5E7574-37C0-4FC4-8EEB-392E84C4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4B781-AE53-4F3F-814D-EAA15FA4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진행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4B703B-CEB4-42C3-A2A5-33500863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강의 12분 · 강사 시연 10분 · Codex 소프트웨어 제작 23분 · 실행 확인 5분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2BCA04-94B9-4CC9-B85F-094315058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사용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2FFD54-B0F0-4E91-950A-ABB9F85F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src/course_services/codex_harness.py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6F37B5-2DCB-413D-BF39-DD3ACD8A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533900"/>
            <a:ext cx="314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확인할 결과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F90D68-9AC2-476C-9398-CE37AB90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8577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day3_review_report.md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B49125-CD86-49CF-B26B-5720C5E5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0"/>
            <a:ext cx="10401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Day 3 · 코드 리뷰 Agent · 8차시</a:t>
            </a:r>
          </a:p>
        </p:txBody>
      </p:sp>
    </p:spTree>
    <p:extLst>
      <p:ext uri="{BB962C8B-B14F-4D97-AF65-F5344CB8AC3E}">
        <p14:creationId xmlns:p14="http://schemas.microsoft.com/office/powerpoint/2010/main" val="1937552993"/>
      </p:ext>
    </p:extLst>
  </p:cSld>
</p:sld>
</file>

<file path=ppt/slides/slide2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30343B-9425-4DA9-B9E9-356C971B6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현재 위치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4B1D25-A2C7-49EE-AE57-41B54202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 입력과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D516BB-80D0-499A-A28A-35D4E5EF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F1B468-C72A-4585-965F-B3C26DF0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AAD494-2F81-43BA-A7B8-9A12947E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68B341-7E01-4C8C-9AAE-E4B041C3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E3F759-CABF-4549-9A57-6426E423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F4D312-495C-4746-8013-DFBA62AC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18573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70CE20-CED1-498A-801C-46479393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5621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review_eval.json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BB7C22-CC0C-4C0C-93D4-2B98DC76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F240A4-9439-41F5-8EB4-1E2139143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241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A46CB4-B2AA-4F9A-A2A9-52ACC5FC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289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오류 분석과 회귀 방지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CF2DB8-7863-46D2-9FE6-DBC70D78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8B975F-784E-4EEE-8BF7-55CDD5A1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9909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3963EF-5730-4FE9-A661-828DABEFB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6957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day3_review_report.md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6544E2-7FDC-42D9-8667-AA95826C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3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다음 연결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BCA64F-6624-47A3-974A-4000B2F42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057775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CC076F-825D-4428-8B12-ADE567DF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762500"/>
            <a:ext cx="7962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17:30-18:00 쉬는 시간</a:t>
            </a:r>
          </a:p>
        </p:txBody>
      </p:sp>
    </p:spTree>
    <p:extLst>
      <p:ext uri="{BB962C8B-B14F-4D97-AF65-F5344CB8AC3E}">
        <p14:creationId xmlns:p14="http://schemas.microsoft.com/office/powerpoint/2010/main" val="1676576599"/>
      </p:ext>
    </p:extLst>
  </p:cSld>
</p:sld>
</file>

<file path=ppt/slides/slide2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5694C6-3128-457D-AD94-89406454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필요성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4AB841-22F9-4FA0-9A44-2EC58683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DA1DAC-33E7-4A03-90C9-52CFD901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0C6030-CA61-4F53-AA7E-BFEC40CF0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8730B1-2148-4CA7-95FE-F182DD31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3F47F-03E1-4147-B6E8-5DF24C9F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335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평균 점수만 보면 특정 언어·파일·위험 유형의 반복 실패가 보이지 않는다.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5A8E17-442D-4304-97BE-566E12F02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false positive·false negative 원인을 분류하고 Day 3 report를 만든다.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5372C1-4B19-4D2F-866C-EBB57FB5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B819FB-4A8D-4CD5-A4B8-AAEF759C5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8145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이번 차시의 확인 결과: day3_review_report.md</a:t>
            </a:r>
          </a:p>
        </p:txBody>
      </p:sp>
    </p:spTree>
    <p:extLst>
      <p:ext uri="{BB962C8B-B14F-4D97-AF65-F5344CB8AC3E}">
        <p14:creationId xmlns:p14="http://schemas.microsoft.com/office/powerpoint/2010/main" val="871699782"/>
      </p:ext>
    </p:extLst>
  </p:cSld>
</p:sld>
</file>

<file path=ppt/slides/slide2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5238D3-48D4-40F3-B3A4-BB643DFA7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차시 목표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5DE5F6-C4C9-4681-8F5E-E1128169F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B49304-039B-477C-A245-33EBDDC6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DAF251-A6E6-4858-B874-6E4EA969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87F6CB-4AE3-4161-8AAC-145860CD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CAF0E5-E64C-4364-A375-C3CBDADE7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47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1AFD88-F5D2-43B8-A850-D71BAD28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971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05E52B-6FA9-4B72-ABA0-FBA78B1F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097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false positive·false negative 원인을 분류하고 Day 3 report를 만든다.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F7C97A-6127-4233-8D3A-0AECA588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66F5E1-12B0-44A4-8E08-CB7369A8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33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9E014D-305F-4393-9B6D-598E7BBF0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9718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점수를 올리려고 기존 assertion이나 policy를 약화한다. 왜 위험한지 설명한다.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FD6A70-1F21-42C3-887D-1B628E7C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719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1BCE8F-5DB4-4213-B332-63C323A9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957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6A5479-1A24-49DB-AC60-DCF9109E1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1338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day3_review_report.md에서 정상과 실패 상태를 직접 확인한다.</a:t>
            </a:r>
          </a:p>
        </p:txBody>
      </p:sp>
    </p:spTree>
    <p:extLst>
      <p:ext uri="{BB962C8B-B14F-4D97-AF65-F5344CB8AC3E}">
        <p14:creationId xmlns:p14="http://schemas.microsoft.com/office/powerpoint/2010/main" val="549787361"/>
      </p:ext>
    </p:extLst>
  </p:cSld>
</p:sld>
</file>

<file path=ppt/slides/slide2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D9436D-04BF-4297-AB7D-F8ABB2E2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용어 풀이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9857A2-A235-477A-BC14-44DFDE8F4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핵심 용어 4가지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3C382-4ABD-47FF-BC71-511B7910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5B7B19-0B15-4114-B367-F3263352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4D573-83BB-424C-81C5-4C1FBF2E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43F435-E508-4C78-AB1D-791D7F314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8079CB-BE95-4CC6-8CA4-DCA33F0D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04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374A8-2437-44DC-808D-06F1346E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76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C0B67-E19A-4F71-9094-BA895D9A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04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2DEB9A-F5DD-48E4-8773-A0E8E0E6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676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수업에서 쓰는 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8BBFAA-3BB9-495A-810A-2B53E5C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C5F512-91CB-4989-A2DC-CF01B259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336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Error analysis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E1EE21-BBB1-4DCA-9A4D-3207511BF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362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E5DCDF-6C3F-4684-A17A-4B2EDAF99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336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틀린 결과의 패턴을 분류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82B52C-9E51-440E-9273-F6FBC06A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71CA9-8C93-43D8-AB99-76693F961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909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Regression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00D51B-9328-48A3-81CB-21AD36C5C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2194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C50B00-C7F8-4CC1-AE9F-1ECAB783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이전보다 나빠진 동작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54BD83-369E-497D-AC09-2ED11487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767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B381EB-BF36-4033-A335-78F7C4F0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4815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Ablation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7EFEB8-63A4-497F-BBA5-122826B7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0767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9AF6C3-7C61-49C1-9985-C1A9DA66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4815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구성요소를 빼 영향 확인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88B0A9-DD58-4498-9DE9-F3C9E045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476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B5D034-D38A-432A-AC8E-E1316BB24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05400"/>
            <a:ext cx="2133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01622F-47EC-43D3-95DC-A93BEACD0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93395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D887E6-7859-402A-BF43-5102EC4F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105400"/>
            <a:ext cx="746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최종 반영은 사람이 결정</a:t>
            </a:r>
          </a:p>
        </p:txBody>
      </p:sp>
    </p:spTree>
    <p:extLst>
      <p:ext uri="{BB962C8B-B14F-4D97-AF65-F5344CB8AC3E}">
        <p14:creationId xmlns:p14="http://schemas.microsoft.com/office/powerpoint/2010/main" val="1743848936"/>
      </p:ext>
    </p:extLst>
  </p:cSld>
</p:sld>
</file>

<file path=ppt/slides/slide2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215E3E-A8F5-4C15-9320-7132AAF71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입력·처리·결과·검증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3C0AAF-A941-4516-BAD2-39E71793C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23FBF8-B169-4C9E-AF90-7A84F5D3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D1A2F4-A4DF-4D85-A27E-95A1ED49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80D4C0-3F6A-4BED-B0AA-3A11319D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161824-A01B-4FF9-8EA8-FF6C82660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7E1DE1-A778-4FA5-B45D-2AC214D3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BDE400-3EDF-4BC0-A6B8-393E72200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src/course_services/codex_harness.py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733FC2-CAB0-4D13-9114-2856F5278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811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PROCESS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CE93AB-8FD8-47EF-9545-24F7106F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6215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005090-86CD-4389-92BD-5836ADD45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 목록 → 원인 label → 최소 수정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6B4B6E-192E-4507-9AF3-092EF43E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OUTPUT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E68377-48DE-46D8-AF73-F9BB7F9E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7847E9-37C0-4801-ADB5-127900FB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day3_review_report.md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AC6806-77B7-485A-975F-843A07CDB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195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VERIFY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D534D6-D68D-43AD-B77E-1D7D529CA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005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1CFD4-69BE-4227-90F4-476A084C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10050"/>
            <a:ext cx="4953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허용된 path·focused test·diff review가 모두 충족된다.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변경·secret 탐지·미실행 test 중 하나라도 있으면 HOLD다.</a:t>
            </a:r>
          </a:p>
        </p:txBody>
      </p:sp>
    </p:spTree>
    <p:extLst>
      <p:ext uri="{BB962C8B-B14F-4D97-AF65-F5344CB8AC3E}">
        <p14:creationId xmlns:p14="http://schemas.microsoft.com/office/powerpoint/2010/main" val="926306783"/>
      </p:ext>
    </p:extLst>
  </p:cSld>
</p:sld>
</file>

<file path=ppt/slides/slide2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ACCFC0-DBD6-4A9C-B610-D3E1F05A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업무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ADB644-2D94-4C80-BF73-82E55DC2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5단계 실행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F0FA25-2EBE-42C6-9523-DD629427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2EA3E5-5767-4FD1-9B2A-16553987B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271CF2-5EFF-41C2-8733-4BA9F757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E1102C-D83E-4FBC-ACC7-6D904AA8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D9DB3E-FF36-4C28-982F-B7B76419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3EC2B6-3586-4498-AC4B-2BAE7735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071EFF-1C3E-4A01-9398-954759D8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 목록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9B2BDB-6951-4D75-BC81-FF2CDA44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0790C-5859-4E80-BB79-A5381FA4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3A288C-4C19-4003-A2B1-504CDD24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label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F0CAD4-CE10-4409-9E24-50F4A84B7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36BC81-79C8-48DB-AB1A-D4248C27E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15EA64-C527-4AAB-9E06-1451E4426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최소 수정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A49138-6ABF-4845-9C39-1BCFB126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52DFBF-79E0-4675-98B4-146F84AC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91EBE6-4CAD-4D16-8F5B-4A0E87ED4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회귀 test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8BDA41-E70D-4B4F-BD93-BA4010D5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09750"/>
            <a:ext cx="685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6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0B9D66-DDBE-495B-8895-833C349D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1460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B3BD2-E0DA-4099-BC15-76B15ECA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1809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commit·tag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C21A66-AC93-4E7D-9966-AB161C9C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291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마지막 판단은 day3_review_report.md에서 사람이 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1495245074"/>
      </p:ext>
    </p:extLst>
  </p:cSld>
</p:sld>
</file>

<file path=ppt/slides/slide2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E89B62-F527-49A7-B5A9-F217CE96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성공·실패 계약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1AFDD-50FD-4CE2-9D51-182D7B9A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46827F-E808-43B2-85D8-09E0A7CB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01A3A0-2B04-4272-ACAE-C3D95CB2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3CDCEE-906F-47E7-93B3-2D886B31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747EF-D2FF-4AB9-87CB-5A011E88E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정상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674F4-032B-42DD-93C1-ADBD3208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8478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D34362-395F-4348-B9D1-B767F6C83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240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허용된 path·focused test·diff review가 모두 충족된다.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69A3A9-B701-491E-AF76-9CAC9C2D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경계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79FE37-0068-4536-865A-551FCC7B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146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9E3180-1DAD-46FE-A34A-F109D106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908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변경·secret 탐지·미실행 test 중 하나라도 있으면 HOLD다.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39E03-7D22-4286-84F3-BCFCD22B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외부 쓰기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FC7E4D-88D9-4D3E-BED7-CD388AA6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9814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FB60A0-64FD-4A30-81AA-768E6C9B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6576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기본값 false · dry-run과 사람 승인 뒤에만 별도 adapter 호출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8EC00B-362D-4580-B259-0D9E027C3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1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기록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55C6DF-9E42-4CFA-9420-77567742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0482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1EA86B-6616-4D32-929A-1C9B90C7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24400"/>
            <a:ext cx="781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status·error_code·입력 식별자·day3_review_report.md</a:t>
            </a:r>
          </a:p>
        </p:txBody>
      </p:sp>
    </p:spTree>
    <p:extLst>
      <p:ext uri="{BB962C8B-B14F-4D97-AF65-F5344CB8AC3E}">
        <p14:creationId xmlns:p14="http://schemas.microsoft.com/office/powerpoint/2010/main" val="712692616"/>
      </p:ext>
    </p:extLst>
  </p:cSld>
</p:sld>
</file>

<file path=ppt/slides/slide2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562E30-90E4-4AF9-B36F-EAAB4FAB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구조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05569B-780B-48D5-B817-74E86861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저장소 파일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236047-B6F4-4823-AF27-A3D088BFA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7B63D8-86F8-4BCC-A003-CE3D2932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5CAE92-595C-4D02-BA8D-2135D4F7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0BB1B2-5BF2-4E48-8763-18FB75C41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D271BC-2952-43D1-B001-F420BEF7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입력·fixture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135693-AF1A-4C9B-89E5-CB16CA25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5049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58124-D632-4EFF-A2A8-7DF79E5D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764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src/course_services/codex_harness.py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4D94D2-590F-437E-A69B-123979CE6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구현 코드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45847F-FD34-49E4-8D8E-8FC84B17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5717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685BC6-3C5D-4CE9-B386-E76B01B3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7432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FA86BD-7273-4242-B507-C11A1402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검증·test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FA6818-FA01-4A52-9F30-9A45BE58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638550"/>
            <a:ext cx="8191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3F1D7-3C3A-4698-8C64-50DCAA04F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100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F61181-33F0-45BD-9708-8A4DC352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따라하기 notebook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10E0A2-FD48-4E3C-8DAE-178B082C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05350"/>
            <a:ext cx="819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424AC6-DD53-4199-A1F9-A61BDE3E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76800"/>
            <a:ext cx="771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materials/day3/day3_service_lab.ipynb</a:t>
            </a:r>
          </a:p>
        </p:txBody>
      </p:sp>
    </p:spTree>
    <p:extLst>
      <p:ext uri="{BB962C8B-B14F-4D97-AF65-F5344CB8AC3E}">
        <p14:creationId xmlns:p14="http://schemas.microsoft.com/office/powerpoint/2010/main" val="957763732"/>
      </p:ext>
    </p:extLst>
  </p:cSld>
</p:sld>
</file>

<file path=ppt/slides/slide2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227A01-2229-449F-9073-0497E7BE0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분석과 회귀 방지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3E6332-82C8-4B84-8860-5B2FCC7F7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개념과 코드 연결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CD2E24-1570-4E75-9DB5-5DF8057F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3E395F-857E-4338-890B-B3FFD854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DC263A-E94D-4F56-89C8-F5C49584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4C82C8-5631-43B2-8223-3F8BB562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759E7A-EB39-4F1C-AE4E-5547A1503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7239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평균 점수만 보면 특정 언어·파일·위험 유형의 반복 실패가 보이지 않는다.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2A30F7-6CD7-4177-888D-CAED798D0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04950"/>
            <a:ext cx="27622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8C9580-72DD-4CBF-B4CD-18E268E9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152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이 차시에서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버릴 오해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2AF729-9986-4894-AB5A-0DBF8899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점수를 올리려고 기존 assertion이나 policy를 약화한다.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6A7C47-A2E4-486A-8791-5942380E0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33750"/>
            <a:ext cx="723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실패를 대표 test로 추가하고 최소 변경만 허용한다.</a:t>
            </a:r>
          </a:p>
        </p:txBody>
      </p:sp>
    </p:spTree>
    <p:extLst>
      <p:ext uri="{BB962C8B-B14F-4D97-AF65-F5344CB8AC3E}">
        <p14:creationId xmlns:p14="http://schemas.microsoft.com/office/powerpoint/2010/main" val="656885352"/>
      </p:ext>
    </p:extLst>
  </p:cSld>
</p:sld>
</file>

<file path=ppt/slides/slide2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96A225-BECF-404F-BEC8-67E218D8E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비교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3DF17-59D4-42F8-8BF7-4F038C9B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역할과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B78E7E-2DA9-44DA-9454-7D135795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87C0DC-1DEC-47FB-9CCD-15E274C4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E7142A-3E2E-425A-A5B1-487C13DAD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0E1ED3-EA7C-4649-938F-06BF87AB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91F1A8-4D81-4B44-98F4-110C6668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DDB365-4A50-4A1E-8494-6559DDE2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3E2B26-7283-455A-AB9B-E4DDA31AC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049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B09B6A-E369-48C8-B91B-8A3AFEF1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6573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역할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E313F0-3EA0-4114-B041-0E4D181A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5049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D3D2F7-5A53-4752-B22B-89697AAC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6573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이번 차시의 판단 기준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6A62F2-8A91-4B16-82B3-7AD9208DB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A6B5A6-E088-4BC2-BCD1-F8EEE670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336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Error analysis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1CDD46-3EC3-4BE9-8B15-8646C5FD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E41D13-D866-4EEC-9D6A-44C2CDFAA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5336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틀린 결과의 패턴을 분류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23558B-09A3-4319-AB29-BAFA4C86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3812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8C2500-B27A-4C4E-BB29-B9AC3F02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5336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결정론 test로 먼저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91DA8D-0100-4B5C-8EE2-56929F627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57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7F993E-EA9B-4C7C-A350-CF48E69E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99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Regression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FAA826-46F6-432B-9894-B60D984AC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575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A61E4A-6AAF-466B-B80E-E19F20F3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099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이전보다 나빠진 동작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FC2DAB-49C4-4D05-AC8D-CB9479B6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575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127A17-9F0A-4A98-98D9-9F582E495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4099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경계를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E7A04A-347F-4768-A119-FD16894D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33850"/>
            <a:ext cx="2381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E2BEDA-87DA-464E-97EC-340FAD7D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Ablation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C6612C-7C15-4A34-8057-9A8CAC3D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33850"/>
            <a:ext cx="457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6E7D78-FC0A-4328-AF41-3663D1B9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2862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구성요소를 빼 영향 확인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A6AB48-0AC6-4DDF-AB7C-AD8F3457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33850"/>
            <a:ext cx="3905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6E7457-26B8-46A6-9D63-7A13B9DC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2862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비용·지연·권한을 확인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6CE091-EBEE-4414-A5AD-8A808162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101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8DDC04-9BAA-4963-AB74-819202A5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62550"/>
            <a:ext cx="2076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77F9ED-F215-4957-8C42-03F55A308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010150"/>
            <a:ext cx="4572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EBD887-428D-47F3-95D0-7D8C8B88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5162550"/>
            <a:ext cx="4267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최종 반영은 사람이 결정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C27D84-C988-4D0D-B9E8-2A90B7158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10150"/>
            <a:ext cx="3905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7533D5-EC79-4D17-A473-ADD0E8A82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162550"/>
            <a:ext cx="3600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판단과 운영 기록을 확인</a:t>
            </a:r>
          </a:p>
        </p:txBody>
      </p:sp>
    </p:spTree>
    <p:extLst>
      <p:ext uri="{BB962C8B-B14F-4D97-AF65-F5344CB8AC3E}">
        <p14:creationId xmlns:p14="http://schemas.microsoft.com/office/powerpoint/2010/main" val="356384021"/>
      </p:ext>
    </p:extLst>
  </p:cSld>
</p:sld>
</file>

<file path=ppt/slides/slide2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8531B1-17F9-4FDB-B4C3-154C959B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사례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89B5F-B7F6-4194-B4F1-7FED07A3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대표 실패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5C8DC1-7996-4B5E-A9A1-71228CA8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4AF295-FCA8-4881-BF67-2010EBFF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A1291A-ED47-42B9-8A09-2B250B70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AFDB9B-E3B4-44E5-9F1E-402D600F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4DEC9-3F67-4AF5-8E11-6EC5FDED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47244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FA992B-A6B3-4344-90C7-A3424F64A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실패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66D09C-5C3F-4C23-AD7A-C4173E9D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41148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95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점수를 올리려고 기존 assertion이나 policy를 약화한다.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0CAD93-04E0-4C50-BE6A-0E2448B4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9240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사용자 영향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215EA9-E3AD-4EF1-B95C-BA965947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8196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평균 점수만 보면 특정 언어·파일·위험 유형의 반복 실패가 보이지 않는다.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D43FF7-BE2A-47CE-9CD3-6D08B5C9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102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재현돼야 복구 코드와 회귀 test를 만들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298625095"/>
      </p:ext>
    </p:extLst>
  </p:cSld>
</p:sld>
</file>

<file path=ppt/slides/slide2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E1D83-E702-425C-8A4B-F5AAD6FF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오류 처리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B02ADC-744E-4D12-9567-633EAE0D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 경로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AD78BB-CF82-4D4E-8401-AAA5AFF5D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C1A49D-E652-4A39-BEB1-D72E04520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C0A03D-B889-45FD-BA91-93FB59F1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890558-037B-409B-BD76-EE3032AF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B233BA-134B-42B1-9945-2DD664A0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430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489167-E42A-4552-ABBB-4F9D047C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668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9D1AB1-02B1-42D3-9AA6-393CF6E7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50495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탐지: .env 변경·secret 탐지·미실행 test 중 하나라도 있으면 HOLD다.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DA82C3-FA07-4F6F-805E-804A139B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431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51E6AD-24C3-4CDD-98CD-B52FED27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66700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623D59-FE57-4031-8B2E-B1EB7377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0507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중단: 점수를 올리려고 기존 assertion이나 policy를 약화한다.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81B192-B451-4893-B8A7-75800470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DBA483-BBE4-437A-A55D-76560188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6BF0E1-F014-4D4D-9DE8-0542D7A19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505200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실패를 대표 test로 추가하고 최소 변경만 허용한다.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BF9516-87D6-4E0C-BAEF-87D205A6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D88703-51DF-451F-88A4-BFFE4B789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672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FE89C3-18FE-4953-9E6F-1D340B89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05325"/>
            <a:ext cx="93726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day3_review_report.md과 test 결과를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1587128244"/>
      </p:ext>
    </p:extLst>
  </p:cSld>
</p:sld>
</file>

<file path=ppt/slides/slide2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DFB8B4-11E4-4F83-85BC-55E59FE2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공식·로컬 참고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B9D39D-76D8-40E3-ABC6-37B31CFC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F4EEB8-293F-45F0-ADE4-733D3399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9A9F1F-D24A-4B4A-A758-5406DB61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4F9EAF-38C7-4A02-9D89-724AD3F90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FA8727-5415-431C-AAFB-53A110BE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592bfb7086422a"/>
          <a:stretch xmlns:a="http://schemas.openxmlformats.org/drawingml/2006/main"/>
        </p:blipFill>
        <p:spPr>
          <a:xfrm xmlns:a="http://schemas.openxmlformats.org/drawingml/2006/main">
            <a:off x="5010150" y="1830586"/>
            <a:ext cx="6191250" cy="348257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EA61DC-7E9C-4539-B5E2-09F005BC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38290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diff를 검토하고 actionable finding만 보고한 뒤 test 증거를 다시 확인한다.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E0E79C-5D18-4EAD-B298-53805ECF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38290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저장소 이해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허용 범위 변경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focused test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diff 리뷰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→ 사람 merge</a:t>
            </a:r>
          </a:p>
        </p:txBody>
      </p:sp>
    </p:spTree>
    <p:extLst>
      <p:ext uri="{BB962C8B-B14F-4D97-AF65-F5344CB8AC3E}">
        <p14:creationId xmlns:p14="http://schemas.microsoft.com/office/powerpoint/2010/main" val="243848579"/>
      </p:ext>
    </p:extLst>
  </p:cSld>
</p:sld>
</file>

<file path=ppt/slides/slide2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2DB8F1-AA65-4BC0-8DC9-C48E58BE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요청 예시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ADDC5-78DF-4CD6-9F6A-C59AF69E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E2A9CE-40FF-4E67-9345-1642C16E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05B466-0709-436D-A653-8FCA928B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A04B34-E5D5-4BFD-9E0C-4E717E69F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231A01-D1A1-4182-8C30-FCEAC51ED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78FE4C-FA31-43D7-959B-824150EE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목표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A07B2B-C2E6-4833-A21D-25F19F94F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42875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6DCDCB-25A5-42BE-86F1-4E26AEC74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5811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diff를 검토하고 actionable finding만 보고한 뒤 test 증거를 다시 확인한다.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5DD779-C19F-4C98-952E-62EFB175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허용 경로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D5D30D-9194-49BD-BAC9-5C54E722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5527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1B1FC9-C736-4F6A-A071-9475EB6DA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051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4B5328-EF3D-495C-B051-2626398E9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946C3-308A-466D-830A-4BE0ED3E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76650"/>
            <a:ext cx="876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C755AE-E325-4E9A-A29C-8A50AFA8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82905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허용된 path·focused test·diff review가 모두 충족된다.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변경·secret 탐지·미실행 test 중 하나라도 있으면 HOLD다.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4B25D1-00DD-4891-9DDE-91C1E642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금지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0F5ABD-94A4-4229-9FD9-D7C7E147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00600"/>
            <a:ext cx="8763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D71E92-206E-462D-AAD5-E240D8AB5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953000"/>
            <a:ext cx="8267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secret 출력 · workspace 밖 변경 · test 약화 · 사람 승인 없는 외부 쓰기</a:t>
            </a:r>
          </a:p>
        </p:txBody>
      </p:sp>
    </p:spTree>
    <p:extLst>
      <p:ext uri="{BB962C8B-B14F-4D97-AF65-F5344CB8AC3E}">
        <p14:creationId xmlns:p14="http://schemas.microsoft.com/office/powerpoint/2010/main" val="815407808"/>
      </p:ext>
    </p:extLst>
  </p:cSld>
</p:sld>
</file>

<file path=ppt/slides/slide2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51EE38-6C3E-461B-B2A8-628A14BE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Codex 검증 루프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B20A3-7AB3-4439-B456-EECBCD0E2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검증과 사람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CDDC45-0479-4B0D-B6D8-BA35BC2C8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BB9930-771B-444A-99D2-9375D4EC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D45052-8721-451E-9F32-B5D14E22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55908B-775B-4249-BDF5-EAAAD5BC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970ED5-642F-4D51-9901-DDACB3C7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B90FF0-1AF6-4599-A86B-582B94AB6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552FBB-ECFB-44CC-B0F2-1D6961C9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716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4B9A2E-E82F-4D13-ACBA-44BF61F5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5049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경로 밖 파일이 바뀌지 않았는가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835D4E-55FD-46F2-8C68-F618A6D3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507A23-A8F3-4804-9569-659C066AA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AE3E9-86B7-43B3-A0ED-C539F9C25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384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644F5D-9C6C-4D0C-AEEE-56D1B56E7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허용된 path·focused test·diff review가 모두 충족된다.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51B516-400B-4EA2-9DE8-37401426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528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3767FF-60EE-4E17-93B5-A6D804D4C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6385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Boundary test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B57249-45F2-4BA5-942E-DEA577D7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114B46-8CBE-419A-817E-E09A17F6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385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변경·secret 탐지·미실행 test 중 하나라도 있으면 HOLD다.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4CAB6F-DCFC-45FD-AAEF-CEFCB559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14C264-F1B9-4674-B7D6-A068BD341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05350"/>
            <a:ext cx="209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2AE17D-7394-4245-88F6-0A7A239C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72050"/>
            <a:ext cx="571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A809A4-053F-4B81-8B99-D1AB76E1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05350"/>
            <a:ext cx="6400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리뷰와 test 통과는 자동 승인이 아니다</a:t>
            </a:r>
          </a:p>
        </p:txBody>
      </p:sp>
    </p:spTree>
    <p:extLst>
      <p:ext uri="{BB962C8B-B14F-4D97-AF65-F5344CB8AC3E}">
        <p14:creationId xmlns:p14="http://schemas.microsoft.com/office/powerpoint/2010/main" val="1447803088"/>
      </p:ext>
    </p:extLst>
  </p:cSld>
</p:sld>
</file>

<file path=ppt/slides/slide2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16EED0-BDFC-4FD8-A1BD-093FC7D67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강사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77D9D2-F052-49AA-A785-6D4D12CC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정상 경로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55E08-3279-441A-907A-B27BBE113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B8116-F6EC-4519-A609-6F3B052A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EE2EBF-710A-441F-BC08-EBD9B293C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57652E-67BA-45B1-8FC0-E3567E62D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5ACE89-6FB3-41C0-B176-1D8C9706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621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602958-0EF1-4F68-8D1B-35883331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859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3EBBF8-5694-43AE-8CB2-10C0779F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15240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열기: src/course_services/codex_harness.py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59B30C-A212-4D87-A5FD-2FE1B64D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77341D-8C63-4550-AEBF-2863A33E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765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87379E-016E-465F-B3B8-C21F743C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 확인: 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DC2669-701A-43F0-8573-F6AE09B0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43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32714B-69DA-47BC-AACC-30B75B0F8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671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FC5518-1233-478D-8241-05612DA1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git diff -- src/course_services tests/test_course_services.py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EC8B35-71AA-40B1-BE5B-EF95715A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33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FAB44E-8107-43AF-A501-7F34EB32C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57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0FB0D5-5B9C-4B28-959F-1418F6CA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9182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성공 신호: 허용된 path·focused test·diff review가 모두 충족된다.</a:t>
            </a:r>
          </a:p>
        </p:txBody>
      </p:sp>
    </p:spTree>
    <p:extLst>
      <p:ext uri="{BB962C8B-B14F-4D97-AF65-F5344CB8AC3E}">
        <p14:creationId xmlns:p14="http://schemas.microsoft.com/office/powerpoint/2010/main" val="1962274083"/>
      </p:ext>
    </p:extLst>
  </p:cSld>
</p:sld>
</file>

<file path=ppt/slides/slide2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B5E6FB-C159-4A0B-990C-71259315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Terminal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492DB7-A069-468D-9FEC-5162711E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4E10F-86E6-426F-90F7-16AD0DED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0E1789-7397-4411-ADFB-9A41846E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E563C0-93EF-4DE8-8E75-30C383C68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321592-E8F7-404B-90D0-6BA10DD64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2BD8E1-667E-4E44-8BAA-481DB4CF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670C81-9E33-4F7A-A71B-89F083D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81250"/>
            <a:ext cx="34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327812-6E3F-4365-AF55-84C2BD9D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247900"/>
            <a:ext cx="9334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git diff -- src/course_services tests/test_course_services.py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07E57F-958D-4C0F-9420-81B706865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482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7E89EC-2989-4756-9F46-BCF164FB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경로가 repository root인지 · Python 3.12 환경인지 · .env가 출력되지 않는지</a:t>
            </a:r>
          </a:p>
        </p:txBody>
      </p:sp>
    </p:spTree>
    <p:extLst>
      <p:ext uri="{BB962C8B-B14F-4D97-AF65-F5344CB8AC3E}">
        <p14:creationId xmlns:p14="http://schemas.microsoft.com/office/powerpoint/2010/main" val="416981108"/>
      </p:ext>
    </p:extLst>
  </p:cSld>
</p:sld>
</file>

<file path=ppt/slides/slide2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539AAF-FDFB-45A4-ABFF-CA58F727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예상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70B76-14DB-43CE-9FA5-C4692147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5B205-436B-4CEE-9EB5-2F0743A4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5E2BA-5851-4B76-AB58-4568DE31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B908AA-1C91-491F-BD70-DE32B04D9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237C87-D64B-457A-87B7-5726DE866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C2B15E-8910-4E29-AAD7-D281B941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76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E1C64E-9FFB-4829-AFC0-61915842A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SUCCESS 또는 EXPECTED_FAILURE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1923E2-23D8-4381-8990-7680B92D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ARTIFACT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1EA680-7BCA-4F7F-89C0-1CD4B4EE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4953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day3_review_report.md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1CDCE5-68D9-40CD-9DD5-B4230DC22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581150"/>
            <a:ext cx="4476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445786-F0B9-4DC2-B398-B1CCC2799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9050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2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사람이 확인할 세 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FAFDD7-5B79-44C5-85F3-BC1D87BF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457450"/>
            <a:ext cx="3810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1. 허용된 path·focused test·diff review가 모두 충족된다.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2. .env 변경·secret 탐지·미실행 test 중 하나라도 있으면 HOLD다.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3.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804052871"/>
      </p:ext>
    </p:extLst>
  </p:cSld>
</p:sld>
</file>

<file path=ppt/slides/slide2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187DC5-DFF9-417D-9031-DE96919F9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실패 시연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4F1BE6-0522-4286-9F1F-1216A806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강사 실패·복구 시연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0EBCB7-A84A-475B-BC09-EF684A2F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509A4-3AED-4455-AB65-DD533AB9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3032F6-2DEF-4A2E-9A39-5048C8C5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1208CF-5B5D-480D-A2D9-268DE9D7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4CDC3A-66A4-4E39-905C-87FBACF5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71CBAA-69D4-401D-8803-0C104479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4762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점수를 올리려고 기존 assertion이나 policy를 약화한다.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34EEED-412C-4B3E-94F0-858ADE71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5735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EA2ABF-2831-492B-BF0E-EC5BD4176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19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194DE-DB04-43C6-98D0-ECB27ECC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133600"/>
            <a:ext cx="45529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실패를 대표 test로 추가하고 최소 변경만 허용한다.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0A35C1-030F-4601-9502-3BBFC138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86300"/>
            <a:ext cx="914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7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확인: .env 변경·secret 탐지·미실행 test 중 하나라도 있으면 HOLD다.</a:t>
            </a:r>
          </a:p>
        </p:txBody>
      </p:sp>
    </p:spTree>
    <p:extLst>
      <p:ext uri="{BB962C8B-B14F-4D97-AF65-F5344CB8AC3E}">
        <p14:creationId xmlns:p14="http://schemas.microsoft.com/office/powerpoint/2010/main" val="204334966"/>
      </p:ext>
    </p:extLst>
  </p:cSld>
</p:sld>
</file>

<file path=ppt/slides/slide2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2278A3-8590-4CDE-953E-E3E6F3CE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F66AA9-874C-45BF-BD91-898C5095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기반 소프트웨어 제작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BCA850-DF49-46C3-98A3-E11B624A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E0D514-AD48-4800-A98C-75EAE5FD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34904E-98AA-4F9F-9CEC-B2F24BAA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7C7D73-60EA-447B-B3B9-4E5C8762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33C681-DC2A-4B96-BBCD-4F2413B6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열 파일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BCCC76-7622-4C4E-B273-07651FE57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466850"/>
            <a:ext cx="8191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tests/test_course_services.py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C86A23-5C8D-4591-9253-97464018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작업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128AE5-D8EE-4F04-9DF2-78EECE96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571750"/>
            <a:ext cx="8191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작업 명세 → 최소 Patch → Focused Test → Diff 검토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BC0533-7513-4553-8A0E-64D2F70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완료 기준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F2E03D-0B1E-47FF-87A0-86B7FBCA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810000"/>
            <a:ext cx="8191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허용된 path·focused test·diff review가 모두 충족된다.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day3_review_report.md 저장</a:t>
            </a:r>
          </a:p>
        </p:txBody>
      </p:sp>
    </p:spTree>
    <p:extLst>
      <p:ext uri="{BB962C8B-B14F-4D97-AF65-F5344CB8AC3E}">
        <p14:creationId xmlns:p14="http://schemas.microsoft.com/office/powerpoint/2010/main" val="1910290083"/>
      </p:ext>
    </p:extLst>
  </p:cSld>
</p:sld>
</file>

<file path=ppt/slides/slide2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778F7D-74CC-43EA-BB73-93518AF8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667557-1AAA-4632-B383-EFB74FCB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1 · 작업 명세 입력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E3CF84-4BEB-4E7A-9E63-437ED434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BBCCA-36C8-4512-8DE2-ADD24AF9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C7A2B5-02C8-4051-BBEA-9924AE39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F03668-E17B-4057-AA02-28C538574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B9ACA9-FD05-4A00-A882-E72B29FB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diff를 검토하고 actionable finding만 보고한 뒤 test 증거를 다시 확인한다.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파일: tests/test_course_services.py · AGENTS.md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5C9E43-7803-4DB9-9F5F-9CC6543A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EA2FD9-80C0-418E-8DFB-9775E4CC9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day3_review_report.md</a:t>
            </a:r>
          </a:p>
        </p:txBody>
      </p:sp>
    </p:spTree>
    <p:extLst>
      <p:ext uri="{BB962C8B-B14F-4D97-AF65-F5344CB8AC3E}">
        <p14:creationId xmlns:p14="http://schemas.microsoft.com/office/powerpoint/2010/main" val="77031666"/>
      </p:ext>
    </p:extLst>
  </p:cSld>
</p:sld>
</file>

<file path=ppt/slides/slide2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457E1F-F1B5-4710-9111-95CA765F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AF2655-3BA5-428A-8C79-E3C68D6D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2 · Patch 생성과 Focused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C2873-7A51-4E23-89F6-45D5A808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2F593F-7C76-4625-B441-A5317618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1E48E-2019-4922-A0FE-4A7622C3D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8CB8C9-F42D-4777-8670-62C40DE33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9829A-CDFD-49D4-BD15-AEB8785F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-- src/course_services tests/test_course_services.py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Case: 허용된 path·focused test·diff review가 모두 충족된다.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E212B8-1696-4B62-A3B7-FD5605C6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92B4D-61AB-43B9-9E1E-8302E22A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파일: day3_review_report.md</a:t>
            </a:r>
          </a:p>
        </p:txBody>
      </p:sp>
    </p:spTree>
    <p:extLst>
      <p:ext uri="{BB962C8B-B14F-4D97-AF65-F5344CB8AC3E}">
        <p14:creationId xmlns:p14="http://schemas.microsoft.com/office/powerpoint/2010/main" val="2121207061"/>
      </p:ext>
    </p:extLst>
  </p:cSld>
</p:sld>
</file>

<file path=ppt/slides/slide2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F13C5E-004C-4312-A6C7-4516F0F6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06FCA0-3B0F-4C42-8519-C9AC2A20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STEP 3 · Diff 리뷰와 경계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E399F-EB96-4B38-A604-FEEF7A06B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B4D890-2F7C-435F-8CAC-9CF7CB77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A613F-853D-4E4E-B743-82BE99794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63D98-86BA-4A9B-B6C0-46CD87A0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473835-8664-4142-BA54-727B578F4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10287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변경·secret 탐지·미실행 test 중 하나라도 있으면 HOLD다.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2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복구: 실패를 대표 test로 추가하고 최소 변경만 허용한다.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28A97D-6805-4B62-B95A-420790769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0195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84A15F-0724-499B-991D-03F11F95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50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결과에 error_code와 external_write=false가 보이면 완료</a:t>
            </a:r>
          </a:p>
        </p:txBody>
      </p:sp>
    </p:spTree>
    <p:extLst>
      <p:ext uri="{BB962C8B-B14F-4D97-AF65-F5344CB8AC3E}">
        <p14:creationId xmlns:p14="http://schemas.microsoft.com/office/powerpoint/2010/main" val="511350472"/>
      </p:ext>
    </p:extLst>
  </p:cSld>
</p:sld>
</file>

<file path=ppt/slides/slide2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EF13A2-BF03-4BB9-8DB3-DB6223168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7AF065-EC67-414D-A91B-B4874E02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58E418-81E2-48DD-8156-886D336EA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0492D5-872D-482A-B442-6679DFBF0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A5C216-6E80-494E-A8AA-273C93A63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796396-A478-4814-8688-10D4BFD5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492884-1219-4FC6-B5DB-8E1A77E80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7A4D4D-730C-4970-881F-93844EC5B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NORMAL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334D69-9EC0-43B7-ACB0-BBA8622E4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허용된 path·focused test·diff review가 모두 충족된다.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C5C7AC-17D4-4423-A594-DCA17AEA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D3CDD5-5FA6-4D7E-8445-03ECB4336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77EBC-6187-4E26-A997-4209597A1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fixture와 실행 command가 기록됐는가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8DB3AC-6CA3-4D1F-AC8F-CF9AF506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9A2748-9B1B-4B4F-B1EC-BF83D179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105B9A-115E-47CE-9EA3-326AE818A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schema가 validate되는가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1AB50C-F6A6-4097-8AFB-2091865E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3C3600-2037-4A7A-B2CD-DB8EE984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94E2BB-7B6B-4D81-AD06-53ED0B19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test가 실제로 통과했는가</a:t>
            </a:r>
          </a:p>
        </p:txBody>
      </p:sp>
    </p:spTree>
    <p:extLst>
      <p:ext uri="{BB962C8B-B14F-4D97-AF65-F5344CB8AC3E}">
        <p14:creationId xmlns:p14="http://schemas.microsoft.com/office/powerpoint/2010/main" val="1883851295"/>
      </p:ext>
    </p:extLst>
  </p:cSld>
</p:sld>
</file>

<file path=ppt/slides/slide2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3027DA-8EBC-4B61-B35C-F9DE81F0B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확인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3B4138-48AE-498A-9548-8C02AAEE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경계 Case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042275-7D99-400E-A764-D6D0E655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8D19FE-6F0F-4FFC-848A-9E5E3494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C37909-03BF-4B05-88AF-AF9F6677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F24E03-8DAA-48C2-820A-E35F41EF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91CFD1-ECC1-4744-9BA4-ABA5E0837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820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05D13E-B717-45FD-99E7-0B0E6728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47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BOUNDARY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9D273A-109C-4B50-9D59-5A4F15A5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790700"/>
            <a:ext cx="8096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1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.env 변경·secret 탐지·미실행 test 중 하나라도 있으면 HOLD다.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08239C-A2FA-470C-BC7D-34A85DEC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C4E5D7-ADB0-483B-8141-DE4AE948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9748FA-FC9A-4B61-9293-3880CBA1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2575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raw traceback 대신 stable error_code가 남는가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0133F9-E075-4E76-8FA3-562BF7AD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95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32D0DA-47CD-4559-AC2B-4F3B38AC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95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EF6BFE-19AA-41FA-9CFA-30FEADBA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576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쓰기·자동 메일이 false인가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11D176-63B1-4FFD-B612-007C510E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A19880-30F4-4FD8-987B-508807AD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196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683D3C-7A94-41A2-BCF2-F23F7AB7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857750"/>
            <a:ext cx="9182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5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실패가 다음 차시에서 재현 가능한가</a:t>
            </a:r>
          </a:p>
        </p:txBody>
      </p:sp>
    </p:spTree>
    <p:extLst>
      <p:ext uri="{BB962C8B-B14F-4D97-AF65-F5344CB8AC3E}">
        <p14:creationId xmlns:p14="http://schemas.microsoft.com/office/powerpoint/2010/main" val="1865315841"/>
      </p:ext>
    </p:extLst>
  </p:cSld>
</p:sld>
</file>

<file path=ppt/slides/slide2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4ED72B-401A-4C78-8667-C4DA92CF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BBEF94-D51C-4DF4-85E2-AEAE21BA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B6FF8E-3890-4E14-998A-3CA44154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141C8B-D3D0-44DE-A0EF-013919E3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4228B0-DA7F-4EC5-B851-736385B8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85FE3B-C2D5-43E9-9289-7DDE2425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02C21F-B447-4B80-A954-332D4D8E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현업은 merge 보조, 구직자는 리뷰 품질 리포트와 회귀 test를 포트폴리오로 제출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B6E21E-8AB6-45F2-B8DA-6B9E09178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B1A171-6178-43E3-85DB-E24350B54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1CC2CB-F397-4F5E-A2BB-7D471453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업무 데이터 대신 합성·비식별 sample로 먼저 실행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4FC2FC-731D-4BEF-BA9B-ACF6CB22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85876B-0E29-4CD2-928C-B6FF6AA6C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6275E3-545C-41D6-8D10-1005741B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현재 수작업 시간과 오류를 baseline으로 기록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E3E8C5-720C-4AE5-996E-21636FDD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E3A649-3D6D-42F1-ADF3-24065E59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D448A7-9977-4648-909B-07510342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승인 전에는 외부 시스템을 바꾸지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1764A2-3C6C-44D1-8577-D51A195B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6A3CF4-4CEA-401F-B58C-746BE58E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034BA2-3025-4D0C-BCFD-E3767258C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day3_review_report.md을 운영 검토 자료로 사용</a:t>
            </a:r>
          </a:p>
        </p:txBody>
      </p:sp>
    </p:spTree>
    <p:extLst>
      <p:ext uri="{BB962C8B-B14F-4D97-AF65-F5344CB8AC3E}">
        <p14:creationId xmlns:p14="http://schemas.microsoft.com/office/powerpoint/2010/main" val="1851245537"/>
      </p:ext>
    </p:extLst>
  </p:cSld>
</p:sld>
</file>

<file path=ppt/slides/slide2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07F4F6-9AB1-41AD-97DA-0A6F3316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CC4EBD-4048-4846-A21C-9D55D1E5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포트폴리오 적용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3C4911-D7DF-4CC9-87C2-2DCA6D31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02A75E-F2B3-479B-A4BA-582C4CAC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E4F4A3-12A3-48BF-9229-E3114832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15ECB7-9ED9-4350-AFB1-4947C666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897F85-499D-40C3-B9D6-14904958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19250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3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현업은 merge 보조, 구직자는 리뷰 품질 리포트와 회귀 test를 포트폴리오로 제출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FFBB31-5456-4A4D-ADD2-D82D0875A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3456D-13D4-4AA7-91D8-CA81FBE7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419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49C657-9801-4546-9993-1CA246B7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575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문제와 사용자 영향을 한 문장으로 설명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52092F-40D5-4986-85CF-CED16B32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0B76AA-6C3A-466B-83CF-3C19EA8D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0862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CB2267-302D-44C7-A260-91EC92DAF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9243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정상 demo와 대표 실패 demo를 함께 준비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F7B54B-3F88-4089-8A6C-0E0E71D2E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6291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2A4ED2-42D1-4034-9F58-45148398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529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2531E-7889-496B-9E8A-40E0BF9F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59105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Codex가 만든 diff와 직접 검토한 test 증거를 구분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949386-D35F-4111-AF75-71B6FDB27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959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2632A3-3295-444F-AD29-79E18694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197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47A7D7-C558-4677-AE41-71F585E1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257800"/>
            <a:ext cx="8801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4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day3_review_report.md과 README 재현 절차를 제출</a:t>
            </a:r>
          </a:p>
        </p:txBody>
      </p:sp>
    </p:spTree>
    <p:extLst>
      <p:ext uri="{BB962C8B-B14F-4D97-AF65-F5344CB8AC3E}">
        <p14:creationId xmlns:p14="http://schemas.microsoft.com/office/powerpoint/2010/main" val="1024242040"/>
      </p:ext>
    </p:extLst>
  </p:cSld>
</p:sld>
</file>

<file path=ppt/slides/slide2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4B65EF-7711-4A9C-82CC-2768AB64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운영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8F9E76-D290-47B9-A1C8-40C96E15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서비스 운영 점검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55C584-69B0-4D82-8D2C-A1A6D059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6F60C-4169-4CDA-9EB1-B160B173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F612F8-E3D1-4DC7-8459-7D68AAAA6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35EC5-E8ED-4FBD-93E1-C4C58727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BDA7D3-4CA9-45DB-8EB5-3D2714D2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품질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B0720C-F1EB-4E27-B32B-D166AECDD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35CAE1-9A08-45FF-B5DF-D7AAA46E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허용된 path·focused test·diff review가 모두 충족된다.로 정의하는가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3C8F80-9C82-4126-8847-55BB747E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5240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안전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E05A52-1ED0-40FC-810E-DF62064A2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05A3A1-7BB9-4945-A018-FE7347EC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어디에서 사람 승인과 external_write=false를 확인하는가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772092-E78F-4EA1-A21C-0A4912EE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복구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BE1161-C887-4DAB-ACAA-EFE454A6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77F5D7-5673-470F-B086-9889135A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실패를 대표 test로 추가하고 최소 변경만 허용한다.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D70742-0A82-4BF7-93E7-E5BEAA5A8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004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관측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55E0B-403C-4D9B-B540-F4704568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9550"/>
            <a:ext cx="4914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3C8F2C-E27C-4221-B672-D97B5E37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9149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6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day3_review_report.md에서 어떤 status·error_code를 보는가</a:t>
            </a:r>
          </a:p>
        </p:txBody>
      </p:sp>
    </p:spTree>
    <p:extLst>
      <p:ext uri="{BB962C8B-B14F-4D97-AF65-F5344CB8AC3E}">
        <p14:creationId xmlns:p14="http://schemas.microsoft.com/office/powerpoint/2010/main" val="2146121560"/>
      </p:ext>
    </p:extLst>
  </p:cSld>
</p:sld>
</file>

<file path=ppt/slides/slide2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9D71A4-6BE0-4BDE-8A7F-114AC757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8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차시 마무리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DF2A28-3AB9-4261-8AF2-652B9B82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 완료 확인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6CE19-0B4F-4CE0-B81E-C9E526C8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98EA12-9045-4E15-AE34-2F05FCD45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3 · Review Intelligence Service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9CC66E-DEA0-4772-8254-91ED48B2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75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 · 8차시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02547A-E2E6-4AD3-92AF-AAC076F2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0000"/>
              </a:lnSpc>
              <a:buNone/>
              <a:def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7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6F32BC-498B-4742-9FEA-EBB360DC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521FD1-D0CD-4F0B-908A-1DF7A5AFB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573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F1A4E4-9FA2-4665-A48A-60065F1FB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6954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설명: 오류 분석과 회귀 방지이 필요한 이유를 한 문장으로 말할 수 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F922F9-270F-4E44-9406-02B47D027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955E47-A426-4E8C-8FA5-C4CCC6356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1942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D2EF6-1BE8-4082-9F16-C4002A57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85750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실행: git diff -- src/course_services tests/test_course_services.py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AB3509-EA0F-4BFF-B3CD-6C78B460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97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F1E236-5F0C-41E3-8F65-CA0E565D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81475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B12BFF-B21F-4D72-9D6A-AF575981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019550"/>
            <a:ext cx="91821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7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증거: day3_review_report.md과 정상·실패 test 결과가 남아 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593A31-87D5-46D3-B19C-359D0C3E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911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135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17:30-18:00 쉬는 시간</a:t>
            </a:r>
          </a:p>
        </p:txBody>
      </p:sp>
    </p:spTree>
    <p:extLst>
      <p:ext uri="{BB962C8B-B14F-4D97-AF65-F5344CB8AC3E}">
        <p14:creationId xmlns:p14="http://schemas.microsoft.com/office/powerpoint/2010/main" val="1789200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2026-08-23T23:21:30.7090000Z</dcterms:created>
  <dcterms:modified xsi:type="dcterms:W3CDTF">2026-08-23T23:21:30.7090000Z</dcterms:modified>
</coreProperties>
</file>