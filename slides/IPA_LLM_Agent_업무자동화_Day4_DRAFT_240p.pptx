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  <Override PartName="/ppt/slides/slide221.xml" ContentType="application/vnd.openxmlformats-officedocument.presentationml.slide+xml"/>
  <Override PartName="/ppt/notesSlides/notesSlide221.xml" ContentType="application/vnd.openxmlformats-officedocument.presentationml.notesSlide+xml"/>
  <Override PartName="/ppt/slides/slide222.xml" ContentType="application/vnd.openxmlformats-officedocument.presentationml.slide+xml"/>
  <Override PartName="/ppt/notesSlides/notesSlide222.xml" ContentType="application/vnd.openxmlformats-officedocument.presentationml.notesSlide+xml"/>
  <Override PartName="/ppt/slides/slide223.xml" ContentType="application/vnd.openxmlformats-officedocument.presentationml.slide+xml"/>
  <Override PartName="/ppt/notesSlides/notesSlide223.xml" ContentType="application/vnd.openxmlformats-officedocument.presentationml.notesSlide+xml"/>
  <Override PartName="/ppt/slides/slide224.xml" ContentType="application/vnd.openxmlformats-officedocument.presentationml.slide+xml"/>
  <Override PartName="/ppt/notesSlides/notesSlide224.xml" ContentType="application/vnd.openxmlformats-officedocument.presentationml.notesSlide+xml"/>
  <Override PartName="/ppt/slides/slide225.xml" ContentType="application/vnd.openxmlformats-officedocument.presentationml.slide+xml"/>
  <Override PartName="/ppt/notesSlides/notesSlide225.xml" ContentType="application/vnd.openxmlformats-officedocument.presentationml.notesSlide+xml"/>
  <Override PartName="/ppt/slides/slide226.xml" ContentType="application/vnd.openxmlformats-officedocument.presentationml.slide+xml"/>
  <Override PartName="/ppt/notesSlides/notesSlide226.xml" ContentType="application/vnd.openxmlformats-officedocument.presentationml.notesSlide+xml"/>
  <Override PartName="/ppt/slides/slide227.xml" ContentType="application/vnd.openxmlformats-officedocument.presentationml.slide+xml"/>
  <Override PartName="/ppt/notesSlides/notesSlide227.xml" ContentType="application/vnd.openxmlformats-officedocument.presentationml.notesSlide+xml"/>
  <Override PartName="/ppt/slides/slide228.xml" ContentType="application/vnd.openxmlformats-officedocument.presentationml.slide+xml"/>
  <Override PartName="/ppt/notesSlides/notesSlide228.xml" ContentType="application/vnd.openxmlformats-officedocument.presentationml.notesSlide+xml"/>
  <Override PartName="/ppt/slides/slide229.xml" ContentType="application/vnd.openxmlformats-officedocument.presentationml.slide+xml"/>
  <Override PartName="/ppt/notesSlides/notesSlide229.xml" ContentType="application/vnd.openxmlformats-officedocument.presentationml.notesSlide+xml"/>
  <Override PartName="/ppt/slides/slide230.xml" ContentType="application/vnd.openxmlformats-officedocument.presentationml.slide+xml"/>
  <Override PartName="/ppt/notesSlides/notesSlide230.xml" ContentType="application/vnd.openxmlformats-officedocument.presentationml.notesSlide+xml"/>
  <Override PartName="/ppt/slides/slide231.xml" ContentType="application/vnd.openxmlformats-officedocument.presentationml.slide+xml"/>
  <Override PartName="/ppt/notesSlides/notesSlide231.xml" ContentType="application/vnd.openxmlformats-officedocument.presentationml.notesSlide+xml"/>
  <Override PartName="/ppt/slides/slide232.xml" ContentType="application/vnd.openxmlformats-officedocument.presentationml.slide+xml"/>
  <Override PartName="/ppt/notesSlides/notesSlide232.xml" ContentType="application/vnd.openxmlformats-officedocument.presentationml.notesSlide+xml"/>
  <Override PartName="/ppt/slides/slide233.xml" ContentType="application/vnd.openxmlformats-officedocument.presentationml.slide+xml"/>
  <Override PartName="/ppt/notesSlides/notesSlide233.xml" ContentType="application/vnd.openxmlformats-officedocument.presentationml.notesSlide+xml"/>
  <Override PartName="/ppt/slides/slide234.xml" ContentType="application/vnd.openxmlformats-officedocument.presentationml.slide+xml"/>
  <Override PartName="/ppt/notesSlides/notesSlide234.xml" ContentType="application/vnd.openxmlformats-officedocument.presentationml.notesSlide+xml"/>
  <Override PartName="/ppt/slides/slide235.xml" ContentType="application/vnd.openxmlformats-officedocument.presentationml.slide+xml"/>
  <Override PartName="/ppt/notesSlides/notesSlide235.xml" ContentType="application/vnd.openxmlformats-officedocument.presentationml.notesSlide+xml"/>
  <Override PartName="/ppt/slides/slide236.xml" ContentType="application/vnd.openxmlformats-officedocument.presentationml.slide+xml"/>
  <Override PartName="/ppt/notesSlides/notesSlide236.xml" ContentType="application/vnd.openxmlformats-officedocument.presentationml.notesSlide+xml"/>
  <Override PartName="/ppt/slides/slide237.xml" ContentType="application/vnd.openxmlformats-officedocument.presentationml.slide+xml"/>
  <Override PartName="/ppt/notesSlides/notesSlide237.xml" ContentType="application/vnd.openxmlformats-officedocument.presentationml.notesSlide+xml"/>
  <Override PartName="/ppt/slides/slide238.xml" ContentType="application/vnd.openxmlformats-officedocument.presentationml.slide+xml"/>
  <Override PartName="/ppt/notesSlides/notesSlide238.xml" ContentType="application/vnd.openxmlformats-officedocument.presentationml.notesSlide+xml"/>
  <Override PartName="/ppt/slides/slide239.xml" ContentType="application/vnd.openxmlformats-officedocument.presentationml.slide+xml"/>
  <Override PartName="/ppt/notesSlides/notesSlide239.xml" ContentType="application/vnd.openxmlformats-officedocument.presentationml.notesSlide+xml"/>
  <Override PartName="/ppt/slides/slide240.xml" ContentType="application/vnd.openxmlformats-officedocument.presentationml.slide+xml"/>
  <Override PartName="/ppt/notesSlides/notesSlide2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579d62fa2042c7" /><Relationship Type="http://schemas.openxmlformats.org/officeDocument/2006/relationships/extended-properties" Target="/docProps/app.xml" Id="R61bf3ef1dce14a37" /><Relationship Type="http://schemas.openxmlformats.org/officeDocument/2006/relationships/officeDocument" Target="/ppt/presentation.xml" Id="R7382a00241bb42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fe46f2181242a4"/>
  </p:sldMasterIdLst>
  <p:notesMasterIdLst>
    <p:notesMasterId xmlns:r="http://schemas.openxmlformats.org/officeDocument/2006/relationships" r:id="R9fc9f637eb2d4088"/>
  </p:notesMasterIdLst>
  <p:sldIdLst>
    <p:sldId xmlns:r="http://schemas.openxmlformats.org/officeDocument/2006/relationships" id="256" r:id="R23e8e5358eb1465d"/>
    <p:sldId xmlns:r="http://schemas.openxmlformats.org/officeDocument/2006/relationships" id="257" r:id="R58bd13118d5843da"/>
    <p:sldId xmlns:r="http://schemas.openxmlformats.org/officeDocument/2006/relationships" id="258" r:id="R11b66c7761dd4e3c"/>
    <p:sldId xmlns:r="http://schemas.openxmlformats.org/officeDocument/2006/relationships" id="259" r:id="R050ef6ff3efd4b24"/>
    <p:sldId xmlns:r="http://schemas.openxmlformats.org/officeDocument/2006/relationships" id="260" r:id="R54a9705d734e4746"/>
    <p:sldId xmlns:r="http://schemas.openxmlformats.org/officeDocument/2006/relationships" id="261" r:id="R348a01e4cff14f0f"/>
    <p:sldId xmlns:r="http://schemas.openxmlformats.org/officeDocument/2006/relationships" id="262" r:id="R18a41013dba3410d"/>
    <p:sldId xmlns:r="http://schemas.openxmlformats.org/officeDocument/2006/relationships" id="263" r:id="Ra39fede7c2174b58"/>
    <p:sldId xmlns:r="http://schemas.openxmlformats.org/officeDocument/2006/relationships" id="264" r:id="R539926f79b244f62"/>
    <p:sldId xmlns:r="http://schemas.openxmlformats.org/officeDocument/2006/relationships" id="265" r:id="R4c200e9af405449f"/>
    <p:sldId xmlns:r="http://schemas.openxmlformats.org/officeDocument/2006/relationships" id="266" r:id="R13a4e562631e4944"/>
    <p:sldId xmlns:r="http://schemas.openxmlformats.org/officeDocument/2006/relationships" id="267" r:id="R06d966066ee74751"/>
    <p:sldId xmlns:r="http://schemas.openxmlformats.org/officeDocument/2006/relationships" id="268" r:id="R46630dc9df804305"/>
    <p:sldId xmlns:r="http://schemas.openxmlformats.org/officeDocument/2006/relationships" id="269" r:id="R195dde6269b74e1d"/>
    <p:sldId xmlns:r="http://schemas.openxmlformats.org/officeDocument/2006/relationships" id="270" r:id="R57e6976fa1c64096"/>
    <p:sldId xmlns:r="http://schemas.openxmlformats.org/officeDocument/2006/relationships" id="271" r:id="Rbbf9b55b3767471d"/>
    <p:sldId xmlns:r="http://schemas.openxmlformats.org/officeDocument/2006/relationships" id="272" r:id="R19b8a9f3af39464e"/>
    <p:sldId xmlns:r="http://schemas.openxmlformats.org/officeDocument/2006/relationships" id="273" r:id="R4367700a5975447c"/>
    <p:sldId xmlns:r="http://schemas.openxmlformats.org/officeDocument/2006/relationships" id="274" r:id="R550509cd2b704f80"/>
    <p:sldId xmlns:r="http://schemas.openxmlformats.org/officeDocument/2006/relationships" id="275" r:id="R6892be7b0eff4a09"/>
    <p:sldId xmlns:r="http://schemas.openxmlformats.org/officeDocument/2006/relationships" id="276" r:id="Rea8cab0314cb4afe"/>
    <p:sldId xmlns:r="http://schemas.openxmlformats.org/officeDocument/2006/relationships" id="277" r:id="Rd3f7c93a5d8e42f4"/>
    <p:sldId xmlns:r="http://schemas.openxmlformats.org/officeDocument/2006/relationships" id="278" r:id="R9855aa19baa84daf"/>
    <p:sldId xmlns:r="http://schemas.openxmlformats.org/officeDocument/2006/relationships" id="279" r:id="R7d5da7d6e6e34717"/>
    <p:sldId xmlns:r="http://schemas.openxmlformats.org/officeDocument/2006/relationships" id="280" r:id="R4d8c5b6366cb4b3c"/>
    <p:sldId xmlns:r="http://schemas.openxmlformats.org/officeDocument/2006/relationships" id="281" r:id="R5bd31306a28c43c9"/>
    <p:sldId xmlns:r="http://schemas.openxmlformats.org/officeDocument/2006/relationships" id="282" r:id="R22e11de1d777489a"/>
    <p:sldId xmlns:r="http://schemas.openxmlformats.org/officeDocument/2006/relationships" id="283" r:id="R97a17ac56aeb4e08"/>
    <p:sldId xmlns:r="http://schemas.openxmlformats.org/officeDocument/2006/relationships" id="284" r:id="R2ba9a5dd42eb442e"/>
    <p:sldId xmlns:r="http://schemas.openxmlformats.org/officeDocument/2006/relationships" id="285" r:id="R0fffb302a28b4490"/>
    <p:sldId xmlns:r="http://schemas.openxmlformats.org/officeDocument/2006/relationships" id="286" r:id="R9c20a6892d824809"/>
    <p:sldId xmlns:r="http://schemas.openxmlformats.org/officeDocument/2006/relationships" id="287" r:id="R4019156a18664f32"/>
    <p:sldId xmlns:r="http://schemas.openxmlformats.org/officeDocument/2006/relationships" id="288" r:id="R1df29461b1cb409f"/>
    <p:sldId xmlns:r="http://schemas.openxmlformats.org/officeDocument/2006/relationships" id="289" r:id="Ra23dcd74e01f4f8a"/>
    <p:sldId xmlns:r="http://schemas.openxmlformats.org/officeDocument/2006/relationships" id="290" r:id="Rfeccb8acd7034e1f"/>
    <p:sldId xmlns:r="http://schemas.openxmlformats.org/officeDocument/2006/relationships" id="291" r:id="Re0062edf4ef94d58"/>
    <p:sldId xmlns:r="http://schemas.openxmlformats.org/officeDocument/2006/relationships" id="292" r:id="Re8030567532d4f51"/>
    <p:sldId xmlns:r="http://schemas.openxmlformats.org/officeDocument/2006/relationships" id="293" r:id="R1a8dc14dea334af3"/>
    <p:sldId xmlns:r="http://schemas.openxmlformats.org/officeDocument/2006/relationships" id="294" r:id="Raa98ae122d3f4dbc"/>
    <p:sldId xmlns:r="http://schemas.openxmlformats.org/officeDocument/2006/relationships" id="295" r:id="R972209b441a843e1"/>
    <p:sldId xmlns:r="http://schemas.openxmlformats.org/officeDocument/2006/relationships" id="296" r:id="R0e63f2fa47b44664"/>
    <p:sldId xmlns:r="http://schemas.openxmlformats.org/officeDocument/2006/relationships" id="297" r:id="R097458163e564400"/>
    <p:sldId xmlns:r="http://schemas.openxmlformats.org/officeDocument/2006/relationships" id="298" r:id="Rde174b74a8a14a55"/>
    <p:sldId xmlns:r="http://schemas.openxmlformats.org/officeDocument/2006/relationships" id="299" r:id="R26fc7f065ad9477b"/>
    <p:sldId xmlns:r="http://schemas.openxmlformats.org/officeDocument/2006/relationships" id="300" r:id="R8c1a936025d64891"/>
    <p:sldId xmlns:r="http://schemas.openxmlformats.org/officeDocument/2006/relationships" id="301" r:id="R8346dcce5e494c09"/>
    <p:sldId xmlns:r="http://schemas.openxmlformats.org/officeDocument/2006/relationships" id="302" r:id="Rdb742363f95f4402"/>
    <p:sldId xmlns:r="http://schemas.openxmlformats.org/officeDocument/2006/relationships" id="303" r:id="Rce4eb1e3d46a43d6"/>
    <p:sldId xmlns:r="http://schemas.openxmlformats.org/officeDocument/2006/relationships" id="304" r:id="R2dc641f3a40a45db"/>
    <p:sldId xmlns:r="http://schemas.openxmlformats.org/officeDocument/2006/relationships" id="305" r:id="R24b65436883a44b3"/>
    <p:sldId xmlns:r="http://schemas.openxmlformats.org/officeDocument/2006/relationships" id="306" r:id="R14be81f645d24bca"/>
    <p:sldId xmlns:r="http://schemas.openxmlformats.org/officeDocument/2006/relationships" id="307" r:id="R2fb619ddbb9944ea"/>
    <p:sldId xmlns:r="http://schemas.openxmlformats.org/officeDocument/2006/relationships" id="308" r:id="Rc708df96c34b4017"/>
    <p:sldId xmlns:r="http://schemas.openxmlformats.org/officeDocument/2006/relationships" id="309" r:id="Re5fb92c00f2a4a30"/>
    <p:sldId xmlns:r="http://schemas.openxmlformats.org/officeDocument/2006/relationships" id="310" r:id="R25e64a8b7ede48f5"/>
    <p:sldId xmlns:r="http://schemas.openxmlformats.org/officeDocument/2006/relationships" id="311" r:id="R813afc07dd474150"/>
    <p:sldId xmlns:r="http://schemas.openxmlformats.org/officeDocument/2006/relationships" id="312" r:id="R6d7abd60afa142db"/>
    <p:sldId xmlns:r="http://schemas.openxmlformats.org/officeDocument/2006/relationships" id="313" r:id="Rd5ecfcb878134e84"/>
    <p:sldId xmlns:r="http://schemas.openxmlformats.org/officeDocument/2006/relationships" id="314" r:id="Rc685d785d9504296"/>
    <p:sldId xmlns:r="http://schemas.openxmlformats.org/officeDocument/2006/relationships" id="315" r:id="R8038bcafab9b4583"/>
    <p:sldId xmlns:r="http://schemas.openxmlformats.org/officeDocument/2006/relationships" id="316" r:id="R7d83e648140e46e2"/>
    <p:sldId xmlns:r="http://schemas.openxmlformats.org/officeDocument/2006/relationships" id="317" r:id="R5dfce01f72614a7a"/>
    <p:sldId xmlns:r="http://schemas.openxmlformats.org/officeDocument/2006/relationships" id="318" r:id="R7b53feaf26f64130"/>
    <p:sldId xmlns:r="http://schemas.openxmlformats.org/officeDocument/2006/relationships" id="319" r:id="Rdd03fd811b754740"/>
    <p:sldId xmlns:r="http://schemas.openxmlformats.org/officeDocument/2006/relationships" id="320" r:id="R974b78102e5d4f0c"/>
    <p:sldId xmlns:r="http://schemas.openxmlformats.org/officeDocument/2006/relationships" id="321" r:id="Rae3f4767232b4c4a"/>
    <p:sldId xmlns:r="http://schemas.openxmlformats.org/officeDocument/2006/relationships" id="322" r:id="Ra4a3beeec6a74e04"/>
    <p:sldId xmlns:r="http://schemas.openxmlformats.org/officeDocument/2006/relationships" id="323" r:id="R53b8156fdd5e49d8"/>
    <p:sldId xmlns:r="http://schemas.openxmlformats.org/officeDocument/2006/relationships" id="324" r:id="R73de5c10280e4919"/>
    <p:sldId xmlns:r="http://schemas.openxmlformats.org/officeDocument/2006/relationships" id="325" r:id="Ra04f7001a76b43de"/>
    <p:sldId xmlns:r="http://schemas.openxmlformats.org/officeDocument/2006/relationships" id="326" r:id="R74179fd923fe48a0"/>
    <p:sldId xmlns:r="http://schemas.openxmlformats.org/officeDocument/2006/relationships" id="327" r:id="R0090c3d0589047da"/>
    <p:sldId xmlns:r="http://schemas.openxmlformats.org/officeDocument/2006/relationships" id="328" r:id="Rdb0cf257ec2647bf"/>
    <p:sldId xmlns:r="http://schemas.openxmlformats.org/officeDocument/2006/relationships" id="329" r:id="R1dac06f881304780"/>
    <p:sldId xmlns:r="http://schemas.openxmlformats.org/officeDocument/2006/relationships" id="330" r:id="R5c2e56f980574a9a"/>
    <p:sldId xmlns:r="http://schemas.openxmlformats.org/officeDocument/2006/relationships" id="331" r:id="Re4da8c372ae14e4d"/>
    <p:sldId xmlns:r="http://schemas.openxmlformats.org/officeDocument/2006/relationships" id="332" r:id="R5722086087424b59"/>
    <p:sldId xmlns:r="http://schemas.openxmlformats.org/officeDocument/2006/relationships" id="333" r:id="R5db6b10b965b4dc9"/>
    <p:sldId xmlns:r="http://schemas.openxmlformats.org/officeDocument/2006/relationships" id="334" r:id="R879242660ac446f0"/>
    <p:sldId xmlns:r="http://schemas.openxmlformats.org/officeDocument/2006/relationships" id="335" r:id="R9b25de4d16f04b88"/>
    <p:sldId xmlns:r="http://schemas.openxmlformats.org/officeDocument/2006/relationships" id="336" r:id="R9f77a0326fb64a81"/>
    <p:sldId xmlns:r="http://schemas.openxmlformats.org/officeDocument/2006/relationships" id="337" r:id="R06464c8ce7024894"/>
    <p:sldId xmlns:r="http://schemas.openxmlformats.org/officeDocument/2006/relationships" id="338" r:id="R6848842e7f6440b3"/>
    <p:sldId xmlns:r="http://schemas.openxmlformats.org/officeDocument/2006/relationships" id="339" r:id="Rb140fc04bc4142af"/>
    <p:sldId xmlns:r="http://schemas.openxmlformats.org/officeDocument/2006/relationships" id="340" r:id="R92ed385dfa4f457f"/>
    <p:sldId xmlns:r="http://schemas.openxmlformats.org/officeDocument/2006/relationships" id="341" r:id="R04d69b87ecd94212"/>
    <p:sldId xmlns:r="http://schemas.openxmlformats.org/officeDocument/2006/relationships" id="342" r:id="R45c3f89337304b7c"/>
    <p:sldId xmlns:r="http://schemas.openxmlformats.org/officeDocument/2006/relationships" id="343" r:id="Rac3cb0cf3c7343f3"/>
    <p:sldId xmlns:r="http://schemas.openxmlformats.org/officeDocument/2006/relationships" id="344" r:id="R2e8f0770e2404ef0"/>
    <p:sldId xmlns:r="http://schemas.openxmlformats.org/officeDocument/2006/relationships" id="345" r:id="Rf485da9f50874b88"/>
    <p:sldId xmlns:r="http://schemas.openxmlformats.org/officeDocument/2006/relationships" id="346" r:id="R999434cc2b8b47d2"/>
    <p:sldId xmlns:r="http://schemas.openxmlformats.org/officeDocument/2006/relationships" id="347" r:id="R0c95a677ab284602"/>
    <p:sldId xmlns:r="http://schemas.openxmlformats.org/officeDocument/2006/relationships" id="348" r:id="R84925b682df04c33"/>
    <p:sldId xmlns:r="http://schemas.openxmlformats.org/officeDocument/2006/relationships" id="349" r:id="R1b0913a9140942b2"/>
    <p:sldId xmlns:r="http://schemas.openxmlformats.org/officeDocument/2006/relationships" id="350" r:id="Rf02b854846224bff"/>
    <p:sldId xmlns:r="http://schemas.openxmlformats.org/officeDocument/2006/relationships" id="351" r:id="R58b7e0b2e82145a9"/>
    <p:sldId xmlns:r="http://schemas.openxmlformats.org/officeDocument/2006/relationships" id="352" r:id="R9b2c4e0df6ed46ef"/>
    <p:sldId xmlns:r="http://schemas.openxmlformats.org/officeDocument/2006/relationships" id="353" r:id="R46306395b04a49a3"/>
    <p:sldId xmlns:r="http://schemas.openxmlformats.org/officeDocument/2006/relationships" id="354" r:id="R3bd462d3043b4d83"/>
    <p:sldId xmlns:r="http://schemas.openxmlformats.org/officeDocument/2006/relationships" id="355" r:id="R497940d048904f87"/>
    <p:sldId xmlns:r="http://schemas.openxmlformats.org/officeDocument/2006/relationships" id="356" r:id="R46e233f24ff943bb"/>
    <p:sldId xmlns:r="http://schemas.openxmlformats.org/officeDocument/2006/relationships" id="357" r:id="R56fb7024aeee4637"/>
    <p:sldId xmlns:r="http://schemas.openxmlformats.org/officeDocument/2006/relationships" id="358" r:id="Rc904aa4439c045ff"/>
    <p:sldId xmlns:r="http://schemas.openxmlformats.org/officeDocument/2006/relationships" id="359" r:id="R000536cf2fe24ab4"/>
    <p:sldId xmlns:r="http://schemas.openxmlformats.org/officeDocument/2006/relationships" id="360" r:id="Rcd0615597977470c"/>
    <p:sldId xmlns:r="http://schemas.openxmlformats.org/officeDocument/2006/relationships" id="361" r:id="R6bea102db1da4b8b"/>
    <p:sldId xmlns:r="http://schemas.openxmlformats.org/officeDocument/2006/relationships" id="362" r:id="Ra1d88ac8ad1e435e"/>
    <p:sldId xmlns:r="http://schemas.openxmlformats.org/officeDocument/2006/relationships" id="363" r:id="Rc612ee5e02e44d2f"/>
    <p:sldId xmlns:r="http://schemas.openxmlformats.org/officeDocument/2006/relationships" id="364" r:id="R3b1bd9c8219d4220"/>
    <p:sldId xmlns:r="http://schemas.openxmlformats.org/officeDocument/2006/relationships" id="365" r:id="Ra35546ced9504920"/>
    <p:sldId xmlns:r="http://schemas.openxmlformats.org/officeDocument/2006/relationships" id="366" r:id="Re485dc87afe64189"/>
    <p:sldId xmlns:r="http://schemas.openxmlformats.org/officeDocument/2006/relationships" id="367" r:id="Rd21a53bc37da4b32"/>
    <p:sldId xmlns:r="http://schemas.openxmlformats.org/officeDocument/2006/relationships" id="368" r:id="R1336947b07f448c3"/>
    <p:sldId xmlns:r="http://schemas.openxmlformats.org/officeDocument/2006/relationships" id="369" r:id="R8878d35349e84d67"/>
    <p:sldId xmlns:r="http://schemas.openxmlformats.org/officeDocument/2006/relationships" id="370" r:id="R3c85829c748b4fa4"/>
    <p:sldId xmlns:r="http://schemas.openxmlformats.org/officeDocument/2006/relationships" id="371" r:id="R5bd16c6d34af4977"/>
    <p:sldId xmlns:r="http://schemas.openxmlformats.org/officeDocument/2006/relationships" id="372" r:id="Rbeec06b29e5241ec"/>
    <p:sldId xmlns:r="http://schemas.openxmlformats.org/officeDocument/2006/relationships" id="373" r:id="R74c96c7f6afc4824"/>
    <p:sldId xmlns:r="http://schemas.openxmlformats.org/officeDocument/2006/relationships" id="374" r:id="R18eb553277f147d4"/>
    <p:sldId xmlns:r="http://schemas.openxmlformats.org/officeDocument/2006/relationships" id="375" r:id="R903df2f6e55d413b"/>
    <p:sldId xmlns:r="http://schemas.openxmlformats.org/officeDocument/2006/relationships" id="376" r:id="Ra31d5f1879344a94"/>
    <p:sldId xmlns:r="http://schemas.openxmlformats.org/officeDocument/2006/relationships" id="377" r:id="R9e040f52ef204176"/>
    <p:sldId xmlns:r="http://schemas.openxmlformats.org/officeDocument/2006/relationships" id="378" r:id="R3ef6d46a359e45f8"/>
    <p:sldId xmlns:r="http://schemas.openxmlformats.org/officeDocument/2006/relationships" id="379" r:id="R1fdd57118a454ebb"/>
    <p:sldId xmlns:r="http://schemas.openxmlformats.org/officeDocument/2006/relationships" id="380" r:id="R0e9e9f5c24174128"/>
    <p:sldId xmlns:r="http://schemas.openxmlformats.org/officeDocument/2006/relationships" id="381" r:id="Read7cae51614427e"/>
    <p:sldId xmlns:r="http://schemas.openxmlformats.org/officeDocument/2006/relationships" id="382" r:id="R7144952bfa0740bc"/>
    <p:sldId xmlns:r="http://schemas.openxmlformats.org/officeDocument/2006/relationships" id="383" r:id="Rc30a273e7ed84834"/>
    <p:sldId xmlns:r="http://schemas.openxmlformats.org/officeDocument/2006/relationships" id="384" r:id="Red5839449bf7426b"/>
    <p:sldId xmlns:r="http://schemas.openxmlformats.org/officeDocument/2006/relationships" id="385" r:id="R63c3909bf30d4658"/>
    <p:sldId xmlns:r="http://schemas.openxmlformats.org/officeDocument/2006/relationships" id="386" r:id="R6711b49a90894bc7"/>
    <p:sldId xmlns:r="http://schemas.openxmlformats.org/officeDocument/2006/relationships" id="387" r:id="R1fb45ba84b14498e"/>
    <p:sldId xmlns:r="http://schemas.openxmlformats.org/officeDocument/2006/relationships" id="388" r:id="Rc62f84fe746440a4"/>
    <p:sldId xmlns:r="http://schemas.openxmlformats.org/officeDocument/2006/relationships" id="389" r:id="Ra7c0994d97754616"/>
    <p:sldId xmlns:r="http://schemas.openxmlformats.org/officeDocument/2006/relationships" id="390" r:id="R3c9ca7ee25514dfd"/>
    <p:sldId xmlns:r="http://schemas.openxmlformats.org/officeDocument/2006/relationships" id="391" r:id="Ra35acab47c3949c3"/>
    <p:sldId xmlns:r="http://schemas.openxmlformats.org/officeDocument/2006/relationships" id="392" r:id="Rc0aac4654ad74b34"/>
    <p:sldId xmlns:r="http://schemas.openxmlformats.org/officeDocument/2006/relationships" id="393" r:id="R246b0860023e4d56"/>
    <p:sldId xmlns:r="http://schemas.openxmlformats.org/officeDocument/2006/relationships" id="394" r:id="Rc785d6d0757e4812"/>
    <p:sldId xmlns:r="http://schemas.openxmlformats.org/officeDocument/2006/relationships" id="395" r:id="R7302359b19a443d9"/>
    <p:sldId xmlns:r="http://schemas.openxmlformats.org/officeDocument/2006/relationships" id="396" r:id="Rb72e05a52569415d"/>
    <p:sldId xmlns:r="http://schemas.openxmlformats.org/officeDocument/2006/relationships" id="397" r:id="R0d35ff6aa5c14706"/>
    <p:sldId xmlns:r="http://schemas.openxmlformats.org/officeDocument/2006/relationships" id="398" r:id="Ra90bcb9ae6aa4e21"/>
    <p:sldId xmlns:r="http://schemas.openxmlformats.org/officeDocument/2006/relationships" id="399" r:id="R0eddc5b59ab345bb"/>
    <p:sldId xmlns:r="http://schemas.openxmlformats.org/officeDocument/2006/relationships" id="400" r:id="R00452aa77516418d"/>
    <p:sldId xmlns:r="http://schemas.openxmlformats.org/officeDocument/2006/relationships" id="401" r:id="R99ac569cdaff40fa"/>
    <p:sldId xmlns:r="http://schemas.openxmlformats.org/officeDocument/2006/relationships" id="402" r:id="R1295b8f9a4624a97"/>
    <p:sldId xmlns:r="http://schemas.openxmlformats.org/officeDocument/2006/relationships" id="403" r:id="Rb8ad11cae5f74755"/>
    <p:sldId xmlns:r="http://schemas.openxmlformats.org/officeDocument/2006/relationships" id="404" r:id="R4d98df8789364543"/>
    <p:sldId xmlns:r="http://schemas.openxmlformats.org/officeDocument/2006/relationships" id="405" r:id="Rbcd0ad66e9474ad6"/>
    <p:sldId xmlns:r="http://schemas.openxmlformats.org/officeDocument/2006/relationships" id="406" r:id="R8c210cad46b24ada"/>
    <p:sldId xmlns:r="http://schemas.openxmlformats.org/officeDocument/2006/relationships" id="407" r:id="Rd2b53b24790a4897"/>
    <p:sldId xmlns:r="http://schemas.openxmlformats.org/officeDocument/2006/relationships" id="408" r:id="R822d667341464e70"/>
    <p:sldId xmlns:r="http://schemas.openxmlformats.org/officeDocument/2006/relationships" id="409" r:id="R88743386ad084f37"/>
    <p:sldId xmlns:r="http://schemas.openxmlformats.org/officeDocument/2006/relationships" id="410" r:id="Ra340575befe24286"/>
    <p:sldId xmlns:r="http://schemas.openxmlformats.org/officeDocument/2006/relationships" id="411" r:id="R008b5327789e4b7a"/>
    <p:sldId xmlns:r="http://schemas.openxmlformats.org/officeDocument/2006/relationships" id="412" r:id="Redcd03e60fe64841"/>
    <p:sldId xmlns:r="http://schemas.openxmlformats.org/officeDocument/2006/relationships" id="413" r:id="Raf06a23a32f24cfe"/>
    <p:sldId xmlns:r="http://schemas.openxmlformats.org/officeDocument/2006/relationships" id="414" r:id="R462cd71503eb4275"/>
    <p:sldId xmlns:r="http://schemas.openxmlformats.org/officeDocument/2006/relationships" id="415" r:id="Rb704400c2d854d23"/>
    <p:sldId xmlns:r="http://schemas.openxmlformats.org/officeDocument/2006/relationships" id="416" r:id="R569f6bd4d3e64f2c"/>
    <p:sldId xmlns:r="http://schemas.openxmlformats.org/officeDocument/2006/relationships" id="417" r:id="R54b74bb8483647fc"/>
    <p:sldId xmlns:r="http://schemas.openxmlformats.org/officeDocument/2006/relationships" id="418" r:id="R01a976abf1af49f2"/>
    <p:sldId xmlns:r="http://schemas.openxmlformats.org/officeDocument/2006/relationships" id="419" r:id="R19923a8ac5544a70"/>
    <p:sldId xmlns:r="http://schemas.openxmlformats.org/officeDocument/2006/relationships" id="420" r:id="R8f827358ee0349af"/>
    <p:sldId xmlns:r="http://schemas.openxmlformats.org/officeDocument/2006/relationships" id="421" r:id="Rd50c3595c4644a5d"/>
    <p:sldId xmlns:r="http://schemas.openxmlformats.org/officeDocument/2006/relationships" id="422" r:id="Rce46b8d67b3e42ee"/>
    <p:sldId xmlns:r="http://schemas.openxmlformats.org/officeDocument/2006/relationships" id="423" r:id="R6538095b2a86402b"/>
    <p:sldId xmlns:r="http://schemas.openxmlformats.org/officeDocument/2006/relationships" id="424" r:id="Rb6ec43eb949d4a81"/>
    <p:sldId xmlns:r="http://schemas.openxmlformats.org/officeDocument/2006/relationships" id="425" r:id="Rcf9a57729b7848cf"/>
    <p:sldId xmlns:r="http://schemas.openxmlformats.org/officeDocument/2006/relationships" id="426" r:id="R471c561a95cb496f"/>
    <p:sldId xmlns:r="http://schemas.openxmlformats.org/officeDocument/2006/relationships" id="427" r:id="R06ab4d93da284e15"/>
    <p:sldId xmlns:r="http://schemas.openxmlformats.org/officeDocument/2006/relationships" id="428" r:id="R5963e6e60b01432f"/>
    <p:sldId xmlns:r="http://schemas.openxmlformats.org/officeDocument/2006/relationships" id="429" r:id="R80623293af824063"/>
    <p:sldId xmlns:r="http://schemas.openxmlformats.org/officeDocument/2006/relationships" id="430" r:id="Rdc490cef1c914a95"/>
    <p:sldId xmlns:r="http://schemas.openxmlformats.org/officeDocument/2006/relationships" id="431" r:id="R35cc518854e048a1"/>
    <p:sldId xmlns:r="http://schemas.openxmlformats.org/officeDocument/2006/relationships" id="432" r:id="Rb9b3b903493941f2"/>
    <p:sldId xmlns:r="http://schemas.openxmlformats.org/officeDocument/2006/relationships" id="433" r:id="R1d34dd370d8e438c"/>
    <p:sldId xmlns:r="http://schemas.openxmlformats.org/officeDocument/2006/relationships" id="434" r:id="Re3236c31c35c425d"/>
    <p:sldId xmlns:r="http://schemas.openxmlformats.org/officeDocument/2006/relationships" id="435" r:id="Rf46a5dac17ee4606"/>
    <p:sldId xmlns:r="http://schemas.openxmlformats.org/officeDocument/2006/relationships" id="436" r:id="Rb24ee111d768405c"/>
    <p:sldId xmlns:r="http://schemas.openxmlformats.org/officeDocument/2006/relationships" id="437" r:id="R1347cc743e6e49b4"/>
    <p:sldId xmlns:r="http://schemas.openxmlformats.org/officeDocument/2006/relationships" id="438" r:id="R8f3c82938f364bd5"/>
    <p:sldId xmlns:r="http://schemas.openxmlformats.org/officeDocument/2006/relationships" id="439" r:id="R6d29a0923e2e478c"/>
    <p:sldId xmlns:r="http://schemas.openxmlformats.org/officeDocument/2006/relationships" id="440" r:id="R3435dd6b328946f9"/>
    <p:sldId xmlns:r="http://schemas.openxmlformats.org/officeDocument/2006/relationships" id="441" r:id="R6eef65b46a8c4310"/>
    <p:sldId xmlns:r="http://schemas.openxmlformats.org/officeDocument/2006/relationships" id="442" r:id="Ra28499952e3f4548"/>
    <p:sldId xmlns:r="http://schemas.openxmlformats.org/officeDocument/2006/relationships" id="443" r:id="Rfc3e2ff3c0b348cd"/>
    <p:sldId xmlns:r="http://schemas.openxmlformats.org/officeDocument/2006/relationships" id="444" r:id="Rbc0ee2e5ac0643dd"/>
    <p:sldId xmlns:r="http://schemas.openxmlformats.org/officeDocument/2006/relationships" id="445" r:id="Rd6588be84b3440d6"/>
    <p:sldId xmlns:r="http://schemas.openxmlformats.org/officeDocument/2006/relationships" id="446" r:id="R94df51ad2cfa4af1"/>
    <p:sldId xmlns:r="http://schemas.openxmlformats.org/officeDocument/2006/relationships" id="447" r:id="R9c53486be99d4807"/>
    <p:sldId xmlns:r="http://schemas.openxmlformats.org/officeDocument/2006/relationships" id="448" r:id="Rc71e698535ca4899"/>
    <p:sldId xmlns:r="http://schemas.openxmlformats.org/officeDocument/2006/relationships" id="449" r:id="R2493ffbad51d4a9a"/>
    <p:sldId xmlns:r="http://schemas.openxmlformats.org/officeDocument/2006/relationships" id="450" r:id="R13877a3c486b4e22"/>
    <p:sldId xmlns:r="http://schemas.openxmlformats.org/officeDocument/2006/relationships" id="451" r:id="R4f5fe1dd8fff42ff"/>
    <p:sldId xmlns:r="http://schemas.openxmlformats.org/officeDocument/2006/relationships" id="452" r:id="R71a559fc28ed4f32"/>
    <p:sldId xmlns:r="http://schemas.openxmlformats.org/officeDocument/2006/relationships" id="453" r:id="Reb215f4928a1457e"/>
    <p:sldId xmlns:r="http://schemas.openxmlformats.org/officeDocument/2006/relationships" id="454" r:id="R3d6324f706f94a62"/>
    <p:sldId xmlns:r="http://schemas.openxmlformats.org/officeDocument/2006/relationships" id="455" r:id="Re64a84c873b14b77"/>
    <p:sldId xmlns:r="http://schemas.openxmlformats.org/officeDocument/2006/relationships" id="456" r:id="Radd18210af6d45ee"/>
    <p:sldId xmlns:r="http://schemas.openxmlformats.org/officeDocument/2006/relationships" id="457" r:id="R6f632fa684d14156"/>
    <p:sldId xmlns:r="http://schemas.openxmlformats.org/officeDocument/2006/relationships" id="458" r:id="R7ed5e42b7d9c47e7"/>
    <p:sldId xmlns:r="http://schemas.openxmlformats.org/officeDocument/2006/relationships" id="459" r:id="R69ca088a494c4a52"/>
    <p:sldId xmlns:r="http://schemas.openxmlformats.org/officeDocument/2006/relationships" id="460" r:id="R7003c1955f8e46e7"/>
    <p:sldId xmlns:r="http://schemas.openxmlformats.org/officeDocument/2006/relationships" id="461" r:id="R34316dd3492f457d"/>
    <p:sldId xmlns:r="http://schemas.openxmlformats.org/officeDocument/2006/relationships" id="462" r:id="Rbc7bcbae96f94394"/>
    <p:sldId xmlns:r="http://schemas.openxmlformats.org/officeDocument/2006/relationships" id="463" r:id="R670ecfc8cc434a52"/>
    <p:sldId xmlns:r="http://schemas.openxmlformats.org/officeDocument/2006/relationships" id="464" r:id="R2580391a3a8644ea"/>
    <p:sldId xmlns:r="http://schemas.openxmlformats.org/officeDocument/2006/relationships" id="465" r:id="R0203b01542d541a3"/>
    <p:sldId xmlns:r="http://schemas.openxmlformats.org/officeDocument/2006/relationships" id="466" r:id="R49ac6be3df8c4377"/>
    <p:sldId xmlns:r="http://schemas.openxmlformats.org/officeDocument/2006/relationships" id="467" r:id="Rb4601b6ea7174db9"/>
    <p:sldId xmlns:r="http://schemas.openxmlformats.org/officeDocument/2006/relationships" id="468" r:id="Ra1a0de2f3329491b"/>
    <p:sldId xmlns:r="http://schemas.openxmlformats.org/officeDocument/2006/relationships" id="469" r:id="R0e0cfa8465a14928"/>
    <p:sldId xmlns:r="http://schemas.openxmlformats.org/officeDocument/2006/relationships" id="470" r:id="R98bd261e8e5b45d5"/>
    <p:sldId xmlns:r="http://schemas.openxmlformats.org/officeDocument/2006/relationships" id="471" r:id="R3fd0fd0eac794fcc"/>
    <p:sldId xmlns:r="http://schemas.openxmlformats.org/officeDocument/2006/relationships" id="472" r:id="R76519aac69cd461b"/>
    <p:sldId xmlns:r="http://schemas.openxmlformats.org/officeDocument/2006/relationships" id="473" r:id="Rcd9981f611ec474c"/>
    <p:sldId xmlns:r="http://schemas.openxmlformats.org/officeDocument/2006/relationships" id="474" r:id="Rd114cd2d7f624ca3"/>
    <p:sldId xmlns:r="http://schemas.openxmlformats.org/officeDocument/2006/relationships" id="475" r:id="R54dd1d3130014e7a"/>
    <p:sldId xmlns:r="http://schemas.openxmlformats.org/officeDocument/2006/relationships" id="476" r:id="R31d19ea5b4624716"/>
    <p:sldId xmlns:r="http://schemas.openxmlformats.org/officeDocument/2006/relationships" id="477" r:id="Rf301bc0e892e43ba"/>
    <p:sldId xmlns:r="http://schemas.openxmlformats.org/officeDocument/2006/relationships" id="478" r:id="Rc2661dbd5c214fe1"/>
    <p:sldId xmlns:r="http://schemas.openxmlformats.org/officeDocument/2006/relationships" id="479" r:id="Rfd12425d0a9a436f"/>
    <p:sldId xmlns:r="http://schemas.openxmlformats.org/officeDocument/2006/relationships" id="480" r:id="R23c7c540425843c9"/>
    <p:sldId xmlns:r="http://schemas.openxmlformats.org/officeDocument/2006/relationships" id="481" r:id="R1ce288781c6640bb"/>
    <p:sldId xmlns:r="http://schemas.openxmlformats.org/officeDocument/2006/relationships" id="482" r:id="Rda414bcd02294f60"/>
    <p:sldId xmlns:r="http://schemas.openxmlformats.org/officeDocument/2006/relationships" id="483" r:id="Rbc43c6034b764b93"/>
    <p:sldId xmlns:r="http://schemas.openxmlformats.org/officeDocument/2006/relationships" id="484" r:id="Rb8f3006a54f64d8a"/>
    <p:sldId xmlns:r="http://schemas.openxmlformats.org/officeDocument/2006/relationships" id="485" r:id="R8ba05847b5404364"/>
    <p:sldId xmlns:r="http://schemas.openxmlformats.org/officeDocument/2006/relationships" id="486" r:id="R67f9d35961194d6b"/>
    <p:sldId xmlns:r="http://schemas.openxmlformats.org/officeDocument/2006/relationships" id="487" r:id="Rddde1720b3f44a02"/>
    <p:sldId xmlns:r="http://schemas.openxmlformats.org/officeDocument/2006/relationships" id="488" r:id="R2647e05c8f954670"/>
    <p:sldId xmlns:r="http://schemas.openxmlformats.org/officeDocument/2006/relationships" id="489" r:id="Rf6796058e16e40ae"/>
    <p:sldId xmlns:r="http://schemas.openxmlformats.org/officeDocument/2006/relationships" id="490" r:id="R3c8a5c9777f24c06"/>
    <p:sldId xmlns:r="http://schemas.openxmlformats.org/officeDocument/2006/relationships" id="491" r:id="R9b1bc81ee6ad4791"/>
    <p:sldId xmlns:r="http://schemas.openxmlformats.org/officeDocument/2006/relationships" id="492" r:id="Rd27f1b9f9ca64d0c"/>
    <p:sldId xmlns:r="http://schemas.openxmlformats.org/officeDocument/2006/relationships" id="493" r:id="Rcd94f0405c5e4f9e"/>
    <p:sldId xmlns:r="http://schemas.openxmlformats.org/officeDocument/2006/relationships" id="494" r:id="Reeeef813247e42d8"/>
    <p:sldId xmlns:r="http://schemas.openxmlformats.org/officeDocument/2006/relationships" id="495" r:id="R138b1ffffbb9426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97ea5b86ba4bf0" /><Relationship Type="http://schemas.openxmlformats.org/officeDocument/2006/relationships/slideMaster" Target="/ppt/slideMasters/slideMaster1.xml" Id="Rf2fe46f2181242a4" /><Relationship Type="http://schemas.openxmlformats.org/officeDocument/2006/relationships/notesMaster" Target="/ppt/notesMasters/notesMaster1.xml" Id="R9fc9f637eb2d4088" /><Relationship Type="http://schemas.openxmlformats.org/officeDocument/2006/relationships/presProps" Target="/ppt/presProps.xml" Id="R7513702eb1c44eb3" /><Relationship Type="http://schemas.openxmlformats.org/officeDocument/2006/relationships/tableStyles" Target="/ppt/tableStyles.xml" Id="R7c2b396dee884696" /><Relationship Type="http://schemas.openxmlformats.org/officeDocument/2006/relationships/slide" Target="/ppt/slides/slide1.xml" Id="R23e8e5358eb1465d" /><Relationship Type="http://schemas.openxmlformats.org/officeDocument/2006/relationships/slide" Target="/ppt/slides/slide2.xml" Id="R58bd13118d5843da" /><Relationship Type="http://schemas.openxmlformats.org/officeDocument/2006/relationships/slide" Target="/ppt/slides/slide3.xml" Id="R11b66c7761dd4e3c" /><Relationship Type="http://schemas.openxmlformats.org/officeDocument/2006/relationships/slide" Target="/ppt/slides/slide4.xml" Id="R050ef6ff3efd4b24" /><Relationship Type="http://schemas.openxmlformats.org/officeDocument/2006/relationships/slide" Target="/ppt/slides/slide5.xml" Id="R54a9705d734e4746" /><Relationship Type="http://schemas.openxmlformats.org/officeDocument/2006/relationships/slide" Target="/ppt/slides/slide6.xml" Id="R348a01e4cff14f0f" /><Relationship Type="http://schemas.openxmlformats.org/officeDocument/2006/relationships/slide" Target="/ppt/slides/slide7.xml" Id="R18a41013dba3410d" /><Relationship Type="http://schemas.openxmlformats.org/officeDocument/2006/relationships/slide" Target="/ppt/slides/slide8.xml" Id="Ra39fede7c2174b58" /><Relationship Type="http://schemas.openxmlformats.org/officeDocument/2006/relationships/slide" Target="/ppt/slides/slide9.xml" Id="R539926f79b244f62" /><Relationship Type="http://schemas.openxmlformats.org/officeDocument/2006/relationships/slide" Target="/ppt/slides/slide10.xml" Id="R4c200e9af405449f" /><Relationship Type="http://schemas.openxmlformats.org/officeDocument/2006/relationships/slide" Target="/ppt/slides/slide11.xml" Id="R13a4e562631e4944" /><Relationship Type="http://schemas.openxmlformats.org/officeDocument/2006/relationships/slide" Target="/ppt/slides/slide12.xml" Id="R06d966066ee74751" /><Relationship Type="http://schemas.openxmlformats.org/officeDocument/2006/relationships/slide" Target="/ppt/slides/slide13.xml" Id="R46630dc9df804305" /><Relationship Type="http://schemas.openxmlformats.org/officeDocument/2006/relationships/slide" Target="/ppt/slides/slide14.xml" Id="R195dde6269b74e1d" /><Relationship Type="http://schemas.openxmlformats.org/officeDocument/2006/relationships/slide" Target="/ppt/slides/slide15.xml" Id="R57e6976fa1c64096" /><Relationship Type="http://schemas.openxmlformats.org/officeDocument/2006/relationships/slide" Target="/ppt/slides/slide16.xml" Id="Rbbf9b55b3767471d" /><Relationship Type="http://schemas.openxmlformats.org/officeDocument/2006/relationships/slide" Target="/ppt/slides/slide17.xml" Id="R19b8a9f3af39464e" /><Relationship Type="http://schemas.openxmlformats.org/officeDocument/2006/relationships/slide" Target="/ppt/slides/slide18.xml" Id="R4367700a5975447c" /><Relationship Type="http://schemas.openxmlformats.org/officeDocument/2006/relationships/slide" Target="/ppt/slides/slide19.xml" Id="R550509cd2b704f80" /><Relationship Type="http://schemas.openxmlformats.org/officeDocument/2006/relationships/slide" Target="/ppt/slides/slide20.xml" Id="R6892be7b0eff4a09" /><Relationship Type="http://schemas.openxmlformats.org/officeDocument/2006/relationships/slide" Target="/ppt/slides/slide21.xml" Id="Rea8cab0314cb4afe" /><Relationship Type="http://schemas.openxmlformats.org/officeDocument/2006/relationships/slide" Target="/ppt/slides/slide22.xml" Id="Rd3f7c93a5d8e42f4" /><Relationship Type="http://schemas.openxmlformats.org/officeDocument/2006/relationships/slide" Target="/ppt/slides/slide23.xml" Id="R9855aa19baa84daf" /><Relationship Type="http://schemas.openxmlformats.org/officeDocument/2006/relationships/slide" Target="/ppt/slides/slide24.xml" Id="R7d5da7d6e6e34717" /><Relationship Type="http://schemas.openxmlformats.org/officeDocument/2006/relationships/slide" Target="/ppt/slides/slide25.xml" Id="R4d8c5b6366cb4b3c" /><Relationship Type="http://schemas.openxmlformats.org/officeDocument/2006/relationships/slide" Target="/ppt/slides/slide26.xml" Id="R5bd31306a28c43c9" /><Relationship Type="http://schemas.openxmlformats.org/officeDocument/2006/relationships/slide" Target="/ppt/slides/slide27.xml" Id="R22e11de1d777489a" /><Relationship Type="http://schemas.openxmlformats.org/officeDocument/2006/relationships/slide" Target="/ppt/slides/slide28.xml" Id="R97a17ac56aeb4e08" /><Relationship Type="http://schemas.openxmlformats.org/officeDocument/2006/relationships/slide" Target="/ppt/slides/slide29.xml" Id="R2ba9a5dd42eb442e" /><Relationship Type="http://schemas.openxmlformats.org/officeDocument/2006/relationships/slide" Target="/ppt/slides/slide30.xml" Id="R0fffb302a28b4490" /><Relationship Type="http://schemas.openxmlformats.org/officeDocument/2006/relationships/slide" Target="/ppt/slides/slide31.xml" Id="R9c20a6892d824809" /><Relationship Type="http://schemas.openxmlformats.org/officeDocument/2006/relationships/slide" Target="/ppt/slides/slide32.xml" Id="R4019156a18664f32" /><Relationship Type="http://schemas.openxmlformats.org/officeDocument/2006/relationships/slide" Target="/ppt/slides/slide33.xml" Id="R1df29461b1cb409f" /><Relationship Type="http://schemas.openxmlformats.org/officeDocument/2006/relationships/slide" Target="/ppt/slides/slide34.xml" Id="Ra23dcd74e01f4f8a" /><Relationship Type="http://schemas.openxmlformats.org/officeDocument/2006/relationships/slide" Target="/ppt/slides/slide35.xml" Id="Rfeccb8acd7034e1f" /><Relationship Type="http://schemas.openxmlformats.org/officeDocument/2006/relationships/slide" Target="/ppt/slides/slide36.xml" Id="Re0062edf4ef94d58" /><Relationship Type="http://schemas.openxmlformats.org/officeDocument/2006/relationships/slide" Target="/ppt/slides/slide37.xml" Id="Re8030567532d4f51" /><Relationship Type="http://schemas.openxmlformats.org/officeDocument/2006/relationships/slide" Target="/ppt/slides/slide38.xml" Id="R1a8dc14dea334af3" /><Relationship Type="http://schemas.openxmlformats.org/officeDocument/2006/relationships/slide" Target="/ppt/slides/slide39.xml" Id="Raa98ae122d3f4dbc" /><Relationship Type="http://schemas.openxmlformats.org/officeDocument/2006/relationships/slide" Target="/ppt/slides/slide40.xml" Id="R972209b441a843e1" /><Relationship Type="http://schemas.openxmlformats.org/officeDocument/2006/relationships/slide" Target="/ppt/slides/slide41.xml" Id="R0e63f2fa47b44664" /><Relationship Type="http://schemas.openxmlformats.org/officeDocument/2006/relationships/slide" Target="/ppt/slides/slide42.xml" Id="R097458163e564400" /><Relationship Type="http://schemas.openxmlformats.org/officeDocument/2006/relationships/slide" Target="/ppt/slides/slide43.xml" Id="Rde174b74a8a14a55" /><Relationship Type="http://schemas.openxmlformats.org/officeDocument/2006/relationships/slide" Target="/ppt/slides/slide44.xml" Id="R26fc7f065ad9477b" /><Relationship Type="http://schemas.openxmlformats.org/officeDocument/2006/relationships/slide" Target="/ppt/slides/slide45.xml" Id="R8c1a936025d64891" /><Relationship Type="http://schemas.openxmlformats.org/officeDocument/2006/relationships/slide" Target="/ppt/slides/slide46.xml" Id="R8346dcce5e494c09" /><Relationship Type="http://schemas.openxmlformats.org/officeDocument/2006/relationships/slide" Target="/ppt/slides/slide47.xml" Id="Rdb742363f95f4402" /><Relationship Type="http://schemas.openxmlformats.org/officeDocument/2006/relationships/slide" Target="/ppt/slides/slide48.xml" Id="Rce4eb1e3d46a43d6" /><Relationship Type="http://schemas.openxmlformats.org/officeDocument/2006/relationships/slide" Target="/ppt/slides/slide49.xml" Id="R2dc641f3a40a45db" /><Relationship Type="http://schemas.openxmlformats.org/officeDocument/2006/relationships/slide" Target="/ppt/slides/slide50.xml" Id="R24b65436883a44b3" /><Relationship Type="http://schemas.openxmlformats.org/officeDocument/2006/relationships/slide" Target="/ppt/slides/slide51.xml" Id="R14be81f645d24bca" /><Relationship Type="http://schemas.openxmlformats.org/officeDocument/2006/relationships/slide" Target="/ppt/slides/slide52.xml" Id="R2fb619ddbb9944ea" /><Relationship Type="http://schemas.openxmlformats.org/officeDocument/2006/relationships/slide" Target="/ppt/slides/slide53.xml" Id="Rc708df96c34b4017" /><Relationship Type="http://schemas.openxmlformats.org/officeDocument/2006/relationships/slide" Target="/ppt/slides/slide54.xml" Id="Re5fb92c00f2a4a30" /><Relationship Type="http://schemas.openxmlformats.org/officeDocument/2006/relationships/slide" Target="/ppt/slides/slide55.xml" Id="R25e64a8b7ede48f5" /><Relationship Type="http://schemas.openxmlformats.org/officeDocument/2006/relationships/slide" Target="/ppt/slides/slide56.xml" Id="R813afc07dd474150" /><Relationship Type="http://schemas.openxmlformats.org/officeDocument/2006/relationships/slide" Target="/ppt/slides/slide57.xml" Id="R6d7abd60afa142db" /><Relationship Type="http://schemas.openxmlformats.org/officeDocument/2006/relationships/slide" Target="/ppt/slides/slide58.xml" Id="Rd5ecfcb878134e84" /><Relationship Type="http://schemas.openxmlformats.org/officeDocument/2006/relationships/slide" Target="/ppt/slides/slide59.xml" Id="Rc685d785d9504296" /><Relationship Type="http://schemas.openxmlformats.org/officeDocument/2006/relationships/slide" Target="/ppt/slides/slide60.xml" Id="R8038bcafab9b4583" /><Relationship Type="http://schemas.openxmlformats.org/officeDocument/2006/relationships/slide" Target="/ppt/slides/slide61.xml" Id="R7d83e648140e46e2" /><Relationship Type="http://schemas.openxmlformats.org/officeDocument/2006/relationships/slide" Target="/ppt/slides/slide62.xml" Id="R5dfce01f72614a7a" /><Relationship Type="http://schemas.openxmlformats.org/officeDocument/2006/relationships/slide" Target="/ppt/slides/slide63.xml" Id="R7b53feaf26f64130" /><Relationship Type="http://schemas.openxmlformats.org/officeDocument/2006/relationships/slide" Target="/ppt/slides/slide64.xml" Id="Rdd03fd811b754740" /><Relationship Type="http://schemas.openxmlformats.org/officeDocument/2006/relationships/slide" Target="/ppt/slides/slide65.xml" Id="R974b78102e5d4f0c" /><Relationship Type="http://schemas.openxmlformats.org/officeDocument/2006/relationships/slide" Target="/ppt/slides/slide66.xml" Id="Rae3f4767232b4c4a" /><Relationship Type="http://schemas.openxmlformats.org/officeDocument/2006/relationships/slide" Target="/ppt/slides/slide67.xml" Id="Ra4a3beeec6a74e04" /><Relationship Type="http://schemas.openxmlformats.org/officeDocument/2006/relationships/slide" Target="/ppt/slides/slide68.xml" Id="R53b8156fdd5e49d8" /><Relationship Type="http://schemas.openxmlformats.org/officeDocument/2006/relationships/slide" Target="/ppt/slides/slide69.xml" Id="R73de5c10280e4919" /><Relationship Type="http://schemas.openxmlformats.org/officeDocument/2006/relationships/slide" Target="/ppt/slides/slide70.xml" Id="Ra04f7001a76b43de" /><Relationship Type="http://schemas.openxmlformats.org/officeDocument/2006/relationships/slide" Target="/ppt/slides/slide71.xml" Id="R74179fd923fe48a0" /><Relationship Type="http://schemas.openxmlformats.org/officeDocument/2006/relationships/slide" Target="/ppt/slides/slide72.xml" Id="R0090c3d0589047da" /><Relationship Type="http://schemas.openxmlformats.org/officeDocument/2006/relationships/slide" Target="/ppt/slides/slide73.xml" Id="Rdb0cf257ec2647bf" /><Relationship Type="http://schemas.openxmlformats.org/officeDocument/2006/relationships/slide" Target="/ppt/slides/slide74.xml" Id="R1dac06f881304780" /><Relationship Type="http://schemas.openxmlformats.org/officeDocument/2006/relationships/slide" Target="/ppt/slides/slide75.xml" Id="R5c2e56f980574a9a" /><Relationship Type="http://schemas.openxmlformats.org/officeDocument/2006/relationships/slide" Target="/ppt/slides/slide76.xml" Id="Re4da8c372ae14e4d" /><Relationship Type="http://schemas.openxmlformats.org/officeDocument/2006/relationships/slide" Target="/ppt/slides/slide77.xml" Id="R5722086087424b59" /><Relationship Type="http://schemas.openxmlformats.org/officeDocument/2006/relationships/slide" Target="/ppt/slides/slide78.xml" Id="R5db6b10b965b4dc9" /><Relationship Type="http://schemas.openxmlformats.org/officeDocument/2006/relationships/slide" Target="/ppt/slides/slide79.xml" Id="R879242660ac446f0" /><Relationship Type="http://schemas.openxmlformats.org/officeDocument/2006/relationships/slide" Target="/ppt/slides/slide80.xml" Id="R9b25de4d16f04b88" /><Relationship Type="http://schemas.openxmlformats.org/officeDocument/2006/relationships/slide" Target="/ppt/slides/slide81.xml" Id="R9f77a0326fb64a81" /><Relationship Type="http://schemas.openxmlformats.org/officeDocument/2006/relationships/slide" Target="/ppt/slides/slide82.xml" Id="R06464c8ce7024894" /><Relationship Type="http://schemas.openxmlformats.org/officeDocument/2006/relationships/slide" Target="/ppt/slides/slide83.xml" Id="R6848842e7f6440b3" /><Relationship Type="http://schemas.openxmlformats.org/officeDocument/2006/relationships/slide" Target="/ppt/slides/slide84.xml" Id="Rb140fc04bc4142af" /><Relationship Type="http://schemas.openxmlformats.org/officeDocument/2006/relationships/slide" Target="/ppt/slides/slide85.xml" Id="R92ed385dfa4f457f" /><Relationship Type="http://schemas.openxmlformats.org/officeDocument/2006/relationships/slide" Target="/ppt/slides/slide86.xml" Id="R04d69b87ecd94212" /><Relationship Type="http://schemas.openxmlformats.org/officeDocument/2006/relationships/slide" Target="/ppt/slides/slide87.xml" Id="R45c3f89337304b7c" /><Relationship Type="http://schemas.openxmlformats.org/officeDocument/2006/relationships/slide" Target="/ppt/slides/slide88.xml" Id="Rac3cb0cf3c7343f3" /><Relationship Type="http://schemas.openxmlformats.org/officeDocument/2006/relationships/slide" Target="/ppt/slides/slide89.xml" Id="R2e8f0770e2404ef0" /><Relationship Type="http://schemas.openxmlformats.org/officeDocument/2006/relationships/slide" Target="/ppt/slides/slide90.xml" Id="Rf485da9f50874b88" /><Relationship Type="http://schemas.openxmlformats.org/officeDocument/2006/relationships/slide" Target="/ppt/slides/slide91.xml" Id="R999434cc2b8b47d2" /><Relationship Type="http://schemas.openxmlformats.org/officeDocument/2006/relationships/slide" Target="/ppt/slides/slide92.xml" Id="R0c95a677ab284602" /><Relationship Type="http://schemas.openxmlformats.org/officeDocument/2006/relationships/slide" Target="/ppt/slides/slide93.xml" Id="R84925b682df04c33" /><Relationship Type="http://schemas.openxmlformats.org/officeDocument/2006/relationships/slide" Target="/ppt/slides/slide94.xml" Id="R1b0913a9140942b2" /><Relationship Type="http://schemas.openxmlformats.org/officeDocument/2006/relationships/slide" Target="/ppt/slides/slide95.xml" Id="Rf02b854846224bff" /><Relationship Type="http://schemas.openxmlformats.org/officeDocument/2006/relationships/slide" Target="/ppt/slides/slide96.xml" Id="R58b7e0b2e82145a9" /><Relationship Type="http://schemas.openxmlformats.org/officeDocument/2006/relationships/slide" Target="/ppt/slides/slide97.xml" Id="R9b2c4e0df6ed46ef" /><Relationship Type="http://schemas.openxmlformats.org/officeDocument/2006/relationships/slide" Target="/ppt/slides/slide98.xml" Id="R46306395b04a49a3" /><Relationship Type="http://schemas.openxmlformats.org/officeDocument/2006/relationships/slide" Target="/ppt/slides/slide99.xml" Id="R3bd462d3043b4d83" /><Relationship Type="http://schemas.openxmlformats.org/officeDocument/2006/relationships/slide" Target="/ppt/slides/slide100.xml" Id="R497940d048904f87" /><Relationship Type="http://schemas.openxmlformats.org/officeDocument/2006/relationships/slide" Target="/ppt/slides/slide101.xml" Id="R46e233f24ff943bb" /><Relationship Type="http://schemas.openxmlformats.org/officeDocument/2006/relationships/slide" Target="/ppt/slides/slide102.xml" Id="R56fb7024aeee4637" /><Relationship Type="http://schemas.openxmlformats.org/officeDocument/2006/relationships/slide" Target="/ppt/slides/slide103.xml" Id="Rc904aa4439c045ff" /><Relationship Type="http://schemas.openxmlformats.org/officeDocument/2006/relationships/slide" Target="/ppt/slides/slide104.xml" Id="R000536cf2fe24ab4" /><Relationship Type="http://schemas.openxmlformats.org/officeDocument/2006/relationships/slide" Target="/ppt/slides/slide105.xml" Id="Rcd0615597977470c" /><Relationship Type="http://schemas.openxmlformats.org/officeDocument/2006/relationships/slide" Target="/ppt/slides/slide106.xml" Id="R6bea102db1da4b8b" /><Relationship Type="http://schemas.openxmlformats.org/officeDocument/2006/relationships/slide" Target="/ppt/slides/slide107.xml" Id="Ra1d88ac8ad1e435e" /><Relationship Type="http://schemas.openxmlformats.org/officeDocument/2006/relationships/slide" Target="/ppt/slides/slide108.xml" Id="Rc612ee5e02e44d2f" /><Relationship Type="http://schemas.openxmlformats.org/officeDocument/2006/relationships/slide" Target="/ppt/slides/slide109.xml" Id="R3b1bd9c8219d4220" /><Relationship Type="http://schemas.openxmlformats.org/officeDocument/2006/relationships/slide" Target="/ppt/slides/slide110.xml" Id="Ra35546ced9504920" /><Relationship Type="http://schemas.openxmlformats.org/officeDocument/2006/relationships/slide" Target="/ppt/slides/slide111.xml" Id="Re485dc87afe64189" /><Relationship Type="http://schemas.openxmlformats.org/officeDocument/2006/relationships/slide" Target="/ppt/slides/slide112.xml" Id="Rd21a53bc37da4b32" /><Relationship Type="http://schemas.openxmlformats.org/officeDocument/2006/relationships/slide" Target="/ppt/slides/slide113.xml" Id="R1336947b07f448c3" /><Relationship Type="http://schemas.openxmlformats.org/officeDocument/2006/relationships/slide" Target="/ppt/slides/slide114.xml" Id="R8878d35349e84d67" /><Relationship Type="http://schemas.openxmlformats.org/officeDocument/2006/relationships/slide" Target="/ppt/slides/slide115.xml" Id="R3c85829c748b4fa4" /><Relationship Type="http://schemas.openxmlformats.org/officeDocument/2006/relationships/slide" Target="/ppt/slides/slide116.xml" Id="R5bd16c6d34af4977" /><Relationship Type="http://schemas.openxmlformats.org/officeDocument/2006/relationships/slide" Target="/ppt/slides/slide117.xml" Id="Rbeec06b29e5241ec" /><Relationship Type="http://schemas.openxmlformats.org/officeDocument/2006/relationships/slide" Target="/ppt/slides/slide118.xml" Id="R74c96c7f6afc4824" /><Relationship Type="http://schemas.openxmlformats.org/officeDocument/2006/relationships/slide" Target="/ppt/slides/slide119.xml" Id="R18eb553277f147d4" /><Relationship Type="http://schemas.openxmlformats.org/officeDocument/2006/relationships/slide" Target="/ppt/slides/slide120.xml" Id="R903df2f6e55d413b" /><Relationship Type="http://schemas.openxmlformats.org/officeDocument/2006/relationships/slide" Target="/ppt/slides/slide121.xml" Id="Ra31d5f1879344a94" /><Relationship Type="http://schemas.openxmlformats.org/officeDocument/2006/relationships/slide" Target="/ppt/slides/slide122.xml" Id="R9e040f52ef204176" /><Relationship Type="http://schemas.openxmlformats.org/officeDocument/2006/relationships/slide" Target="/ppt/slides/slide123.xml" Id="R3ef6d46a359e45f8" /><Relationship Type="http://schemas.openxmlformats.org/officeDocument/2006/relationships/slide" Target="/ppt/slides/slide124.xml" Id="R1fdd57118a454ebb" /><Relationship Type="http://schemas.openxmlformats.org/officeDocument/2006/relationships/slide" Target="/ppt/slides/slide125.xml" Id="R0e9e9f5c24174128" /><Relationship Type="http://schemas.openxmlformats.org/officeDocument/2006/relationships/slide" Target="/ppt/slides/slide126.xml" Id="Read7cae51614427e" /><Relationship Type="http://schemas.openxmlformats.org/officeDocument/2006/relationships/slide" Target="/ppt/slides/slide127.xml" Id="R7144952bfa0740bc" /><Relationship Type="http://schemas.openxmlformats.org/officeDocument/2006/relationships/slide" Target="/ppt/slides/slide128.xml" Id="Rc30a273e7ed84834" /><Relationship Type="http://schemas.openxmlformats.org/officeDocument/2006/relationships/slide" Target="/ppt/slides/slide129.xml" Id="Red5839449bf7426b" /><Relationship Type="http://schemas.openxmlformats.org/officeDocument/2006/relationships/slide" Target="/ppt/slides/slide130.xml" Id="R63c3909bf30d4658" /><Relationship Type="http://schemas.openxmlformats.org/officeDocument/2006/relationships/slide" Target="/ppt/slides/slide131.xml" Id="R6711b49a90894bc7" /><Relationship Type="http://schemas.openxmlformats.org/officeDocument/2006/relationships/slide" Target="/ppt/slides/slide132.xml" Id="R1fb45ba84b14498e" /><Relationship Type="http://schemas.openxmlformats.org/officeDocument/2006/relationships/slide" Target="/ppt/slides/slide133.xml" Id="Rc62f84fe746440a4" /><Relationship Type="http://schemas.openxmlformats.org/officeDocument/2006/relationships/slide" Target="/ppt/slides/slide134.xml" Id="Ra7c0994d97754616" /><Relationship Type="http://schemas.openxmlformats.org/officeDocument/2006/relationships/slide" Target="/ppt/slides/slide135.xml" Id="R3c9ca7ee25514dfd" /><Relationship Type="http://schemas.openxmlformats.org/officeDocument/2006/relationships/slide" Target="/ppt/slides/slide136.xml" Id="Ra35acab47c3949c3" /><Relationship Type="http://schemas.openxmlformats.org/officeDocument/2006/relationships/slide" Target="/ppt/slides/slide137.xml" Id="Rc0aac4654ad74b34" /><Relationship Type="http://schemas.openxmlformats.org/officeDocument/2006/relationships/slide" Target="/ppt/slides/slide138.xml" Id="R246b0860023e4d56" /><Relationship Type="http://schemas.openxmlformats.org/officeDocument/2006/relationships/slide" Target="/ppt/slides/slide139.xml" Id="Rc785d6d0757e4812" /><Relationship Type="http://schemas.openxmlformats.org/officeDocument/2006/relationships/slide" Target="/ppt/slides/slide140.xml" Id="R7302359b19a443d9" /><Relationship Type="http://schemas.openxmlformats.org/officeDocument/2006/relationships/slide" Target="/ppt/slides/slide141.xml" Id="Rb72e05a52569415d" /><Relationship Type="http://schemas.openxmlformats.org/officeDocument/2006/relationships/slide" Target="/ppt/slides/slide142.xml" Id="R0d35ff6aa5c14706" /><Relationship Type="http://schemas.openxmlformats.org/officeDocument/2006/relationships/slide" Target="/ppt/slides/slide143.xml" Id="Ra90bcb9ae6aa4e21" /><Relationship Type="http://schemas.openxmlformats.org/officeDocument/2006/relationships/slide" Target="/ppt/slides/slide144.xml" Id="R0eddc5b59ab345bb" /><Relationship Type="http://schemas.openxmlformats.org/officeDocument/2006/relationships/slide" Target="/ppt/slides/slide145.xml" Id="R00452aa77516418d" /><Relationship Type="http://schemas.openxmlformats.org/officeDocument/2006/relationships/slide" Target="/ppt/slides/slide146.xml" Id="R99ac569cdaff40fa" /><Relationship Type="http://schemas.openxmlformats.org/officeDocument/2006/relationships/slide" Target="/ppt/slides/slide147.xml" Id="R1295b8f9a4624a97" /><Relationship Type="http://schemas.openxmlformats.org/officeDocument/2006/relationships/slide" Target="/ppt/slides/slide148.xml" Id="Rb8ad11cae5f74755" /><Relationship Type="http://schemas.openxmlformats.org/officeDocument/2006/relationships/slide" Target="/ppt/slides/slide149.xml" Id="R4d98df8789364543" /><Relationship Type="http://schemas.openxmlformats.org/officeDocument/2006/relationships/slide" Target="/ppt/slides/slide150.xml" Id="Rbcd0ad66e9474ad6" /><Relationship Type="http://schemas.openxmlformats.org/officeDocument/2006/relationships/slide" Target="/ppt/slides/slide151.xml" Id="R8c210cad46b24ada" /><Relationship Type="http://schemas.openxmlformats.org/officeDocument/2006/relationships/slide" Target="/ppt/slides/slide152.xml" Id="Rd2b53b24790a4897" /><Relationship Type="http://schemas.openxmlformats.org/officeDocument/2006/relationships/slide" Target="/ppt/slides/slide153.xml" Id="R822d667341464e70" /><Relationship Type="http://schemas.openxmlformats.org/officeDocument/2006/relationships/slide" Target="/ppt/slides/slide154.xml" Id="R88743386ad084f37" /><Relationship Type="http://schemas.openxmlformats.org/officeDocument/2006/relationships/slide" Target="/ppt/slides/slide155.xml" Id="Ra340575befe24286" /><Relationship Type="http://schemas.openxmlformats.org/officeDocument/2006/relationships/slide" Target="/ppt/slides/slide156.xml" Id="R008b5327789e4b7a" /><Relationship Type="http://schemas.openxmlformats.org/officeDocument/2006/relationships/slide" Target="/ppt/slides/slide157.xml" Id="Redcd03e60fe64841" /><Relationship Type="http://schemas.openxmlformats.org/officeDocument/2006/relationships/slide" Target="/ppt/slides/slide158.xml" Id="Raf06a23a32f24cfe" /><Relationship Type="http://schemas.openxmlformats.org/officeDocument/2006/relationships/slide" Target="/ppt/slides/slide159.xml" Id="R462cd71503eb4275" /><Relationship Type="http://schemas.openxmlformats.org/officeDocument/2006/relationships/slide" Target="/ppt/slides/slide160.xml" Id="Rb704400c2d854d23" /><Relationship Type="http://schemas.openxmlformats.org/officeDocument/2006/relationships/slide" Target="/ppt/slides/slide161.xml" Id="R569f6bd4d3e64f2c" /><Relationship Type="http://schemas.openxmlformats.org/officeDocument/2006/relationships/slide" Target="/ppt/slides/slide162.xml" Id="R54b74bb8483647fc" /><Relationship Type="http://schemas.openxmlformats.org/officeDocument/2006/relationships/slide" Target="/ppt/slides/slide163.xml" Id="R01a976abf1af49f2" /><Relationship Type="http://schemas.openxmlformats.org/officeDocument/2006/relationships/slide" Target="/ppt/slides/slide164.xml" Id="R19923a8ac5544a70" /><Relationship Type="http://schemas.openxmlformats.org/officeDocument/2006/relationships/slide" Target="/ppt/slides/slide165.xml" Id="R8f827358ee0349af" /><Relationship Type="http://schemas.openxmlformats.org/officeDocument/2006/relationships/slide" Target="/ppt/slides/slide166.xml" Id="Rd50c3595c4644a5d" /><Relationship Type="http://schemas.openxmlformats.org/officeDocument/2006/relationships/slide" Target="/ppt/slides/slide167.xml" Id="Rce46b8d67b3e42ee" /><Relationship Type="http://schemas.openxmlformats.org/officeDocument/2006/relationships/slide" Target="/ppt/slides/slide168.xml" Id="R6538095b2a86402b" /><Relationship Type="http://schemas.openxmlformats.org/officeDocument/2006/relationships/slide" Target="/ppt/slides/slide169.xml" Id="Rb6ec43eb949d4a81" /><Relationship Type="http://schemas.openxmlformats.org/officeDocument/2006/relationships/slide" Target="/ppt/slides/slide170.xml" Id="Rcf9a57729b7848cf" /><Relationship Type="http://schemas.openxmlformats.org/officeDocument/2006/relationships/slide" Target="/ppt/slides/slide171.xml" Id="R471c561a95cb496f" /><Relationship Type="http://schemas.openxmlformats.org/officeDocument/2006/relationships/slide" Target="/ppt/slides/slide172.xml" Id="R06ab4d93da284e15" /><Relationship Type="http://schemas.openxmlformats.org/officeDocument/2006/relationships/slide" Target="/ppt/slides/slide173.xml" Id="R5963e6e60b01432f" /><Relationship Type="http://schemas.openxmlformats.org/officeDocument/2006/relationships/slide" Target="/ppt/slides/slide174.xml" Id="R80623293af824063" /><Relationship Type="http://schemas.openxmlformats.org/officeDocument/2006/relationships/slide" Target="/ppt/slides/slide175.xml" Id="Rdc490cef1c914a95" /><Relationship Type="http://schemas.openxmlformats.org/officeDocument/2006/relationships/slide" Target="/ppt/slides/slide176.xml" Id="R35cc518854e048a1" /><Relationship Type="http://schemas.openxmlformats.org/officeDocument/2006/relationships/slide" Target="/ppt/slides/slide177.xml" Id="Rb9b3b903493941f2" /><Relationship Type="http://schemas.openxmlformats.org/officeDocument/2006/relationships/slide" Target="/ppt/slides/slide178.xml" Id="R1d34dd370d8e438c" /><Relationship Type="http://schemas.openxmlformats.org/officeDocument/2006/relationships/slide" Target="/ppt/slides/slide179.xml" Id="Re3236c31c35c425d" /><Relationship Type="http://schemas.openxmlformats.org/officeDocument/2006/relationships/slide" Target="/ppt/slides/slide180.xml" Id="Rf46a5dac17ee4606" /><Relationship Type="http://schemas.openxmlformats.org/officeDocument/2006/relationships/slide" Target="/ppt/slides/slide181.xml" Id="Rb24ee111d768405c" /><Relationship Type="http://schemas.openxmlformats.org/officeDocument/2006/relationships/slide" Target="/ppt/slides/slide182.xml" Id="R1347cc743e6e49b4" /><Relationship Type="http://schemas.openxmlformats.org/officeDocument/2006/relationships/slide" Target="/ppt/slides/slide183.xml" Id="R8f3c82938f364bd5" /><Relationship Type="http://schemas.openxmlformats.org/officeDocument/2006/relationships/slide" Target="/ppt/slides/slide184.xml" Id="R6d29a0923e2e478c" /><Relationship Type="http://schemas.openxmlformats.org/officeDocument/2006/relationships/slide" Target="/ppt/slides/slide185.xml" Id="R3435dd6b328946f9" /><Relationship Type="http://schemas.openxmlformats.org/officeDocument/2006/relationships/slide" Target="/ppt/slides/slide186.xml" Id="R6eef65b46a8c4310" /><Relationship Type="http://schemas.openxmlformats.org/officeDocument/2006/relationships/slide" Target="/ppt/slides/slide187.xml" Id="Ra28499952e3f4548" /><Relationship Type="http://schemas.openxmlformats.org/officeDocument/2006/relationships/slide" Target="/ppt/slides/slide188.xml" Id="Rfc3e2ff3c0b348cd" /><Relationship Type="http://schemas.openxmlformats.org/officeDocument/2006/relationships/slide" Target="/ppt/slides/slide189.xml" Id="Rbc0ee2e5ac0643dd" /><Relationship Type="http://schemas.openxmlformats.org/officeDocument/2006/relationships/slide" Target="/ppt/slides/slide190.xml" Id="Rd6588be84b3440d6" /><Relationship Type="http://schemas.openxmlformats.org/officeDocument/2006/relationships/slide" Target="/ppt/slides/slide191.xml" Id="R94df51ad2cfa4af1" /><Relationship Type="http://schemas.openxmlformats.org/officeDocument/2006/relationships/slide" Target="/ppt/slides/slide192.xml" Id="R9c53486be99d4807" /><Relationship Type="http://schemas.openxmlformats.org/officeDocument/2006/relationships/slide" Target="/ppt/slides/slide193.xml" Id="Rc71e698535ca4899" /><Relationship Type="http://schemas.openxmlformats.org/officeDocument/2006/relationships/slide" Target="/ppt/slides/slide194.xml" Id="R2493ffbad51d4a9a" /><Relationship Type="http://schemas.openxmlformats.org/officeDocument/2006/relationships/slide" Target="/ppt/slides/slide195.xml" Id="R13877a3c486b4e22" /><Relationship Type="http://schemas.openxmlformats.org/officeDocument/2006/relationships/slide" Target="/ppt/slides/slide196.xml" Id="R4f5fe1dd8fff42ff" /><Relationship Type="http://schemas.openxmlformats.org/officeDocument/2006/relationships/slide" Target="/ppt/slides/slide197.xml" Id="R71a559fc28ed4f32" /><Relationship Type="http://schemas.openxmlformats.org/officeDocument/2006/relationships/slide" Target="/ppt/slides/slide198.xml" Id="Reb215f4928a1457e" /><Relationship Type="http://schemas.openxmlformats.org/officeDocument/2006/relationships/slide" Target="/ppt/slides/slide199.xml" Id="R3d6324f706f94a62" /><Relationship Type="http://schemas.openxmlformats.org/officeDocument/2006/relationships/slide" Target="/ppt/slides/slide200.xml" Id="Re64a84c873b14b77" /><Relationship Type="http://schemas.openxmlformats.org/officeDocument/2006/relationships/slide" Target="/ppt/slides/slide201.xml" Id="Radd18210af6d45ee" /><Relationship Type="http://schemas.openxmlformats.org/officeDocument/2006/relationships/slide" Target="/ppt/slides/slide202.xml" Id="R6f632fa684d14156" /><Relationship Type="http://schemas.openxmlformats.org/officeDocument/2006/relationships/slide" Target="/ppt/slides/slide203.xml" Id="R7ed5e42b7d9c47e7" /><Relationship Type="http://schemas.openxmlformats.org/officeDocument/2006/relationships/slide" Target="/ppt/slides/slide204.xml" Id="R69ca088a494c4a52" /><Relationship Type="http://schemas.openxmlformats.org/officeDocument/2006/relationships/slide" Target="/ppt/slides/slide205.xml" Id="R7003c1955f8e46e7" /><Relationship Type="http://schemas.openxmlformats.org/officeDocument/2006/relationships/slide" Target="/ppt/slides/slide206.xml" Id="R34316dd3492f457d" /><Relationship Type="http://schemas.openxmlformats.org/officeDocument/2006/relationships/slide" Target="/ppt/slides/slide207.xml" Id="Rbc7bcbae96f94394" /><Relationship Type="http://schemas.openxmlformats.org/officeDocument/2006/relationships/slide" Target="/ppt/slides/slide208.xml" Id="R670ecfc8cc434a52" /><Relationship Type="http://schemas.openxmlformats.org/officeDocument/2006/relationships/slide" Target="/ppt/slides/slide209.xml" Id="R2580391a3a8644ea" /><Relationship Type="http://schemas.openxmlformats.org/officeDocument/2006/relationships/slide" Target="/ppt/slides/slide210.xml" Id="R0203b01542d541a3" /><Relationship Type="http://schemas.openxmlformats.org/officeDocument/2006/relationships/slide" Target="/ppt/slides/slide211.xml" Id="R49ac6be3df8c4377" /><Relationship Type="http://schemas.openxmlformats.org/officeDocument/2006/relationships/slide" Target="/ppt/slides/slide212.xml" Id="Rb4601b6ea7174db9" /><Relationship Type="http://schemas.openxmlformats.org/officeDocument/2006/relationships/slide" Target="/ppt/slides/slide213.xml" Id="Ra1a0de2f3329491b" /><Relationship Type="http://schemas.openxmlformats.org/officeDocument/2006/relationships/slide" Target="/ppt/slides/slide214.xml" Id="R0e0cfa8465a14928" /><Relationship Type="http://schemas.openxmlformats.org/officeDocument/2006/relationships/slide" Target="/ppt/slides/slide215.xml" Id="R98bd261e8e5b45d5" /><Relationship Type="http://schemas.openxmlformats.org/officeDocument/2006/relationships/slide" Target="/ppt/slides/slide216.xml" Id="R3fd0fd0eac794fcc" /><Relationship Type="http://schemas.openxmlformats.org/officeDocument/2006/relationships/slide" Target="/ppt/slides/slide217.xml" Id="R76519aac69cd461b" /><Relationship Type="http://schemas.openxmlformats.org/officeDocument/2006/relationships/slide" Target="/ppt/slides/slide218.xml" Id="Rcd9981f611ec474c" /><Relationship Type="http://schemas.openxmlformats.org/officeDocument/2006/relationships/slide" Target="/ppt/slides/slide219.xml" Id="Rd114cd2d7f624ca3" /><Relationship Type="http://schemas.openxmlformats.org/officeDocument/2006/relationships/slide" Target="/ppt/slides/slide220.xml" Id="R54dd1d3130014e7a" /><Relationship Type="http://schemas.openxmlformats.org/officeDocument/2006/relationships/slide" Target="/ppt/slides/slide221.xml" Id="R31d19ea5b4624716" /><Relationship Type="http://schemas.openxmlformats.org/officeDocument/2006/relationships/slide" Target="/ppt/slides/slide222.xml" Id="Rf301bc0e892e43ba" /><Relationship Type="http://schemas.openxmlformats.org/officeDocument/2006/relationships/slide" Target="/ppt/slides/slide223.xml" Id="Rc2661dbd5c214fe1" /><Relationship Type="http://schemas.openxmlformats.org/officeDocument/2006/relationships/slide" Target="/ppt/slides/slide224.xml" Id="Rfd12425d0a9a436f" /><Relationship Type="http://schemas.openxmlformats.org/officeDocument/2006/relationships/slide" Target="/ppt/slides/slide225.xml" Id="R23c7c540425843c9" /><Relationship Type="http://schemas.openxmlformats.org/officeDocument/2006/relationships/slide" Target="/ppt/slides/slide226.xml" Id="R1ce288781c6640bb" /><Relationship Type="http://schemas.openxmlformats.org/officeDocument/2006/relationships/slide" Target="/ppt/slides/slide227.xml" Id="Rda414bcd02294f60" /><Relationship Type="http://schemas.openxmlformats.org/officeDocument/2006/relationships/slide" Target="/ppt/slides/slide228.xml" Id="Rbc43c6034b764b93" /><Relationship Type="http://schemas.openxmlformats.org/officeDocument/2006/relationships/slide" Target="/ppt/slides/slide229.xml" Id="Rb8f3006a54f64d8a" /><Relationship Type="http://schemas.openxmlformats.org/officeDocument/2006/relationships/slide" Target="/ppt/slides/slide230.xml" Id="R8ba05847b5404364" /><Relationship Type="http://schemas.openxmlformats.org/officeDocument/2006/relationships/slide" Target="/ppt/slides/slide231.xml" Id="R67f9d35961194d6b" /><Relationship Type="http://schemas.openxmlformats.org/officeDocument/2006/relationships/slide" Target="/ppt/slides/slide232.xml" Id="Rddde1720b3f44a02" /><Relationship Type="http://schemas.openxmlformats.org/officeDocument/2006/relationships/slide" Target="/ppt/slides/slide233.xml" Id="R2647e05c8f954670" /><Relationship Type="http://schemas.openxmlformats.org/officeDocument/2006/relationships/slide" Target="/ppt/slides/slide234.xml" Id="Rf6796058e16e40ae" /><Relationship Type="http://schemas.openxmlformats.org/officeDocument/2006/relationships/slide" Target="/ppt/slides/slide235.xml" Id="R3c8a5c9777f24c06" /><Relationship Type="http://schemas.openxmlformats.org/officeDocument/2006/relationships/slide" Target="/ppt/slides/slide236.xml" Id="R9b1bc81ee6ad4791" /><Relationship Type="http://schemas.openxmlformats.org/officeDocument/2006/relationships/slide" Target="/ppt/slides/slide237.xml" Id="Rd27f1b9f9ca64d0c" /><Relationship Type="http://schemas.openxmlformats.org/officeDocument/2006/relationships/slide" Target="/ppt/slides/slide238.xml" Id="Rcd94f0405c5e4f9e" /><Relationship Type="http://schemas.openxmlformats.org/officeDocument/2006/relationships/slide" Target="/ppt/slides/slide239.xml" Id="Reeeef813247e42d8" /><Relationship Type="http://schemas.openxmlformats.org/officeDocument/2006/relationships/slide" Target="/ppt/slides/slide240.xml" Id="R138b1ffffbb942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7108875cf24a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59707e035047b8" /><Relationship Type="http://schemas.openxmlformats.org/officeDocument/2006/relationships/notesMaster" Target="/ppt/notesMasters/notesMaster1.xml" Id="R4cb27eb368ff46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facd6ac7ec4d90" /><Relationship Type="http://schemas.openxmlformats.org/officeDocument/2006/relationships/notesMaster" Target="/ppt/notesMasters/notesMaster1.xml" Id="Re80eb1f035a147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bb0f3c3ad041f8" /><Relationship Type="http://schemas.openxmlformats.org/officeDocument/2006/relationships/notesMaster" Target="/ppt/notesMasters/notesMaster1.xml" Id="R51f17d9b8bf74b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202533432c4665" /><Relationship Type="http://schemas.openxmlformats.org/officeDocument/2006/relationships/notesMaster" Target="/ppt/notesMasters/notesMaster1.xml" Id="R808522efdbeb4e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a1e88b4713242ab" /><Relationship Type="http://schemas.openxmlformats.org/officeDocument/2006/relationships/notesMaster" Target="/ppt/notesMasters/notesMaster1.xml" Id="Rfbd41671159348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ad6da373cfd4354" /><Relationship Type="http://schemas.openxmlformats.org/officeDocument/2006/relationships/notesMaster" Target="/ppt/notesMasters/notesMaster1.xml" Id="R5677ec4df8de49b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57a8b2aeff84ba8" /><Relationship Type="http://schemas.openxmlformats.org/officeDocument/2006/relationships/notesMaster" Target="/ppt/notesMasters/notesMaster1.xml" Id="R87513900a1dd4c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953ab58c88e47e8" /><Relationship Type="http://schemas.openxmlformats.org/officeDocument/2006/relationships/notesMaster" Target="/ppt/notesMasters/notesMaster1.xml" Id="R05b0dbe25bd041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4693128a92d4b71" /><Relationship Type="http://schemas.openxmlformats.org/officeDocument/2006/relationships/notesMaster" Target="/ppt/notesMasters/notesMaster1.xml" Id="Ra9a8a3f4176e49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ac293d8a0c4f10" /><Relationship Type="http://schemas.openxmlformats.org/officeDocument/2006/relationships/notesMaster" Target="/ppt/notesMasters/notesMaster1.xml" Id="R8fd9cf2e096e4e5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81ac5b1dab146e4" /><Relationship Type="http://schemas.openxmlformats.org/officeDocument/2006/relationships/notesMaster" Target="/ppt/notesMasters/notesMaster1.xml" Id="R17d02eb222d943b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9626bb977494886" /><Relationship Type="http://schemas.openxmlformats.org/officeDocument/2006/relationships/notesMaster" Target="/ppt/notesMasters/notesMaster1.xml" Id="R8181b8d16aa4430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f22eeec78864d6f" /><Relationship Type="http://schemas.openxmlformats.org/officeDocument/2006/relationships/notesMaster" Target="/ppt/notesMasters/notesMaster1.xml" Id="Rf213f91e5691452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638ab9becb84f9f" /><Relationship Type="http://schemas.openxmlformats.org/officeDocument/2006/relationships/notesMaster" Target="/ppt/notesMasters/notesMaster1.xml" Id="R6996443ba6aa4ec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79f60d45dc34b47" /><Relationship Type="http://schemas.openxmlformats.org/officeDocument/2006/relationships/notesMaster" Target="/ppt/notesMasters/notesMaster1.xml" Id="R8759f3611f8e4ba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86fa49e290f4efd" /><Relationship Type="http://schemas.openxmlformats.org/officeDocument/2006/relationships/notesMaster" Target="/ppt/notesMasters/notesMaster1.xml" Id="R0fcf7513b0434c8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ea02f13afe946d2" /><Relationship Type="http://schemas.openxmlformats.org/officeDocument/2006/relationships/notesMaster" Target="/ppt/notesMasters/notesMaster1.xml" Id="Ra19b33fbb37a45c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db88d4599bf42b0" /><Relationship Type="http://schemas.openxmlformats.org/officeDocument/2006/relationships/notesMaster" Target="/ppt/notesMasters/notesMaster1.xml" Id="Rf60016e861f44b8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a4f7b4f2b9d4f05" /><Relationship Type="http://schemas.openxmlformats.org/officeDocument/2006/relationships/notesMaster" Target="/ppt/notesMasters/notesMaster1.xml" Id="R85ba9f13dc48437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25dcef5b49141f7" /><Relationship Type="http://schemas.openxmlformats.org/officeDocument/2006/relationships/notesMaster" Target="/ppt/notesMasters/notesMaster1.xml" Id="R96e7efddfd324ac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9dad02898224f5d" /><Relationship Type="http://schemas.openxmlformats.org/officeDocument/2006/relationships/notesMaster" Target="/ppt/notesMasters/notesMaster1.xml" Id="R378be122e658429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eba574e764748bd" /><Relationship Type="http://schemas.openxmlformats.org/officeDocument/2006/relationships/notesMaster" Target="/ppt/notesMasters/notesMaster1.xml" Id="R46bde56c3f75410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44b68cf83d5495d" /><Relationship Type="http://schemas.openxmlformats.org/officeDocument/2006/relationships/notesMaster" Target="/ppt/notesMasters/notesMaster1.xml" Id="R565d48c593a64e7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a01c08860aa4339" /><Relationship Type="http://schemas.openxmlformats.org/officeDocument/2006/relationships/notesMaster" Target="/ppt/notesMasters/notesMaster1.xml" Id="Rf74ef56a0f2743b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5bacf0d7b7e4d32" /><Relationship Type="http://schemas.openxmlformats.org/officeDocument/2006/relationships/notesMaster" Target="/ppt/notesMasters/notesMaster1.xml" Id="Ra08ff6114ccb404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8e5ac61620545b0" /><Relationship Type="http://schemas.openxmlformats.org/officeDocument/2006/relationships/notesMaster" Target="/ppt/notesMasters/notesMaster1.xml" Id="R638cef48fc46422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66d53de855f47d5" /><Relationship Type="http://schemas.openxmlformats.org/officeDocument/2006/relationships/notesMaster" Target="/ppt/notesMasters/notesMaster1.xml" Id="Rb85da1da20f34c1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40d4e8130d94777" /><Relationship Type="http://schemas.openxmlformats.org/officeDocument/2006/relationships/notesMaster" Target="/ppt/notesMasters/notesMaster1.xml" Id="R39f9ecb50fa249b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69b75358fd5451a" /><Relationship Type="http://schemas.openxmlformats.org/officeDocument/2006/relationships/notesMaster" Target="/ppt/notesMasters/notesMaster1.xml" Id="R1e2f096d9a25437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ee7ca84e6c340d8" /><Relationship Type="http://schemas.openxmlformats.org/officeDocument/2006/relationships/notesMaster" Target="/ppt/notesMasters/notesMaster1.xml" Id="Rf3ec707e38e540f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ea5a2d552b0414a" /><Relationship Type="http://schemas.openxmlformats.org/officeDocument/2006/relationships/notesMaster" Target="/ppt/notesMasters/notesMaster1.xml" Id="R5851929ed2d5402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d12a9714c8c4f9d" /><Relationship Type="http://schemas.openxmlformats.org/officeDocument/2006/relationships/notesMaster" Target="/ppt/notesMasters/notesMaster1.xml" Id="R4be85473f1b6466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fd3040ae9414381" /><Relationship Type="http://schemas.openxmlformats.org/officeDocument/2006/relationships/notesMaster" Target="/ppt/notesMasters/notesMaster1.xml" Id="R2c45ee05ecae443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7bab8ed66a4045c0" /><Relationship Type="http://schemas.openxmlformats.org/officeDocument/2006/relationships/notesMaster" Target="/ppt/notesMasters/notesMaster1.xml" Id="R62a512beab5a421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a5d149c52614e2a" /><Relationship Type="http://schemas.openxmlformats.org/officeDocument/2006/relationships/notesMaster" Target="/ppt/notesMasters/notesMaster1.xml" Id="R8b849dc868da4fc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03b9b07330346d1" /><Relationship Type="http://schemas.openxmlformats.org/officeDocument/2006/relationships/notesMaster" Target="/ppt/notesMasters/notesMaster1.xml" Id="Rf00d2ac40c5b4546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1bcea8679c2d43cd" /><Relationship Type="http://schemas.openxmlformats.org/officeDocument/2006/relationships/notesMaster" Target="/ppt/notesMasters/notesMaster1.xml" Id="Re04ef1f44d1d4d7e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13a2606635c40b0" /><Relationship Type="http://schemas.openxmlformats.org/officeDocument/2006/relationships/notesMaster" Target="/ppt/notesMasters/notesMaster1.xml" Id="R3bda70fd058f4d8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edf0c7ce25064df6" /><Relationship Type="http://schemas.openxmlformats.org/officeDocument/2006/relationships/notesMaster" Target="/ppt/notesMasters/notesMaster1.xml" Id="Re0a8c3c89e4249d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4b93d8fb7fa485b" /><Relationship Type="http://schemas.openxmlformats.org/officeDocument/2006/relationships/notesMaster" Target="/ppt/notesMasters/notesMaster1.xml" Id="R7b342263f2cc428c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92340eae24124e64" /><Relationship Type="http://schemas.openxmlformats.org/officeDocument/2006/relationships/notesMaster" Target="/ppt/notesMasters/notesMaster1.xml" Id="Raecbce65e8cc466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67984ce854c4ea1" /><Relationship Type="http://schemas.openxmlformats.org/officeDocument/2006/relationships/notesMaster" Target="/ppt/notesMasters/notesMaster1.xml" Id="R9bdf064cc2a94b5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a9c2b123dc447ca" /><Relationship Type="http://schemas.openxmlformats.org/officeDocument/2006/relationships/notesMaster" Target="/ppt/notesMasters/notesMaster1.xml" Id="Rb15dfc13984d42c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2f8a89686fa45c6" /><Relationship Type="http://schemas.openxmlformats.org/officeDocument/2006/relationships/notesMaster" Target="/ppt/notesMasters/notesMaster1.xml" Id="R314de6707f294ec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524ec2945e2f4b49" /><Relationship Type="http://schemas.openxmlformats.org/officeDocument/2006/relationships/notesMaster" Target="/ppt/notesMasters/notesMaster1.xml" Id="Rf5504b4c7e49452c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ee7e77d9501e4c0c" /><Relationship Type="http://schemas.openxmlformats.org/officeDocument/2006/relationships/notesMaster" Target="/ppt/notesMasters/notesMaster1.xml" Id="Rc638e49aa38d4acf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85427608f79d4e39" /><Relationship Type="http://schemas.openxmlformats.org/officeDocument/2006/relationships/notesMaster" Target="/ppt/notesMasters/notesMaster1.xml" Id="R46dfbbf000884361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2121415cd7a94bb3" /><Relationship Type="http://schemas.openxmlformats.org/officeDocument/2006/relationships/notesMaster" Target="/ppt/notesMasters/notesMaster1.xml" Id="R8117a4a525ed410f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30fec1e7b6c4029" /><Relationship Type="http://schemas.openxmlformats.org/officeDocument/2006/relationships/notesMaster" Target="/ppt/notesMasters/notesMaster1.xml" Id="Ra78f9d6e98d5431b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dc5a5a1b19e140c5" /><Relationship Type="http://schemas.openxmlformats.org/officeDocument/2006/relationships/notesMaster" Target="/ppt/notesMasters/notesMaster1.xml" Id="R885647a02cab44f6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15e3bb26804b45bf" /><Relationship Type="http://schemas.openxmlformats.org/officeDocument/2006/relationships/notesMaster" Target="/ppt/notesMasters/notesMaster1.xml" Id="Rcde82f91e5c748e7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c06e7dca17984cba" /><Relationship Type="http://schemas.openxmlformats.org/officeDocument/2006/relationships/notesMaster" Target="/ppt/notesMasters/notesMaster1.xml" Id="Re1f82ed5d84b4bf4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56f98ea904654db4" /><Relationship Type="http://schemas.openxmlformats.org/officeDocument/2006/relationships/notesMaster" Target="/ppt/notesMasters/notesMaster1.xml" Id="Ra88be96d67964f97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cc6d5330e9474c44" /><Relationship Type="http://schemas.openxmlformats.org/officeDocument/2006/relationships/notesMaster" Target="/ppt/notesMasters/notesMaster1.xml" Id="Ra2e93462b62b403b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5e294a246b164cc6" /><Relationship Type="http://schemas.openxmlformats.org/officeDocument/2006/relationships/notesMaster" Target="/ppt/notesMasters/notesMaster1.xml" Id="Re1cd14ec0cf94bac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b200b0a6121f4b89" /><Relationship Type="http://schemas.openxmlformats.org/officeDocument/2006/relationships/notesMaster" Target="/ppt/notesMasters/notesMaster1.xml" Id="Rc3839d572fa94c6d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6ed0ee22a00344db" /><Relationship Type="http://schemas.openxmlformats.org/officeDocument/2006/relationships/notesMaster" Target="/ppt/notesMasters/notesMaster1.xml" Id="R08928c7a236a4040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5a0fb8d5450b46d1" /><Relationship Type="http://schemas.openxmlformats.org/officeDocument/2006/relationships/notesMaster" Target="/ppt/notesMasters/notesMaster1.xml" Id="Rb1528dbf69b742a4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9c87456eb1be4bb3" /><Relationship Type="http://schemas.openxmlformats.org/officeDocument/2006/relationships/notesMaster" Target="/ppt/notesMasters/notesMaster1.xml" Id="Rc107d8f5cb9a48e4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ab87565cfaa34207" /><Relationship Type="http://schemas.openxmlformats.org/officeDocument/2006/relationships/notesMaster" Target="/ppt/notesMasters/notesMaster1.xml" Id="R781ec42ddd65441b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42f63529dc064d93" /><Relationship Type="http://schemas.openxmlformats.org/officeDocument/2006/relationships/notesMaster" Target="/ppt/notesMasters/notesMaster1.xml" Id="R60fd85439e4d4de7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1bfa1b95eb4941ef" /><Relationship Type="http://schemas.openxmlformats.org/officeDocument/2006/relationships/notesMaster" Target="/ppt/notesMasters/notesMaster1.xml" Id="R8ff13cd9f5af4e99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5e80ec4afe2a4066" /><Relationship Type="http://schemas.openxmlformats.org/officeDocument/2006/relationships/notesMaster" Target="/ppt/notesMasters/notesMaster1.xml" Id="Rd10d36012ba54327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8416426f440041ed" /><Relationship Type="http://schemas.openxmlformats.org/officeDocument/2006/relationships/notesMaster" Target="/ppt/notesMasters/notesMaster1.xml" Id="R8963990ff9c44a25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4327960e984242e7" /><Relationship Type="http://schemas.openxmlformats.org/officeDocument/2006/relationships/notesMaster" Target="/ppt/notesMasters/notesMaster1.xml" Id="Re2b8b3a01ff9496c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6f41d8ffd0114d04" /><Relationship Type="http://schemas.openxmlformats.org/officeDocument/2006/relationships/notesMaster" Target="/ppt/notesMasters/notesMaster1.xml" Id="R13113a256908430e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0ba2fde425fb4cf9" /><Relationship Type="http://schemas.openxmlformats.org/officeDocument/2006/relationships/notesMaster" Target="/ppt/notesMasters/notesMaster1.xml" Id="R230fa1dc24a845d9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5ffe0532dafb4e72" /><Relationship Type="http://schemas.openxmlformats.org/officeDocument/2006/relationships/notesMaster" Target="/ppt/notesMasters/notesMaster1.xml" Id="Rc0809157b7fb4d16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508c63f099354d61" /><Relationship Type="http://schemas.openxmlformats.org/officeDocument/2006/relationships/notesMaster" Target="/ppt/notesMasters/notesMaster1.xml" Id="R28dddb77c70f4724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23b106aa0c1a4cc9" /><Relationship Type="http://schemas.openxmlformats.org/officeDocument/2006/relationships/notesMaster" Target="/ppt/notesMasters/notesMaster1.xml" Id="Rf42d05bc265b4e81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13e583a579c44e8a" /><Relationship Type="http://schemas.openxmlformats.org/officeDocument/2006/relationships/notesMaster" Target="/ppt/notesMasters/notesMaster1.xml" Id="Rf4f5ae8ec5f84ef6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50bf60f1f43f4775" /><Relationship Type="http://schemas.openxmlformats.org/officeDocument/2006/relationships/notesMaster" Target="/ppt/notesMasters/notesMaster1.xml" Id="Re4e2b8b91da94db9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81137e8096eb4cf4" /><Relationship Type="http://schemas.openxmlformats.org/officeDocument/2006/relationships/notesMaster" Target="/ppt/notesMasters/notesMaster1.xml" Id="Rf81da1f83d9d43c2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c1ce501436014444" /><Relationship Type="http://schemas.openxmlformats.org/officeDocument/2006/relationships/notesMaster" Target="/ppt/notesMasters/notesMaster1.xml" Id="R7924d39ac92f4418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3096d2f73888414f" /><Relationship Type="http://schemas.openxmlformats.org/officeDocument/2006/relationships/notesMaster" Target="/ppt/notesMasters/notesMaster1.xml" Id="Re66eb75ddaf042b7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8159def1cc1044b1" /><Relationship Type="http://schemas.openxmlformats.org/officeDocument/2006/relationships/notesMaster" Target="/ppt/notesMasters/notesMaster1.xml" Id="Rcaf70d574768465c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668f912c17ad458e" /><Relationship Type="http://schemas.openxmlformats.org/officeDocument/2006/relationships/notesMaster" Target="/ppt/notesMasters/notesMaster1.xml" Id="Rc583a9c8578b42d2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bff5fd0945ba448b" /><Relationship Type="http://schemas.openxmlformats.org/officeDocument/2006/relationships/notesMaster" Target="/ppt/notesMasters/notesMaster1.xml" Id="R014ce570117e4ef6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6d9edda1171e48f5" /><Relationship Type="http://schemas.openxmlformats.org/officeDocument/2006/relationships/notesMaster" Target="/ppt/notesMasters/notesMaster1.xml" Id="Reeda1a792c52490d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569900d2d0e24bf3" /><Relationship Type="http://schemas.openxmlformats.org/officeDocument/2006/relationships/notesMaster" Target="/ppt/notesMasters/notesMaster1.xml" Id="R73a0d1154c224741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486ba35e1f284417" /><Relationship Type="http://schemas.openxmlformats.org/officeDocument/2006/relationships/notesMaster" Target="/ppt/notesMasters/notesMaster1.xml" Id="R347e1186107e44e6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13ac8b5b102946a7" /><Relationship Type="http://schemas.openxmlformats.org/officeDocument/2006/relationships/notesMaster" Target="/ppt/notesMasters/notesMaster1.xml" Id="Re90eaecb31914864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632711982bd3416e" /><Relationship Type="http://schemas.openxmlformats.org/officeDocument/2006/relationships/notesMaster" Target="/ppt/notesMasters/notesMaster1.xml" Id="Rfae5eae5f1d04c8f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f8872499e8944d25" /><Relationship Type="http://schemas.openxmlformats.org/officeDocument/2006/relationships/notesMaster" Target="/ppt/notesMasters/notesMaster1.xml" Id="R70a454cc37674984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95c7ab726f254b23" /><Relationship Type="http://schemas.openxmlformats.org/officeDocument/2006/relationships/notesMaster" Target="/ppt/notesMasters/notesMaster1.xml" Id="Raf0a50ec5967432d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e113ce628bb04a29" /><Relationship Type="http://schemas.openxmlformats.org/officeDocument/2006/relationships/notesMaster" Target="/ppt/notesMasters/notesMaster1.xml" Id="R8f88e491727448f8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059d3892b70540d8" /><Relationship Type="http://schemas.openxmlformats.org/officeDocument/2006/relationships/notesMaster" Target="/ppt/notesMasters/notesMaster1.xml" Id="R8377c534f8e74bb9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ddf11085c9b44a97" /><Relationship Type="http://schemas.openxmlformats.org/officeDocument/2006/relationships/notesMaster" Target="/ppt/notesMasters/notesMaster1.xml" Id="R5972ce767a5c4139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22c3db737e4d4ff8" /><Relationship Type="http://schemas.openxmlformats.org/officeDocument/2006/relationships/notesMaster" Target="/ppt/notesMasters/notesMaster1.xml" Id="Rf89109be0ec048f9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02df529ad7a94f2a" /><Relationship Type="http://schemas.openxmlformats.org/officeDocument/2006/relationships/notesMaster" Target="/ppt/notesMasters/notesMaster1.xml" Id="R05e73de6401640b4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c100e35d9a29419d" /><Relationship Type="http://schemas.openxmlformats.org/officeDocument/2006/relationships/notesMaster" Target="/ppt/notesMasters/notesMaster1.xml" Id="R3b8cc45e232043c9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621bce5e8a3d4c9c" /><Relationship Type="http://schemas.openxmlformats.org/officeDocument/2006/relationships/notesMaster" Target="/ppt/notesMasters/notesMaster1.xml" Id="Red798d9228ce4365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9396de23ff304a9b" /><Relationship Type="http://schemas.openxmlformats.org/officeDocument/2006/relationships/notesMaster" Target="/ppt/notesMasters/notesMaster1.xml" Id="Rc5d113570c19490c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fd47416ce33b4c9a" /><Relationship Type="http://schemas.openxmlformats.org/officeDocument/2006/relationships/notesMaster" Target="/ppt/notesMasters/notesMaster1.xml" Id="R783e1d9d4a554258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6efdbc9d2c884b84" /><Relationship Type="http://schemas.openxmlformats.org/officeDocument/2006/relationships/notesMaster" Target="/ppt/notesMasters/notesMaster1.xml" Id="Ra35371b1d3134556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06158452e89b4169" /><Relationship Type="http://schemas.openxmlformats.org/officeDocument/2006/relationships/notesMaster" Target="/ppt/notesMasters/notesMaster1.xml" Id="R985b65fbfdf54df7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fbae7345e63d4451" /><Relationship Type="http://schemas.openxmlformats.org/officeDocument/2006/relationships/notesMaster" Target="/ppt/notesMasters/notesMaster1.xml" Id="R5ecda6beef8145d7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bcefaaf5985f4ac7" /><Relationship Type="http://schemas.openxmlformats.org/officeDocument/2006/relationships/notesMaster" Target="/ppt/notesMasters/notesMaster1.xml" Id="Rcbe3c05875854be9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bd33ef1e40a243e8" /><Relationship Type="http://schemas.openxmlformats.org/officeDocument/2006/relationships/notesMaster" Target="/ppt/notesMasters/notesMaster1.xml" Id="R07e2832f42a04a55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fa4d4e2a7e444a63" /><Relationship Type="http://schemas.openxmlformats.org/officeDocument/2006/relationships/notesMaster" Target="/ppt/notesMasters/notesMaster1.xml" Id="Rb481e5baf87540c0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30435a8b7f5b453c" /><Relationship Type="http://schemas.openxmlformats.org/officeDocument/2006/relationships/notesMaster" Target="/ppt/notesMasters/notesMaster1.xml" Id="Rd4e214ed79e14486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f507eb464d9847ec" /><Relationship Type="http://schemas.openxmlformats.org/officeDocument/2006/relationships/notesMaster" Target="/ppt/notesMasters/notesMaster1.xml" Id="R2d7db5ce9b2b4172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eb49fb8d30584d2a" /><Relationship Type="http://schemas.openxmlformats.org/officeDocument/2006/relationships/notesMaster" Target="/ppt/notesMasters/notesMaster1.xml" Id="R1f6fb6e8e1404736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c3243dee6ca24e7d" /><Relationship Type="http://schemas.openxmlformats.org/officeDocument/2006/relationships/notesMaster" Target="/ppt/notesMasters/notesMaster1.xml" Id="Ra89dea28c8f84933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d7228d2fb4fe40a5" /><Relationship Type="http://schemas.openxmlformats.org/officeDocument/2006/relationships/notesMaster" Target="/ppt/notesMasters/notesMaster1.xml" Id="R7e7a2c88108d4ed6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17eacc68105144b4" /><Relationship Type="http://schemas.openxmlformats.org/officeDocument/2006/relationships/notesMaster" Target="/ppt/notesMasters/notesMaster1.xml" Id="R68eac113c27c4ab9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7bf085d166d74904" /><Relationship Type="http://schemas.openxmlformats.org/officeDocument/2006/relationships/notesMaster" Target="/ppt/notesMasters/notesMaster1.xml" Id="R073b81eed1704a43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4267235bac744de1" /><Relationship Type="http://schemas.openxmlformats.org/officeDocument/2006/relationships/notesMaster" Target="/ppt/notesMasters/notesMaster1.xml" Id="R87bd833258574a55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dae8dd866c6648a0" /><Relationship Type="http://schemas.openxmlformats.org/officeDocument/2006/relationships/notesMaster" Target="/ppt/notesMasters/notesMaster1.xml" Id="R97266e72335e4504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77dc735c40554776" /><Relationship Type="http://schemas.openxmlformats.org/officeDocument/2006/relationships/notesMaster" Target="/ppt/notesMasters/notesMaster1.xml" Id="R83ef23929cd4457d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6bd5d41dc8ce491e" /><Relationship Type="http://schemas.openxmlformats.org/officeDocument/2006/relationships/notesMaster" Target="/ppt/notesMasters/notesMaster1.xml" Id="Rcfef8867ecc64b24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018e3658b9a94326" /><Relationship Type="http://schemas.openxmlformats.org/officeDocument/2006/relationships/notesMaster" Target="/ppt/notesMasters/notesMaster1.xml" Id="R33f17c5052bb476d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f7ea5cf4cb744415" /><Relationship Type="http://schemas.openxmlformats.org/officeDocument/2006/relationships/notesMaster" Target="/ppt/notesMasters/notesMaster1.xml" Id="R8e87648be2ab4ea1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e01d7bf6a73449bb" /><Relationship Type="http://schemas.openxmlformats.org/officeDocument/2006/relationships/notesMaster" Target="/ppt/notesMasters/notesMaster1.xml" Id="Rf53ea0b340414db9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71c6094c7eb64c68" /><Relationship Type="http://schemas.openxmlformats.org/officeDocument/2006/relationships/notesMaster" Target="/ppt/notesMasters/notesMaster1.xml" Id="Rfce363e69ef0471e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879e705f9f004980" /><Relationship Type="http://schemas.openxmlformats.org/officeDocument/2006/relationships/notesMaster" Target="/ppt/notesMasters/notesMaster1.xml" Id="Rdf990632c3494795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ff9d856dd9a14f4e" /><Relationship Type="http://schemas.openxmlformats.org/officeDocument/2006/relationships/notesMaster" Target="/ppt/notesMasters/notesMaster1.xml" Id="Rac5ae42c2a914bd1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644bfb5f05d44275" /><Relationship Type="http://schemas.openxmlformats.org/officeDocument/2006/relationships/notesMaster" Target="/ppt/notesMasters/notesMaster1.xml" Id="R63d5c6fa01714213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7564affebb86489c" /><Relationship Type="http://schemas.openxmlformats.org/officeDocument/2006/relationships/notesMaster" Target="/ppt/notesMasters/notesMaster1.xml" Id="Rfac7bf8205564231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e25e59a86f1d49a8" /><Relationship Type="http://schemas.openxmlformats.org/officeDocument/2006/relationships/notesMaster" Target="/ppt/notesMasters/notesMaster1.xml" Id="R5e70c7419b8a4f5c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fb2e66859415437c" /><Relationship Type="http://schemas.openxmlformats.org/officeDocument/2006/relationships/notesMaster" Target="/ppt/notesMasters/notesMaster1.xml" Id="R66d7007a69cc45f0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f0ffafdb83c64e56" /><Relationship Type="http://schemas.openxmlformats.org/officeDocument/2006/relationships/notesMaster" Target="/ppt/notesMasters/notesMaster1.xml" Id="Rf5ff902b6a574888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d6c6a306aead41eb" /><Relationship Type="http://schemas.openxmlformats.org/officeDocument/2006/relationships/notesMaster" Target="/ppt/notesMasters/notesMaster1.xml" Id="R24b77c7b683848d4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4a67c7a98ab746c5" /><Relationship Type="http://schemas.openxmlformats.org/officeDocument/2006/relationships/notesMaster" Target="/ppt/notesMasters/notesMaster1.xml" Id="Rc042b6a9cf5f43de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255b03b170844772" /><Relationship Type="http://schemas.openxmlformats.org/officeDocument/2006/relationships/notesMaster" Target="/ppt/notesMasters/notesMaster1.xml" Id="Ra455712d52554524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79dcf1aac6664b3a" /><Relationship Type="http://schemas.openxmlformats.org/officeDocument/2006/relationships/notesMaster" Target="/ppt/notesMasters/notesMaster1.xml" Id="R36fba60eac454da7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a07682b9b1874181" /><Relationship Type="http://schemas.openxmlformats.org/officeDocument/2006/relationships/notesMaster" Target="/ppt/notesMasters/notesMaster1.xml" Id="R938277309f0348cc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8d69be8d159c4692" /><Relationship Type="http://schemas.openxmlformats.org/officeDocument/2006/relationships/notesMaster" Target="/ppt/notesMasters/notesMaster1.xml" Id="R0ed8ca62251a4c26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f957c6d08cf54d26" /><Relationship Type="http://schemas.openxmlformats.org/officeDocument/2006/relationships/notesMaster" Target="/ppt/notesMasters/notesMaster1.xml" Id="Ra43f901326ac498e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2df82ca0679944f9" /><Relationship Type="http://schemas.openxmlformats.org/officeDocument/2006/relationships/notesMaster" Target="/ppt/notesMasters/notesMaster1.xml" Id="R65652c0d60074288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59e61c294a8b4ef5" /><Relationship Type="http://schemas.openxmlformats.org/officeDocument/2006/relationships/notesMaster" Target="/ppt/notesMasters/notesMaster1.xml" Id="R356719fc47424025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00f1418b6ab94666" /><Relationship Type="http://schemas.openxmlformats.org/officeDocument/2006/relationships/notesMaster" Target="/ppt/notesMasters/notesMaster1.xml" Id="R9d6d34782df746f8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2f9829d0b17b4556" /><Relationship Type="http://schemas.openxmlformats.org/officeDocument/2006/relationships/notesMaster" Target="/ppt/notesMasters/notesMaster1.xml" Id="R41d9400e4eea4c85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96508bbe144e4353" /><Relationship Type="http://schemas.openxmlformats.org/officeDocument/2006/relationships/notesMaster" Target="/ppt/notesMasters/notesMaster1.xml" Id="Rd5e94b97ee7243a1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a96aa6e2428b4a44" /><Relationship Type="http://schemas.openxmlformats.org/officeDocument/2006/relationships/notesMaster" Target="/ppt/notesMasters/notesMaster1.xml" Id="R5dbe589249574ee6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b6e365d3269b41b5" /><Relationship Type="http://schemas.openxmlformats.org/officeDocument/2006/relationships/notesMaster" Target="/ppt/notesMasters/notesMaster1.xml" Id="Rc8cd1c755ad7486e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aada472aad0446a4" /><Relationship Type="http://schemas.openxmlformats.org/officeDocument/2006/relationships/notesMaster" Target="/ppt/notesMasters/notesMaster1.xml" Id="Rba6d3f275bdf4744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65dd8a0bb02f4d6a" /><Relationship Type="http://schemas.openxmlformats.org/officeDocument/2006/relationships/notesMaster" Target="/ppt/notesMasters/notesMaster1.xml" Id="Rff36c1f2b67944e8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b4f11d0b64c04a9a" /><Relationship Type="http://schemas.openxmlformats.org/officeDocument/2006/relationships/notesMaster" Target="/ppt/notesMasters/notesMaster1.xml" Id="Rb0e25b4cf0a848b0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dcc7b7938ad14745" /><Relationship Type="http://schemas.openxmlformats.org/officeDocument/2006/relationships/notesMaster" Target="/ppt/notesMasters/notesMaster1.xml" Id="R3506eeed0c254d8e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56db8f41a16f48f1" /><Relationship Type="http://schemas.openxmlformats.org/officeDocument/2006/relationships/notesMaster" Target="/ppt/notesMasters/notesMaster1.xml" Id="R4017bf7c5c1e4658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c44261e55a674f8e" /><Relationship Type="http://schemas.openxmlformats.org/officeDocument/2006/relationships/notesMaster" Target="/ppt/notesMasters/notesMaster1.xml" Id="Ra55cb899f2c641a6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2f4ca0ffc0424ee6" /><Relationship Type="http://schemas.openxmlformats.org/officeDocument/2006/relationships/notesMaster" Target="/ppt/notesMasters/notesMaster1.xml" Id="Rbe1cb56025a949de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fcf0649aa68c44bc" /><Relationship Type="http://schemas.openxmlformats.org/officeDocument/2006/relationships/notesMaster" Target="/ppt/notesMasters/notesMaster1.xml" Id="R4a185031ebc24c46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2f5242ab530d49d6" /><Relationship Type="http://schemas.openxmlformats.org/officeDocument/2006/relationships/notesMaster" Target="/ppt/notesMasters/notesMaster1.xml" Id="R85b1e2d264344b6d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0ff7fc1aa5984420" /><Relationship Type="http://schemas.openxmlformats.org/officeDocument/2006/relationships/notesMaster" Target="/ppt/notesMasters/notesMaster1.xml" Id="R4f5105c22dbd4eba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0b1d6a89fbc74e25" /><Relationship Type="http://schemas.openxmlformats.org/officeDocument/2006/relationships/notesMaster" Target="/ppt/notesMasters/notesMaster1.xml" Id="Rfc74801f6a194f1f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b30e265dce444907" /><Relationship Type="http://schemas.openxmlformats.org/officeDocument/2006/relationships/notesMaster" Target="/ppt/notesMasters/notesMaster1.xml" Id="R9c3604ddefee40f4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d7c346829be04fc8" /><Relationship Type="http://schemas.openxmlformats.org/officeDocument/2006/relationships/notesMaster" Target="/ppt/notesMasters/notesMaster1.xml" Id="R38cbf34656ac4b9f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c04c47060f9a4d1b" /><Relationship Type="http://schemas.openxmlformats.org/officeDocument/2006/relationships/notesMaster" Target="/ppt/notesMasters/notesMaster1.xml" Id="R9f0892cf92d94403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fa97d08f69a447bf" /><Relationship Type="http://schemas.openxmlformats.org/officeDocument/2006/relationships/notesMaster" Target="/ppt/notesMasters/notesMaster1.xml" Id="R1a5ab9c6ef5e484a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86105a22c1914ddf" /><Relationship Type="http://schemas.openxmlformats.org/officeDocument/2006/relationships/notesMaster" Target="/ppt/notesMasters/notesMaster1.xml" Id="R0a91289b70da47e6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2058aff9103649a6" /><Relationship Type="http://schemas.openxmlformats.org/officeDocument/2006/relationships/notesMaster" Target="/ppt/notesMasters/notesMaster1.xml" Id="R18a1faaf29ff4198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6ae6cb7723a74814" /><Relationship Type="http://schemas.openxmlformats.org/officeDocument/2006/relationships/notesMaster" Target="/ppt/notesMasters/notesMaster1.xml" Id="Re4578f7f174d4c3f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6a0ebbde0f384b1f" /><Relationship Type="http://schemas.openxmlformats.org/officeDocument/2006/relationships/notesMaster" Target="/ppt/notesMasters/notesMaster1.xml" Id="R49916a18b94a4935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1c54c9bf374f435f" /><Relationship Type="http://schemas.openxmlformats.org/officeDocument/2006/relationships/notesMaster" Target="/ppt/notesMasters/notesMaster1.xml" Id="R13c8d338a0d34431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2e62034ea58c4f3b" /><Relationship Type="http://schemas.openxmlformats.org/officeDocument/2006/relationships/notesMaster" Target="/ppt/notesMasters/notesMaster1.xml" Id="R0a46adccb5b14894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cdee99252ae44501" /><Relationship Type="http://schemas.openxmlformats.org/officeDocument/2006/relationships/notesMaster" Target="/ppt/notesMasters/notesMaster1.xml" Id="Rbf2efe24a1ed4dc1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5987ac8bb1fd4a59" /><Relationship Type="http://schemas.openxmlformats.org/officeDocument/2006/relationships/notesMaster" Target="/ppt/notesMasters/notesMaster1.xml" Id="R2397bc1bf7394ed7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36778c50a2f4468e" /><Relationship Type="http://schemas.openxmlformats.org/officeDocument/2006/relationships/notesMaster" Target="/ppt/notesMasters/notesMaster1.xml" Id="Rfc9be9eb4d654ad9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c7db3c9b8d794e32" /><Relationship Type="http://schemas.openxmlformats.org/officeDocument/2006/relationships/notesMaster" Target="/ppt/notesMasters/notesMaster1.xml" Id="R1b909e7541af4c73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ea02b68c45f94dd1" /><Relationship Type="http://schemas.openxmlformats.org/officeDocument/2006/relationships/notesMaster" Target="/ppt/notesMasters/notesMaster1.xml" Id="Rcaeb7eac5a764d7a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1f39aea47e584660" /><Relationship Type="http://schemas.openxmlformats.org/officeDocument/2006/relationships/notesMaster" Target="/ppt/notesMasters/notesMaster1.xml" Id="Re2370d2e96a245c2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307c2f7415a94613" /><Relationship Type="http://schemas.openxmlformats.org/officeDocument/2006/relationships/notesMaster" Target="/ppt/notesMasters/notesMaster1.xml" Id="R7cbe0987e3994b2e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2768f8360209451e" /><Relationship Type="http://schemas.openxmlformats.org/officeDocument/2006/relationships/notesMaster" Target="/ppt/notesMasters/notesMaster1.xml" Id="Rd91d148ef3a343f8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892536dd78fd4c27" /><Relationship Type="http://schemas.openxmlformats.org/officeDocument/2006/relationships/notesMaster" Target="/ppt/notesMasters/notesMaster1.xml" Id="Rd68dbfae50424408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8bc776ffd8fc44b4" /><Relationship Type="http://schemas.openxmlformats.org/officeDocument/2006/relationships/notesMaster" Target="/ppt/notesMasters/notesMaster1.xml" Id="Rd1f144e1c0c24520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e9ccdb4d9a5a4b88" /><Relationship Type="http://schemas.openxmlformats.org/officeDocument/2006/relationships/notesMaster" Target="/ppt/notesMasters/notesMaster1.xml" Id="R0baf68c49ea04d75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b15e1e1e4d384455" /><Relationship Type="http://schemas.openxmlformats.org/officeDocument/2006/relationships/notesMaster" Target="/ppt/notesMasters/notesMaster1.xml" Id="Rc543ef6cc1f84e37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ee18825f7986457e" /><Relationship Type="http://schemas.openxmlformats.org/officeDocument/2006/relationships/notesMaster" Target="/ppt/notesMasters/notesMaster1.xml" Id="Rac4ed1690f974ad7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689ee85d35c947fd" /><Relationship Type="http://schemas.openxmlformats.org/officeDocument/2006/relationships/notesMaster" Target="/ppt/notesMasters/notesMaster1.xml" Id="R29eea4ce02884848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0b86c0d5299d4040" /><Relationship Type="http://schemas.openxmlformats.org/officeDocument/2006/relationships/notesMaster" Target="/ppt/notesMasters/notesMaster1.xml" Id="R7d598d3d3d154358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abcace6841df4cef" /><Relationship Type="http://schemas.openxmlformats.org/officeDocument/2006/relationships/notesMaster" Target="/ppt/notesMasters/notesMaster1.xml" Id="R2576a78eb5584efb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721e3b1f512f4b35" /><Relationship Type="http://schemas.openxmlformats.org/officeDocument/2006/relationships/notesMaster" Target="/ppt/notesMasters/notesMaster1.xml" Id="Rb34894e81b254f50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b834069a547f474e" /><Relationship Type="http://schemas.openxmlformats.org/officeDocument/2006/relationships/notesMaster" Target="/ppt/notesMasters/notesMaster1.xml" Id="Rf9c2f898a5f64e12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3e7d5d3591b54b09" /><Relationship Type="http://schemas.openxmlformats.org/officeDocument/2006/relationships/notesMaster" Target="/ppt/notesMasters/notesMaster1.xml" Id="Rde1950ca8d7749fd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a53af853ae284980" /><Relationship Type="http://schemas.openxmlformats.org/officeDocument/2006/relationships/notesMaster" Target="/ppt/notesMasters/notesMaster1.xml" Id="R15d0a90d12314797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dec3d6bcdac54166" /><Relationship Type="http://schemas.openxmlformats.org/officeDocument/2006/relationships/notesMaster" Target="/ppt/notesMasters/notesMaster1.xml" Id="Rb4de1b3ae3d844ee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0388aa0e44fb4637" /><Relationship Type="http://schemas.openxmlformats.org/officeDocument/2006/relationships/notesMaster" Target="/ppt/notesMasters/notesMaster1.xml" Id="Rc9002d9854364e4d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f3b2ef33bdac42bb" /><Relationship Type="http://schemas.openxmlformats.org/officeDocument/2006/relationships/notesMaster" Target="/ppt/notesMasters/notesMaster1.xml" Id="R23fa97a2b6be4b86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36925c0aa22a4806" /><Relationship Type="http://schemas.openxmlformats.org/officeDocument/2006/relationships/notesMaster" Target="/ppt/notesMasters/notesMaster1.xml" Id="R5c4e66b15a5d4a4f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8293d5b7f0524670" /><Relationship Type="http://schemas.openxmlformats.org/officeDocument/2006/relationships/notesMaster" Target="/ppt/notesMasters/notesMaster1.xml" Id="R6da11ffb78aa427b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957de8ddbe1b4d8c" /><Relationship Type="http://schemas.openxmlformats.org/officeDocument/2006/relationships/notesMaster" Target="/ppt/notesMasters/notesMaster1.xml" Id="R30bf1ae7b52749c7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ca82d24951b34232" /><Relationship Type="http://schemas.openxmlformats.org/officeDocument/2006/relationships/notesMaster" Target="/ppt/notesMasters/notesMaster1.xml" Id="Rddd80f661b5e4f3e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0534affe3576495b" /><Relationship Type="http://schemas.openxmlformats.org/officeDocument/2006/relationships/notesMaster" Target="/ppt/notesMasters/notesMaster1.xml" Id="R6e9b44ff8b46497a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b9c16c2a74714ad2" /><Relationship Type="http://schemas.openxmlformats.org/officeDocument/2006/relationships/notesMaster" Target="/ppt/notesMasters/notesMaster1.xml" Id="R7b5cbe3d67654815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3febd446fa9b420f" /><Relationship Type="http://schemas.openxmlformats.org/officeDocument/2006/relationships/notesMaster" Target="/ppt/notesMasters/notesMaster1.xml" Id="R53ea53ed315f4449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3c1dc525d0c9436d" /><Relationship Type="http://schemas.openxmlformats.org/officeDocument/2006/relationships/notesMaster" Target="/ppt/notesMasters/notesMaster1.xml" Id="Rded5d81282c745e8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4eebae511cbf4de6" /><Relationship Type="http://schemas.openxmlformats.org/officeDocument/2006/relationships/notesMaster" Target="/ppt/notesMasters/notesMaster1.xml" Id="R64cd2ae754f042be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d395a975f40c45e5" /><Relationship Type="http://schemas.openxmlformats.org/officeDocument/2006/relationships/notesMaster" Target="/ppt/notesMasters/notesMaster1.xml" Id="Rb4a192db02234083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3fd621798b1f4f1a" /><Relationship Type="http://schemas.openxmlformats.org/officeDocument/2006/relationships/notesMaster" Target="/ppt/notesMasters/notesMaster1.xml" Id="R02b76ee8b2b24e78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6b9a97dcd2874b07" /><Relationship Type="http://schemas.openxmlformats.org/officeDocument/2006/relationships/notesMaster" Target="/ppt/notesMasters/notesMaster1.xml" Id="R52114a80bff6442f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abd62e75c445488d" /><Relationship Type="http://schemas.openxmlformats.org/officeDocument/2006/relationships/notesMaster" Target="/ppt/notesMasters/notesMaster1.xml" Id="Rbb42e8fba90c42df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0f8457b0d7f74a1e" /><Relationship Type="http://schemas.openxmlformats.org/officeDocument/2006/relationships/notesMaster" Target="/ppt/notesMasters/notesMaster1.xml" Id="Rd217835515be41ca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4d8238166e624c4c" /><Relationship Type="http://schemas.openxmlformats.org/officeDocument/2006/relationships/notesMaster" Target="/ppt/notesMasters/notesMaster1.xml" Id="R63b094ddad6e4409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a63c142737ce4ed5" /><Relationship Type="http://schemas.openxmlformats.org/officeDocument/2006/relationships/notesMaster" Target="/ppt/notesMasters/notesMaster1.xml" Id="Rf8ce7edb3c194b09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b4b0407878934b94" /><Relationship Type="http://schemas.openxmlformats.org/officeDocument/2006/relationships/notesMaster" Target="/ppt/notesMasters/notesMaster1.xml" Id="R33692366a931437c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8397801523104a09" /><Relationship Type="http://schemas.openxmlformats.org/officeDocument/2006/relationships/notesMaster" Target="/ppt/notesMasters/notesMaster1.xml" Id="R60347b9b2f514052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fb102abbe537409c" /><Relationship Type="http://schemas.openxmlformats.org/officeDocument/2006/relationships/notesMaster" Target="/ppt/notesMasters/notesMaster1.xml" Id="Rbcdace13129d4bec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34e1cc0b285c41b7" /><Relationship Type="http://schemas.openxmlformats.org/officeDocument/2006/relationships/notesMaster" Target="/ppt/notesMasters/notesMaster1.xml" Id="Rf32f00dfbda94cf2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1fc3b6448d604fab" /><Relationship Type="http://schemas.openxmlformats.org/officeDocument/2006/relationships/notesMaster" Target="/ppt/notesMasters/notesMaster1.xml" Id="Rcbc397944a85408e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db01c0dbc7224100" /><Relationship Type="http://schemas.openxmlformats.org/officeDocument/2006/relationships/notesMaster" Target="/ppt/notesMasters/notesMaster1.xml" Id="Ra541e85eb0c048c1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ca50d10973c34118" /><Relationship Type="http://schemas.openxmlformats.org/officeDocument/2006/relationships/notesMaster" Target="/ppt/notesMasters/notesMaster1.xml" Id="R9a53e95c161b447c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69903726f6354c97" /><Relationship Type="http://schemas.openxmlformats.org/officeDocument/2006/relationships/notesMaster" Target="/ppt/notesMasters/notesMaster1.xml" Id="Rb11b70de103b4406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57ac270df7c144d9" /><Relationship Type="http://schemas.openxmlformats.org/officeDocument/2006/relationships/notesMaster" Target="/ppt/notesMasters/notesMaster1.xml" Id="Redcd3a62edbe4e41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29c71e1e0b594d8f" /><Relationship Type="http://schemas.openxmlformats.org/officeDocument/2006/relationships/notesMaster" Target="/ppt/notesMasters/notesMaster1.xml" Id="Rc09059a7726644b4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893a9466b6da4163" /><Relationship Type="http://schemas.openxmlformats.org/officeDocument/2006/relationships/notesMaster" Target="/ppt/notesMasters/notesMaster1.xml" Id="R1cca4a8f331a4c2d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f0a0ab1642fb40f9" /><Relationship Type="http://schemas.openxmlformats.org/officeDocument/2006/relationships/notesMaster" Target="/ppt/notesMasters/notesMaster1.xml" Id="R536ceca9ce2344a5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23283b8b98a64a42" /><Relationship Type="http://schemas.openxmlformats.org/officeDocument/2006/relationships/notesMaster" Target="/ppt/notesMasters/notesMaster1.xml" Id="R745b6d32564d468e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e804aca19d1043c3" /><Relationship Type="http://schemas.openxmlformats.org/officeDocument/2006/relationships/notesMaster" Target="/ppt/notesMasters/notesMaster1.xml" Id="R96682a693fb34150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73e52763fada40dd" /><Relationship Type="http://schemas.openxmlformats.org/officeDocument/2006/relationships/notesMaster" Target="/ppt/notesMasters/notesMaster1.xml" Id="R8587a4b73f9a41a6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0f49fe05ac9d4ac6" /><Relationship Type="http://schemas.openxmlformats.org/officeDocument/2006/relationships/notesMaster" Target="/ppt/notesMasters/notesMaster1.xml" Id="Rcaf0ca827319461e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9b88d727e4584507" /><Relationship Type="http://schemas.openxmlformats.org/officeDocument/2006/relationships/notesMaster" Target="/ppt/notesMasters/notesMaster1.xml" Id="R4974bcb5f63f47d8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ec8ccd2bf10f4874" /><Relationship Type="http://schemas.openxmlformats.org/officeDocument/2006/relationships/notesMaster" Target="/ppt/notesMasters/notesMaster1.xml" Id="Re24cb3491f34417e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77bd383c77ec47bc" /><Relationship Type="http://schemas.openxmlformats.org/officeDocument/2006/relationships/notesMaster" Target="/ppt/notesMasters/notesMaster1.xml" Id="R12696d3ba77b437c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b408740b97e94d01" /><Relationship Type="http://schemas.openxmlformats.org/officeDocument/2006/relationships/notesMaster" Target="/ppt/notesMasters/notesMaster1.xml" Id="Rb009369fe8584fff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a6837e0cd4134f21" /><Relationship Type="http://schemas.openxmlformats.org/officeDocument/2006/relationships/notesMaster" Target="/ppt/notesMasters/notesMaster1.xml" Id="R5d26093074594c36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d17884eac28d41de" /><Relationship Type="http://schemas.openxmlformats.org/officeDocument/2006/relationships/notesMaster" Target="/ppt/notesMasters/notesMaster1.xml" Id="Rb8265d77b4084a06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3fd5ba1a12b842c7" /><Relationship Type="http://schemas.openxmlformats.org/officeDocument/2006/relationships/notesMaster" Target="/ppt/notesMasters/notesMaster1.xml" Id="Raf1a60e3664d4b1a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400fe572c9164e8e" /><Relationship Type="http://schemas.openxmlformats.org/officeDocument/2006/relationships/notesMaster" Target="/ppt/notesMasters/notesMaster1.xml" Id="R4f08484b44fd4a3b" /></Relationships>
</file>

<file path=ppt/notesSlides/_rels/notesSlide221.xml.rels>&#65279;<?xml version="1.0" encoding="utf-8"?><Relationships xmlns="http://schemas.openxmlformats.org/package/2006/relationships"><Relationship Type="http://schemas.openxmlformats.org/officeDocument/2006/relationships/slide" Target="/ppt/slides/slide221.xml" Id="R7d1bd550f6b94f2d" /><Relationship Type="http://schemas.openxmlformats.org/officeDocument/2006/relationships/notesMaster" Target="/ppt/notesMasters/notesMaster1.xml" Id="Ra2eb5f666ab64166" /></Relationships>
</file>

<file path=ppt/notesSlides/_rels/notesSlide222.xml.rels>&#65279;<?xml version="1.0" encoding="utf-8"?><Relationships xmlns="http://schemas.openxmlformats.org/package/2006/relationships"><Relationship Type="http://schemas.openxmlformats.org/officeDocument/2006/relationships/slide" Target="/ppt/slides/slide222.xml" Id="R4d1825118f1f4c02" /><Relationship Type="http://schemas.openxmlformats.org/officeDocument/2006/relationships/notesMaster" Target="/ppt/notesMasters/notesMaster1.xml" Id="R0c5c5bb518aa4be0" /></Relationships>
</file>

<file path=ppt/notesSlides/_rels/notesSlide223.xml.rels>&#65279;<?xml version="1.0" encoding="utf-8"?><Relationships xmlns="http://schemas.openxmlformats.org/package/2006/relationships"><Relationship Type="http://schemas.openxmlformats.org/officeDocument/2006/relationships/slide" Target="/ppt/slides/slide223.xml" Id="R39763ecb2d2248d0" /><Relationship Type="http://schemas.openxmlformats.org/officeDocument/2006/relationships/notesMaster" Target="/ppt/notesMasters/notesMaster1.xml" Id="R51459d3538a946e0" /></Relationships>
</file>

<file path=ppt/notesSlides/_rels/notesSlide224.xml.rels>&#65279;<?xml version="1.0" encoding="utf-8"?><Relationships xmlns="http://schemas.openxmlformats.org/package/2006/relationships"><Relationship Type="http://schemas.openxmlformats.org/officeDocument/2006/relationships/slide" Target="/ppt/slides/slide224.xml" Id="R447e02eefbe94cb6" /><Relationship Type="http://schemas.openxmlformats.org/officeDocument/2006/relationships/notesMaster" Target="/ppt/notesMasters/notesMaster1.xml" Id="Re5578c779d204734" /></Relationships>
</file>

<file path=ppt/notesSlides/_rels/notesSlide225.xml.rels>&#65279;<?xml version="1.0" encoding="utf-8"?><Relationships xmlns="http://schemas.openxmlformats.org/package/2006/relationships"><Relationship Type="http://schemas.openxmlformats.org/officeDocument/2006/relationships/slide" Target="/ppt/slides/slide225.xml" Id="R41d60efa33184e77" /><Relationship Type="http://schemas.openxmlformats.org/officeDocument/2006/relationships/notesMaster" Target="/ppt/notesMasters/notesMaster1.xml" Id="Ra048cf72e70e49f3" /></Relationships>
</file>

<file path=ppt/notesSlides/_rels/notesSlide226.xml.rels>&#65279;<?xml version="1.0" encoding="utf-8"?><Relationships xmlns="http://schemas.openxmlformats.org/package/2006/relationships"><Relationship Type="http://schemas.openxmlformats.org/officeDocument/2006/relationships/slide" Target="/ppt/slides/slide226.xml" Id="R3ce2113b77cc49f0" /><Relationship Type="http://schemas.openxmlformats.org/officeDocument/2006/relationships/notesMaster" Target="/ppt/notesMasters/notesMaster1.xml" Id="Ra51acd8e5ddc49a4" /></Relationships>
</file>

<file path=ppt/notesSlides/_rels/notesSlide227.xml.rels>&#65279;<?xml version="1.0" encoding="utf-8"?><Relationships xmlns="http://schemas.openxmlformats.org/package/2006/relationships"><Relationship Type="http://schemas.openxmlformats.org/officeDocument/2006/relationships/slide" Target="/ppt/slides/slide227.xml" Id="Rd988ac69e70e49f6" /><Relationship Type="http://schemas.openxmlformats.org/officeDocument/2006/relationships/notesMaster" Target="/ppt/notesMasters/notesMaster1.xml" Id="Rad15ac1f70d844f7" /></Relationships>
</file>

<file path=ppt/notesSlides/_rels/notesSlide228.xml.rels>&#65279;<?xml version="1.0" encoding="utf-8"?><Relationships xmlns="http://schemas.openxmlformats.org/package/2006/relationships"><Relationship Type="http://schemas.openxmlformats.org/officeDocument/2006/relationships/slide" Target="/ppt/slides/slide228.xml" Id="R8721a466cbd64d12" /><Relationship Type="http://schemas.openxmlformats.org/officeDocument/2006/relationships/notesMaster" Target="/ppt/notesMasters/notesMaster1.xml" Id="R1f15ebb04e22473f" /></Relationships>
</file>

<file path=ppt/notesSlides/_rels/notesSlide229.xml.rels>&#65279;<?xml version="1.0" encoding="utf-8"?><Relationships xmlns="http://schemas.openxmlformats.org/package/2006/relationships"><Relationship Type="http://schemas.openxmlformats.org/officeDocument/2006/relationships/slide" Target="/ppt/slides/slide229.xml" Id="R8dea51f764284245" /><Relationship Type="http://schemas.openxmlformats.org/officeDocument/2006/relationships/notesMaster" Target="/ppt/notesMasters/notesMaster1.xml" Id="R0eaec6660dc54ee8" /></Relationships>
</file>

<file path=ppt/notesSlides/_rels/notesSlide230.xml.rels>&#65279;<?xml version="1.0" encoding="utf-8"?><Relationships xmlns="http://schemas.openxmlformats.org/package/2006/relationships"><Relationship Type="http://schemas.openxmlformats.org/officeDocument/2006/relationships/slide" Target="/ppt/slides/slide230.xml" Id="R2f17d26b2bca44e7" /><Relationship Type="http://schemas.openxmlformats.org/officeDocument/2006/relationships/notesMaster" Target="/ppt/notesMasters/notesMaster1.xml" Id="Rfa08bcc391684d19" /></Relationships>
</file>

<file path=ppt/notesSlides/_rels/notesSlide231.xml.rels>&#65279;<?xml version="1.0" encoding="utf-8"?><Relationships xmlns="http://schemas.openxmlformats.org/package/2006/relationships"><Relationship Type="http://schemas.openxmlformats.org/officeDocument/2006/relationships/slide" Target="/ppt/slides/slide231.xml" Id="Rdea3bc7863394bad" /><Relationship Type="http://schemas.openxmlformats.org/officeDocument/2006/relationships/notesMaster" Target="/ppt/notesMasters/notesMaster1.xml" Id="R8769edd974784b7f" /></Relationships>
</file>

<file path=ppt/notesSlides/_rels/notesSlide232.xml.rels>&#65279;<?xml version="1.0" encoding="utf-8"?><Relationships xmlns="http://schemas.openxmlformats.org/package/2006/relationships"><Relationship Type="http://schemas.openxmlformats.org/officeDocument/2006/relationships/slide" Target="/ppt/slides/slide232.xml" Id="R35d92476c1aa4909" /><Relationship Type="http://schemas.openxmlformats.org/officeDocument/2006/relationships/notesMaster" Target="/ppt/notesMasters/notesMaster1.xml" Id="R0e17a8e3151c4f04" /></Relationships>
</file>

<file path=ppt/notesSlides/_rels/notesSlide233.xml.rels>&#65279;<?xml version="1.0" encoding="utf-8"?><Relationships xmlns="http://schemas.openxmlformats.org/package/2006/relationships"><Relationship Type="http://schemas.openxmlformats.org/officeDocument/2006/relationships/slide" Target="/ppt/slides/slide233.xml" Id="Rd2e04069c00649e8" /><Relationship Type="http://schemas.openxmlformats.org/officeDocument/2006/relationships/notesMaster" Target="/ppt/notesMasters/notesMaster1.xml" Id="R6d2c93f407894c78" /></Relationships>
</file>

<file path=ppt/notesSlides/_rels/notesSlide234.xml.rels>&#65279;<?xml version="1.0" encoding="utf-8"?><Relationships xmlns="http://schemas.openxmlformats.org/package/2006/relationships"><Relationship Type="http://schemas.openxmlformats.org/officeDocument/2006/relationships/slide" Target="/ppt/slides/slide234.xml" Id="Rf1a26244962d49ea" /><Relationship Type="http://schemas.openxmlformats.org/officeDocument/2006/relationships/notesMaster" Target="/ppt/notesMasters/notesMaster1.xml" Id="R09ee479a34e9462c" /></Relationships>
</file>

<file path=ppt/notesSlides/_rels/notesSlide235.xml.rels>&#65279;<?xml version="1.0" encoding="utf-8"?><Relationships xmlns="http://schemas.openxmlformats.org/package/2006/relationships"><Relationship Type="http://schemas.openxmlformats.org/officeDocument/2006/relationships/slide" Target="/ppt/slides/slide235.xml" Id="R9be671022dbc4d22" /><Relationship Type="http://schemas.openxmlformats.org/officeDocument/2006/relationships/notesMaster" Target="/ppt/notesMasters/notesMaster1.xml" Id="R08127a48ddb4450d" /></Relationships>
</file>

<file path=ppt/notesSlides/_rels/notesSlide236.xml.rels>&#65279;<?xml version="1.0" encoding="utf-8"?><Relationships xmlns="http://schemas.openxmlformats.org/package/2006/relationships"><Relationship Type="http://schemas.openxmlformats.org/officeDocument/2006/relationships/slide" Target="/ppt/slides/slide236.xml" Id="R753e8e04aa2748a7" /><Relationship Type="http://schemas.openxmlformats.org/officeDocument/2006/relationships/notesMaster" Target="/ppt/notesMasters/notesMaster1.xml" Id="R484684805eb64873" /></Relationships>
</file>

<file path=ppt/notesSlides/_rels/notesSlide237.xml.rels>&#65279;<?xml version="1.0" encoding="utf-8"?><Relationships xmlns="http://schemas.openxmlformats.org/package/2006/relationships"><Relationship Type="http://schemas.openxmlformats.org/officeDocument/2006/relationships/slide" Target="/ppt/slides/slide237.xml" Id="R174cf50c4f174b76" /><Relationship Type="http://schemas.openxmlformats.org/officeDocument/2006/relationships/notesMaster" Target="/ppt/notesMasters/notesMaster1.xml" Id="R8eb153c649404324" /></Relationships>
</file>

<file path=ppt/notesSlides/_rels/notesSlide238.xml.rels>&#65279;<?xml version="1.0" encoding="utf-8"?><Relationships xmlns="http://schemas.openxmlformats.org/package/2006/relationships"><Relationship Type="http://schemas.openxmlformats.org/officeDocument/2006/relationships/slide" Target="/ppt/slides/slide238.xml" Id="R048fb032a8844177" /><Relationship Type="http://schemas.openxmlformats.org/officeDocument/2006/relationships/notesMaster" Target="/ppt/notesMasters/notesMaster1.xml" Id="R7e7c277b1f67467a" /></Relationships>
</file>

<file path=ppt/notesSlides/_rels/notesSlide239.xml.rels>&#65279;<?xml version="1.0" encoding="utf-8"?><Relationships xmlns="http://schemas.openxmlformats.org/package/2006/relationships"><Relationship Type="http://schemas.openxmlformats.org/officeDocument/2006/relationships/slide" Target="/ppt/slides/slide239.xml" Id="Rbadf590299a8464f" /><Relationship Type="http://schemas.openxmlformats.org/officeDocument/2006/relationships/notesMaster" Target="/ppt/notesMasters/notesMaster1.xml" Id="R2d0d74a653874c90" /></Relationships>
</file>

<file path=ppt/notesSlides/_rels/notesSlide240.xml.rels>&#65279;<?xml version="1.0" encoding="utf-8"?><Relationships xmlns="http://schemas.openxmlformats.org/package/2006/relationships"><Relationship Type="http://schemas.openxmlformats.org/officeDocument/2006/relationships/slide" Target="/ppt/slides/slide240.xml" Id="R1178f34633934d05" /><Relationship Type="http://schemas.openxmlformats.org/officeDocument/2006/relationships/notesMaster" Target="/ppt/notesMasters/notesMaster1.xml" Id="R2172afb9c8ba45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1차시의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현재 차시와 강의·시연·소프트웨어 실습 비중을 한 번에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local:data/day4_github/pr_fixture.json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https://docs.github.com/repositories/creating-and-managing-repositories/quickstart-for-repositories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local:data/day4_github/pr_fixture.json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local:data/day4_github/pr_fixture.json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local:data/day4_github/pr_fixture.json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local:data/day4_github/pr_fixture.json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local:data/day4_github/pr_fixture.json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local:data/day4_github/pr_fixture.json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2차시의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local:.gitignore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local:data/day4_github/pr_fixture.json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https://docs.github.com/rest/authentication/authenticating-to-the-rest-api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local:.gitignore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local:.gitignore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local:data/day4_github/pr_fixture.json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local:.gitignore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local:data/day4_github/pr_fixture.json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local:.gitignore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local:data/day4_github/pr_fixture.json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local:.gitignore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local:data/day4_github/pr_fixture.json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local:.gitignore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local:data/day4_github/pr_fixture.json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3차시의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local:output/day4-github/read-result.json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https://git-scm.com/book/en/v2/Getting-Started-First-Time-Git-Setup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local:output/day4-github/read-result.json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local:output/day4-github/read-result.json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local:output/day4-github/read-result.json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local:output/day4-github/read-result.json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local:output/day4-github/read-result.json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4차시의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https://docs.langchain.com/oss/python/langgraph/overview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5차시의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https://docs.langchain.com/oss/python/langgraph/persistence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6차시의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local:web-demo/app.js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local:web-demo/app.js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local:web-demo/app.js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local:web-demo/app.js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local:web-demo/app.js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local:src/langgraph_lab.py</a:t>
            </a:r>
          </a:p>
          <a:p xmlns:a="http://schemas.openxmlformats.org/drawingml/2006/main">
            <a:r>
              <a:t>- local:src/meeting_agent_workflow.py</a:t>
            </a:r>
          </a:p>
          <a:p xmlns:a="http://schemas.openxmlformats.org/drawingml/2006/main">
            <a:r>
              <a:t>- local:web-demo/app.js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7차시의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8차시의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local:materials/day4/day4_service_lab.ipynb</a:t>
            </a:r>
          </a:p>
          <a:p xmlns:a="http://schemas.openxmlformats.org/drawingml/2006/main">
            <a:r>
              <a:t>- local:src/course_services/github_service.py</a:t>
            </a:r>
          </a:p>
          <a:p xmlns:a="http://schemas.openxmlformats.org/drawingml/2006/main">
            <a:r>
              <a:t>- local:.env.sample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9bf559972649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cc8cdbdbb147e8" /><Relationship Type="http://schemas.openxmlformats.org/officeDocument/2006/relationships/slideLayout" Target="/ppt/slideLayouts/slideLayout1.xml" Id="R1b08dc996a284ec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08dc996a284e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9f3aeb1f254e89" /><Relationship Type="http://schemas.openxmlformats.org/officeDocument/2006/relationships/notesSlide" Target="/ppt/notesSlides/notesSlide1.xml" Id="R217309cc8e7541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1f3ed0e14948ba" /><Relationship Type="http://schemas.openxmlformats.org/officeDocument/2006/relationships/notesSlide" Target="/ppt/notesSlides/notesSlide2.xml" Id="R03db5ff600644c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e3cc38056c4ec9" /><Relationship Type="http://schemas.openxmlformats.org/officeDocument/2006/relationships/notesSlide" Target="/ppt/notesSlides/notesSlide3.xml" Id="R38f25dc1fd2042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913285bc2d4a32" /><Relationship Type="http://schemas.openxmlformats.org/officeDocument/2006/relationships/notesSlide" Target="/ppt/notesSlides/notesSlide4.xml" Id="Rc04635cd0d1e40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42e74d72745d2" /><Relationship Type="http://schemas.openxmlformats.org/officeDocument/2006/relationships/notesSlide" Target="/ppt/notesSlides/notesSlide5.xml" Id="R8398aadaa99e409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58178f758b4707" /><Relationship Type="http://schemas.openxmlformats.org/officeDocument/2006/relationships/notesSlide" Target="/ppt/notesSlides/notesSlide6.xml" Id="Rc4f1d64af5fa4d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98d71719b54d33" /><Relationship Type="http://schemas.openxmlformats.org/officeDocument/2006/relationships/notesSlide" Target="/ppt/notesSlides/notesSlide7.xml" Id="Re04f250c938343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fc144d23ce4847" /><Relationship Type="http://schemas.openxmlformats.org/officeDocument/2006/relationships/notesSlide" Target="/ppt/notesSlides/notesSlide8.xml" Id="Ree937a65e92043c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5905bed25b411e" /><Relationship Type="http://schemas.openxmlformats.org/officeDocument/2006/relationships/notesSlide" Target="/ppt/notesSlides/notesSlide9.xml" Id="R296b1813c59a4b4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73885e2a054ecd" /><Relationship Type="http://schemas.openxmlformats.org/officeDocument/2006/relationships/notesSlide" Target="/ppt/notesSlides/notesSlide10.xml" Id="R30b01034f1e343c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8773adb50744f5" /><Relationship Type="http://schemas.openxmlformats.org/officeDocument/2006/relationships/notesSlide" Target="/ppt/notesSlides/notesSlide11.xml" Id="R20dfe46fd38440e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6f9ea44c3045e1" /><Relationship Type="http://schemas.openxmlformats.org/officeDocument/2006/relationships/notesSlide" Target="/ppt/notesSlides/notesSlide12.xml" Id="Rc91af7fefca2455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a756dbe374b38" /><Relationship Type="http://schemas.openxmlformats.org/officeDocument/2006/relationships/notesSlide" Target="/ppt/notesSlides/notesSlide13.xml" Id="R269a029e681045f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626aa31e9d4b41" /><Relationship Type="http://schemas.openxmlformats.org/officeDocument/2006/relationships/image" Target="/ppt/media/image.jpeg" Id="Rc868e6f5fc994227" /><Relationship Type="http://schemas.openxmlformats.org/officeDocument/2006/relationships/notesSlide" Target="/ppt/notesSlides/notesSlide14.xml" Id="R37c00e43e80a47b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8f335bf26428c" /><Relationship Type="http://schemas.openxmlformats.org/officeDocument/2006/relationships/notesSlide" Target="/ppt/notesSlides/notesSlide15.xml" Id="R63bd417a060547c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2789f8e1ae4101" /><Relationship Type="http://schemas.openxmlformats.org/officeDocument/2006/relationships/notesSlide" Target="/ppt/notesSlides/notesSlide16.xml" Id="Rfb7b3d66f05f497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4930371fb4770" /><Relationship Type="http://schemas.openxmlformats.org/officeDocument/2006/relationships/notesSlide" Target="/ppt/notesSlides/notesSlide17.xml" Id="Re04f21e7b97c4a9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ac408707c4346" /><Relationship Type="http://schemas.openxmlformats.org/officeDocument/2006/relationships/notesSlide" Target="/ppt/notesSlides/notesSlide18.xml" Id="R3e7cb6ec362c4c0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e1f663957b45d0" /><Relationship Type="http://schemas.openxmlformats.org/officeDocument/2006/relationships/notesSlide" Target="/ppt/notesSlides/notesSlide19.xml" Id="Redecf8af38f2461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4b456651364f8c" /><Relationship Type="http://schemas.openxmlformats.org/officeDocument/2006/relationships/notesSlide" Target="/ppt/notesSlides/notesSlide20.xml" Id="R747c322c8ec64ca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32dc1044e4bba" /><Relationship Type="http://schemas.openxmlformats.org/officeDocument/2006/relationships/notesSlide" Target="/ppt/notesSlides/notesSlide21.xml" Id="Rcff781ad9b9e490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1c4373c29486d" /><Relationship Type="http://schemas.openxmlformats.org/officeDocument/2006/relationships/notesSlide" Target="/ppt/notesSlides/notesSlide22.xml" Id="R2dd7d1b79e5f4ef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8223fb7cb43fc" /><Relationship Type="http://schemas.openxmlformats.org/officeDocument/2006/relationships/notesSlide" Target="/ppt/notesSlides/notesSlide23.xml" Id="R60a63c6ee9d04bf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24788c3cf64620" /><Relationship Type="http://schemas.openxmlformats.org/officeDocument/2006/relationships/notesSlide" Target="/ppt/notesSlides/notesSlide24.xml" Id="R2c4fb6309d57445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d0acd6162340c0" /><Relationship Type="http://schemas.openxmlformats.org/officeDocument/2006/relationships/notesSlide" Target="/ppt/notesSlides/notesSlide25.xml" Id="Rbddac1df876f4a1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7439e8d2d749f1" /><Relationship Type="http://schemas.openxmlformats.org/officeDocument/2006/relationships/notesSlide" Target="/ppt/notesSlides/notesSlide26.xml" Id="R76b94d6644904c1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c43f11b7534cf4" /><Relationship Type="http://schemas.openxmlformats.org/officeDocument/2006/relationships/notesSlide" Target="/ppt/notesSlides/notesSlide27.xml" Id="R8dea06a050f447e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c7684c53334115" /><Relationship Type="http://schemas.openxmlformats.org/officeDocument/2006/relationships/notesSlide" Target="/ppt/notesSlides/notesSlide28.xml" Id="R4feb96abd7664d5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cc1838055f4a48" /><Relationship Type="http://schemas.openxmlformats.org/officeDocument/2006/relationships/notesSlide" Target="/ppt/notesSlides/notesSlide29.xml" Id="R99dbd34394214d5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f469eced704849" /><Relationship Type="http://schemas.openxmlformats.org/officeDocument/2006/relationships/notesSlide" Target="/ppt/notesSlides/notesSlide30.xml" Id="R96172e12570a485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754281ab4f4af8" /><Relationship Type="http://schemas.openxmlformats.org/officeDocument/2006/relationships/notesSlide" Target="/ppt/notesSlides/notesSlide31.xml" Id="R6f7240c62078450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84d86c43a7419e" /><Relationship Type="http://schemas.openxmlformats.org/officeDocument/2006/relationships/notesSlide" Target="/ppt/notesSlides/notesSlide32.xml" Id="R3215a0baff4f4a4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2912df77694eb4" /><Relationship Type="http://schemas.openxmlformats.org/officeDocument/2006/relationships/notesSlide" Target="/ppt/notesSlides/notesSlide33.xml" Id="R9755beac0b21492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144b2b3024164" /><Relationship Type="http://schemas.openxmlformats.org/officeDocument/2006/relationships/notesSlide" Target="/ppt/notesSlides/notesSlide34.xml" Id="Rbd5611f74cb741b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7819193844970" /><Relationship Type="http://schemas.openxmlformats.org/officeDocument/2006/relationships/notesSlide" Target="/ppt/notesSlides/notesSlide35.xml" Id="R0e333cf2d04e49a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13a2c0f92e4bc7" /><Relationship Type="http://schemas.openxmlformats.org/officeDocument/2006/relationships/notesSlide" Target="/ppt/notesSlides/notesSlide36.xml" Id="R5c01a5c9d5f5453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f568163414285" /><Relationship Type="http://schemas.openxmlformats.org/officeDocument/2006/relationships/notesSlide" Target="/ppt/notesSlides/notesSlide37.xml" Id="R089a3f7535d5410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ed5d2b6844b1e" /><Relationship Type="http://schemas.openxmlformats.org/officeDocument/2006/relationships/notesSlide" Target="/ppt/notesSlides/notesSlide38.xml" Id="Rea6a0415e17f497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4276808d5640ef" /><Relationship Type="http://schemas.openxmlformats.org/officeDocument/2006/relationships/notesSlide" Target="/ppt/notesSlides/notesSlide39.xml" Id="Ra63f5bbb0328401f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1c7af946dd41bc" /><Relationship Type="http://schemas.openxmlformats.org/officeDocument/2006/relationships/notesSlide" Target="/ppt/notesSlides/notesSlide40.xml" Id="R533f0a548f994739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6405241874726" /><Relationship Type="http://schemas.openxmlformats.org/officeDocument/2006/relationships/notesSlide" Target="/ppt/notesSlides/notesSlide41.xml" Id="R69a2fb49d4e8464b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6cdef9c2e14e66" /><Relationship Type="http://schemas.openxmlformats.org/officeDocument/2006/relationships/notesSlide" Target="/ppt/notesSlides/notesSlide42.xml" Id="R65412d5508824f6a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58275144347ae" /><Relationship Type="http://schemas.openxmlformats.org/officeDocument/2006/relationships/notesSlide" Target="/ppt/notesSlides/notesSlide43.xml" Id="R077b058fc07c4f1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d966d5fcb2439c" /><Relationship Type="http://schemas.openxmlformats.org/officeDocument/2006/relationships/image" Target="/ppt/media/image2.jpeg" Id="R7b0386e03274403e" /><Relationship Type="http://schemas.openxmlformats.org/officeDocument/2006/relationships/notesSlide" Target="/ppt/notesSlides/notesSlide44.xml" Id="R53bb74b061ce46e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82c89e32e4309" /><Relationship Type="http://schemas.openxmlformats.org/officeDocument/2006/relationships/notesSlide" Target="/ppt/notesSlides/notesSlide45.xml" Id="R378f139a195142a9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b5803cb4dc4345" /><Relationship Type="http://schemas.openxmlformats.org/officeDocument/2006/relationships/notesSlide" Target="/ppt/notesSlides/notesSlide46.xml" Id="R35ed58ad3dbb4ac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f254c15ebf445c" /><Relationship Type="http://schemas.openxmlformats.org/officeDocument/2006/relationships/notesSlide" Target="/ppt/notesSlides/notesSlide47.xml" Id="Rde2747842f654460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8221ed9b3044db" /><Relationship Type="http://schemas.openxmlformats.org/officeDocument/2006/relationships/notesSlide" Target="/ppt/notesSlides/notesSlide48.xml" Id="R94fda66c3d4b48cf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1f8b899ffc40e5" /><Relationship Type="http://schemas.openxmlformats.org/officeDocument/2006/relationships/notesSlide" Target="/ppt/notesSlides/notesSlide49.xml" Id="Raa7e09909386499b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28e2eb46e248d4" /><Relationship Type="http://schemas.openxmlformats.org/officeDocument/2006/relationships/notesSlide" Target="/ppt/notesSlides/notesSlide50.xml" Id="R695e6712c3e34d50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743d10437402f" /><Relationship Type="http://schemas.openxmlformats.org/officeDocument/2006/relationships/notesSlide" Target="/ppt/notesSlides/notesSlide51.xml" Id="R5993c966f0b048b7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183436f48d44e3" /><Relationship Type="http://schemas.openxmlformats.org/officeDocument/2006/relationships/notesSlide" Target="/ppt/notesSlides/notesSlide52.xml" Id="R4884646e7bf244c7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1ec40c0355431e" /><Relationship Type="http://schemas.openxmlformats.org/officeDocument/2006/relationships/notesSlide" Target="/ppt/notesSlides/notesSlide53.xml" Id="R6dabc19cabbc47dd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b1cf5e2e3446d" /><Relationship Type="http://schemas.openxmlformats.org/officeDocument/2006/relationships/notesSlide" Target="/ppt/notesSlides/notesSlide54.xml" Id="R4091b1f6281b4dab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185a0f76c4ed5" /><Relationship Type="http://schemas.openxmlformats.org/officeDocument/2006/relationships/notesSlide" Target="/ppt/notesSlides/notesSlide55.xml" Id="R38b55d41c8204bf3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17f5d41dd4f87" /><Relationship Type="http://schemas.openxmlformats.org/officeDocument/2006/relationships/notesSlide" Target="/ppt/notesSlides/notesSlide56.xml" Id="Rc13a37b1da4a42be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90ce2d7784a89" /><Relationship Type="http://schemas.openxmlformats.org/officeDocument/2006/relationships/notesSlide" Target="/ppt/notesSlides/notesSlide57.xml" Id="R48068d6cbca7475c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be1b0068d44e01" /><Relationship Type="http://schemas.openxmlformats.org/officeDocument/2006/relationships/notesSlide" Target="/ppt/notesSlides/notesSlide58.xml" Id="Rb1fcf2cb526a4965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ac3e8478c748b1" /><Relationship Type="http://schemas.openxmlformats.org/officeDocument/2006/relationships/notesSlide" Target="/ppt/notesSlides/notesSlide59.xml" Id="R693db0a0e1404dd9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928b03dc894970" /><Relationship Type="http://schemas.openxmlformats.org/officeDocument/2006/relationships/notesSlide" Target="/ppt/notesSlides/notesSlide60.xml" Id="Raf53a4afdfdd42ed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4499f1e3f4457" /><Relationship Type="http://schemas.openxmlformats.org/officeDocument/2006/relationships/notesSlide" Target="/ppt/notesSlides/notesSlide61.xml" Id="Rabbba38aff074722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345e195724385" /><Relationship Type="http://schemas.openxmlformats.org/officeDocument/2006/relationships/notesSlide" Target="/ppt/notesSlides/notesSlide62.xml" Id="R837240c31e9c47fa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a8840fe1f403c" /><Relationship Type="http://schemas.openxmlformats.org/officeDocument/2006/relationships/notesSlide" Target="/ppt/notesSlides/notesSlide63.xml" Id="R9fa213ffbbd74059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08b33f734c4817" /><Relationship Type="http://schemas.openxmlformats.org/officeDocument/2006/relationships/notesSlide" Target="/ppt/notesSlides/notesSlide64.xml" Id="Rea73957ebf4d4080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165cf703f4f30" /><Relationship Type="http://schemas.openxmlformats.org/officeDocument/2006/relationships/notesSlide" Target="/ppt/notesSlides/notesSlide65.xml" Id="Rd3137e924f474a6f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1e53a9e61e4956" /><Relationship Type="http://schemas.openxmlformats.org/officeDocument/2006/relationships/notesSlide" Target="/ppt/notesSlides/notesSlide66.xml" Id="R2eb014018b0541af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d2e51cea44d77" /><Relationship Type="http://schemas.openxmlformats.org/officeDocument/2006/relationships/notesSlide" Target="/ppt/notesSlides/notesSlide67.xml" Id="R5bd40c395d034967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c3ed81c504433" /><Relationship Type="http://schemas.openxmlformats.org/officeDocument/2006/relationships/notesSlide" Target="/ppt/notesSlides/notesSlide68.xml" Id="Rb74e032f43db4168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0159990094aff" /><Relationship Type="http://schemas.openxmlformats.org/officeDocument/2006/relationships/notesSlide" Target="/ppt/notesSlides/notesSlide69.xml" Id="R720d5956cd534564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2a04fe72e43c3" /><Relationship Type="http://schemas.openxmlformats.org/officeDocument/2006/relationships/notesSlide" Target="/ppt/notesSlides/notesSlide70.xml" Id="Rf8cb78d555f14d8f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286d3012f406d" /><Relationship Type="http://schemas.openxmlformats.org/officeDocument/2006/relationships/notesSlide" Target="/ppt/notesSlides/notesSlide71.xml" Id="Rc7f886a090264850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31dea517bf41d2" /><Relationship Type="http://schemas.openxmlformats.org/officeDocument/2006/relationships/notesSlide" Target="/ppt/notesSlides/notesSlide72.xml" Id="R986906e2bc804cbb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c8a6fab2e040de" /><Relationship Type="http://schemas.openxmlformats.org/officeDocument/2006/relationships/notesSlide" Target="/ppt/notesSlides/notesSlide73.xml" Id="R604f2e7e70ed40b2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4a203e0ec74498" /><Relationship Type="http://schemas.openxmlformats.org/officeDocument/2006/relationships/image" Target="/ppt/media/image3.jpeg" Id="R7776770d127c42c1" /><Relationship Type="http://schemas.openxmlformats.org/officeDocument/2006/relationships/notesSlide" Target="/ppt/notesSlides/notesSlide74.xml" Id="R7e45e7fef33d4454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8dcadb79a340d8" /><Relationship Type="http://schemas.openxmlformats.org/officeDocument/2006/relationships/notesSlide" Target="/ppt/notesSlides/notesSlide75.xml" Id="Ra53e6023e1ab4a7f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1e73c4904048fe" /><Relationship Type="http://schemas.openxmlformats.org/officeDocument/2006/relationships/notesSlide" Target="/ppt/notesSlides/notesSlide76.xml" Id="R7ec7beb96d934030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d2b317b844bf2" /><Relationship Type="http://schemas.openxmlformats.org/officeDocument/2006/relationships/notesSlide" Target="/ppt/notesSlides/notesSlide77.xml" Id="Ra09c3f78263d4faf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4f070230e4b50" /><Relationship Type="http://schemas.openxmlformats.org/officeDocument/2006/relationships/notesSlide" Target="/ppt/notesSlides/notesSlide78.xml" Id="Ra408ecd855294237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7dafdb117b41c7" /><Relationship Type="http://schemas.openxmlformats.org/officeDocument/2006/relationships/notesSlide" Target="/ppt/notesSlides/notesSlide79.xml" Id="R0b2648b6b0e8469b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63af2f4e194f83" /><Relationship Type="http://schemas.openxmlformats.org/officeDocument/2006/relationships/notesSlide" Target="/ppt/notesSlides/notesSlide80.xml" Id="R85d9fd62a13a4c97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83386b48c48e8" /><Relationship Type="http://schemas.openxmlformats.org/officeDocument/2006/relationships/notesSlide" Target="/ppt/notesSlides/notesSlide81.xml" Id="Ra79848cd08194eeb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5627f53ab44fb" /><Relationship Type="http://schemas.openxmlformats.org/officeDocument/2006/relationships/notesSlide" Target="/ppt/notesSlides/notesSlide82.xml" Id="Rbfc18808710a4f4d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a04406b7c42d6" /><Relationship Type="http://schemas.openxmlformats.org/officeDocument/2006/relationships/notesSlide" Target="/ppt/notesSlides/notesSlide83.xml" Id="R0e9711a858014661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5cdc9410494db5" /><Relationship Type="http://schemas.openxmlformats.org/officeDocument/2006/relationships/notesSlide" Target="/ppt/notesSlides/notesSlide84.xml" Id="Rb7d9898434124a3e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ea3d59c0dc402f" /><Relationship Type="http://schemas.openxmlformats.org/officeDocument/2006/relationships/notesSlide" Target="/ppt/notesSlides/notesSlide85.xml" Id="Rc6721a4e1f724475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f988771bcf4705" /><Relationship Type="http://schemas.openxmlformats.org/officeDocument/2006/relationships/notesSlide" Target="/ppt/notesSlides/notesSlide86.xml" Id="R5bdbb867c65c40c5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4625cc7a441e4" /><Relationship Type="http://schemas.openxmlformats.org/officeDocument/2006/relationships/notesSlide" Target="/ppt/notesSlides/notesSlide87.xml" Id="R748eff3e412d457c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07a84e25b343c3" /><Relationship Type="http://schemas.openxmlformats.org/officeDocument/2006/relationships/notesSlide" Target="/ppt/notesSlides/notesSlide88.xml" Id="R2284cb4a2d124766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958e03d7274460" /><Relationship Type="http://schemas.openxmlformats.org/officeDocument/2006/relationships/notesSlide" Target="/ppt/notesSlides/notesSlide89.xml" Id="Rcfb5b80d4d264b84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448de70cc74c8b" /><Relationship Type="http://schemas.openxmlformats.org/officeDocument/2006/relationships/notesSlide" Target="/ppt/notesSlides/notesSlide90.xml" Id="Ra4e3f1072311406a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72314d1ef34a56" /><Relationship Type="http://schemas.openxmlformats.org/officeDocument/2006/relationships/notesSlide" Target="/ppt/notesSlides/notesSlide91.xml" Id="R3b9c1439f17747de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b735895ea46fc" /><Relationship Type="http://schemas.openxmlformats.org/officeDocument/2006/relationships/notesSlide" Target="/ppt/notesSlides/notesSlide92.xml" Id="R87cd73c9a2434a35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95d6c95bad4691" /><Relationship Type="http://schemas.openxmlformats.org/officeDocument/2006/relationships/notesSlide" Target="/ppt/notesSlides/notesSlide93.xml" Id="R6d0a0365485e4848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6e060d26b84473" /><Relationship Type="http://schemas.openxmlformats.org/officeDocument/2006/relationships/notesSlide" Target="/ppt/notesSlides/notesSlide94.xml" Id="R9dae4c2667054ab1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63543790954366" /><Relationship Type="http://schemas.openxmlformats.org/officeDocument/2006/relationships/notesSlide" Target="/ppt/notesSlides/notesSlide95.xml" Id="Ra8d94333c4784494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6271aa9f34278" /><Relationship Type="http://schemas.openxmlformats.org/officeDocument/2006/relationships/notesSlide" Target="/ppt/notesSlides/notesSlide96.xml" Id="Rd1d54337e68a4e1d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077efe21564980" /><Relationship Type="http://schemas.openxmlformats.org/officeDocument/2006/relationships/notesSlide" Target="/ppt/notesSlides/notesSlide97.xml" Id="R54c465e56fdc4cca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24b33f1c374107" /><Relationship Type="http://schemas.openxmlformats.org/officeDocument/2006/relationships/notesSlide" Target="/ppt/notesSlides/notesSlide98.xml" Id="R771193e5a97a4f06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ab0367a5b480c" /><Relationship Type="http://schemas.openxmlformats.org/officeDocument/2006/relationships/notesSlide" Target="/ppt/notesSlides/notesSlide99.xml" Id="R02fa491ef1b447db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c2832350046c7" /><Relationship Type="http://schemas.openxmlformats.org/officeDocument/2006/relationships/notesSlide" Target="/ppt/notesSlides/notesSlide100.xml" Id="R6870919cbc8a47c0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c1219f0a944efb" /><Relationship Type="http://schemas.openxmlformats.org/officeDocument/2006/relationships/notesSlide" Target="/ppt/notesSlides/notesSlide101.xml" Id="Rf50c49c9ab414362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6dd4417e994975" /><Relationship Type="http://schemas.openxmlformats.org/officeDocument/2006/relationships/notesSlide" Target="/ppt/notesSlides/notesSlide102.xml" Id="R8b234c30403542f3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f7f69b0776449a" /><Relationship Type="http://schemas.openxmlformats.org/officeDocument/2006/relationships/notesSlide" Target="/ppt/notesSlides/notesSlide103.xml" Id="Ra5ab811db8884cdc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aa66ac4eb4f15" /><Relationship Type="http://schemas.openxmlformats.org/officeDocument/2006/relationships/image" Target="/ppt/media/image4.jpeg" Id="R85e52d635c40419b" /><Relationship Type="http://schemas.openxmlformats.org/officeDocument/2006/relationships/notesSlide" Target="/ppt/notesSlides/notesSlide104.xml" Id="Ree66c508d2a74247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415d8652514ea5" /><Relationship Type="http://schemas.openxmlformats.org/officeDocument/2006/relationships/notesSlide" Target="/ppt/notesSlides/notesSlide105.xml" Id="Rc9f3bc6067454927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82aacfc6d64277" /><Relationship Type="http://schemas.openxmlformats.org/officeDocument/2006/relationships/notesSlide" Target="/ppt/notesSlides/notesSlide106.xml" Id="Rc722496be1f74f76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03f85a890143a3" /><Relationship Type="http://schemas.openxmlformats.org/officeDocument/2006/relationships/notesSlide" Target="/ppt/notesSlides/notesSlide107.xml" Id="Rd25351d679774ea9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eb7a7216634645" /><Relationship Type="http://schemas.openxmlformats.org/officeDocument/2006/relationships/notesSlide" Target="/ppt/notesSlides/notesSlide108.xml" Id="Re525babcb704458c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090ea73d2c4114" /><Relationship Type="http://schemas.openxmlformats.org/officeDocument/2006/relationships/notesSlide" Target="/ppt/notesSlides/notesSlide109.xml" Id="Rbb6b05dc3cc14398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80cdd714f4e7c" /><Relationship Type="http://schemas.openxmlformats.org/officeDocument/2006/relationships/notesSlide" Target="/ppt/notesSlides/notesSlide110.xml" Id="Rbd45dc29a7984496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a530d717b944e5" /><Relationship Type="http://schemas.openxmlformats.org/officeDocument/2006/relationships/notesSlide" Target="/ppt/notesSlides/notesSlide111.xml" Id="R280b5754908847c0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4afda8ecd64124" /><Relationship Type="http://schemas.openxmlformats.org/officeDocument/2006/relationships/notesSlide" Target="/ppt/notesSlides/notesSlide112.xml" Id="Rd1db9eed41444832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8b9f57daf9466b" /><Relationship Type="http://schemas.openxmlformats.org/officeDocument/2006/relationships/notesSlide" Target="/ppt/notesSlides/notesSlide113.xml" Id="R45a4d158ae134cfd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955fcb8d124cc2" /><Relationship Type="http://schemas.openxmlformats.org/officeDocument/2006/relationships/notesSlide" Target="/ppt/notesSlides/notesSlide114.xml" Id="Rfca2d9fef1cc40d8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7101b3a834191" /><Relationship Type="http://schemas.openxmlformats.org/officeDocument/2006/relationships/notesSlide" Target="/ppt/notesSlides/notesSlide115.xml" Id="R85bec8808bc54dc8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394b484184a42" /><Relationship Type="http://schemas.openxmlformats.org/officeDocument/2006/relationships/notesSlide" Target="/ppt/notesSlides/notesSlide116.xml" Id="R67741ccdcc9c49be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894235663c4a51" /><Relationship Type="http://schemas.openxmlformats.org/officeDocument/2006/relationships/notesSlide" Target="/ppt/notesSlides/notesSlide117.xml" Id="R0f226a3234464e2b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2e719d0dc414d" /><Relationship Type="http://schemas.openxmlformats.org/officeDocument/2006/relationships/notesSlide" Target="/ppt/notesSlides/notesSlide118.xml" Id="Rec6cd028f413498c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3cbcc5837a4ef3" /><Relationship Type="http://schemas.openxmlformats.org/officeDocument/2006/relationships/notesSlide" Target="/ppt/notesSlides/notesSlide119.xml" Id="Recab3def4e38449e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c7251287f34c52" /><Relationship Type="http://schemas.openxmlformats.org/officeDocument/2006/relationships/notesSlide" Target="/ppt/notesSlides/notesSlide120.xml" Id="R73c62b6ffc5d4b8b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a7252611147fa" /><Relationship Type="http://schemas.openxmlformats.org/officeDocument/2006/relationships/notesSlide" Target="/ppt/notesSlides/notesSlide121.xml" Id="R66b4bc1047144c89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6c24fe7604ab7" /><Relationship Type="http://schemas.openxmlformats.org/officeDocument/2006/relationships/notesSlide" Target="/ppt/notesSlides/notesSlide122.xml" Id="R29ac5c45d2b841bc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50a4d96a944a25" /><Relationship Type="http://schemas.openxmlformats.org/officeDocument/2006/relationships/notesSlide" Target="/ppt/notesSlides/notesSlide123.xml" Id="Rfbc54956467e48ff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a081b7f1a74710" /><Relationship Type="http://schemas.openxmlformats.org/officeDocument/2006/relationships/notesSlide" Target="/ppt/notesSlides/notesSlide124.xml" Id="R5de7e2f7bdf54d69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a9d39766a4c36" /><Relationship Type="http://schemas.openxmlformats.org/officeDocument/2006/relationships/notesSlide" Target="/ppt/notesSlides/notesSlide125.xml" Id="R6c27bebb88894f84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e56bbb5bb41aa" /><Relationship Type="http://schemas.openxmlformats.org/officeDocument/2006/relationships/notesSlide" Target="/ppt/notesSlides/notesSlide126.xml" Id="R0a75d1ac92ff4cfd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94137528c04122" /><Relationship Type="http://schemas.openxmlformats.org/officeDocument/2006/relationships/notesSlide" Target="/ppt/notesSlides/notesSlide127.xml" Id="Raee9375d831746f1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5d595ec3784e24" /><Relationship Type="http://schemas.openxmlformats.org/officeDocument/2006/relationships/notesSlide" Target="/ppt/notesSlides/notesSlide128.xml" Id="Re1d1251acfbf436b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d88801271d49cb" /><Relationship Type="http://schemas.openxmlformats.org/officeDocument/2006/relationships/notesSlide" Target="/ppt/notesSlides/notesSlide129.xml" Id="R67cbf673d24c4a31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e1a9736124ae7" /><Relationship Type="http://schemas.openxmlformats.org/officeDocument/2006/relationships/notesSlide" Target="/ppt/notesSlides/notesSlide130.xml" Id="Rbcfc77e130df43d3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7321267eb4f2a" /><Relationship Type="http://schemas.openxmlformats.org/officeDocument/2006/relationships/notesSlide" Target="/ppt/notesSlides/notesSlide131.xml" Id="R328589bcecc94fc1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7dfd5662a24834" /><Relationship Type="http://schemas.openxmlformats.org/officeDocument/2006/relationships/notesSlide" Target="/ppt/notesSlides/notesSlide132.xml" Id="Rd92f102ec3024a73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852900f1f34203" /><Relationship Type="http://schemas.openxmlformats.org/officeDocument/2006/relationships/notesSlide" Target="/ppt/notesSlides/notesSlide133.xml" Id="R6073ad5778644df8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68495e0724ffd" /><Relationship Type="http://schemas.openxmlformats.org/officeDocument/2006/relationships/image" Target="/ppt/media/image5.jpeg" Id="R81b01f38ab454766" /><Relationship Type="http://schemas.openxmlformats.org/officeDocument/2006/relationships/notesSlide" Target="/ppt/notesSlides/notesSlide134.xml" Id="Rc2a0940fe4274a39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09d22d8438471e" /><Relationship Type="http://schemas.openxmlformats.org/officeDocument/2006/relationships/notesSlide" Target="/ppt/notesSlides/notesSlide135.xml" Id="R4880995f0ce84cdd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1ffdc980e64752" /><Relationship Type="http://schemas.openxmlformats.org/officeDocument/2006/relationships/notesSlide" Target="/ppt/notesSlides/notesSlide136.xml" Id="R9f98d82c4aef4288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dd86d8156e4cbe" /><Relationship Type="http://schemas.openxmlformats.org/officeDocument/2006/relationships/notesSlide" Target="/ppt/notesSlides/notesSlide137.xml" Id="R6ada12fbd6fa4db3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9f057367844ab" /><Relationship Type="http://schemas.openxmlformats.org/officeDocument/2006/relationships/notesSlide" Target="/ppt/notesSlides/notesSlide138.xml" Id="Rc15522131383448c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e4732969a4ce1" /><Relationship Type="http://schemas.openxmlformats.org/officeDocument/2006/relationships/notesSlide" Target="/ppt/notesSlides/notesSlide139.xml" Id="R9bdb04b7d408471d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4f55955a374dbd" /><Relationship Type="http://schemas.openxmlformats.org/officeDocument/2006/relationships/notesSlide" Target="/ppt/notesSlides/notesSlide140.xml" Id="Rf787cdf4ca824134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e84dededf24d4c" /><Relationship Type="http://schemas.openxmlformats.org/officeDocument/2006/relationships/notesSlide" Target="/ppt/notesSlides/notesSlide141.xml" Id="R84db05fd32fd4d49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2f1d1c27284f12" /><Relationship Type="http://schemas.openxmlformats.org/officeDocument/2006/relationships/notesSlide" Target="/ppt/notesSlides/notesSlide142.xml" Id="R5472b02d62234de8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0d21530c24272" /><Relationship Type="http://schemas.openxmlformats.org/officeDocument/2006/relationships/notesSlide" Target="/ppt/notesSlides/notesSlide143.xml" Id="Rafb33ab3e4c74d82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5bf13ef26d4f42" /><Relationship Type="http://schemas.openxmlformats.org/officeDocument/2006/relationships/notesSlide" Target="/ppt/notesSlides/notesSlide144.xml" Id="R1d727eb56ce348f1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a2334c1fc4f4e" /><Relationship Type="http://schemas.openxmlformats.org/officeDocument/2006/relationships/notesSlide" Target="/ppt/notesSlides/notesSlide145.xml" Id="Recbd0ff7cf4a49c6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f2a524f0b342e8" /><Relationship Type="http://schemas.openxmlformats.org/officeDocument/2006/relationships/notesSlide" Target="/ppt/notesSlides/notesSlide146.xml" Id="R8ca6e962e4d34b66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17c06bbfc4611" /><Relationship Type="http://schemas.openxmlformats.org/officeDocument/2006/relationships/notesSlide" Target="/ppt/notesSlides/notesSlide147.xml" Id="R3de3d511e4884522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de501f086477a" /><Relationship Type="http://schemas.openxmlformats.org/officeDocument/2006/relationships/notesSlide" Target="/ppt/notesSlides/notesSlide148.xml" Id="R6c5bce94b9e54777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a64a3ab5d4326" /><Relationship Type="http://schemas.openxmlformats.org/officeDocument/2006/relationships/notesSlide" Target="/ppt/notesSlides/notesSlide149.xml" Id="R61411b649d2e47ea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3607501b74718" /><Relationship Type="http://schemas.openxmlformats.org/officeDocument/2006/relationships/notesSlide" Target="/ppt/notesSlides/notesSlide150.xml" Id="R11035e322a434c3c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1143d6c62d4169" /><Relationship Type="http://schemas.openxmlformats.org/officeDocument/2006/relationships/notesSlide" Target="/ppt/notesSlides/notesSlide151.xml" Id="Rd317a3546679498c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ca42df12c74bbd" /><Relationship Type="http://schemas.openxmlformats.org/officeDocument/2006/relationships/notesSlide" Target="/ppt/notesSlides/notesSlide152.xml" Id="R8517fd023c214c0f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b99dec28de4583" /><Relationship Type="http://schemas.openxmlformats.org/officeDocument/2006/relationships/notesSlide" Target="/ppt/notesSlides/notesSlide153.xml" Id="R4613296d894445f9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6ce22733c4911" /><Relationship Type="http://schemas.openxmlformats.org/officeDocument/2006/relationships/notesSlide" Target="/ppt/notesSlides/notesSlide154.xml" Id="Rb58c45db90a54840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f8951b9a274ff3" /><Relationship Type="http://schemas.openxmlformats.org/officeDocument/2006/relationships/notesSlide" Target="/ppt/notesSlides/notesSlide155.xml" Id="R79e5c68e777e4d3e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2555ffe26a472a" /><Relationship Type="http://schemas.openxmlformats.org/officeDocument/2006/relationships/notesSlide" Target="/ppt/notesSlides/notesSlide156.xml" Id="Rec1386145ced48af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66b9940bb24d56" /><Relationship Type="http://schemas.openxmlformats.org/officeDocument/2006/relationships/notesSlide" Target="/ppt/notesSlides/notesSlide157.xml" Id="R07e09ee8bb744ee3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593f6de71b4ba2" /><Relationship Type="http://schemas.openxmlformats.org/officeDocument/2006/relationships/notesSlide" Target="/ppt/notesSlides/notesSlide158.xml" Id="R2062977a571a48d3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05dd802e9049bd" /><Relationship Type="http://schemas.openxmlformats.org/officeDocument/2006/relationships/notesSlide" Target="/ppt/notesSlides/notesSlide159.xml" Id="Rb22aef2aa5e74fa0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2c5395592d473a" /><Relationship Type="http://schemas.openxmlformats.org/officeDocument/2006/relationships/notesSlide" Target="/ppt/notesSlides/notesSlide160.xml" Id="Rc861d20cf1984199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45e5ab7387422b" /><Relationship Type="http://schemas.openxmlformats.org/officeDocument/2006/relationships/notesSlide" Target="/ppt/notesSlides/notesSlide161.xml" Id="Red542d9ec09247fe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f451fdc54244b6" /><Relationship Type="http://schemas.openxmlformats.org/officeDocument/2006/relationships/notesSlide" Target="/ppt/notesSlides/notesSlide162.xml" Id="R05a87f5a60154398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7fdbe8b27c46e6" /><Relationship Type="http://schemas.openxmlformats.org/officeDocument/2006/relationships/notesSlide" Target="/ppt/notesSlides/notesSlide163.xml" Id="Rb11a9b99a4c34bdf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7b5ab74e854343" /><Relationship Type="http://schemas.openxmlformats.org/officeDocument/2006/relationships/image" Target="/ppt/media/image6.jpeg" Id="R2be94114189f4f02" /><Relationship Type="http://schemas.openxmlformats.org/officeDocument/2006/relationships/notesSlide" Target="/ppt/notesSlides/notesSlide164.xml" Id="R2521be4474b24b49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6298a1de440a8" /><Relationship Type="http://schemas.openxmlformats.org/officeDocument/2006/relationships/notesSlide" Target="/ppt/notesSlides/notesSlide165.xml" Id="R92b57fb32b5f4406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88818cabf94fab" /><Relationship Type="http://schemas.openxmlformats.org/officeDocument/2006/relationships/notesSlide" Target="/ppt/notesSlides/notesSlide166.xml" Id="Reb1b7244f9e444ca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05ec5d40046ff" /><Relationship Type="http://schemas.openxmlformats.org/officeDocument/2006/relationships/notesSlide" Target="/ppt/notesSlides/notesSlide167.xml" Id="R947990bbc8064711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4e10958069438b" /><Relationship Type="http://schemas.openxmlformats.org/officeDocument/2006/relationships/notesSlide" Target="/ppt/notesSlides/notesSlide168.xml" Id="R95a3043f92944863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d34865ffe4e6c" /><Relationship Type="http://schemas.openxmlformats.org/officeDocument/2006/relationships/notesSlide" Target="/ppt/notesSlides/notesSlide169.xml" Id="R39e77e28a76f44bb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d723c09bf48ac" /><Relationship Type="http://schemas.openxmlformats.org/officeDocument/2006/relationships/notesSlide" Target="/ppt/notesSlides/notesSlide170.xml" Id="R0f1158addbff45b3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a036c937f4371" /><Relationship Type="http://schemas.openxmlformats.org/officeDocument/2006/relationships/notesSlide" Target="/ppt/notesSlides/notesSlide171.xml" Id="R49abf769120d4fba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0ed1bb0724070" /><Relationship Type="http://schemas.openxmlformats.org/officeDocument/2006/relationships/notesSlide" Target="/ppt/notesSlides/notesSlide172.xml" Id="R603b5818127240fe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c20c619d94bd7" /><Relationship Type="http://schemas.openxmlformats.org/officeDocument/2006/relationships/notesSlide" Target="/ppt/notesSlides/notesSlide173.xml" Id="R719321ce8c884fba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d891fe39614baa" /><Relationship Type="http://schemas.openxmlformats.org/officeDocument/2006/relationships/notesSlide" Target="/ppt/notesSlides/notesSlide174.xml" Id="Rf895fa0a299148c4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63c6c55db14447" /><Relationship Type="http://schemas.openxmlformats.org/officeDocument/2006/relationships/notesSlide" Target="/ppt/notesSlides/notesSlide175.xml" Id="R7f694f0e67ec4731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c1bdf2370245f8" /><Relationship Type="http://schemas.openxmlformats.org/officeDocument/2006/relationships/notesSlide" Target="/ppt/notesSlides/notesSlide176.xml" Id="R3e673e953ec54c72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80802bc1c54519" /><Relationship Type="http://schemas.openxmlformats.org/officeDocument/2006/relationships/notesSlide" Target="/ppt/notesSlides/notesSlide177.xml" Id="R8f9ad7ead22c4f86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8c4b2cc0bd4ffd" /><Relationship Type="http://schemas.openxmlformats.org/officeDocument/2006/relationships/notesSlide" Target="/ppt/notesSlides/notesSlide178.xml" Id="R30bb93c8a6074b00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9dd25f795c42d0" /><Relationship Type="http://schemas.openxmlformats.org/officeDocument/2006/relationships/notesSlide" Target="/ppt/notesSlides/notesSlide179.xml" Id="Re924ffa4fa6647bc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4afe36bdbe4bd6" /><Relationship Type="http://schemas.openxmlformats.org/officeDocument/2006/relationships/notesSlide" Target="/ppt/notesSlides/notesSlide180.xml" Id="R23953d46e47348ba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b62c4992544af" /><Relationship Type="http://schemas.openxmlformats.org/officeDocument/2006/relationships/notesSlide" Target="/ppt/notesSlides/notesSlide181.xml" Id="R82bda9a37ccb42b2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90c95270346fa" /><Relationship Type="http://schemas.openxmlformats.org/officeDocument/2006/relationships/notesSlide" Target="/ppt/notesSlides/notesSlide182.xml" Id="Rd7c975d7576d49a2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73ba573ee479d" /><Relationship Type="http://schemas.openxmlformats.org/officeDocument/2006/relationships/notesSlide" Target="/ppt/notesSlides/notesSlide183.xml" Id="R719aaa4bb6d24f01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aaaff4d6be4003" /><Relationship Type="http://schemas.openxmlformats.org/officeDocument/2006/relationships/notesSlide" Target="/ppt/notesSlides/notesSlide184.xml" Id="R87c7e40068a5409e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6e12c69354949" /><Relationship Type="http://schemas.openxmlformats.org/officeDocument/2006/relationships/notesSlide" Target="/ppt/notesSlides/notesSlide185.xml" Id="R2c747b631a314737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fd0bf93c28434a" /><Relationship Type="http://schemas.openxmlformats.org/officeDocument/2006/relationships/notesSlide" Target="/ppt/notesSlides/notesSlide186.xml" Id="R9d09975dfb37454d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77200d05743a1" /><Relationship Type="http://schemas.openxmlformats.org/officeDocument/2006/relationships/notesSlide" Target="/ppt/notesSlides/notesSlide187.xml" Id="R213acdd862f5448a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5ce99b18e246cc" /><Relationship Type="http://schemas.openxmlformats.org/officeDocument/2006/relationships/notesSlide" Target="/ppt/notesSlides/notesSlide188.xml" Id="R716f940d6fac4dde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f8b8c2d2684ac1" /><Relationship Type="http://schemas.openxmlformats.org/officeDocument/2006/relationships/notesSlide" Target="/ppt/notesSlides/notesSlide189.xml" Id="R4cb294ce74b7446f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72da333586448d" /><Relationship Type="http://schemas.openxmlformats.org/officeDocument/2006/relationships/notesSlide" Target="/ppt/notesSlides/notesSlide190.xml" Id="Rfb8e517d8fdd49f7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60434593e1416d" /><Relationship Type="http://schemas.openxmlformats.org/officeDocument/2006/relationships/notesSlide" Target="/ppt/notesSlides/notesSlide191.xml" Id="Rbb35469fe0654ed0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fefb89e99e4cce" /><Relationship Type="http://schemas.openxmlformats.org/officeDocument/2006/relationships/notesSlide" Target="/ppt/notesSlides/notesSlide192.xml" Id="Rec02834897134df6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51a5ea1c5d47eb" /><Relationship Type="http://schemas.openxmlformats.org/officeDocument/2006/relationships/notesSlide" Target="/ppt/notesSlides/notesSlide193.xml" Id="Re2e9b45020fd4b47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0adc887764f56" /><Relationship Type="http://schemas.openxmlformats.org/officeDocument/2006/relationships/image" Target="/ppt/media/image7.jpeg" Id="Rd8a3de97783f4c1b" /><Relationship Type="http://schemas.openxmlformats.org/officeDocument/2006/relationships/notesSlide" Target="/ppt/notesSlides/notesSlide194.xml" Id="R5f52effb7b1f4886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dd308ad6e48b4" /><Relationship Type="http://schemas.openxmlformats.org/officeDocument/2006/relationships/notesSlide" Target="/ppt/notesSlides/notesSlide195.xml" Id="Rb75d8cfae41a4daf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c4dfc2bf8c4918" /><Relationship Type="http://schemas.openxmlformats.org/officeDocument/2006/relationships/notesSlide" Target="/ppt/notesSlides/notesSlide196.xml" Id="Rcbf6e6fcd6244987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b7aa73373437b" /><Relationship Type="http://schemas.openxmlformats.org/officeDocument/2006/relationships/notesSlide" Target="/ppt/notesSlides/notesSlide197.xml" Id="R0c5eba20e3724249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636aa7e68147dc" /><Relationship Type="http://schemas.openxmlformats.org/officeDocument/2006/relationships/notesSlide" Target="/ppt/notesSlides/notesSlide198.xml" Id="R346466255fcf4666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123e4f3ed448e" /><Relationship Type="http://schemas.openxmlformats.org/officeDocument/2006/relationships/notesSlide" Target="/ppt/notesSlides/notesSlide199.xml" Id="Rd2df739660b342b6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66c852f28c4dd9" /><Relationship Type="http://schemas.openxmlformats.org/officeDocument/2006/relationships/notesSlide" Target="/ppt/notesSlides/notesSlide200.xml" Id="R22e81e2f3ef74120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37c1957ea1427c" /><Relationship Type="http://schemas.openxmlformats.org/officeDocument/2006/relationships/notesSlide" Target="/ppt/notesSlides/notesSlide201.xml" Id="R5a238bc62d984a3b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d7cfc308d84a32" /><Relationship Type="http://schemas.openxmlformats.org/officeDocument/2006/relationships/notesSlide" Target="/ppt/notesSlides/notesSlide202.xml" Id="R294e4c38f3184766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b24d82f604144" /><Relationship Type="http://schemas.openxmlformats.org/officeDocument/2006/relationships/notesSlide" Target="/ppt/notesSlides/notesSlide203.xml" Id="R28d6a4602a084888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5db5a1f3774a95" /><Relationship Type="http://schemas.openxmlformats.org/officeDocument/2006/relationships/notesSlide" Target="/ppt/notesSlides/notesSlide204.xml" Id="Rc30e1d5aa2ef465d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ee8ae6f9b44e5" /><Relationship Type="http://schemas.openxmlformats.org/officeDocument/2006/relationships/notesSlide" Target="/ppt/notesSlides/notesSlide205.xml" Id="Rb8c59302fc5e48a2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2f8425dbe0412c" /><Relationship Type="http://schemas.openxmlformats.org/officeDocument/2006/relationships/notesSlide" Target="/ppt/notesSlides/notesSlide206.xml" Id="R499e248b627342f9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6e237c985f49a8" /><Relationship Type="http://schemas.openxmlformats.org/officeDocument/2006/relationships/notesSlide" Target="/ppt/notesSlides/notesSlide207.xml" Id="R54525d914afd4bbf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644a18b4744c46" /><Relationship Type="http://schemas.openxmlformats.org/officeDocument/2006/relationships/notesSlide" Target="/ppt/notesSlides/notesSlide208.xml" Id="R98079d04779f460d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6c92076555452f" /><Relationship Type="http://schemas.openxmlformats.org/officeDocument/2006/relationships/notesSlide" Target="/ppt/notesSlides/notesSlide209.xml" Id="Rafa028eff4ab4cd0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c285d21c654378" /><Relationship Type="http://schemas.openxmlformats.org/officeDocument/2006/relationships/notesSlide" Target="/ppt/notesSlides/notesSlide210.xml" Id="Rd2baf0cf03e54fe0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b60e3ad72e4b51" /><Relationship Type="http://schemas.openxmlformats.org/officeDocument/2006/relationships/notesSlide" Target="/ppt/notesSlides/notesSlide211.xml" Id="Re9a893ea1edd40a0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43dd17d254cbf" /><Relationship Type="http://schemas.openxmlformats.org/officeDocument/2006/relationships/notesSlide" Target="/ppt/notesSlides/notesSlide212.xml" Id="R68bb13418dda45be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dbdc2dfc854cb2" /><Relationship Type="http://schemas.openxmlformats.org/officeDocument/2006/relationships/notesSlide" Target="/ppt/notesSlides/notesSlide213.xml" Id="Rb83f0b21baac4829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a1ad148ec04c60" /><Relationship Type="http://schemas.openxmlformats.org/officeDocument/2006/relationships/notesSlide" Target="/ppt/notesSlides/notesSlide214.xml" Id="R2b85c39d5c274d2f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84f830d6044de6" /><Relationship Type="http://schemas.openxmlformats.org/officeDocument/2006/relationships/notesSlide" Target="/ppt/notesSlides/notesSlide215.xml" Id="R631ed15f74cd48ba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d10f7a59c4183" /><Relationship Type="http://schemas.openxmlformats.org/officeDocument/2006/relationships/notesSlide" Target="/ppt/notesSlides/notesSlide216.xml" Id="R0de195647d2b40a3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5c6a5f8aad4546" /><Relationship Type="http://schemas.openxmlformats.org/officeDocument/2006/relationships/notesSlide" Target="/ppt/notesSlides/notesSlide217.xml" Id="Ra39670f696bf4f43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af165d6684576" /><Relationship Type="http://schemas.openxmlformats.org/officeDocument/2006/relationships/notesSlide" Target="/ppt/notesSlides/notesSlide218.xml" Id="R4427f3e8c3b94def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9eca604e94475d" /><Relationship Type="http://schemas.openxmlformats.org/officeDocument/2006/relationships/notesSlide" Target="/ppt/notesSlides/notesSlide219.xml" Id="Ra31b6f75f9d84b47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9f40470eec4e14" /><Relationship Type="http://schemas.openxmlformats.org/officeDocument/2006/relationships/notesSlide" Target="/ppt/notesSlides/notesSlide220.xml" Id="Rb80ff6c3eb4d4688" /></Relationships>
</file>

<file path=ppt/slides/_rels/slide2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39b27aba344899" /><Relationship Type="http://schemas.openxmlformats.org/officeDocument/2006/relationships/notesSlide" Target="/ppt/notesSlides/notesSlide221.xml" Id="Rcffadb907e934b3e" /></Relationships>
</file>

<file path=ppt/slides/_rels/slide2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0fe7da0cc74ac5" /><Relationship Type="http://schemas.openxmlformats.org/officeDocument/2006/relationships/notesSlide" Target="/ppt/notesSlides/notesSlide222.xml" Id="Rf636677227c24069" /></Relationships>
</file>

<file path=ppt/slides/_rels/slide2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4ad3a43f754a7c" /><Relationship Type="http://schemas.openxmlformats.org/officeDocument/2006/relationships/notesSlide" Target="/ppt/notesSlides/notesSlide223.xml" Id="Rb28a957d124f4b91" /></Relationships>
</file>

<file path=ppt/slides/_rels/slide2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202c1294d54a49" /><Relationship Type="http://schemas.openxmlformats.org/officeDocument/2006/relationships/image" Target="/ppt/media/image8.jpeg" Id="R73493d0a624e46a6" /><Relationship Type="http://schemas.openxmlformats.org/officeDocument/2006/relationships/notesSlide" Target="/ppt/notesSlides/notesSlide224.xml" Id="R1507e7c04d724d2e" /></Relationships>
</file>

<file path=ppt/slides/_rels/slide2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e0e11cf6b6414e" /><Relationship Type="http://schemas.openxmlformats.org/officeDocument/2006/relationships/notesSlide" Target="/ppt/notesSlides/notesSlide225.xml" Id="Re3a7e07f374b4572" /></Relationships>
</file>

<file path=ppt/slides/_rels/slide2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2a69a64b524be3" /><Relationship Type="http://schemas.openxmlformats.org/officeDocument/2006/relationships/notesSlide" Target="/ppt/notesSlides/notesSlide226.xml" Id="R363b9f1cdf5a49b2" /></Relationships>
</file>

<file path=ppt/slides/_rels/slide2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a7eb5207524d3f" /><Relationship Type="http://schemas.openxmlformats.org/officeDocument/2006/relationships/notesSlide" Target="/ppt/notesSlides/notesSlide227.xml" Id="R5da95cf549384939" /></Relationships>
</file>

<file path=ppt/slides/_rels/slide2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66def49ed4acf" /><Relationship Type="http://schemas.openxmlformats.org/officeDocument/2006/relationships/notesSlide" Target="/ppt/notesSlides/notesSlide228.xml" Id="R8ec61d53f2554797" /></Relationships>
</file>

<file path=ppt/slides/_rels/slide2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8dff4b1c44d78" /><Relationship Type="http://schemas.openxmlformats.org/officeDocument/2006/relationships/notesSlide" Target="/ppt/notesSlides/notesSlide229.xml" Id="R95816dff6e614ffb" /></Relationships>
</file>

<file path=ppt/slides/_rels/slide2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9f1ce0ce64321" /><Relationship Type="http://schemas.openxmlformats.org/officeDocument/2006/relationships/notesSlide" Target="/ppt/notesSlides/notesSlide230.xml" Id="R6bdc550b85c844cb" /></Relationships>
</file>

<file path=ppt/slides/_rels/slide2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7e7541d5e84116" /><Relationship Type="http://schemas.openxmlformats.org/officeDocument/2006/relationships/notesSlide" Target="/ppt/notesSlides/notesSlide231.xml" Id="R94ecf17b2fa947c6" /></Relationships>
</file>

<file path=ppt/slides/_rels/slide2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8a9b8787d4cb8" /><Relationship Type="http://schemas.openxmlformats.org/officeDocument/2006/relationships/notesSlide" Target="/ppt/notesSlides/notesSlide232.xml" Id="R17c6de4766db4aeb" /></Relationships>
</file>

<file path=ppt/slides/_rels/slide2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c7fbe3b344066" /><Relationship Type="http://schemas.openxmlformats.org/officeDocument/2006/relationships/notesSlide" Target="/ppt/notesSlides/notesSlide233.xml" Id="R14d0f61367e642d2" /></Relationships>
</file>

<file path=ppt/slides/_rels/slide2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bf9ee8d984231" /><Relationship Type="http://schemas.openxmlformats.org/officeDocument/2006/relationships/notesSlide" Target="/ppt/notesSlides/notesSlide234.xml" Id="R0f3e4650fead48be" /></Relationships>
</file>

<file path=ppt/slides/_rels/slide2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14de0613f64f6c" /><Relationship Type="http://schemas.openxmlformats.org/officeDocument/2006/relationships/notesSlide" Target="/ppt/notesSlides/notesSlide235.xml" Id="R88099f1ca0d54367" /></Relationships>
</file>

<file path=ppt/slides/_rels/slide2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0fea8cacac41a3" /><Relationship Type="http://schemas.openxmlformats.org/officeDocument/2006/relationships/notesSlide" Target="/ppt/notesSlides/notesSlide236.xml" Id="R2181098c0d2a4422" /></Relationships>
</file>

<file path=ppt/slides/_rels/slide2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80be0e3624cb8" /><Relationship Type="http://schemas.openxmlformats.org/officeDocument/2006/relationships/notesSlide" Target="/ppt/notesSlides/notesSlide237.xml" Id="Rddf27cbcd65c4f28" /></Relationships>
</file>

<file path=ppt/slides/_rels/slide2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167cd0b2c04232" /><Relationship Type="http://schemas.openxmlformats.org/officeDocument/2006/relationships/notesSlide" Target="/ppt/notesSlides/notesSlide238.xml" Id="R74c0e60db8d5421c" /></Relationships>
</file>

<file path=ppt/slides/_rels/slide2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b2ca958ed541e5" /><Relationship Type="http://schemas.openxmlformats.org/officeDocument/2006/relationships/notesSlide" Target="/ppt/notesSlides/notesSlide239.xml" Id="R2e7b85e3f3e24097" /></Relationships>
</file>

<file path=ppt/slides/_rels/slide2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6036132eb94f98" /><Relationship Type="http://schemas.openxmlformats.org/officeDocument/2006/relationships/notesSlide" Target="/ppt/notesSlides/notesSlide240.xml" Id="Raa56a494336a4b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449F48-884F-4E10-AFB2-9A59A42F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696039-27B0-45BB-AAB5-A7D7763B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IPA · LLM AGENT &amp; 업무자동화 40H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25DC17-9E8A-442C-A86A-EDFE54F2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09:00-09:50  (쉬는 시간 11:30-12:00)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54CEF0-3A3D-4C6E-B0B2-0D598A22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 Target과 Fixture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F4C1A-BBE0-48BF-BBF8-EDB465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PR · Commit · pr_target.json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071E0B-718D-4069-AD9D-BB483ECD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14E874-3780-436F-BDB0-B4898E45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AF9D9D-AB77-4E4F-88FD-310F1BCD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45D734-946A-470C-8D96-57AFA026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0EB3AF-F22F-47FE-9E48-E8265AF7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data/day4_github/pr_fixture.json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52C695-5B5F-4021-BF4B-B4121779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C34D92-B9F2-4F12-9281-5A0BB676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pr_target.json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5C7AC2-7398-4D80-9E15-BB2496AE2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4 · GitHub PR 자동화 · 1차시</a:t>
            </a:r>
          </a:p>
        </p:txBody>
      </p:sp>
    </p:spTree>
    <p:extLst>
      <p:ext uri="{BB962C8B-B14F-4D97-AF65-F5344CB8AC3E}">
        <p14:creationId xmlns:p14="http://schemas.microsoft.com/office/powerpoint/2010/main" val="13050825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51A5B97-F216-4B7F-9856-1F3993B6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하루 운영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227EAD-85CF-4695-B34F-B9ABD00D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4일차 전체 시간표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E5789F-3750-4ED2-8846-04BA8008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91C726-6383-4801-BA3D-C3F71C96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53B3B-02A7-446E-8220-7C1DB1E9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68A07-4758-46B2-A326-EA452D45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A6714A-A989-4A69-A21C-7876959D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3시간 블록(30분 휴식) · 2시간 블록(20분 휴식) · 점심 14:00-15:00 · 3시간 블록(30분 휴식)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E2BDBF-8AF0-48EE-9C6E-5318122E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619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1DC54-CE7A-49C4-A11B-34FEB0F1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시간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5B73BD-7A73-42FF-A8DB-ED45F0A3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14500"/>
            <a:ext cx="876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E7E3D-0BD6-4DD6-BA37-7BD666C9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7907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1ADA7B-2F1D-4246-B69B-890B0D8F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714500"/>
            <a:ext cx="4057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4AAB26-FE67-4402-8B41-13E0B609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790700"/>
            <a:ext cx="3867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배우는 내용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6B0919-7222-422C-B036-7D82DC42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145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E74EB9-DDA6-48E2-BF5B-DA2D732C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2324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B5D9D8-965C-4D9B-B17A-857E266A6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1450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9991E4-97CB-4D25-B499-E4B2DA95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7907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E1B23A-CFAA-414D-B1AA-71C63148B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FE1341-EC74-40EA-976E-5F7C05BE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431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CEB2E6-9BC4-451F-9808-4F673BAD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764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C7EA5A-82CB-445B-A1B2-1318FA0DB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1431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385824-8CF2-4C41-9636-24FED2BA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0764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FA785C-1516-43C0-8C51-6054B7B8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431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 Target과 Fixture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4D67BE-E3B0-4DC4-857C-1B1FDFF8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764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8E1FDB-F023-465A-B1F8-F1AA26E6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431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2010A4-D9FD-4505-8F8E-FD3AFB53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0764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6B50B4-F97A-4B86-A78E-3869CB78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431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pr_target.json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F7E1E8-24B1-4AE1-B68F-91313033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5320D5-C5B7-4482-B7C4-54293EE7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193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CF58BB-354F-409B-AF65-3B5F8FBE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5527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6073B7-75FD-4053-9651-D4D8A037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193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80A011-AB1C-470A-AD3F-81104849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527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D14A9E-2E91-41A9-A17E-22B91B2F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193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GitHub 인증과 최소 권한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1721B8-A606-4F38-BCC6-55A342C3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527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CE356C-90CB-4BC4-A231-7AC1D95A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193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36B926-C436-420F-804D-8573C1BF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5527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D985C6A-AA3C-4A01-BD0D-F904F436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6193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0BA87B-8659-4C22-97BF-BFB01889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A82DA5-A2D5-453A-ACDE-339CCAF0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326CA2D-EF2B-4362-A8FA-CC9B380D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289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06836B5-1F6D-4AB5-9253-A67D4056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956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BBAAF83-9E6D-455B-9271-5BAD6569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289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AAF02DB-0A8F-4A56-92B9-D7D36388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956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REST 상태 코드와 복구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3EB82B1-9303-4FE1-8214-D12A2ECB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289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6373D70-390C-4D8A-8C46-703BF92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956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018580-8B1D-446C-A46C-D5A04333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289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8B07804-7E04-42B9-8C5C-235935986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956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github_read_result.json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5F1B8E-1727-4271-90C0-DAF92611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10F907E-02F9-495D-AD47-E83E02F0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718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5EC5A7-A880-4A8D-9DF2-0207C488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5052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08D13A-892B-4B66-A66C-29A58452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718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9E0D1E6-30C6-429B-9548-837091B9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052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35A06D0-6F78-437A-96DF-A42AAD96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5718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 State와 분기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D8CA83D-CEF6-46E4-8F73-11F37E18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505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DBCB7EE-F8EF-40A4-93AE-06E58406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718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AF8BD7-1367-4DB2-A8C0-E3CD717A1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052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3647B2A-FAD0-45EF-9595-EB83E374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5718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compiled_review_graph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96E4CFD-28DE-4A50-A21E-3DAEA65B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1C7A50E-51F7-4568-A700-8F976428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010E167-7652-4641-ADAF-1DBFC607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814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3D67AB9-41B0-423D-983F-C92F2BDE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481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A774864-3E03-4DF1-83F3-EDFEEAAF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814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4A9C53-1046-4955-948C-BB600D680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481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Checkpoint와 Idempotency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B6E1A52-B088-407F-9C5A-24E9A9D1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9814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39C3B21-2CAF-427B-9F95-98EC92AB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481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04363F6-B66F-4ABE-A12A-284E59D5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9814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4022BAD-B634-4B57-9782-BE223C56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481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checkpoint_and_audit.json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AAA5459-E7BC-4911-B598-84A1A309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ABB882B-29F3-4C07-B8C7-D7D37BED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243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FF3BA00-CBD3-4BF2-82CE-0941730DE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4577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9F43DEA-047B-4F13-B778-72404BA7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243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2498AC4-754A-4059-B3A1-BD8B1B04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577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796935F-D240-4009-97B4-8F89372E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243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Approval과 Interrupt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1FCF294-EDFE-43ED-B7B7-15771E77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577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F8F84D1-2537-43BD-85D5-A3F83B25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5243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2AD159A-322F-484A-9E0D-7E22F483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4577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283F1A8-79D1-4C33-AB86-E545DE5D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5243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review_decision.json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8CF4886-768E-4E7E-A9D6-B2544148B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CBD7168-07C7-4F23-BBDD-1FB8E270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006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8DB85F6-542B-4EFA-92C8-75627FCBC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339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5ECC220-DC0B-4D80-BB2C-E5C246E6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0006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FD4937F-61DF-49E4-B56C-FC20BE520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339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A7D9C04-9416-43D0-AD8E-AE5385CC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0006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 Comment Payload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9248CAE-F1DF-4A56-8597-A4A23E54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9339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9E38503-EC3C-41AC-84B9-D441228F5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3D8C0A9-27E3-429D-A1B8-926B99169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339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6B4A834-1B45-46B8-9D19-65B1F297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0006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review_comment_plan.json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476AB0B-8E13-48B8-9A4E-5D5DDA7F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104D764-E00E-4918-9820-EE9C115FA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DD28857-378E-4D0B-AD7A-08359C7C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4102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3E9D9DC-8468-476C-B19B-8C882980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4768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ACD4CBA-54BB-46F8-A3EE-4B72858C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4102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3DC3D5E-AB9B-442F-8068-F852336E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4768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Sandbox GitHub 게시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04F766A-59A5-4AFD-8104-F8441FEC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410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BB86A0E-D63D-4C61-A26A-7C7797E2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4768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F9E8D6D-C981-4CF7-A80C-E783F883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4102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16183CC-E9C5-4E71-8198-7170A823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4768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day4_audit_record.json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FC2A117-A066-4B02-84DE-9FFB2297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11:30-12:00 쉬는 시간 · 13:40-14:00 쉬는 시간 · 14:00-15:00 점심시간 · 17:30-18:00 쉬는 시간</a:t>
            </a:r>
          </a:p>
        </p:txBody>
      </p:sp>
    </p:spTree>
    <p:extLst>
      <p:ext uri="{BB962C8B-B14F-4D97-AF65-F5344CB8AC3E}">
        <p14:creationId xmlns:p14="http://schemas.microsoft.com/office/powerpoint/2010/main" val="14322906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D7E75D-2164-4846-85A0-37723079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FFF682-059E-4240-AE71-18A13896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1CC6B9-6079-41C2-859B-2634C870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653BA-43F0-405B-B58B-1BDBF17F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611DC-C971-4E7A-95CA-60A1B1AA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F79CD3-31D9-4F41-9B91-5DBC6270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대상 commit이 바뀌면 이전 line mapping과 review comment가 stale해진다.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0CD383-8BEA-462D-9D1B-DD845B5C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repository·PR number·head SHA·diff를 fixture에서 읽는다.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02F5E3-5E07-48E5-B77B-9402AF4F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2400FF-F7B3-4BDD-90FD-330C6239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pr_target.json</a:t>
            </a:r>
          </a:p>
        </p:txBody>
      </p:sp>
    </p:spTree>
    <p:extLst>
      <p:ext uri="{BB962C8B-B14F-4D97-AF65-F5344CB8AC3E}">
        <p14:creationId xmlns:p14="http://schemas.microsoft.com/office/powerpoint/2010/main" val="14752073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5818BF-04F6-4D09-8945-C3422224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1259C0-6EBF-4BAC-8FD5-1B6C516E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9C882F-8AA2-4D24-8D3D-58825828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4A770-FAC6-414B-BE45-1718D94B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16FE67-433F-47C9-8F40-A7AEB9BE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CE9FB3-7289-4008-A2B5-4ABAA78D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8CD8D4-56D7-47C1-8FE9-00B124CE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82A845-F5CC-4C7D-8299-0EA68C00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repository·PR number·head SHA·diff를 fixture에서 읽는다.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BCB6AF-3593-49BA-84B7-BB5517E0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7419CC-BD27-4EF1-B787-BABDCC3C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A83ED4-911C-4F82-9775-A499173A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화면에 보이는 PR 제목만 믿고 repo·number·SHA를 확인하지 않는다.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8139A6-2024-4C32-8BFC-15950193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742E7D-9148-43C2-81EB-1B2FB18E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CD359F-D901-409F-A7F1-880CAC96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pr_target.json에서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8824618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AF9F60-344D-49D2-AAC6-1113F816A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9040B-6415-43B7-A6AD-1AF5AA2A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71174C-2105-466E-984B-69BEF567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0F9F29-2D83-47BA-A2F1-C52E9E22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5C8E1-ADF6-423D-BC54-F3B568D6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6B8D09-FF72-40AF-A6E6-292D2CE4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E2657-83C0-43FE-A01B-845546CD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6014A8-B680-4591-B0CC-E1D40F11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D7E2D9-EA66-4BA0-A28F-6635CBD8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2F5B57-14FD-4A50-8818-AD4214BC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A117AF-5AF4-47FC-8B37-76DE98C5A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115737-D74D-4758-8BF6-F1B405BC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86E5B9-D796-45C2-823C-4CA50838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9B7594-E7D9-4F0E-9615-467EB4C3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변경을 검토·병합하는 요청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E5B876-74B7-4143-A341-FC776B11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81A1A0-6C6A-4076-80E9-AEC5AD76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Commit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F1CEEC-03C4-469F-A4D9-E8A53531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F73291-72F9-4EC4-AB68-AA620DE5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특정 시점의 변경 묶음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83C694-E558-4415-A965-12A6A688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5789B6-F95B-416E-A350-2CA0955B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Head SHA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0B0B0D-538F-4D54-B718-9F5361D0D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C7241E-1934-44B8-9326-71911273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 최신 commit 식별자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80D693-3B4F-4A0B-BC01-0FFD1AD0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72EF21-1901-4FF7-8B63-292665EC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 comment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2EF0FA-40AF-4520-8AA6-707DFB13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090C89-79B6-4821-978C-86CE5C18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 line에 붙는 의견</a:t>
            </a:r>
          </a:p>
        </p:txBody>
      </p:sp>
    </p:spTree>
    <p:extLst>
      <p:ext uri="{BB962C8B-B14F-4D97-AF65-F5344CB8AC3E}">
        <p14:creationId xmlns:p14="http://schemas.microsoft.com/office/powerpoint/2010/main" val="11156680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C3A5AA-7EF3-46E2-B83C-91AFEFAE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8B6530-EFBD-4D6A-907D-FFC4D51B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48D8C4-029C-465A-BD32-FF24DFC0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7E39E2-08BD-4348-A9FE-1A202550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FF2EE9-008F-4858-8D2C-C5A781F7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E8A40F-A52F-47D4-A8ED-36405726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4B4DFE-9033-404C-BC06-33B2CDCC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6AC3CB-F846-4E8D-8A36-5032909E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data/day4_github/pr_fixture.json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F8DE40-8679-4DA0-BDEB-1A5B7C5E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CD1584-3F7D-466E-A960-E3D80AC1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868248-42C0-41C2-9216-98AB9E50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load → target validate → head SHA 고정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1C2032-5A64-45DC-A083-B67A1705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7D617F-D33E-408E-B9BE-35BD03C3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16C27B-38F7-4458-9DB1-ABF1C747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pr_target.json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E3DB1-1160-463B-9184-9C527120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06C22D-982E-498F-80C9-4BA6B723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8B1043-1CA8-4755-867A-6DBEF3BF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synthetic fixture가 PullRequestTarget으로 validate된다.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필드 누락이나 workspace 밖 fixture는 구조화 오류다.</a:t>
            </a:r>
          </a:p>
        </p:txBody>
      </p:sp>
    </p:spTree>
    <p:extLst>
      <p:ext uri="{BB962C8B-B14F-4D97-AF65-F5344CB8AC3E}">
        <p14:creationId xmlns:p14="http://schemas.microsoft.com/office/powerpoint/2010/main" val="16499604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D79B8A-EF0A-4B92-ACF0-29EC3429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766875-1305-4BB5-857F-D776D11E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78F37E-F8AA-4798-AB81-7B04FDE2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01DC4A-219D-4649-ABCF-F38EB8E5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BB05F5-6202-4656-9127-A4F39104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3DC98C-20BA-41E8-B051-2BC5E958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9C48FB-7452-4738-A291-0F9A71C2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726D1B-3252-4B23-8A54-6C376C0B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E34F8C-8B5A-4C30-B524-9DC93075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1D76DE-4219-492A-864A-69EF91F8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D71141-1AE3-4846-AEF6-814314F9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19EC20-9171-4D86-98DE-9831268E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target validate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6BA2E2-E38E-40E6-B6C7-A8E68E6F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F72740-6CEC-4AF6-9E30-D09C7603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6F0BFA-3044-438F-BAD3-D6263184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head SHA 고정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AD2CF3-EB0C-4522-B04F-D3FF7B83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CA3C11-1ABF-42B9-8036-A2E0FA43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C54AA8-D5BC-4A4C-A4CC-40AF93EE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 load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722EE6-C650-45C3-BA7B-BD562C4D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F5F850-3609-4339-8C79-782E909F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3F551C-A6BB-436E-893A-35878604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read-only result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B1C2D7-8515-4DB3-8D97-A7D95E1B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pr_target.json에서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0752370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2592FC-4775-45F7-8332-D2738140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7EF084-E40A-4FBA-8282-6B32B623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933F5F-CA4B-4F2B-841F-4F45122E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9A6625-F15E-4363-827D-E8329E6F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882129-1539-4C7D-8F3E-C81C88815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33ABB2-6311-4DA0-8FAB-DAED7BE5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794C8D-1C24-4655-ACC8-62906E932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DA351B-82FD-466D-8F44-490A1DBB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synthetic fixture가 PullRequestTarget으로 validate된다.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38076-EED1-4BD7-B895-C5A71EA3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032E48-3762-4A48-986B-6139C412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E74D4B-6E76-4984-904D-74B3BE821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필드 누락이나 workspace 밖 fixture는 구조화 오류다.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ECEF30-39E8-4A64-91B9-54CF8F99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28429B-5D2E-417B-B826-12C83EA7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DA7044-37F0-4103-960B-753FF8B6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BA5955-960B-40B3-9214-336FEDEE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C659B6-F086-4259-AABC-A61BEC766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284C85-7F5D-435F-8EAB-44A7DD59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식별자·pr_target.json</a:t>
            </a:r>
          </a:p>
        </p:txBody>
      </p:sp>
    </p:spTree>
    <p:extLst>
      <p:ext uri="{BB962C8B-B14F-4D97-AF65-F5344CB8AC3E}">
        <p14:creationId xmlns:p14="http://schemas.microsoft.com/office/powerpoint/2010/main" val="17797359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659516-FD83-4E85-B7BD-E2034F8B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F27455-8815-45A3-BF36-F01DA819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5C0E2D-E51C-4112-AEE7-7A543D8E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DEDF8-D295-4696-A8A6-25AFEF89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40C3B7-781D-494D-AAFD-F9867806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47EE85-3F1C-438C-ABA3-E0B1ACD7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F01D9-2FE7-4D11-BB76-D45310C4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675742-46C2-44F8-AD5F-D5C41C90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DA7CA3-09A1-4D2B-B22B-72D1D387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data/day4_github/pr_fixture.json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1EA385-9570-487A-A993-E00726B6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19B41-6D91-426A-B795-EFB58516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FE2985-ED3F-4988-84A5-D9A007B5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648342-B1FD-4242-ABDF-B2AE539B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70673C-4291-440F-8049-C70D7D0A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876E42-8245-4BEC-9ED5-7E6641C6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data/day3_review_cases/unsafe_pr.diff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5E9154-6D44-494A-B655-AD692C81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F42592-D5A4-4E80-BFB4-C01B274D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3A0B80-ADB6-4A9B-962A-21B9D24A5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materials/day4/day4_service_lab.ipynb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13105550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36B31B-B375-485E-8C6C-F3C02E5E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 Target과 Fixture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B2657-7C82-4AD9-A105-B5B08AA8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B023B-57D7-4902-846D-3BF60655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1FB21-9F01-411E-8481-F7354820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A9E263-A4D0-4ECE-9C09-C72D4583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D834E6-01C9-4D39-B667-A31D95D4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8CC83E-953B-4AD3-A5FF-98D23ABB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대상 commit이 바뀌면 이전 line mapping과 review comment가 stale해진다.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A54D21-C03D-46BE-82FE-A1FEF240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EA4C7F-0D3B-4FAC-B6B8-CF330F31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70664-550D-4C77-8B07-5A4ED947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화면에 보이는 PR 제목만 믿고 repo·number·SHA를 확인하지 않는다.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3CD72C-80BB-4EDB-A5E5-9AA2C9C7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쓰기 전 target 세 필드를 payload와 승인 화면에 다시 표시한다.</a:t>
            </a:r>
          </a:p>
        </p:txBody>
      </p:sp>
    </p:spTree>
    <p:extLst>
      <p:ext uri="{BB962C8B-B14F-4D97-AF65-F5344CB8AC3E}">
        <p14:creationId xmlns:p14="http://schemas.microsoft.com/office/powerpoint/2010/main" val="6589524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9D063D-4D83-4B69-93FA-FF6C2F11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9B5C0-1033-4745-B877-6DF661D2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F0B1CC-05CC-43F6-90F0-5D2BA3EE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A9AC4-AF74-4B44-BA13-8F3A9A4C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71A60B-2C69-4803-A682-ECD8A02E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6B5721-5B69-457A-8568-495524D2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A2BC1F-E2E2-4D5D-B77B-3B4E3AD1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84082D-F6EA-486B-96F6-70B95463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41318-79D4-4E27-A7F4-EDB9A210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547914-02C0-48CB-861F-C06EA718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E9C6B5-46B4-4D36-84D8-CB4C2E94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B5AE9-7F74-4C0A-A761-93632C85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45ED72-953C-465E-8506-6A139D44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42AB4E-D91F-4676-82F5-C770E32CC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75EA7-E78A-4374-8527-D11D4394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D19DA0-5EF3-40CD-9D47-44F4AEA79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변경을 검토·병합하는 요청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61196A-FFA1-4CB9-9DC0-5B9ADEFA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FC8235-74F3-4D5B-BEE3-1710AA87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3A6558-B957-464B-9108-6DEE35D7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929FAD-BF22-4738-B664-79C4CB4E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Commit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BB0C57-440C-48FF-A0EF-7C1FAC2F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93AF1D-CD9A-4801-93D1-94034199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특정 시점의 변경 묶음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3605A0-4463-42BF-A48A-A618CC80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6FE674-D5F1-4E61-95BC-452C6013F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142174-6977-41C8-A725-47472F76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795315-56DD-47A6-921C-D23B7E34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Head SHA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5A2C5-CB85-4F37-B1B1-5C25880F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BD6CD7-D3CA-438E-BBFF-14CE724C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 최신 commit 식별자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DDC12A-0378-4C5D-9D49-A2EC58E3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B0BC7F-5DC7-449F-8CA0-B42AAA09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A7DF68-93AB-4955-9A0F-A2332679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554F9D-7B7E-4EC9-8EAD-D463BFCE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 comment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E6C24E-FC3F-4091-A412-E4F60507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EB95DC-4489-458F-9A6F-D04EC7D5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 line에 붙는 의견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7BD0D4-6FF6-4134-A4E7-384572A43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EF98DC-5D1F-457C-9593-1B57F6E2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21249864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FF3692-58B4-412B-A80A-B4D10CDE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8C249-F769-46D0-9B14-889D44F5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A30185-B038-4F43-8688-17DFC031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A1DA20-9DDD-4AF9-80F5-116F7E7A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FE43BC-4968-4327-8EB4-92E74D22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05EEFD-7DA2-47CC-8BB5-2CE7C4E2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1A7F50-839F-4E85-90D9-C8840E3D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9BEE0-2256-4D86-AE54-AE532B9B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237B0D-6384-4906-A83E-F29E7D80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화면에 보이는 PR 제목만 믿고 repo·number·SHA를 확인하지 않는다.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EEA62D-BEDD-404E-B605-1BC906EC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0C993B-A8B8-4CA6-AD71-79FEF748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대상 commit이 바뀌면 이전 line mapping과 review comment가 stale해진다.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60A4E0-AA36-4A51-9A0C-B9A918A5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6564293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FE835F-B2A2-455D-9B40-9879E404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16C371-A86F-4D28-90BE-B947D89B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9FFB97-F504-445A-92EF-F97B618C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BFA7A3-576F-47A9-8090-E1A927A1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21F41F-AF09-4526-A439-5CA047EC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E4BD84-1A5B-4F7E-9AB0-1450EA22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2FBFFF-A493-4B12-BB21-1BB17DA86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1043E4-2D97-41B7-884A-94F7AA07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78BC5B-CCC5-4FA0-8143-EF514A1A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필드 누락이나 workspace 밖 fixture는 구조화 오류다.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28E1C4-C305-46E4-B19A-510FEF31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FE3F40-DB88-489E-B5F9-5518374D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610180-3DED-4C3C-AEFC-E9B6DBF9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화면에 보이는 PR 제목만 믿고 repo·number·SHA를 확인하지 않는다.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B8EA36-B355-4D85-9478-C950C29D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6AF5ED-295A-4D8A-874E-2BF4BCF9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A9241-97E1-4B0E-BE50-9CD0AC32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쓰기 전 target 세 필드를 payload와 승인 화면에 다시 표시한다.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52CC07-0315-4645-9B4F-B4704CC6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F751F8-75A7-47C9-858A-E76DF5D6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2A77D-91BD-43B3-A74F-0F519322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pr_target.json과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32900706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33F9CD-D94F-4CF4-9AA0-1C4CEE20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B9937F-A96D-487B-9691-CEEFE776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DAFAA7-B8BA-47D8-A77C-88D5B6E7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1C3D04-101F-4512-A687-5EEB9CFA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998E39-9441-4E54-AA8A-3391D66C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5B13A-B759-40F4-AD2D-16FB5348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68e6f5fc994227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919602-1512-493A-A698-5500486C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loader에 필수 field·workspace path test를 추가한다.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C9A1EC-7402-4925-B20E-BB88CB4C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20926855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B967A3-3218-4F19-9CC0-D1E251AF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D6FD74-C0C1-475C-91CA-68FA91D2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0774E1-E7CF-4D9F-9B38-ECEDFF08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CBDBDF-7048-426C-A169-9E9F5F98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B6372F-5FAB-46E4-BA10-0E83E190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7E722F-C1D9-4FA1-A442-87976D9E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71F8D6-0D47-4D26-A7BF-4B0DB394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B0768E-EF6D-4046-A881-F7016F0A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36691D-339F-4C87-ACEB-FCAA4002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loader에 필수 field·workspace path test를 추가한다.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37CDC3-2127-447E-A2F4-3414030E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0E2C1B-A4BC-4B26-AA47-147584BD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CFFFBC-4A3D-4FAA-953E-AACEE294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data/day3_review_cases/unsafe_pr.diff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306FDD-E4BF-46C0-AA62-7DA15522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C7A0C9-388F-43CF-9FC7-5FD4EE1F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369D45-C2E1-43E4-B2B7-4FCCF6CD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synthetic fixture가 PullRequestTarget으로 validate된다.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필드 누락이나 workspace 밖 fixture는 구조화 오류다.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934E5E-E2E9-4E55-A754-C26E57EB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DCAE73-DD92-47D6-BE57-D1121801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0CB56C-FFAE-4402-BA24-6F89F44A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24866809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BFCDD1-29FC-49DE-BD01-A0AC8D58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CC8E55-1A28-4F4D-84E3-24D7C698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400A18-1711-440D-B98C-A258260F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9C9F1A-73E9-4F52-B071-3BA54041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EB6BC7-4953-40A1-8EDF-D4A2AE3A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CBD009-8A0E-4F6D-B91F-169DF762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1CFF5-B3A2-4D6B-8FBA-A9616DCA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EBBED0-EBEF-42A6-B44A-9F04A0CB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923754-6C1C-4232-9BA8-6A905C56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5E04F5-7618-4C65-92AD-6A73F111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5E4B89-9721-403D-BE30-168A73AC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8E491-BAC2-44ED-B921-4890A205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C27D34-C6D4-4521-ADB3-9EB90A39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ED1A19-25C9-409C-8BBD-39FE5584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synthetic fixture가 PullRequestTarget으로 validate된다.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80E5E4-5312-4767-B63C-BE2B0837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39C2EC-8371-4246-B6A2-8218A571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73E0D5-4971-4622-97F7-19A828D0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C1B7CB-881C-41D4-9CD3-84DCB4F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필드 누락이나 workspace 밖 fixture는 구조화 오류다.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F1E2E-7533-4ECA-9738-73269001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E0AF8D-4FD2-4917-96F2-50542C75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D6AC11-6288-4EFF-BA17-2FA5740F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6F3E98-8B3C-4258-945C-371AF23C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5473460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221BD9-1C55-4731-A0AA-77A32672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622A70-8F4A-4205-B0FC-B27A4242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9279E5-2E39-45D5-976A-C3FD3C50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024CE-4A20-4F28-A94A-B50FC721E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175D25-4C6C-47EB-B63F-D82DEF9D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F8F4C-AE96-4622-A873-972B6F95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8D2556-98AD-478D-90E5-D9137C28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4AAAE3-FC81-49DF-9C2D-FDECF284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176019-BF5E-4851-8C9B-CEEA71E7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data/day4_github/pr_fixture.json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D26920-1141-4170-A3E9-0C86F77F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8676A9-0B29-4FE3-8F3D-DE5BD04B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A8A8D6-9F7E-405C-92EC-3683173D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src/course_services/github_service.py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C6A6C0-886C-40C1-B388-D60EAED59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E5758-0CC8-48ED-9322-A8464670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5289F5-A7D3-4C69-B6A7-269A5190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github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3D8950-8A6B-49F5-ADDB-209CBD22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9EA9DD-D407-443F-A736-BCBE2926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C8E9F3-6046-4501-B863-0E581FE4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synthetic fixture가 PullRequestTarget으로 validate된다.</a:t>
            </a:r>
          </a:p>
        </p:txBody>
      </p:sp>
    </p:spTree>
    <p:extLst>
      <p:ext uri="{BB962C8B-B14F-4D97-AF65-F5344CB8AC3E}">
        <p14:creationId xmlns:p14="http://schemas.microsoft.com/office/powerpoint/2010/main" val="167145039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1033F-9FB4-4DD8-8737-9977D442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6263D7-BE74-4153-A89A-71F9505F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4B5C55-0847-4023-8481-D34E915F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ACEC1C-F0B5-460E-891F-2E6E0E9B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6130BB-4BED-4D8F-83FD-03C80969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2894E-0E56-4377-AE70-0DE9EC86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4B6C27-677D-4ADC-B24E-4F7AE08C3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742510-5994-499F-AEBB-43B27CD7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7E0BC0-1CB3-4872-A8DA-095B64A1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tests/test_course_services.py -k github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1170F0-A73C-4198-978D-C501E590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ABFF4A-235D-4102-9309-441A499F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92442280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54C3F7-0947-4D97-AB4D-29217762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C5A6E9-13D6-4B10-AFBD-7A6A2EDD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610ED9-DD08-42B7-B5D4-2CC6B4DB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DF147D-17E1-48C3-8745-5B2B1CEE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A48BB-AF21-40C9-953B-5C6F07FB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9325B3-EE53-4430-8A05-0B929A72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EE22D3-916A-4193-B7E2-5E241557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50589D-4E54-4259-8D33-820A6B6F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7EABA4-BB02-4EEC-80EE-E43C88CC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2D0D8-AAC6-4AAC-8A13-7CB4CCF0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pr_target.json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27F5F1-4A70-478E-88AE-CEE10D46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7C08C0-DD1D-41BE-BF78-A076AF0B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38548D-8672-4C8A-B42C-60CC25BE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synthetic fixture가 PullRequestTarget으로 validate된다.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필드 누락이나 workspace 밖 fixture는 구조화 오류다.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34452339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0759AE-622E-45B2-90A2-9E8A3394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94C5E8-C9EB-44DB-9C0F-78CC040E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C7DF9-9272-497D-B588-5810D175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ED2E55-23DC-4C95-8E2D-2FFD1534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3C05A5-4599-4843-AAF1-F631B241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276FBF-8140-495D-9E12-AB8E4260E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595C91-1075-4B32-B489-2E0FA6CD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B7BDB6-26AE-43B7-8411-643B77FE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화면에 보이는 PR 제목만 믿고 repo·number·SHA를 확인하지 않는다.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3E6236-AB58-4AF8-9485-CBE2E951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D950E5-EDA5-47A8-900C-784FB0EE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E8210-E7A3-48ED-B2CD-29666E2F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쓰기 전 target 세 필드를 payload와 승인 화면에 다시 표시한다.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E77E76-3B93-49EB-B719-316D7D74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필드 누락이나 workspace 밖 fixture는 구조화 오류다.</a:t>
            </a:r>
          </a:p>
        </p:txBody>
      </p:sp>
    </p:spTree>
    <p:extLst>
      <p:ext uri="{BB962C8B-B14F-4D97-AF65-F5344CB8AC3E}">
        <p14:creationId xmlns:p14="http://schemas.microsoft.com/office/powerpoint/2010/main" val="28110499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59D90F-8F4D-46F5-966C-7DB918FFF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417A9A-0846-4338-969A-56E90B56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25AA5C-4037-4794-A3C3-BC198CBF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68A800-2C7E-4561-A241-4C07BDA96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197694-BF18-4EF7-9633-E718857D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6BB3A2-B9A0-44C0-8746-95F72FDC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53FA59-8AFE-4B19-BB00-91427E1E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458822-0D90-4DD4-A04E-7BCECCB4D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data/day3_review_cases/unsafe_pr.diff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ECA9F8-E0DB-44E2-8589-7A623CF4D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23DF51-C323-4EFD-9F18-9F8E682E6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DF065-286F-4A76-BF19-E8B2AA2E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19891B-5361-46BE-B36B-20E83EBF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synthetic fixture가 PullRequestTarget으로 validate된다.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pr_target.json 저장</a:t>
            </a:r>
          </a:p>
        </p:txBody>
      </p:sp>
    </p:spTree>
    <p:extLst>
      <p:ext uri="{BB962C8B-B14F-4D97-AF65-F5344CB8AC3E}">
        <p14:creationId xmlns:p14="http://schemas.microsoft.com/office/powerpoint/2010/main" val="3555853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B31E7E-2B4D-4967-85C4-6889390E9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D600DF-4437-42E9-A938-769F4214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13A1C1-FB7F-4250-A2F3-B9CD2D53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989D24-36E0-4BF2-B175-79C04407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FAE412-5C31-4163-803E-DEF5773B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DB3BCF-2976-4AE6-B6F6-508C6BF1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C63167-08C0-40FA-9643-A586B368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loader에 필수 field·workspace path test를 추가한다.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src/course_services/github_service.py · data/day3_review_cases/unsafe_pr.diff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C16021-263C-4F56-B927-4BE4EDC7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B32FA5-1493-4A41-A196-798CA281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pr_target.json</a:t>
            </a:r>
          </a:p>
        </p:txBody>
      </p:sp>
    </p:spTree>
    <p:extLst>
      <p:ext uri="{BB962C8B-B14F-4D97-AF65-F5344CB8AC3E}">
        <p14:creationId xmlns:p14="http://schemas.microsoft.com/office/powerpoint/2010/main" val="110163754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F36599-0297-43AC-8829-CB86A6827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6373ED-D0E5-44F9-96B9-AB01CDE2B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0CB6FB-DEEA-4260-8A3C-A037B214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2AA64-29D1-4CEC-B7F8-B3399D2F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118C2E-EAAC-4811-B703-2A9544CA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DEFF78-E92E-4EF4-9279-676CB7FB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68ED4C-4DC2-4BFC-8BAA-41383185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tests/test_course_services.py -k github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synthetic fixture가 PullRequestTarget으로 validate된다.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E96B7D-A5D8-4BAD-B008-9DF569C8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62ADCB-6E6E-47CE-ADB0-414ABD45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pr_target.json</a:t>
            </a:r>
          </a:p>
        </p:txBody>
      </p:sp>
    </p:spTree>
    <p:extLst>
      <p:ext uri="{BB962C8B-B14F-4D97-AF65-F5344CB8AC3E}">
        <p14:creationId xmlns:p14="http://schemas.microsoft.com/office/powerpoint/2010/main" val="127659164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DF2BB0-6253-42B6-A19F-BF4003CA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1636C3-2364-46B4-B911-2C6ADA0F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BC2CD-2062-4A52-A3F7-ED4BF73E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573CF8-4FCC-49D6-A35A-458D421D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46E620-5524-49F2-83B4-96FA3108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C51B41-3863-4B2B-A06C-F93B2BD8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B7ACA-EA07-4145-9EBF-5FA82EF9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필드 누락이나 workspace 밖 fixture는 구조화 오류다.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쓰기 전 target 세 필드를 payload와 승인 화면에 다시 표시한다.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7CF758-7E8B-4CD4-B004-61EB94AD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B6643B-23F3-4A65-AED1-18B20305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9759156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167C5F-07D2-4691-9A18-1F810C75E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65221F-0CF6-47AA-A3CE-164297C6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8CA27C-4EC7-4E05-A1EC-375DCDE1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667201-BD7E-444D-BCC7-95034358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76E82D-01D9-40C7-8A0C-09DDD6CC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C5C5A2-3DD6-4330-9387-B210F844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CEC67B-3695-4B1D-9B54-43B0C730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263D91-4FCC-4EA4-B459-28E78A06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04A447-EA23-44BD-A4B8-BDB3DCB3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synthetic fixture가 PullRequestTarget으로 validate된다.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390D10-ABFB-4F42-BA2F-6DEFA662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A8E881-72A3-4258-B29D-08F7ED8E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65B78B-849A-4DD7-B4DD-872C434D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E2A050-DE81-41D3-A3A0-65721289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C007EC-92AA-48C7-A78D-B47854935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19A3AA-731B-470A-82D7-B3C3514E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00E051-85A5-4FCA-AA8F-EC055597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B01CC3-C99F-4522-8E99-9376D729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AA4EF1-18F6-4858-BE9E-8AC0AA1F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50397494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FBA23C-EA08-4B3C-AE0F-12383C1F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29C15-5E8B-4B76-9CA8-E27BAE04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F3D99-0BAA-4EEE-BA76-AFEDA803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F5FFC-BE4E-4252-B9BC-3CC2B4A0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F2E4EA-160C-4ADD-A52A-34BD3759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6DD250-ADC8-4546-A734-4FA73E33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788435-3BBA-4CF3-87C1-9C19FAAA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F67A0F-7FC7-4FD1-8FE0-E0E5180A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2CF955-8607-431E-A7CB-7868F357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필드 누락이나 workspace 밖 fixture는 구조화 오류다.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1EC99E-E521-4AB5-8DDE-1730790A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42F3FA-5B6F-4C6C-98E9-4C19E312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4168D0-44BC-4A03-B407-350787F3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C22F21-05CE-478F-9266-4BF8EADF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0BDBFE-B996-4E17-AC04-F58EBDE5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076528-F0F7-4F47-9D07-4D84F3CB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9B685E-6DDB-4802-B214-45EA3BE0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86D860-50A3-4726-881A-01CF1122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DBFB9D-D782-4E5C-A95E-9FA4D866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201018351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7E2E9F-7248-469F-B66B-A12AC5EA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0FBBF4-8F69-4BC5-A65F-5BDAC6D5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3D57A1-0EC1-417A-BA07-EE65AD22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799E40-A88B-4E7A-B9B8-3EE570F8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E556B1-290B-4401-9930-30A02674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DBB39B-FD6D-4E97-96E3-608A84C0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EC67B9-9FC4-4560-843C-22F8D3C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사내 repo PR을 읽어 검토 대기열을 만드는 read-only bot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32C743-A59B-4C1F-B710-AE97616B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A99A3E-A975-485F-904F-F29252D7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BDE9AC-139A-4FC3-A6C9-E4739B29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CAAFFA-A2AC-4113-97FE-8CD710A8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F45DCC-AB9F-4FA9-8F6B-D82A930A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946F65-D824-49C3-9BD0-9E466C4D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2AA27A-C5C3-4CAF-A285-5142E044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EDCE8D-16C3-45B0-BD3B-0DBCD59F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F66BD9-9D1F-456D-8CFF-096B07A6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EF85CD-1B5D-4C77-9535-13D98072F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FEDAC5-6084-4F98-88AF-B3DF7F2A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9B6CC-1F75-498A-B93D-1CB4FFF3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pr_target.json을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01198211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DBAF21-6EDF-4B4A-A75C-17BE445A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DCBA4F-3C41-4DB2-A34A-02FEF3C7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ED9926-F9E5-439C-A1AD-6506618B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7294E5-020A-486F-9385-5362C2A3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B13CBC-6134-442D-82E7-D4B1D1AF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DB4713-EA64-43D5-A440-77E90C29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9F73B2-17E8-4C09-B589-717F4DE8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사내 repo PR을 읽어 검토 대기열을 만드는 read-only bot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F1515A-E6BF-422E-A9DA-85DD2758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5DB1E7-ED8B-4334-93C5-D21A6F23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F5DD5A-A6B6-46C3-8F5F-E04B557D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B799A5-BF63-45F6-B077-9C6763A9D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A942FB-DE82-4612-92F7-3D6CB5F3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272D90-66F4-4EB6-9DD8-D2EED888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2696F1-2D68-48EF-AFC6-BDD8C28E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54D2B6-DBD2-4383-BCD1-4B4FEDEB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7EA95E-8852-4167-8DEE-2695174C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989531-1075-4E7F-BA64-3AF92736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52B7DF-D8E3-47C8-984D-2D92448E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7F6B45-BC6A-4B66-A42D-9936037D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pr_target.json과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84690849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19184A-BBA7-47B9-A647-DA261418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D4970-1B6D-4D20-8D26-57686505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5E5204-67EC-4323-A030-6C7DC044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910A43-830C-42EB-AD06-48209498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5E9E08-86D3-448C-99AB-B26AA50A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8B01C-6C5A-44F9-BCFB-03BD8639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B4E4F-4ABC-4FC4-A4ED-6C5010FA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7DAAF1-5387-4380-B0E2-EA02ECF0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E3ED48-1D32-4213-AADF-7D4A7B6B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synthetic fixture가 PullRequestTarget으로 validate된다.로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B09378-0EAC-4A81-8A6D-79A9B34F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CD78D-0951-4405-9D4A-252D4551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BE5197-B05C-47AE-B336-12588797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3FD00D-C3CA-4660-B8B5-121D35C5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D45BF1-09F9-4A18-825F-9B416119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1345EF-47A0-46C2-9F80-A7A9E42F8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쓰기 전 target 세 필드를 payload와 승인 화면에 다시 표시한다.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9A45C4-8F13-4C9F-85D3-AA93B306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767264-FAF7-42BC-BD32-88493B48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D41178-53FF-436D-9C6F-F7D81226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pr_target.json에서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441030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D53DA1-320C-4D2E-B0F8-4FBD76FF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C0C002-7A2D-424F-9344-4C95270D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B6E5B4-1C60-44B3-8138-30127C91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A7C81-FB1C-4D65-BCF3-8AC54ABC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61A3D9-4305-41C2-A957-95BA3E9B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17ADF-D189-4ED1-B04F-9519AEB5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3B60B-CBF5-420C-86C3-D59B77F9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A5EB38-B2E5-4DFE-B0F5-467B0F13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777E3-047C-419A-B875-75A718D4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PR Target과 Fixture이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66E05C-7164-4965-A971-93F83099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C8F40D-ACB8-4EC4-B9F7-D44FEA54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6156DB-D6E7-4A66-9CD0-87E25A79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github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0050FF-E697-4173-A82D-6E57522A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1A7B73-669F-4BDD-9412-FB943258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925A20-D335-46F0-BF89-FBD05E68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pr_target.json과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9C6374-BDDA-4F9F-A454-31F6D6D6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GitHub 인증과 최소 권한</a:t>
            </a:r>
          </a:p>
        </p:txBody>
      </p:sp>
    </p:spTree>
    <p:extLst>
      <p:ext uri="{BB962C8B-B14F-4D97-AF65-F5344CB8AC3E}">
        <p14:creationId xmlns:p14="http://schemas.microsoft.com/office/powerpoint/2010/main" val="192659692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F520D6-90D3-4F73-A540-9276EF88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D7C941-E44E-4807-99B7-30EE7042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4 · 2차시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E014A7-C728-46B2-AE87-EF2DB913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09:50-10:40  (쉬는 시간 11:30-12:00)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2EBD15-8879-418C-B99C-571BB1F4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GitHub 인증과 최소 권한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1F6CCF-7944-4AF3-BB6C-6DE53F6F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PAT · Fine-grained · .env.sample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20E88E-5407-4983-9A02-49FDFAAC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3CD227-D5C8-4290-88C8-71CBDD89B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64D771-EA78-413F-A08D-2D2D50A6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DD84B7-0ED4-43BE-80B9-99C97C2C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1620E5-D6D6-4E2B-9838-9CDE38D0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.gitignore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5E784A-383E-494E-A98A-C79A2361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AF568A-EA2E-4A77-BAF7-5096F123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CC826A-3F0A-430A-84F0-B6503D6E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4 · GitHub PR 자동화 · 2차시</a:t>
            </a:r>
          </a:p>
        </p:txBody>
      </p:sp>
    </p:spTree>
    <p:extLst>
      <p:ext uri="{BB962C8B-B14F-4D97-AF65-F5344CB8AC3E}">
        <p14:creationId xmlns:p14="http://schemas.microsoft.com/office/powerpoint/2010/main" val="161676137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029758-24ED-4285-BCC2-D5640627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86F6FD-2B4F-432A-825F-C6C399BB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9698A9-DBFF-4611-A585-541D0ED9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1BA30-67A0-41F2-B748-CC40ABBF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32811-40E6-481F-9DFF-171D067A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80CEE4-0BF4-49CB-9AFC-7D6BD2C1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51479-35D4-40C8-87E5-D04B391F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8183D1-476A-4C15-847E-4EBB86E7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E9245F-8270-499B-BE16-66B175286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pr_target.json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8E3D56-265E-49E7-91B8-AD3B2FD0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2D296A-1A0E-4DEA-9FB8-4635D3DB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8EC05F-8620-4A30-B399-09177EF5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GitHub 인증과 최소 권한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5FAD73-79C0-4249-AB15-F792EF53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83AB14-4489-4E3D-9822-88C0EC02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5139DD-C4D3-4127-ADDE-866286FC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36D3C2-D1CA-4D56-A566-2B386644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141E4F-5C8D-4686-8201-73883AE4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2C6664-2318-4089-B6FE-D7A2556A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REST 상태 코드와 복구</a:t>
            </a:r>
          </a:p>
        </p:txBody>
      </p:sp>
    </p:spTree>
    <p:extLst>
      <p:ext uri="{BB962C8B-B14F-4D97-AF65-F5344CB8AC3E}">
        <p14:creationId xmlns:p14="http://schemas.microsoft.com/office/powerpoint/2010/main" val="24671493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641D51-A5A9-4793-899B-4DDE8F5A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F0CED5-4FC9-4519-985E-9440793D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73A9C6-984D-4E62-84D1-8528E4C6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427D90-2B0B-42E5-A663-49A08C29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166A2D-10CE-4071-88C4-583F4198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2EC312-C02D-4BD2-9718-E64AF39B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교육용 token 하나가 실수로 commit되면 저장소 전체 위험으로 번진다.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7052E6-64E7-45B2-A177-5C26E046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fine-grained token과 최소 repository permission을 설명한다.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83D7B2-0932-436A-90DD-C49E4E7B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26C016-A3F2-4B67-9BC6-5E6DC683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.env.sample</a:t>
            </a:r>
          </a:p>
        </p:txBody>
      </p:sp>
    </p:spTree>
    <p:extLst>
      <p:ext uri="{BB962C8B-B14F-4D97-AF65-F5344CB8AC3E}">
        <p14:creationId xmlns:p14="http://schemas.microsoft.com/office/powerpoint/2010/main" val="182835814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6ABE4B-6E7B-4EE6-BB19-2B579930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28A9EE-02F1-4749-A795-BB3FF1C6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ED7E85-5DB6-49DD-90B8-FAB1DD9F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CF1335-A2FB-4802-BA7B-4144B19F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85E2DA-8269-459F-B9F7-87C2CC8E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08DD98-3C84-47B2-905A-66AC89EC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906CE-73FF-4EF0-B9EE-281AAFB9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DDAF9-4BB4-4E3D-8D68-016811F9F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fine-grained token과 최소 repository permission을 설명한다.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9E5043-6AC7-42D0-A8A9-1F6012D8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96A796-F9DD-4D61-A5EA-87DBB723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B64DC5-6709-4674-933E-C26E01B6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token 값을 notebook output이나 screenshot에 노출한다.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192D1C-F63C-4A9E-911D-D04D8531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AD9B09-184F-49F0-9CEE-99EEF790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CCA3FE-B7AC-4BDB-A3DF-6A4889F96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70250369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57F6E2-779A-4730-82F6-28D21537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ECE1A3-83CB-4F75-B266-E9F9982C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716328-2593-4AEE-B57D-C267AD78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6D368F-BEA8-47F2-80D3-1AF5FAA3C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B93B5C-6389-4FDA-878C-A696F3EE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4DDB56-E034-447D-AE9E-469F6831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D90980-10D2-4688-8665-CF9C72CF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390A53-D56B-41F7-AE8E-24DFAD48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E38880-0D46-4D65-9829-5242C458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58A6DC-4D00-4039-88E2-DA25DF332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B63303-D916-48E2-8577-FE72307A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858A19-87D0-4380-97B4-3230DE6F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85F24C-4F31-4CFD-BFAB-1C8C8D1E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145F3B-1557-47DF-AC2A-1CDFF289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개인 API 접근 토큰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C3E3A7-359A-4BD2-8CDC-1EA889F8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ADD3F2-CF39-42DA-AB84-0278B7C8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Fine-grained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61A12D-0732-46C8-AFB8-17E3A970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4F1C77-AFCE-4AA3-8AB1-90A12319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대상과 권한을 좁힌 token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CC700C-1363-42C7-9A88-7E3636D5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CF3FE9-9F2C-44BB-A018-ABC2C3B6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61CB69-9FB8-4509-B163-48EF9A5E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BBD032-D690-4951-95EC-5C6CFB13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소스·로그에 남기면 안 되는 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0D5B9D-FE31-4B3F-9E46-DC8EC85A4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F0DAC8-AAB2-4DA0-91B9-485A9AC1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Least privilege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00D07A-CB1E-477B-A2FE-374D8A81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4FEC56-DC3B-4D6F-8454-DC62A3C8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필요한 최소 권한만 부여</a:t>
            </a:r>
          </a:p>
        </p:txBody>
      </p:sp>
    </p:spTree>
    <p:extLst>
      <p:ext uri="{BB962C8B-B14F-4D97-AF65-F5344CB8AC3E}">
        <p14:creationId xmlns:p14="http://schemas.microsoft.com/office/powerpoint/2010/main" val="179456634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99E1C2-100C-4C31-AD0F-C5B640BB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D8C8A7-E143-442B-B642-2072F914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780079-BA21-4A9F-AEA8-33E98E13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1CEE22-8396-4692-BD7D-7ED6BC5B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E271E0-98B0-4B70-8E7F-D939B3DA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E2F59-F94D-47FB-94A3-FF5BF149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838DB0-34F7-41DE-8711-9252CBAF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21EBE-2DD3-4ACF-AD7F-B61497A7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BCF397-60E4-4041-B0DD-15EA5AB2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73B5AD-EB77-41C4-8CB6-CB796A0E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269F74-CA2D-4713-8835-F1901579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권한 목록 → sandbox repo → .env local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098A67-7219-45D0-9985-5D598471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EA4732-A9A7-42E0-9A60-7A6723EE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67C2D2-3B15-4EF9-B8B6-4B5C6A4E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104769-7F81-4999-8002-39140999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71FEFD-7C6B-41BA-A69D-1C28E059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C43AA8-94EB-403E-9F36-2CF226A5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.env는 ignore되고 .env.sample만 추적된다.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token이 없으면 401을 재시도하지 않고 실행을 중단한다.</a:t>
            </a:r>
          </a:p>
        </p:txBody>
      </p:sp>
    </p:spTree>
    <p:extLst>
      <p:ext uri="{BB962C8B-B14F-4D97-AF65-F5344CB8AC3E}">
        <p14:creationId xmlns:p14="http://schemas.microsoft.com/office/powerpoint/2010/main" val="26135680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B270CB-E43F-4139-8224-BEA7F93C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B8EE99-9785-497A-A688-930C2F4F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E81191-9B3B-4044-A6FF-922DD08F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04FA0D-C122-40D2-9E88-2484C851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6EC82C-599A-46A6-8274-A19DBA0B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F8EF1D-FBF7-42B1-97F0-91979294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3A0EB7-1B38-43FB-9651-257893124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49C44-F9F4-4F59-B932-583B3F1D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96EBE6-66CA-4533-9083-FA804955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권한 목록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9CD45B-C482-479B-85D8-659738B6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810A89-37ED-406E-9950-D205E224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530FB4-5D20-4AB0-941D-62F19FA4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sandbox repo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D48C23-0F2D-416C-BFE6-8DE0D9C8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E5BA21-BFBB-4B4A-B3C2-6DA2CF9A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6BA23D-A0D4-4F4D-9A68-BA523071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local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149E26-D62A-477C-B2BE-FF4B507B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A80299-6C40-46E1-A67B-726F0DB4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0D778D-B36A-4D29-883F-44DA0E60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.gitignore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8129C0-6B68-499B-9009-D4573379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8B51ED-77A5-44DF-9313-AD2160AE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BB1377-0D2B-41F1-9611-70C1805D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만료·폐기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A6CDB6-9447-47F8-85A3-67A18AF1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.env.sample에서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206180844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8AF3B7-02AD-4E37-8E7C-0FA543A9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F12405-7D2E-473E-B6C0-EF25F52DA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318D6F-CA23-4335-93E6-71B9CB79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363CB9-08BD-49F3-B0AD-3C07334D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E16EFD-CE22-4E00-BCD3-093B8CC2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B7AC2D-7032-473D-9531-6F325844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887EC5-8C48-49DA-B6F6-CD968C798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EB57A7-8539-47CE-A361-F71A2890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.env는 ignore되고 .env.sample만 추적된다.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B4B052-B52B-4200-83EC-FEF7222F7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1811BC-F667-45CC-87D7-C403C46E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6747D6-627B-4271-A0F3-E15C1A8E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token이 없으면 401을 재시도하지 않고 실행을 중단한다.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BCE9AF-EFE8-4467-958B-DEE2BC3D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CE2E17-2EC4-41C8-9631-C3E0DC4D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3A4E72-6BC4-40E4-BD56-DAFB135E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838620-9836-41C1-B282-85BEB703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92387C-E444-43AE-81A8-B0F09663C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A4491D-756D-4EF7-9DD3-596DE992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식별자·.env.sample</a:t>
            </a:r>
          </a:p>
        </p:txBody>
      </p:sp>
    </p:spTree>
    <p:extLst>
      <p:ext uri="{BB962C8B-B14F-4D97-AF65-F5344CB8AC3E}">
        <p14:creationId xmlns:p14="http://schemas.microsoft.com/office/powerpoint/2010/main" val="164828138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88B28A-D46F-418F-9111-DC674EC8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731D65-25EF-4A4F-ACD8-2F9231ED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1B5E83-CF79-4A52-8932-DFF4BA36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C1DB05-34D6-40BF-9420-0372DAC1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32AB99-E6E0-408C-B6B3-7A6D4492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0F8CB-629A-4E7B-AA6B-7658BAAF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A5C7D8-32C9-413F-A1BF-385C0223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F545C5-CB15-4A19-9728-45EF76BB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8C126B-D6E8-47BC-BBDE-18A1A4FE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D30FFE-FEE8-4355-A5A1-D34FAD1D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92626E-C64B-407C-A238-DC240029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66C6CE-6117-43F0-AB57-86E90D94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.gitignore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BA66A2-F0D8-4123-925F-F879CBCC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54EEE1-A66F-4C71-AFA7-E43045C7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C417DC-4620-4102-8273-86661FC7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AA163F-E09C-496A-8816-B1FCE243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BE8F81-E2A5-47CC-B408-9DC8E5767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9C67C1-9334-4DC2-AFC2-5C97BC21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data/day4_github/pr_fixture.json</a:t>
            </a:r>
          </a:p>
        </p:txBody>
      </p:sp>
    </p:spTree>
    <p:extLst>
      <p:ext uri="{BB962C8B-B14F-4D97-AF65-F5344CB8AC3E}">
        <p14:creationId xmlns:p14="http://schemas.microsoft.com/office/powerpoint/2010/main" val="57664267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1CEADD-4602-4D54-8820-2E3158BC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GitHub 인증과 최소 권한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B97FC9-36DB-4EA6-B195-76C428889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B2CCDB-7FDB-4483-ADB4-9EA88E5B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878B96-9974-4686-9703-110BED26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86521-14F7-4396-BBD0-78008D0D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A024D-DFBB-44A0-8AA6-283BA4B0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14C352-4470-422B-B823-228B4918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교육용 token 하나가 실수로 commit되면 저장소 전체 위험으로 번진다.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F433E-05E2-48C3-BC64-20D40FD8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9B6344-7233-4015-9E82-D7DFE0BC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CA3A98-DC6D-4240-BD67-C49CC6F4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값을 notebook output이나 screenshot에 노출한다.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BCFB2A-036D-43F6-88D1-93247183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존재 여부만 bool로 확인하고 노출된 token은 즉시 폐기·재발급한다.</a:t>
            </a:r>
          </a:p>
        </p:txBody>
      </p:sp>
    </p:spTree>
    <p:extLst>
      <p:ext uri="{BB962C8B-B14F-4D97-AF65-F5344CB8AC3E}">
        <p14:creationId xmlns:p14="http://schemas.microsoft.com/office/powerpoint/2010/main" val="64372321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72D353-E505-44CF-81CB-8B9605AF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0AA200-9504-4F5D-9418-881623E8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C2F18C-EFF1-44CA-9372-DD1BC66F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21616-8096-4599-AE3D-C2321A3F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0CCC6C-E149-467D-AD7A-A5E6521A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27B666-0F7B-4093-AB72-08710032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409523-E51F-431B-BB00-F476A83B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237B96-0C39-43D5-AEB1-584254DF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1C09D1-D3C0-452A-8075-F6F944D6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C14223-AD02-4CC3-8156-5291F6B4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BC7338-1434-4162-BD89-B7F0C244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9FB9FD-EA49-4C5C-9D48-06215702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A56287-5760-4FAC-A3A9-5DCC42DF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70D037-067D-4E0F-BC51-0849E989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C4F8D3-6C5A-4712-AFEA-C450831E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5BA78F-7813-4C00-B2C0-105EFF87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개인 API 접근 토큰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D01BE-77F6-4244-A629-CA35A6747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44E7F6-1CAC-434E-83D5-D9B788C5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B13AF9-D282-4458-B7A1-02DF7C632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F60383-209E-4A87-A8AB-D4999CA9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Fine-grained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D6C92E-A358-482C-9EF3-5288D357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18F721-3FCE-4395-A2D9-CBA3B1AC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대상과 권한을 좁힌 token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9F5331-7316-496C-862E-EF452320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8D463A-0B21-4057-A35C-C58650F1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701E18-3BF2-48B8-BB6A-B91E548B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0EF710-5AAB-4720-BB8B-35BD49DD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CD4024-F823-470A-90CE-EB04B07B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A33AE7-8FF8-4788-BCE6-EA5935B88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소스·로그에 남기면 안 되는 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A6C090-0CD8-4A89-B23C-A25119F6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AF6650-A40E-41D9-BB8B-F54A127A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97B40D-CB6A-47C6-B889-0CA1348D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01CB26-DA69-4720-8977-9F204B08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Least privilege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729216-CC2B-4BAF-B87B-2FB0974B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DCCE23-5DF0-46F3-8B9C-1B3091F5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필요한 최소 권한만 부여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61E00D-13FF-4474-9FDF-E019F834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38CBBE-505D-4BB8-A344-9289E952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758290648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0B92DE-ABAC-45A8-8D54-F3A42721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837BFE-10A5-463A-9B01-F3795BC4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5510A8-F9BD-4FCD-89AA-E160716E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38AB6-16FC-4427-AD41-5FAAF867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039862-B0D3-420F-8690-08673AE49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EA4B1-6515-43BD-A669-02C04645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90CA4-27BB-4971-A87C-7BDBF34C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64401-C361-43CE-B06D-1385B5D0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91BBC4-4003-4507-82E7-5DC512D14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 값을 notebook output이나 screenshot에 노출한다.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D94EAE-6433-460C-B00D-1D249F4E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ECA207-B276-456A-9536-579AF50A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교육용 token 하나가 실수로 commit되면 저장소 전체 위험으로 번진다.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260A09-CFC4-4800-9D6E-E2F8CF23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797419082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C637AC-250C-40AB-97AF-8CA22ACA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173C3-C80D-4F66-A4F4-3A8BF82E7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C17BC4-73D6-4C17-8745-F9EE1EBD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128311-FECE-4AB8-82CF-D7E862EC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F11782-8DB4-45B5-AF72-028A20EC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18210F-4F2A-4EDF-A928-19473228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A3DA4-5DE2-4086-B12F-E769AB83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15DDB8-DA90-4B0D-99B1-87FAB2C7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04C818-1459-4D84-B5A7-8264647A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token이 없으면 401을 재시도하지 않고 실행을 중단한다.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B17F9A-0844-4CF2-8F22-B0DEA4D9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D8F822-9BB6-44FD-A7CE-496FEB8F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94E0D6-1539-424C-A9A7-5A412DB6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token 값을 notebook output이나 screenshot에 노출한다.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54DA02-C504-4768-A6AF-0BB77096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9544B9-8E01-4F5E-90A0-19036562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B46311-79F2-48A8-BE2C-3AC0DF1E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존재 여부만 bool로 확인하고 노출된 token은 즉시 폐기·재발급한다.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3DFE82-AD60-4028-9EC4-3D6D241B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020AE5-C54C-42BE-8FDE-899F0393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C34B40-AEE3-47D2-B790-DEE872F8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.env.sample과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2105698811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66F0C2-5B63-4CEB-8576-141EFBE4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D21DA5-5C55-4E4D-BAD4-743EAE03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0981B4-2751-4533-9243-8E847B65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E3B058-974B-4C45-854D-0ACEC67E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92461B-0B41-419B-AB24-7F9EF57D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6CFE49-1FE0-4F36-85F4-01857D71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0386e03274403e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BD35DA-FCB2-4611-BEB6-FACA6B0D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secret을 읽거나 출력하지 않는 범위에서 config validation만 구현한다.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E480C0-8780-4096-8C45-331E4C3B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67220313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EFABD5-ACD3-4AB7-A642-8A58507F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BB31C8-B6FE-4BBE-B2F2-A1E4AA0C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F1A446-99B2-4A1D-A56C-5ADA34838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4E489-D762-4F46-B2C0-3E324BB3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CEF0F0-0A2F-4C04-96B6-72F0BA09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47C9C9-AF5B-49CF-B18C-2F1FD3C8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CCF38F-EA7A-4809-8E9C-24176B07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07D31A-623D-442B-AF22-0634051B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55F008-558B-4FB9-B4BF-B008657D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secret을 읽거나 출력하지 않는 범위에서 config validation만 구현한다.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A710BD-A717-4291-A1BF-DEF1BF7F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4A428A-5694-423D-A35C-CCEB674C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ACBEF3-6939-42AA-B125-A98D5B7A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.gitignore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955793-3128-4919-8D5B-CA36B575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4F2942-599A-4DBE-AAF1-A407EA50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F5656D-8A91-42B8-A8B0-028A18D07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.env는 ignore되고 .env.sample만 추적된다.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token이 없으면 401을 재시도하지 않고 실행을 중단한다.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DB5319-79D3-47D9-9204-EFA65631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856FA3-2964-47C3-9408-5BCDA1C4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54F2EF-EA87-4BDF-A622-BD9B185D0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596999147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EC34A4-94A7-4AB6-9BEB-1E8D1E9A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DF8E45-95F5-4913-8068-062B6416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C68A5A-EB64-4F09-83BE-A8419D6D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8BA90-C28D-42CE-8EF7-1E666408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77D74-D619-445A-B983-90617CE9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2E12D8-5ED9-45DF-AE02-B4E21138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707E27-2CEF-4D6D-A603-6604EE4A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31274D-1E70-493C-AE07-7D7B3B6A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7F14B2-3759-401C-B92E-576AAD84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96A058-7DD3-4D1D-B57C-6713F53A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AB73AE-506C-4AC4-99ED-6C21616A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992619-D43D-4FF7-A574-26D7DA7ED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0915A5-339C-4E51-9755-639E57FF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35FDD7-2AA3-49F7-825C-9D7E86C7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.env는 ignore되고 .env.sample만 추적된다.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16AD29-53D6-4A04-A458-C6AF06C0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9081DD-2BF0-4BBE-8E7B-008974CE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ABAB54-B7F6-4C8A-83C9-8174A96E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D2BD64-14CA-483D-8E8B-C4562D44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token이 없으면 401을 재시도하지 않고 실행을 중단한다.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6F46D4-17D7-4F14-99C9-9C2B133A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015F93-F838-42A7-8CA1-C7039875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EFB9BF-A432-4177-982D-600CA895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64A155-A5E8-4EBF-936A-65BA8480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207796143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4372C5-AE98-4D9D-8F77-3DD42AF5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B7BA59-E794-45EB-A0BB-3D146023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540377-6CD4-4BDE-82B3-4CD511F4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68AD11-D834-428F-AA96-2AC74FEC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044297-C061-4BD0-9455-4C66FF30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9F491A-E555-46BB-823B-74EACF176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AE9EB4-8184-43FF-A26F-C5091D37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2CA6D-B5D0-4B5D-BBFC-620FC7E7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623F4D-0885-4EB8-9BC4-04597F7B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.env.sample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C9B459-4DD4-473A-9739-2617C5C9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65041F-B088-49C9-A3D9-2BE540FF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099C73-CF67-4E60-B94E-A8E11A4B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.gitignore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C01777-34BF-476A-9533-05CC662A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27AB9D-E641-4510-ACDB-2265F6A5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802AC9-8AB7-481F-85D8-C859D627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git check-ignore -v .env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DCD423-46BB-431C-B6E2-D8BBF0E9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C2D224-D8C8-41B7-80D3-F8C06467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7C9949-ED73-40AE-8A5D-70D9DE4C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.env는 ignore되고 .env.sample만 추적된다.</a:t>
            </a:r>
          </a:p>
        </p:txBody>
      </p:sp>
    </p:spTree>
    <p:extLst>
      <p:ext uri="{BB962C8B-B14F-4D97-AF65-F5344CB8AC3E}">
        <p14:creationId xmlns:p14="http://schemas.microsoft.com/office/powerpoint/2010/main" val="69232892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0D2375-F7AD-4807-AB2E-9417AAF5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2E761-673D-4280-B0BA-3B6F6740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22D22-46EB-47DC-8DE9-7A5033EF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2E985B-AAEC-471A-84B2-3375535B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0E12E8-99A7-414F-BFF2-D5146D81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D5219E-0B0E-4596-8429-DE27354F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8C83D5-E16E-43C3-822C-A05415A8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8CC72D-8DBE-47BA-8698-D7B5A5F6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A1E5EB-B318-4D21-89E4-F3F1888B4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git check-ignore -v .env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4D6E0B-9752-4101-98D0-08543A61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DDA8FD-AD09-4EA1-8DF5-0E8EBD80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93321620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54327C-80C8-4A15-B80A-08A6FE58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47D850-18BB-4F9B-8520-C8030B36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85899-DEF9-4998-B819-23CDF70B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F2644A-0FF3-4B75-A2E8-D298A1D4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17AFD7-77EB-4C66-BBA2-69FE4684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0994F7-19BE-42B0-B1FE-B8F909AE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3940ED-E0D3-42FF-9DBC-1127781A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03106-5D2D-4B29-84EF-7F8D8982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DFFE09-DA73-4E4C-B1EF-1EF1D150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A9F439-A795-401E-ACC3-D057A138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BD8462-D9D4-49FA-AF66-10AF4D4D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A174F6-2CB0-4FB1-BB9D-2C7BD999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0565F5-8D81-4178-898F-3080D7B4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.env는 ignore되고 .env.sample만 추적된다.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token이 없으면 401을 재시도하지 않고 실행을 중단한다.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874677217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00C67F-0DB7-4E2E-A4DC-B8DE7F10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0B7F50-0D0A-4077-86B5-DD120FD2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724A18-C232-413E-80BD-C74A5B10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EC7835-AF32-4CA8-B026-EBEAD552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E1A611-59C0-44A3-BD40-CC6D7719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B2B392-59D5-47AE-9C4E-B7DDDFD4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A5A8BB-D2F3-434C-A712-DEDA535B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541AC-F206-458C-A7B7-BF43E43F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token 값을 notebook output이나 screenshot에 노출한다.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8B57FB-1AC2-4C96-BF40-37005BDA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27BABC-56BC-475C-8D44-CE20BF02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A7E6DC-4FDA-468B-935A-DA657B96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존재 여부만 bool로 확인하고 노출된 token은 즉시 폐기·재발급한다.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5999CA-BCB0-48BD-B4EC-D2849E9F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token이 없으면 401을 재시도하지 않고 실행을 중단한다.</a:t>
            </a:r>
          </a:p>
        </p:txBody>
      </p:sp>
    </p:spTree>
    <p:extLst>
      <p:ext uri="{BB962C8B-B14F-4D97-AF65-F5344CB8AC3E}">
        <p14:creationId xmlns:p14="http://schemas.microsoft.com/office/powerpoint/2010/main" val="130013393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4DC680-9F0B-4710-AB6C-5C232562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0AB654-57F3-4A3A-9AF5-854081C3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56E24D-C0AE-49F3-9007-BB27BA35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C0F1C0-2E6B-426C-AD65-FE1B90BD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41C6A7-6C29-4311-9129-A680F414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FEFE05-8155-4094-ADB7-D9AC2538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806374-4E05-4ED4-8707-BCEE0A32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DF6615-EFB6-427C-824E-CAA54AC4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.gitignore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B8414-FFEC-4213-B5A6-0B540B44A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8E0BDA-4332-481C-BFAB-0BA83B62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FB48A4-5D61-4CCD-A775-34379C2A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C8056B-7588-4EFD-A9FD-CA9EA9A2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.env는 ignore되고 .env.sample만 추적된다.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 저장</a:t>
            </a:r>
          </a:p>
        </p:txBody>
      </p:sp>
    </p:spTree>
    <p:extLst>
      <p:ext uri="{BB962C8B-B14F-4D97-AF65-F5344CB8AC3E}">
        <p14:creationId xmlns:p14="http://schemas.microsoft.com/office/powerpoint/2010/main" val="206487749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9AA83D-4B01-4C71-AC05-B030D26E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DFAEB5-B74C-458F-8EB2-2AA2DFE1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EFCF13-6942-4C4D-8684-D5C0BBDA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7346EA-2D79-4FFD-8355-F660AB7C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61171A-CCF8-4140-BD58-79CE105D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FC2108-1EAB-48B0-836D-5620110B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6C75BA-A9FA-448C-ACC5-81FE6C89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secret을 읽거나 출력하지 않는 범위에서 config validation만 구현한다.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.gitignore · AGENTS.md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06F886-925A-497E-B43F-E6DB3265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269AA2-995B-45EC-BC0D-EADBC9E2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.env.sample</a:t>
            </a:r>
          </a:p>
        </p:txBody>
      </p:sp>
    </p:spTree>
    <p:extLst>
      <p:ext uri="{BB962C8B-B14F-4D97-AF65-F5344CB8AC3E}">
        <p14:creationId xmlns:p14="http://schemas.microsoft.com/office/powerpoint/2010/main" val="819993868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63D617-7A1D-408C-B70A-54C6D813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37F627-8A8C-4943-98D4-4136ABA5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4C4852-DCC4-4FB3-95E1-A5299A7F2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36CA6-4FA8-41FD-A69D-379C0E29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69C590-747C-4C8B-9340-D545A1151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0DFD73-C9B8-4ED3-91F9-F7CF81E2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5EFAFE-24AE-4597-8D15-E3888438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check-ignore -v .env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.env는 ignore되고 .env.sample만 추적된다.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ED883E-0709-49B6-B65B-2E230804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442752-BC99-48CE-95E2-51F80C1E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.env.sample</a:t>
            </a:r>
          </a:p>
        </p:txBody>
      </p:sp>
    </p:spTree>
    <p:extLst>
      <p:ext uri="{BB962C8B-B14F-4D97-AF65-F5344CB8AC3E}">
        <p14:creationId xmlns:p14="http://schemas.microsoft.com/office/powerpoint/2010/main" val="263771272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09F580-16BF-464A-8D63-9188BB2F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6D3645-6EC4-4E37-9B75-279048CB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F2D6CD-EB65-4504-8666-D170A09C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4099FD-33C7-4D41-AED5-833977F05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6922AA-CA65-43DB-9AC7-358AAC62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93C5F4-28E2-43F5-97B5-A091A318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7FA3F9-F808-4A06-8B9D-E80479A8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token이 없으면 401을 재시도하지 않고 실행을 중단한다.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존재 여부만 bool로 확인하고 노출된 token은 즉시 폐기·재발급한다.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750710-5E1F-446B-B969-AD4F2F26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5AE0BC-BCAE-4AC7-9406-F0DE13EC8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47254432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D0E02E-A360-4CDF-B805-361EC109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416EED-0B67-4B0E-B3B0-BD47BEC3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5431D-B1FE-4AEF-B3FC-2D256035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311355-4ADF-4E68-96AA-A1BF8788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7B7B5D-A4D8-4A08-8038-C1D3EF9D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E84736-D93D-4EED-A815-E596EAB98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54A430-DEA6-4C64-8A6F-9B4F8F97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1C7BA6-7B1E-4865-B598-A7112ED2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0BC33F-39A0-4AF4-8676-96B53ADF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.env는 ignore되고 .env.sample만 추적된다.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3758D2-8DB4-4277-B1CC-B2C8E2E3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5E2CB3-89B7-4A8D-A7BD-17F935CA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0F834F-2E5D-4B33-B463-2226C992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5FD50F-46B3-463A-8066-1E710C07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47AA81-454D-405D-AC36-BF4A5C32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D08AF6-A417-4FB7-A726-BD6483B3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E4A059-DA04-4AE9-87DA-6FE17C35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CD98B3-5793-49EB-9E18-84482445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501DA4-A745-4CA1-AC2E-55894A9A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9703786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28EFC8-99BF-4BD9-AD04-EE448401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5C66FA-D855-4305-B474-3CC09819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480897-C467-40F3-ADE4-D624AA7C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9E554B-65C1-4580-8D16-AB4A9E88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7C6287-BF40-4B04-A666-26150519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F8A4AF-0240-42A1-8FB1-5FDEA3A2F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799405-C38B-49C4-8B48-02EE678C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1DDE4-9465-4F74-9A2E-1476A5D8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1A78D8-ACDB-4506-91ED-5166A66C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token이 없으면 401을 재시도하지 않고 실행을 중단한다.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42C1BB-98E4-4126-8AC4-C66EC533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CEA63E-7644-4B04-8EEB-CC6F278A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7DAE3B-48C0-41F0-8FA5-3E7E6804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59991B-56FA-4591-955F-A314F951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BEB096-FC13-45F8-854A-8329C879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42355D-65C7-4420-9DE1-17844953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053FB2-B401-4B36-8AE0-F7826F53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0321A8-5A0A-48E2-A554-2DBCCEC7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0C9E32-57EE-439B-A7E2-8BA81E62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597137036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8C35B0-2D12-4104-861A-A3D1480E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295819-5395-4AFF-87E8-F64E4D3C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CE2441-846F-4FC6-81B9-BB5E9FE9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B8948-6899-4C51-8D54-147AFD517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A622E4-FE8D-41EA-B256-085BB56E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900ECF-BE8F-462B-BBB5-59548BE3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7920DF-4521-4CEC-BD84-714738E4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교육에서는 mock, 운영에서는 App token·short-lived credential 고려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1E18C5-CDB6-4381-83F5-64CC9A56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306EF-8001-4DA3-AC3A-18693A21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C1DF7C-0EC7-4304-B045-0EA0A359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5D3A08-1632-4EA0-8017-08A54FD6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65DE85-0597-49E7-A317-DD0809E2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4328EC-9205-4670-B49F-2146C1B2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B1A07E-F17F-4F8D-BEB7-B45929D5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3B430D-7518-43E7-B804-305816C3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7BD13-22B5-4877-85F4-55448526B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D92735-A363-4A8A-BF1E-B037F14C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7BA9A5-A2FF-47FC-8C97-B3A94BAE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3BA9CA-2B1F-42C3-ADDB-E9C9E5C5E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599040522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AF8E9C-F813-4A3D-9ECB-624154BD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F0D652-5809-4AD4-82C3-E2007DFD4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DCAC0B-5149-4FC8-BD1E-3C2CB943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32C56-3789-4969-BB70-2CE2C6D7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CB995F-12B3-43BC-936B-B562E328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6947EA-5630-4626-BC7F-F70824CA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EDDEA1-278E-445C-8A0D-747699D2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교육에서는 mock, 운영에서는 App token·short-lived credential 고려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193A21-3B02-4E36-9025-8F258E90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8A5489-F20A-49F7-942A-C24EBF2A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3E35AF-58E9-46CE-8509-5287F7D1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2D5202-97A0-4223-9FA3-206143AA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3143E9-B348-47B4-9A9B-57B32777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36936F-E602-497A-94F1-43E9FEE1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6A0058-94F9-4EB1-85B7-295917D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1D9153-72C9-475D-AAA7-8EA18F4A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35F059-5FC4-45FD-A126-324599FB0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76C31F-1D34-4902-9314-DCD31D6F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94F070-C691-4D86-B761-E8022ADB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193EC0-3F31-4138-A41C-5692F60A7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258904862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C69587-1370-436D-A116-18567284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CAB67-012A-42DB-A49E-F7A4843A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9B1ED5-9CF8-4D3B-B43A-36AB80E8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F0428B-824B-4B0D-8B0A-18730CE3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97EA29-EF45-4CF5-839A-A70B4FEB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4BB60D-7522-4125-A86C-53528A5A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DD6DC2-ACFD-4E98-939F-71A27EC8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FD36EA-A427-4D9B-A3CE-94A36D34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D8695B-1990-4FFC-8DF6-335A82DA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.env는 ignore되고 .env.sample만 추적된다.로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CDD724-E129-4C5F-91A0-82D8CCA7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A5C928-7A07-472A-9448-042A2DA6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A67D2F-06EE-4392-A9BC-AE753C56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38B4D7-E8AF-404D-9FFB-724FA0E1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152D0C-C23A-4FB3-952F-64952EC7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56FD2C-1DCC-487F-B776-EE11A94B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존재 여부만 bool로 확인하고 노출된 token은 즉시 폐기·재발급한다.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71178A-F9EE-4411-9035-948363FB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57EF39-CB03-45A6-AA6B-06314ACB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BABD3C-B3D0-4E84-95D8-81C45FBB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364950667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F6DB94-CA93-4A44-A93A-FFE638F1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FD82DD-6567-4279-AB3F-24F5CE92E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EDCDBF-0E63-47F9-9963-1ABB4E0C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EA0A0C-C746-4119-8AD4-DB7F880F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0E40E-BD1E-40AF-9531-2822601E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9EF7C1-60A7-434C-96EA-7814BA55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8F866-7632-483A-B8B9-7C3CCE8A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580B2-7351-474E-87D7-A8569E4B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5DFA89-374E-44CD-85D7-4B87B3F2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GitHub 인증과 최소 권한이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A1EFFF-6F5D-42C8-9A36-8372D084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17C984-064C-425C-A334-95FAAED0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07CBBC-954E-4B7A-A830-30B646D9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git check-ignore -v .env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E4240D-7566-47D7-A29D-3AD349F8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4271F-2F7A-4784-BF9F-C290DCED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CA1A8D-13A0-4A6B-8E2D-DC1763F2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.env.sample과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898359-8A8E-41B3-B385-1C08BD1F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REST 상태 코드와 복구</a:t>
            </a:r>
          </a:p>
        </p:txBody>
      </p:sp>
    </p:spTree>
    <p:extLst>
      <p:ext uri="{BB962C8B-B14F-4D97-AF65-F5344CB8AC3E}">
        <p14:creationId xmlns:p14="http://schemas.microsoft.com/office/powerpoint/2010/main" val="1606914442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98ADCA-0E42-4718-AB07-BFF4332C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983DB9-2509-42CA-9423-45E651F8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4 · 3차시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FD20C6-370B-4CA2-940D-4A357033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10:40-11:30  (쉬는 시간 11:30-12:00)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29AB05-4435-41AC-A159-A6512BBF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REST 상태 코드와 복구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47CA24-6215-4A47-828B-E31A7C37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REST · Pagination · github_read_result.json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11117-09BC-4EE2-9E0A-545C3EBA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DBFA86-1DF9-4F68-95F8-E00CC912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A297CB-F21A-4481-82E3-EB1C47B0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71285-2ED2-47F9-A89B-E248B96D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E4CD74-B4C3-4496-B198-D41B9BF0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materials/day4/day4_service_lab.ipynb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532C71-82BF-4727-B88B-EF1DB714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071B69-6412-4ED9-BD3B-8F21B09D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github_read_result.json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B64EE3-C2F9-447C-A7EE-B8D114B4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4 · GitHub PR 자동화 · 3차시</a:t>
            </a:r>
          </a:p>
        </p:txBody>
      </p:sp>
    </p:spTree>
    <p:extLst>
      <p:ext uri="{BB962C8B-B14F-4D97-AF65-F5344CB8AC3E}">
        <p14:creationId xmlns:p14="http://schemas.microsoft.com/office/powerpoint/2010/main" val="342323132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B81D88-E32F-468D-92C2-8847983C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183BA3-B906-4F23-857A-98C82F0C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4CB9E4-5E02-4F4A-A00E-8B47874D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154AFD-622A-4427-9BD2-59FF9FD4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DBE0B-8D52-4DB1-BA1F-1E0FFC6A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E2C76-FEE9-47D1-BF06-A14AF000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ECA4F-56F5-49B3-A984-37886005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26300C-CCCB-4F66-92FB-B807507D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661306-C144-4886-876D-465599C3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66CC54-71A6-40CE-A7AF-DE88AD41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8F20CE-0B5A-4B8F-B16B-538A7FE5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7922FB-E13F-4CAA-BE3A-228529E7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REST 상태 코드와 복구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0A6A3-C46B-438C-AA3A-FB5D1006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9A1C27-46AD-402B-8196-CC6BAA87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86CE3D-5F63-4AF6-B2ED-02B24694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github_read_result.json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5BEFFC-A5F1-4C55-8A2E-C08E731C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B61A30-C442-42A9-972E-923776CA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81AC12-C35F-454C-881D-588EE782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 State와 분기</a:t>
            </a:r>
          </a:p>
        </p:txBody>
      </p:sp>
    </p:spTree>
    <p:extLst>
      <p:ext uri="{BB962C8B-B14F-4D97-AF65-F5344CB8AC3E}">
        <p14:creationId xmlns:p14="http://schemas.microsoft.com/office/powerpoint/2010/main" val="1599527465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E2E616-6367-4690-A334-BE15A592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9B6716-5B1C-4B37-94B0-F8D10AED2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118F14-EF50-486C-B146-A64D652B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94A52A-58E8-49F3-8F15-49D68E8D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E6C452-2D9B-473E-8D7D-1D890385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EB92F3-2E04-4A83-8A20-CA0CB27F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오류를 같은 retry로 처리하면 인증 문제와 rate limit이 장애를 키운다.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E03157-82CD-4106-87CD-D4E6D57D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read-only PR 조회와 pagination·rate limit 계약을 만든다.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C6EE0-ACD3-410D-82C9-4F655733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F1121B-553E-43F1-8745-44A45C20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github_read_result.json</a:t>
            </a:r>
          </a:p>
        </p:txBody>
      </p:sp>
    </p:spTree>
    <p:extLst>
      <p:ext uri="{BB962C8B-B14F-4D97-AF65-F5344CB8AC3E}">
        <p14:creationId xmlns:p14="http://schemas.microsoft.com/office/powerpoint/2010/main" val="319718320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7FA882-388C-4645-989F-8B23CC92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884C6B-178F-4139-9C1F-E1FB1C1C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975A9-E136-4A22-8C27-DC919F97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10F3-1EA1-4653-A4C8-126A56AF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ACF0DB-A04E-4A23-B5EC-B6056A0D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472816-0B15-4E4F-91D2-03663EFB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869EAB-6143-4080-AB7F-BE6F09A1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34CA5C-86C0-40FB-BA7C-08A702DB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read-only PR 조회와 pagination·rate limit 계약을 만든다.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AB31CC-A38F-46F6-918E-65765138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294D96-B96C-4CCF-95D6-6FDCEE5D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D63D44-B397-4DC6-B896-1E8B1794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401·403·404·422·429를 모두 세 번 retry한다.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BCDCE-A9AC-4DA2-A844-C35304B1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6E1FF6-EA2E-44EE-93BC-CFD02671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692B12-3F93-4118-AA78-DE4B5BC6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github_read_result.json에서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843141627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A47D6C-9403-4A53-B4D1-7F3DF8BB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FCD7D-060E-41C9-8D52-B18A83B1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EC7565-12EC-4542-A230-282BA411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A4F798-F4E8-45B6-BC5F-10677035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4D360D-2EF3-4F82-96BD-F5F34088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51FF97-5EB8-4FB2-895C-CE1297BA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619237-0713-4858-9A0B-BFFC37D4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91A19D-8DC9-4AFD-9EE5-5029586E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9CD84-C26D-4BB3-941A-09CDA74C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1A2E0-7B1F-4D4B-BA02-F8D1BFE5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E63D9C-5CBC-4CD4-93F9-6008C93F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4613BA-E37E-4E5C-AB67-BB634C60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324FE0-279D-41A9-B802-D6617242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379143-3BF9-4C43-9325-F22A6A4A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HTTP resource 단위 API 방식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587A5C-FFE6-4AC8-B881-F8A51F40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A17224-A60A-4FA3-BE2F-15300341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Pagination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C301EC-C5DF-4540-B1C3-C8467933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F8D997-3C97-42E8-BE03-8C7C919E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여러 페이지로 결과를 나눔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E8B436-4475-4205-A602-33F00B575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558FC3-803A-4504-B240-8ECFE68B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Rate limit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461D71-C89C-4852-912E-C811EFF1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655C06-706C-484B-B844-C24D5582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시간당 요청 제한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E23276-1582-4AEE-BFB1-B02B802DA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E59A47-A9FB-4212-940B-85793088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Retry-After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FB5FEC-FBE9-4009-B59F-1CE8ED91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91C780-64FA-44B3-8EAC-8C4F7562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다시 요청 가능한 시각 힌트</a:t>
            </a:r>
          </a:p>
        </p:txBody>
      </p:sp>
    </p:spTree>
    <p:extLst>
      <p:ext uri="{BB962C8B-B14F-4D97-AF65-F5344CB8AC3E}">
        <p14:creationId xmlns:p14="http://schemas.microsoft.com/office/powerpoint/2010/main" val="1496345840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05C465-605D-4A47-9367-49EAC5BE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48F766-8E20-4A46-A5F2-E0556EBD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10EC97-E2A4-463E-AB61-EE281102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3DE9E1-C893-45C2-A144-7BC65064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5CF0D-CF58-4FC4-9722-D2B2B787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957443-1C0E-4C10-895D-09D25C44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41E963-C0A0-40FA-B9A5-06ABAEB1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BF27FC-C3A0-4889-8699-349A5A57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4F9B69-CE80-45A4-88BB-93C280F0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CC105E-2892-4BFF-B002-9F8775AE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01D65E-C1DD-4C36-A224-2997B0F8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GET request → status classify → pagination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C6F267-92C6-4462-8CF1-6C09CECD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264D8-297C-4717-95EE-C9AD3F68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A2919E-F315-442A-BA6D-5FD804EF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github_read_result.json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26EE66-82B4-4100-BF16-91F5B94C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895D06-1EC1-40C0-A927-3608542E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4F3959-BE61-4C07-8D0E-F24A88DA1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200 응답은 target·diff·rate metadata를 반환한다.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429만 Retry-After와 최대 횟수 안에서 재시도한다.</a:t>
            </a:r>
          </a:p>
        </p:txBody>
      </p:sp>
    </p:spTree>
    <p:extLst>
      <p:ext uri="{BB962C8B-B14F-4D97-AF65-F5344CB8AC3E}">
        <p14:creationId xmlns:p14="http://schemas.microsoft.com/office/powerpoint/2010/main" val="412749287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8085EB-F83E-4F4C-8442-8A19DE4C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9C7FB2-FC60-41ED-B8FC-387AB41D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4DFBA0-86EE-400F-BF57-F83FDBFA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88F69D-8768-43F8-8110-D9F20FE6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19E52A-C0AC-4B6C-AD80-C62D0E97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CFAD19-4C92-4EC8-8690-8C3C7BD7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C685C3-200B-42AF-9F55-2A7EF23A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74DD6B-4E7C-4871-94AF-0B426402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B1DFAA-3A12-49F5-9EAA-A1DEE538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GET request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4770CD-AD46-43AF-A1B7-9884E3A07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E10B7C-6881-40D9-8AB2-6E40DEAB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3F01E-4EE2-4DB3-ABEA-A64AE4DD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classify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6636AF-F32D-4D62-8D45-F10D7668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9E09B9-34B2-4F1A-B2D9-013F8C09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B183A9-F81E-4CC7-A6D4-C064BD53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pagination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EB60B2-A04C-4AE6-8557-832EF3F2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D3628A-2FD2-4BA6-9935-6C2E5E5D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CF6C4E-65F6-4498-940B-48DD0194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bounded backoff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BAAE38-79CF-4995-BA73-FD8ACEF7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F22342-3FD8-4D8A-8CF8-5A9F87A6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456704-E014-49AB-94E3-E67C36AC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structured result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0C71B4-A190-4549-B274-6721C363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github_read_result.json에서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362033184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51CC95-0FFB-41B1-8B16-B2C49F0C6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20D6DB-BDC0-4BC9-A6D8-A952816C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E883A-38D6-4733-9A4C-A96C5EF8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E11C10-9C9A-41C2-AD8C-846440A2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27FB42-7B79-4119-B431-25FB8545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980704-0CD5-44D4-9F3C-52C0155D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6075B0-403F-41F3-AAFE-075ACACC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4C523-2E3A-470B-A283-E3F52C7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200 응답은 target·diff·rate metadata를 반환한다.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C4EB1D-60A8-420E-8875-D25CCC19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451EBA-5B39-4363-A86A-6E3ED662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2BCE63-C9C5-4B34-AC8B-BAADCE00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429만 Retry-After와 최대 횟수 안에서 재시도한다.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CD79C-9C5C-4B4B-AAD0-5E0D67D6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2F7137-3F56-47E4-AB8D-5D316281B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031E3F-8B78-4CB2-9183-1E3D6B15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2ECDB9-BF86-4FF2-B9BC-BCE37004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EAB851-7CDE-4F25-B1E9-530376B7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41013B-48C4-44D0-A02E-81A6AA75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식별자·github_read_result.json</a:t>
            </a:r>
          </a:p>
        </p:txBody>
      </p:sp>
    </p:spTree>
    <p:extLst>
      <p:ext uri="{BB962C8B-B14F-4D97-AF65-F5344CB8AC3E}">
        <p14:creationId xmlns:p14="http://schemas.microsoft.com/office/powerpoint/2010/main" val="537432275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3978CC-1F42-40C4-9D8B-3C7153C5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26241-316E-4229-AB2F-6229842F2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B2CA89-2D05-4BB2-AE19-EAE758BF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991C09-1EFC-4008-BDE5-13C4617D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79148-B060-408C-87E5-288DBF14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C27A3F-D033-4284-A88E-CD832EA4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DF840E-ED1E-4AE6-B442-B57C25BD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8B6601-75B5-4395-99AC-7CA3D8D8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146203-5955-47D0-8EEA-F85A2C83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6CB2B4-1F91-4035-8779-D77D1606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92E5F4-DA3C-4E07-B5E8-D7540141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89EFC9-EECA-4B8E-B825-16DFB2BF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materials/day4/day4_service_lab.ipynb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C92AD6-0832-46BE-A1D5-BD83C422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948C05-0B93-48D6-862B-FA24FE3F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C9141A-5203-4288-9BC2-8F1A4E86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0224BF-B848-4966-A045-40E968EC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508204-E8F7-45B9-BF22-CF3B9537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CFA44D-211C-407B-BB6F-604B69F6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output/day4-github/read-result.json</a:t>
            </a:r>
          </a:p>
        </p:txBody>
      </p:sp>
    </p:spTree>
    <p:extLst>
      <p:ext uri="{BB962C8B-B14F-4D97-AF65-F5344CB8AC3E}">
        <p14:creationId xmlns:p14="http://schemas.microsoft.com/office/powerpoint/2010/main" val="2091999770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04AD0C-A4F6-48C0-A85F-862484FD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REST 상태 코드와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06C123-AAE1-451B-94B7-BBA791C1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668978-5576-4B51-8409-EC568C23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F48949-71B9-4FA7-BDA5-BCE1EAC4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CF495C-8C55-41A9-852A-5F0EEBB6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E83930-5359-4AD7-BBFD-5E9F81D1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60C784-D433-477B-870A-961671B3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오류를 같은 retry로 처리하면 인증 문제와 rate limit이 장애를 키운다.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FBB713-87B5-42D0-9B4B-5098F7BA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2396A9-853A-40F6-BDBA-04599DD2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2DE7DA-86F6-4ED6-BD42-6E5C9441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401·403·404·422·429를 모두 세 번 retry한다.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F3C37D-EB6E-458F-8C4E-DF63AAA4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재인증·권한 확인·target 확인·diff 갱신·대기 경로를 error code별로 나눈다.</a:t>
            </a:r>
          </a:p>
        </p:txBody>
      </p:sp>
    </p:spTree>
    <p:extLst>
      <p:ext uri="{BB962C8B-B14F-4D97-AF65-F5344CB8AC3E}">
        <p14:creationId xmlns:p14="http://schemas.microsoft.com/office/powerpoint/2010/main" val="514236804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809564-0371-475E-A2BC-C85A417A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B04C02-AADD-4FA3-B344-7FFCCBA44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9C3A2-F0FD-4A51-964A-8FC48DFB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86ECE4-517D-4153-8701-2FEBE2F0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B1ECB6-7FE4-464C-888A-179B6341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6F4EF-6BDC-4AD3-877B-11B1171C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D5421F-EDE6-40B4-AD11-789421E6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79ED62-A4DA-4471-A471-AC4A3B2C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3B916-F3B0-4D81-BF76-317C1404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057334-CD76-4103-B371-63A4E515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25BC76-4957-45AF-8925-AA1CE36E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AE0B0-8766-4ACA-8740-787A1529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870F9C-E560-4640-9550-7B93BF52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8C417E-3B98-4780-AE5C-0DA78288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526ADA-27AB-4B88-AB6F-0B25E36A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F2C6B2-A901-440D-8DFE-14E03F24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HTTP resource 단위 API 방식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5540D0-CBA0-4CB3-AB1F-B8D0F4A8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127596-BFA2-4A78-96F0-EED193A16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212644-9ABC-4797-BBD5-D8A9239C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D19D8E-21E0-4AA8-82A2-C9D2D129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Pagination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1BB2C5-FEA3-4637-AF7A-1A2BB6DE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BFD1D5-5F82-44CA-AA34-C13A2E4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여러 페이지로 결과를 나눔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7EE8B4-93DD-4E7E-97D0-0A9074EE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714B8B-1887-4D42-86A6-AA234FAB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91AE54-C718-4C40-896E-9C606F62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DBB83B-BA83-425A-92DC-1995A8EC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Rate limit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619A98-CE65-4A84-A91B-08C9092E6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8944B3-9C5C-479E-A296-C780849A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시간당 요청 제한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F4F32A-BCBB-401B-AC75-4C3BA93D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A4E5C3-7296-4CD6-9C1D-3985D3B9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DD176E-4BDF-4E26-8138-06F68544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2DC800-A40C-43D0-845E-23A86C3A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Retry-After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E39F60-67F4-4808-9804-F6DEF45D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520D9E-5C93-4BD5-9466-3FFDE319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다시 요청 가능한 시각 힌트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22D636D-327C-44E8-B3F4-17CB47C7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A0DDE3-721A-4EB8-A061-47B57446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695813389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50A7EF-2588-4918-9ECF-A4171730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7F8579-A72F-4FA0-B851-C732B831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35ADEA-3A99-4EC7-89DD-76C82ADA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83ECA8-B86F-477D-BAA9-3764079B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7BA295-E530-42F8-AA23-BA722C26D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E8CB77-5CE9-4E7A-BA8A-B878F3E9D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6B2AE5-42AC-4E16-9FBF-54178DA4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60B2CC-AA18-462B-BBE8-46662135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8C8F8-5D0F-48C5-A493-A2E97A4A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401·403·404·422·429를 모두 세 번 retry한다.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7CF0FB-5FEB-492D-8F5D-39A896AF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EE4E70-7EDF-4E25-9CF2-76E70868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오류를 같은 retry로 처리하면 인증 문제와 rate limit이 장애를 키운다.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EAE7A4-AC89-4846-BEE6-9D596F93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562692276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CDDD85-B1B0-43EE-82B0-3694F62C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49AAAA-8C32-4BF0-95C3-D67BCABD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6AB792-2D23-43FE-80DE-3A9AACDB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DD1E8-9F7B-4CDD-AD3A-11FBDA10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3E2AEA-CDD7-47F9-838E-46DCEE08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9CF782-E713-40E2-B9A0-2A6554A1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9F1877-2E68-40D2-A0A9-4ECD62BC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E3A3A9-62EC-487E-9606-1B3273F4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29E01-95C8-4D36-8C35-EFCC6216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429만 Retry-After와 최대 횟수 안에서 재시도한다.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80A7E5-CB86-4B36-B367-859A8179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405DE2-200B-4B2E-9A9E-E90A579B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DFDBA9-5D2C-41A4-AEB1-C73AA773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401·403·404·422·429를 모두 세 번 retry한다.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1D3990-AA7B-4190-BE3E-23A4807D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DEE6C5-D50D-48B0-915C-DEE77A63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0B83B-A5D9-45A2-8400-F70A4382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재인증·권한 확인·target 확인·diff 갱신·대기 경로를 error code별로 나눈다.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3A07B7-C274-4CF3-BAF5-C1D1A2EB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822E8E-E81B-4E33-8AD4-7ED2ECAB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7A1765-0813-4604-BB38-98E4D535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github_read_result.json과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546159815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77FDC2-F5BB-47AD-B80C-7469C72B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B6EE5F-B24A-4DEA-9A9D-32D23CA7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A247CA-0A5D-4B49-B0F1-FF17B76A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129D06-A0F8-462C-8AB8-F170EE5F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181796-2BE4-4B71-9859-EBACD8AC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126F1F-C6D7-4170-843C-21B0AD8E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6770d127c42c1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17AB5F-A77C-49FA-B10D-1FAA59C1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fake HTTP response로 각 status code의 결정론 test를 작성한다.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25C5C5-99B1-4D36-97A5-75C6D9BA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646116430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71E93F-3951-4DC5-B201-7345706F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E2238-53E9-4A88-815B-E0F303EC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ECF021-3650-4C07-BE32-4268A0FC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409D3E-5D99-4ECF-B2DA-AD3F7DD0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C61525-37B2-4289-A171-9B5474BF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8EEDC6-11ED-41A0-872C-BBE19813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9503E5-FD99-4B72-ABE7-18205B40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DB482-771E-41B1-BD37-2A68689A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EE5CA7-6223-4D32-ABC0-EECEDDDB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fake HTTP response로 각 status code의 결정론 test를 작성한다.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C252B8-084F-4F12-86F6-F50B4E1A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CC63C4-5050-4606-93AB-BB8DEB9D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BEED44-3793-4A9C-B384-F509A508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materials/day4/day4_service_lab.ipynb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936F17-FCFA-42E6-BB1E-616B42E7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3987EC-3C33-4556-A432-D533E43F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53A0DE-C7E3-4B7F-A073-B4DE02DA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200 응답은 target·diff·rate metadata를 반환한다.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429만 Retry-After와 최대 횟수 안에서 재시도한다.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B524F2-52D3-4BC7-BF06-94B09514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AA9890-DD62-4807-952B-39C8A7E9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A1E2E7-B6E0-4E9B-A65F-FC1811F5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1706086086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64F6A4-F747-46C8-9A64-71C500E8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4E3E9E-166D-4AF7-AE1B-4A5806E9F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794FEB-8159-4249-9B8B-37B3BD3A6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3E5A8D-85ED-461C-AE99-DE815552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D3021B-58DD-4997-A6A7-ED0E7269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715885-2838-45DD-BE9F-6C5D1B49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B45649-B58A-48D5-9330-B5782C4C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19BC5E-0163-4979-9220-98AD84B2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46FED-7451-409C-975F-972B026C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8C52BC-BAD2-4A37-AA95-67629C16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3DC16B-1E4A-4A46-AE1F-F7D1F742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98F434-45A3-4793-B191-926BBEF6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6D4DC5-A950-487D-89D0-04B387D0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17E045-D176-42D8-AFA2-FE71D348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200 응답은 target·diff·rate metadata를 반환한다.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1D814F-9AFE-4A13-B13E-58FFEB8D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62E533-03E9-4333-AA6A-6E73F9C1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233009-3958-41F7-BED6-F6A43651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E329AF-3F4A-495C-BB96-43CDCF88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429만 Retry-After와 최대 횟수 안에서 재시도한다.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E390A7-82DD-4794-8445-13F7A506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8F7EA3-6050-463E-B5E5-7F100C92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B438DB-0598-4A59-8B39-A7B84EF0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C7282C-F881-4766-AC89-38C4638A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387351330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3ACA07-2E64-4566-9F55-BCEAE961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5F6F39-EF30-4B44-BEBE-607FA107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46FA76-DFCA-45F4-8F2A-2A7D4B38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4B9CC6-265E-4410-886B-D49111D3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BBC66A-9856-4D95-92DD-C5931055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B566B8-6F8A-40E4-BEC8-8921C617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11EAF9-4FB6-4D8B-91D4-94553500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A5CD7D-C338-4D32-AC2C-8F13B807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A30192-9C05-4602-9428-1A462F82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src/course_services/github_service.py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BB46B1-9796-473C-B6C2-63355289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FC718D-34D8-495D-A583-40113368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960FD8-E43A-45F1-9CBD-5AD20E50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materials/day4/day4_service_lab.ipynb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32F9BC-30CF-42F2-B318-27FD0C23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67E553-EB3F-417B-BFB8-CB8E29D3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05E85-E69A-41C5-99B6-1337C6C0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B33720-AD39-40E6-A294-47D5A864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06FF58-6264-401B-9536-706BF413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0AB623-263C-436D-AD32-6297E4AE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200 응답은 target·diff·rate metadata를 반환한다.</a:t>
            </a:r>
          </a:p>
        </p:txBody>
      </p:sp>
    </p:spTree>
    <p:extLst>
      <p:ext uri="{BB962C8B-B14F-4D97-AF65-F5344CB8AC3E}">
        <p14:creationId xmlns:p14="http://schemas.microsoft.com/office/powerpoint/2010/main" val="1822826166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16D980-9C48-4297-BBC9-D6D07CF1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6A54FD-64B5-42F9-B2B2-CC78509B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823A8-1C38-46C6-8C63-867438601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784CCC-A3F6-474B-9AEE-4A8DB8A22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81AE95-241D-41CC-A20E-879A41EB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20CAF4-FF73-41D4-84D6-CA64422C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48579B-D86E-4BB2-98D4-F91F31A7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F7C1EA-BEA5-4BC3-9779-995A9C83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A1ACB7-FD17-4B96-9720-74358957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tests/test_course_services.py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05973B-E067-4358-A5F3-D27FAAC2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DD702C-B379-48DA-88B2-52A1DE87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2045656718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4B082E-7D22-4B53-9AD4-293134CA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D84C6-85BE-48C0-B7F2-E2D5A1F3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86C792-FC6E-4E3A-ABED-97DE8E36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0C832-F08B-4C91-B6C1-B1E16A26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29D299-31C6-4B63-8743-A1FA706B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29DA3-946D-41A1-A7DD-AB75CF67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F4E6B8-FDC7-4DD5-B483-4DD3B4E1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ACDAB0-0521-416C-8FF3-72D21851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9E56F9-2344-4ABF-90D5-EBDEC6C0B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B67317-9803-4437-8950-67B8EC00D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github_read_result.json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B53B5A-B638-4A7F-A674-E4973B92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382D39-01CD-4C97-91A4-C70C2E4C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BABBCF-1A40-4028-A8CB-096E0038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200 응답은 target·diff·rate metadata를 반환한다.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429만 Retry-After와 최대 횟수 안에서 재시도한다.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9132331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FEFED2-B899-4CEB-A1F6-093AB8EA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F1FE0B-A5E4-491E-94FF-DD02DCCD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1FEB57-CE40-4E99-8AC3-2B356352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73487F-235E-46F3-ACDA-0EC25EF4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E416B-3BC7-4C6C-B839-C45BFFD8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EDF9AC-8121-4E95-A582-2F0FB221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93FE0-ADBA-4E29-AC89-2BBCB49D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83203A-17EE-42DF-8A74-6850E343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401·403·404·422·429를 모두 세 번 retry한다.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762403-2F25-47DA-BC1A-9A06B110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1169D1-75C1-4EF0-A3C6-2E1D7ED1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E27C92-5450-4534-9FEA-5933B3C5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재인증·권한 확인·target 확인·diff 갱신·대기 경로를 error code별로 나눈다.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FB591D-009E-443F-9CC5-C89F3A04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429만 Retry-After와 최대 횟수 안에서 재시도한다.</a:t>
            </a:r>
          </a:p>
        </p:txBody>
      </p:sp>
    </p:spTree>
    <p:extLst>
      <p:ext uri="{BB962C8B-B14F-4D97-AF65-F5344CB8AC3E}">
        <p14:creationId xmlns:p14="http://schemas.microsoft.com/office/powerpoint/2010/main" val="953257918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235389-6F7B-4918-B58E-F2A66995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E20681-D63D-4C48-B3DB-424A71D4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D76ABF-359F-454A-9CBC-CA2C4378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E6FEE6-88A7-4409-9D1F-1A61F149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DF10C-BBA3-4AC6-8532-F46E05C0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1360A-B522-4687-91B4-C6876D88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7534A-493C-409E-87DC-76496704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A65094-4ABD-48B0-9E30-67A3E3F3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materials/day4/day4_service_lab.ipynb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B148A7-63D3-4DEB-80C6-29DDFB17A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D48FD7-4FAF-424C-BD17-C1C30608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6B9A2B-9590-4606-BB79-849CD4C1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BA7AC9-FD59-4AFD-961B-3E4FF75BC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200 응답은 target·diff·rate metadata를 반환한다.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github_read_result.json 저장</a:t>
            </a:r>
          </a:p>
        </p:txBody>
      </p:sp>
    </p:spTree>
    <p:extLst>
      <p:ext uri="{BB962C8B-B14F-4D97-AF65-F5344CB8AC3E}">
        <p14:creationId xmlns:p14="http://schemas.microsoft.com/office/powerpoint/2010/main" val="5497896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AEAA7D-8B8D-4262-A3EF-6840569D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8A234D-6059-4BBD-8F38-151B1798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CE3E4F-99F4-4774-B71C-538581C7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F0C144-58D9-4816-B7A5-5EF06EC8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1DC960-6D7B-455C-BD28-65A527B2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A804D7-6E56-47BF-81AD-DA5BEFA7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D50012-68BF-43FE-AE3D-2FD062E0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fake HTTP response로 각 status code의 결정론 test를 작성한다.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materials/day4/day4_service_lab.ipynb · AGENTS.md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B1ECD1-A213-4938-9D6E-CE581FEA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8C2652-3674-466F-B475-3712B0F5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github_read_result.json</a:t>
            </a:r>
          </a:p>
        </p:txBody>
      </p:sp>
    </p:spTree>
    <p:extLst>
      <p:ext uri="{BB962C8B-B14F-4D97-AF65-F5344CB8AC3E}">
        <p14:creationId xmlns:p14="http://schemas.microsoft.com/office/powerpoint/2010/main" val="989745156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66CB6C-BD1F-4032-ABAF-B9009F2B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4A18AD-95D6-47D6-8153-D75025EE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73AB8F-D875-444D-9670-D49170FA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C8836A-E9A1-4618-A01F-D916B5B9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454E26-B242-4DDF-8342-C1BAD116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F77D58-E6ED-4350-A730-D4ABE1F7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55CD54-8859-4F11-A36E-C9ACF0BD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tests/test_course_services.py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200 응답은 target·diff·rate metadata를 반환한다.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02B602-CF08-4CEC-AA23-BBED56F5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7762CE-0336-4CBE-943A-FE002077F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github_read_result.json</a:t>
            </a:r>
          </a:p>
        </p:txBody>
      </p:sp>
    </p:spTree>
    <p:extLst>
      <p:ext uri="{BB962C8B-B14F-4D97-AF65-F5344CB8AC3E}">
        <p14:creationId xmlns:p14="http://schemas.microsoft.com/office/powerpoint/2010/main" val="1132070131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7E56EB-C76F-4BFE-9475-71B38AB7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7962C5-89B2-4503-BB3A-3D88B164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A5508B-912A-4E08-A207-EEB41E1E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1B9AFD-CA9A-47D3-A017-C36E2D0B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E9217-82DF-4353-8581-8A8CADED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DA6832-283A-4E2B-B3B1-7DFCED56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7381F2-6BE2-443A-BDF6-6EE5675A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429만 Retry-After와 최대 횟수 안에서 재시도한다.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재인증·권한 확인·target 확인·diff 갱신·대기 경로를 error code별로 나눈다.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6555DF-4887-4F52-A77F-C4F2B309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5A23B7-D057-4DB6-AB56-AF4EEE52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970853248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04CDC4-09C5-489B-B2B5-1098AD53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5FD3D-7A28-4D17-88C0-62D009FF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68B91F-C481-4034-BE4C-4EF08523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F1244-0F09-467E-8B2C-DB8EA2B0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D45795-DC19-471E-BBEE-CDDB8C7D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8671C0-1D65-4576-9EBB-E0F8811C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BE895D-F2B7-42F3-946A-F447D6FF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AEC517-AA54-4409-A4CF-0FEDA514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476F48-5024-4B89-A0F9-79F9DE8E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200 응답은 target·diff·rate metadata를 반환한다.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B2EE77-4D75-410B-8C1C-6193CD68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2C2060-23A0-44B8-89D0-64E2CB1B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CB5B51-FA6D-445F-AC98-8B4D7BD0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109564-1D91-4B82-9100-019F1262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15FDC8-042A-4C1E-9182-FDFA1A0DC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A43B8C-6404-4F7E-B685-A87DE06C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4EF2E2-67F4-4F5F-8A2B-8896E99C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AECE8A-6F56-4850-8A29-9D7C0410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9D56B6-D0D3-457D-9632-CDE70C46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718214816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B55ABA-330C-44ED-B1B1-DAE6251A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91DCE1-A76F-4001-9F38-0F78091C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CA6FB-7887-4A2A-B514-61A41A75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753DEF-B5F0-4227-A8B6-E6468F2F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128050-B1FF-43C6-AF49-17C234B2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6B8724-4525-46D9-91E3-EC0137F6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E19CDC-553A-4269-894A-F0EB8483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D2089-14ED-4642-B2B5-654D17F8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A6A8A4-B3DB-4FE1-84CE-22279C62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429만 Retry-After와 최대 횟수 안에서 재시도한다.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9F2CD8-5AFC-4EB3-B5A3-CAA4A926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9289B7-802C-447C-BFAC-F440F1B4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B656FA-3C55-4994-8679-1D5AE0CE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5F2EA6-BFF9-4821-85F9-CCB7CCD8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74F1A2-5F79-4FD2-83CB-94BEF961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B69796-E30E-4909-B875-0C97FE1E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AEE2A6-8233-457A-BAAA-88B97CEB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412DB5-4DB0-4DFF-804C-B4957633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6C599F-0379-4012-85A9-233B1D1A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980217801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773E1-9D89-4D69-AE0A-9C00701B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756E3-B2B8-45FC-985B-8D765EA2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05100-F1B6-42C2-9DE5-018EADB9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054E48-A33D-460C-A4CE-EFB0D0D6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45090-FF9C-47E7-A13D-B69B4BBC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96EAF2-A960-42C9-9940-E152302A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D4AD5F-BFBD-4E4F-8F1F-9FDFFF59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 정보를 안전하게 수집하는 ingestion adapter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A16517-E85D-40B1-952E-333F25EE3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334E63-28EC-4227-ADE8-242457C5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7B3241-EB2B-42EF-9F59-CCF17F20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6871DC-FA73-4058-B987-DAA97AC3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407A02-D238-4940-9516-F54CB153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412DE2-95D3-4B60-98A7-DC999085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4E5B65-0AC8-4E9B-9620-DD88286D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C0FDEF-15B9-462A-838F-CE8F481D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601EBE-28CA-4763-BA8C-189EB912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4AF536-A85D-4DBE-9F21-6ED0464A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13A947-F67E-440F-A2D1-0EFDDD0A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4E68BD-3074-4D77-A78D-783CD3751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github_read_result.json을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565752066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601DCE-4670-4863-A280-014F50E7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29E8EB-5E89-476E-B7EC-4E16B081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B7ABF7-4F0F-4178-8DF6-7838ADD9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00A136-7F78-43E2-9D93-D2697004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4213D3-7E0C-4240-B89F-0C6B457E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81215C-7FED-4351-BDEC-D865D624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F7B8AE-A8E0-42EB-A55C-7E05C635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 정보를 안전하게 수집하는 ingestion adapter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CB0864-D5F1-46F8-B6B8-39BD667F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00DC08-04D5-4879-9E9E-6C2E6C8A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18226B-D79C-4C2A-9178-81626A5B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8BD445-B064-44BD-BEC8-A1429188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43DCA8-CB82-46FA-8B38-881B9EB7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4C86CD-317D-40DA-A705-49520BD7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8D54A9-4F48-495F-AACB-C5971C18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90F66E-AC5A-49AE-A3D0-EA170959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AE8BAE-5804-4EF1-B58B-B7C0EF04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63BCE4-F980-45FD-B606-80EF9079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BB650A-616B-48A8-8AD8-E35BF230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40A31C-D26A-49D9-89B0-C71C4F73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github_read_result.json과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43528662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8C280A-CA56-443D-A655-64541C12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70E580-61A5-4DFF-B40C-099B1374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14A988-8418-4CA0-B1ED-0364142E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BE6BE0-5ABB-4FB7-A7EC-DDB4320A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201858-E4FE-4150-9D07-988CE32B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636980-4E56-48FD-AF7D-D7723B35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F4DC9D-4225-4352-8415-92C5B654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FE8B8C-65A6-42B0-8F09-CA8871AD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7C31F3-9CD6-4E4B-A854-47917E25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200 응답은 target·diff·rate metadata를 반환한다.로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0A61B9-7023-4C8E-AA65-0BF6EEDD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F4F277-54A9-4763-B4F1-46F1AD79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26FE6F-01A8-4A6E-9508-3C6185A7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35980-12C1-4AB1-846C-C035A392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B5EA58-C54B-4EBC-9A65-5DFAB088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6B8897-D828-4308-B2B1-9E4CA5FF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재인증·권한 확인·target 확인·diff 갱신·대기 경로를 error code별로 나눈다.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91B960-EF4C-4DAE-B225-778F2DB4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26EA7F-39C2-467C-BE21-4008C266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D32CC3-BAFB-4785-B4E4-2943C3E7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github_read_result.json에서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348888104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3A5ED5-A781-4F3D-B0C5-5F7C84D8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3DF55-9010-4524-A9A9-23AC1656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16B644-D6C8-42E6-B8D8-E1B152A7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10E510-9ED8-4988-9603-15C526CB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8DDFE7-20AC-4459-88CF-608E52E6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A8C282-5825-4D01-8DB4-C98EEF21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19F7AF-ACD7-4916-B4CF-A2399AF2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E17C6-CDBC-4454-B82F-79F55E4C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5295D3-8B68-4A8B-8AF6-C5923189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REST 상태 코드와 복구이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5D90D3-5B4D-47C8-AC0C-EF425730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F4D879-1A4C-43EB-84C6-C0E0B05D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843399-2C5C-40B8-B6DA-A2EE34E5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602DF3-5A6D-409E-9543-14394528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464EA8-E1AE-498C-9548-BC035F61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B880F0-F6E0-4A8F-844C-1833C333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github_read_result.json과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313E25-274D-41BC-8EF6-7CF47555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LangGraph State와 분기</a:t>
            </a:r>
          </a:p>
        </p:txBody>
      </p:sp>
    </p:spTree>
    <p:extLst>
      <p:ext uri="{BB962C8B-B14F-4D97-AF65-F5344CB8AC3E}">
        <p14:creationId xmlns:p14="http://schemas.microsoft.com/office/powerpoint/2010/main" val="102174878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9BBDC0-811F-4FB6-8D42-C97DB307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0B8DD-4AD3-4D42-8553-2C1ADBB4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4 · 4차시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072A69-28C5-46A5-AC62-61BC31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12:00-12:50  (쉬는 시간 13:40-14:00)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CC7C4F-457F-4DC0-AC0C-01DF3980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LangGraph State와 분기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92644-979B-4229-BB51-EF77C229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State · Node · compiled_review_graph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36A71D-C99A-4048-827C-A7EB8430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4C08B8-8B2B-4CBF-B13D-C0306C9E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8CA378-DFCF-468D-8C31-CCE5B218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5E38B3-45BF-4EA1-81EB-17ED64B3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5E1B6D-675B-4750-A95D-B3D1387A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src/langgraph_lab.py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src/meeting_agent_workflow.py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34A03E-D4F8-4E00-820C-059A51E4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014AA4-F7C5-4C68-B67D-26B61D41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compiled_review_graph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A3A3A3-CC6D-4D22-9F2C-25B2593B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4 · GitHub PR 자동화 · 4차시</a:t>
            </a:r>
          </a:p>
        </p:txBody>
      </p:sp>
    </p:spTree>
    <p:extLst>
      <p:ext uri="{BB962C8B-B14F-4D97-AF65-F5344CB8AC3E}">
        <p14:creationId xmlns:p14="http://schemas.microsoft.com/office/powerpoint/2010/main" val="1715786079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8ED5BB-48F0-47E7-9780-172F819B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41A9CB-63AF-45EE-A535-E02C8D8C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359107-2DF5-4A8D-9463-A8F04D70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ACC11E-63A8-4749-A5E6-C8D07DE18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F2E779-ECB0-484D-B0CE-34D917A4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2F9A8C-10B1-4E16-84B8-A046450A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D84335-B659-42E2-A5C7-51A5947B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939CD4-FB7B-43FC-A75F-098BB6E5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B050C9-07B2-499A-AE3D-32B17DFD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github_read_result.json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78C35C-F788-41D1-B6F8-7458C61F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9F7965-9C04-4639-8806-1231260A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F9C2B2-936D-4FCD-B516-41404776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 State와 분기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91E546-8C75-4658-A232-012E9C23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BA0038-446D-4A2F-AD23-123AC36B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068FFB-9FEE-40C7-811A-A88300E7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compiled_review_graph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F9C501-7199-4FC4-83EF-9CB09B1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248F8E-FB09-4F0A-84D4-D980ADB9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D3051F-487A-4EE7-8A37-6E09CA04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Checkpoint와 Idempotency</a:t>
            </a:r>
          </a:p>
        </p:txBody>
      </p:sp>
    </p:spTree>
    <p:extLst>
      <p:ext uri="{BB962C8B-B14F-4D97-AF65-F5344CB8AC3E}">
        <p14:creationId xmlns:p14="http://schemas.microsoft.com/office/powerpoint/2010/main" val="4199616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F7FE27-115A-4DF1-AC1D-2528DE57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53217-91DB-4126-B0A7-964138BE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D0FB85-8669-492F-9485-C40CA43F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41C015-6321-4E73-8608-3EB80EF7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455B9B-8750-4442-81EC-275F9B80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E4D0C0-6C6C-4F08-80DE-2198C83E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원문과 client 객체를 state에 넣으면 checkpoint와 재시작이 불안정해진다.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0D74EE-7085-4DF3-9A7B-96E202A0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 review의 node·edge·conditional edge를 조립한다.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873860-9CD5-4805-84EA-5CD2AEE5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F6287-B629-4B5B-87EB-0F1145C2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compiled_review_graph</a:t>
            </a:r>
          </a:p>
        </p:txBody>
      </p:sp>
    </p:spTree>
    <p:extLst>
      <p:ext uri="{BB962C8B-B14F-4D97-AF65-F5344CB8AC3E}">
        <p14:creationId xmlns:p14="http://schemas.microsoft.com/office/powerpoint/2010/main" val="1335096658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07F64B-C68C-41EF-9793-CE756D16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357FE-8CE4-415B-A737-9D720533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BA0FD0-96E8-438B-829A-D7F650EF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99E6B2-C34C-41FD-BDE4-16C4CABF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C51C6-F44A-4DB7-9554-8E7325F8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218A6C-052F-4AB5-9B19-45450E2C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97FA00-2429-40CD-979C-986C9811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64B08-7D7E-4693-B645-B43A956A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 review의 node·edge·conditional edge를 조립한다.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7CF461-AA13-430C-810B-6DD4E061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9CC5A7-4EC8-4B6B-A06A-5194DCD3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5AE196-544A-437B-8984-00DAF520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state에 token·client·raw audio를 넣어 checkpoint에 남긴다.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95DF9-2A6F-47E4-B633-9C504EEF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727D0C-60CB-47C8-A35E-C475D9719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A7BC7B-9E3B-4253-B69B-4C780364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compiled_review_graph에서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890600061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DF78B7-6AB8-42FC-84F4-958316E5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656584-AB6C-419A-8047-62D38ECEA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85D89E-74B3-4662-8D2A-A27CF811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CBCB17-D5D6-431E-83C4-E502802E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27782D-8155-4D50-8C4F-E106B384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0C1AF7-D7F7-4A98-A64B-FC8FEAC4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F8B6A6-BB95-496B-999E-17E1C036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ABC6BA-62CD-4835-B507-6EEB32BC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3C7BA-A807-4CE9-B490-02DBAABA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B76418-933D-4261-9927-0D1770AA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E7FBFE-43C6-47A1-B2E3-BFD8FB2F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F97B7A-0C8D-417F-A6F9-935C9C30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6C9DB7-E145-4EA9-BA4A-976706AD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B3C5D7-0379-454D-B8B3-CAD4FDD9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node 사이에 전달할 명시 데이터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A41ED6-4FB5-42C5-93D0-B757750F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1848DE-0A2B-4BB9-B46F-D5F4A1D1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753DE6-A172-4ADB-8DAA-E8DAC709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75FF1D-B6CF-4319-ACB6-084AD1E6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책임을 실행하는 함수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747929-30B1-4482-811D-D06315B9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11356E-97F8-45C4-A2EC-316C43BC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Edge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C0EBC4-4FF4-4090-B9A0-B8BF1A03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BE108D-A91B-4536-AF91-4168E9AF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실행 순서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860E70-443A-44B9-A8E3-A2545A52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915296-6577-470D-9BC8-C4A946BE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Conditional edge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CCB8FE-2512-4BF2-A8B1-07BC63D9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CAA331-C7FF-424A-BC1E-061D91FB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상태에 따른 분기</a:t>
            </a:r>
          </a:p>
        </p:txBody>
      </p:sp>
    </p:spTree>
    <p:extLst>
      <p:ext uri="{BB962C8B-B14F-4D97-AF65-F5344CB8AC3E}">
        <p14:creationId xmlns:p14="http://schemas.microsoft.com/office/powerpoint/2010/main" val="1508831180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597840-7A18-4696-B718-DCDEA721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33A11E-1A40-47AD-8B6F-5DDFA699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101DCC-B110-4BCF-9EB8-BCE9B2AE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BFDA58-F40F-4BB7-80CA-5B0C51C9E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331FB-A147-4B30-8E33-62674B6F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965F6F-9414-44B8-A575-5DD890566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BA22CE-995E-4A77-B62F-8F2DAA67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043EE1-903F-4727-8F05-0FFFB462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src/langgraph_lab.py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3C2F55-30FD-43FA-803B-89714F7F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5C588E-5519-489E-8D87-7F3B0FEB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2B9610-D43D-4B6D-89CA-BEE88616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 target → load diff →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FC3DCE-A3A4-4B58-9443-725EFA08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F9549F-5988-40B1-9A5C-33EC8840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3B03DD-3D4C-4B39-BFB3-DC0D0532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compiled_review_graph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F2FB31-74EC-463B-9CC0-EF335B2B1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CBF048-DA78-4A11-9D7C-B7902838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2A95D9-B3D0-4884-BE68-287DAEE7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approve·edit·reject가 서로 다른 terminal state로 간다.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validation error는 publish node에 도달하지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581706519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58B19F-5BFF-4A79-A393-3B4860E0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BA615C-A678-47A8-A1B5-27802627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2067E0-7F45-49A7-B38A-CC3282C3A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088C9-BB79-4057-8D9A-921B3AF4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28E70-79F4-44CD-902C-754F5A2C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B67DC6-DFB3-4146-9128-89E2FDB8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385515-6F18-4849-AFF1-6AA177AE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CC3602-3798-4A84-A760-DAC963A7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C19D7E-297D-4DAE-8A45-81903A26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 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9582EC-0C3B-4547-B86C-7A54CA95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EAF704-4E16-4128-B573-A4C9BA21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4A396E-516B-4216-BE5E-5E61F693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load diff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D2798E-C66B-4E9C-B885-5B9B5A07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B6F363-FF55-4C98-93AF-B45862E2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EEDA73-C6F3-4E3D-B91B-85A4E402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3D404B-6FCF-44E7-9FDB-DDD64A4C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FFC620-95CA-42D6-85DA-BDFC6CC2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06D445-D10A-4F7B-B151-DFB0B807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1E5690-9FC4-44FF-89F0-3161FD38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407A8C-91C6-48F0-9495-A5EE771A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8A15A1-A886-44DF-AE1A-75D55313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FB6E47-C214-4F1A-8D70-349B105F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compiled_review_graph에서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046606985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622953-D195-4472-B887-4DF40482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9CFC80-3245-484E-975E-5DD30A0A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BD409D-80E4-4262-A7D6-945F7BB5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AA7565-D93F-4389-A483-53C4C5AF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C96E47-3934-448A-A505-D8B5DAB2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73A027-AC2C-445D-BB05-16AD0B6B5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BDB578-2EA2-4A2D-AEB6-D4310F64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B80614-5B5A-448B-9A89-F9014668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approve·edit·reject가 서로 다른 terminal state로 간다.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BB5FA2-AB99-46B6-8AB8-20B9BA71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DF0680-FE75-4CC0-8A12-D6A462A4A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F5E8D2-E5F0-404F-AAF5-835D949C1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validation error는 publish node에 도달하지 않는다.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9AE276-EB0F-4758-88CC-5B1C377F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88BAD9-4282-4FC1-BF6E-C83F9FAE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C41BA1-8E2D-40A1-8679-04D32584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576FAF-1451-4D46-BD21-251AD561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2F12C8-ED9A-42F1-943D-F9E83FF5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A2AB97-71D0-49F3-AE64-5D015344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식별자·compiled_review_graph</a:t>
            </a:r>
          </a:p>
        </p:txBody>
      </p:sp>
    </p:spTree>
    <p:extLst>
      <p:ext uri="{BB962C8B-B14F-4D97-AF65-F5344CB8AC3E}">
        <p14:creationId xmlns:p14="http://schemas.microsoft.com/office/powerpoint/2010/main" val="118801297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615F25-F7D7-4A25-AC8F-7033710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EE5BFC-7ACC-4DD3-A6EB-2A348DE3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4DE69C-A9D1-41AA-AD73-8DB03219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33895-4FFB-40A2-9FDB-6678E645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C67C49-4E81-4FBF-A8DA-BDDD1943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BD0F28-46DE-4309-908C-F2BE2875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13641-C7E3-470C-849B-24A35C94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125B22-5633-4168-B0CB-B35DE0BD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DB251A-0957-42BF-8A86-CA6F214CC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src/langgraph_lab.py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63547-4CB7-4575-A8AB-8F4562E8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606BC6-BE9F-4041-A854-5D3BC749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5B1785-3F69-47DC-9CED-9BBAA8F5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src/meeting_agent_workflow.py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B5C05A-DA5A-448B-86CA-B51E3891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7D6195-C5EF-4FE2-A8B2-AF3A3507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D4B098-8F70-4E02-8948-F9068114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C2A5A6-95A6-4A35-9860-A9C6F533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CB6EE5-F4E6-4421-9F4C-0E03C624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E3609B-90DA-4DB7-8628-0541C4CD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materials/day4/day4_service_lab.ipynb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998620805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904C9E-B95F-4D63-804C-187D0D3B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LangGraph State와 분기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7B81ED-10F8-4C94-BAC1-CF530145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FC7BE1-D030-4F67-83AE-C2F8D7B3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54B653-0C09-4C1F-B99F-355C70AD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815B64-B20C-478D-B86B-96AFBD3A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EEC79C-B8A8-488A-A4F1-102FE05A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4256E-ED0E-43D9-893E-6C1BA438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원문과 client 객체를 state에 넣으면 checkpoint와 재시작이 불안정해진다.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0CDFC-3CB1-4C9A-892A-1C2D6BED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01D6E4-9719-4651-88E6-781C3BAC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20A4B2-85B4-4FD2-A5E0-CF7D5F28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state에 token·client·raw audio를 넣어 checkpoint에 남긴다.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1BC32D-2633-4535-A150-BFDCD05A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ID·status·검증 결과만 state에 두고 외부 자원은 adapter 경계에서 주입한다.</a:t>
            </a:r>
          </a:p>
        </p:txBody>
      </p:sp>
    </p:spTree>
    <p:extLst>
      <p:ext uri="{BB962C8B-B14F-4D97-AF65-F5344CB8AC3E}">
        <p14:creationId xmlns:p14="http://schemas.microsoft.com/office/powerpoint/2010/main" val="84941967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68E0B8F-B427-4D13-9E7D-C2DCD185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04D4E4-14F2-4180-BFE8-6916DE4E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4354E-557A-4009-AA9E-C3E2D5B8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329DB-3C52-4A72-92F3-09B04AD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E1C9D-02D4-413F-A3C3-87E9B2E2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348C58-993E-4377-A98D-06058260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960A0D-CA96-43B5-A46C-E041DB20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BFEDEE-8894-4C0E-938C-DF72BBAE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8E8962-7606-4C9A-82AC-72BEA3FF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3907F6-14B7-4D37-84EA-3FFB9CB8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627599-CD82-47D3-AD7C-32EC002B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647F25-5740-4E99-9479-FABD69B3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EE7BC1-EFDB-4BE3-9B96-3E4B6357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B1CE8F-D425-4639-8B55-4F7A1193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E4FAD6-A614-4D73-AA7C-FFEFAA24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92C065-11DD-41D5-89A1-829A6796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node 사이에 전달할 명시 데이터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20BA51-E9A6-48B3-8D49-1EF4932B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A5D7CC-7901-4755-93B9-2EAAA753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00988F-F615-465B-89C1-6B5202BC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3B248D-FB77-4FAA-966B-F16C2812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C8082A-C244-4861-97ED-DDE15DD1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6652E2-AFE2-4743-B699-67B2F37C4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책임을 실행하는 함수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82E155-519F-421C-9C1C-DDC3C0B6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848968-8726-4FB9-983F-6B312941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F9B326-61C6-4415-93BB-97C819366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BFDC93-B54B-476E-A3C3-52DA18B1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Edge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ED876E-C392-4243-98CB-57A9E8F0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B1F250-3494-46C3-8072-8A1733C2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실행 순서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AED045-AAE5-40F6-9D38-BA1734A7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9CF3BF-69A3-427B-8A38-B540E3E9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0E2008-7EE9-46B8-A5AE-D8714BBC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9794DD-4C67-426C-B3B6-7D2F371A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Conditional edge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1F6AAB-CA6F-402E-9CC2-3DB15064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0BFFD3-547D-4122-ACF8-1D1B9ECB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상태에 따른 분기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22C94E-CA67-41DF-B90C-ABC7942E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F17BE1-BADB-414A-9EAB-A8BF624EB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6147602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6909CF-ADC1-4355-B413-3F653A4E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319D3-7477-4A4C-9EC8-F9590547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85A73-A24D-4BC8-99B9-2A294C8C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373613-C12F-48B9-959A-A431DDED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5E86C9-8006-401F-912B-6C517800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4D4909-ACD8-4B21-81FE-8B91BC85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C49DDC-41BD-4E08-99B4-E4533796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A5BB4E-9296-4D9D-8EAC-4DBFB4A9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676996-9C20-4A1D-9477-C8BDB2C9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state에 token·client·raw audio를 넣어 checkpoint에 남긴다.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0AEF6E-E6FB-4089-88B2-0671DE46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D4C81-0B80-4BF8-A273-528CE226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원문과 client 객체를 state에 넣으면 checkpoint와 재시작이 불안정해진다.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5FFE5B-C6A7-4401-812B-E4A3589C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56407927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4E9F9B-453A-47CB-8C67-F1B770184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1AAA88-DB2A-460C-850D-992C387E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8FC7F4-6B9F-4A52-8D55-AC86ADCF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DEC4E3-89BE-4311-822D-7378C8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FBB76-F026-4395-97B1-6A63CC72B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E9AA1F-D9FE-44CC-ABF0-BDCA33FD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25ED13-AD98-40DA-BAD7-A77C7B8C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7ADA19-C2F4-48B8-9ED0-8162D21D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6DEACA-BC86-4EFF-A890-B676DF54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validation error는 publish node에 도달하지 않는다.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3F0A0E-32DC-49F4-A5C8-0FB6C7A6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E25195-FA55-4D5C-B819-B04F1772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8B6289-9B45-474D-8AD7-81CCE29F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state에 token·client·raw audio를 넣어 checkpoint에 남긴다.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CA8F19-B9D7-48C5-844F-51466A17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E012FC-62F1-473C-B899-E339E608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44CE2F-0BC9-4E93-B378-84B98F1C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ID·status·검증 결과만 state에 두고 외부 자원은 adapter 경계에서 주입한다.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FDD90C-99A5-47DA-A2E0-8D4987AD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2675DE-8329-4D30-BC5B-AB9CFD9B4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93928A-CF1D-425B-B6A2-20AFBE2C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compiled_review_graph과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2095448810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02DED0-94F2-4147-830E-527C55E2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5582B6-9FF2-4335-8C22-DA2556AF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139BC7-AD8B-4D71-8639-D34B9E08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850687-C186-4470-8336-71A7360F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FDD2E-9B37-4F96-889E-99C823EB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287C1-5F43-4036-9FFE-E3A7E010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e52d635c40419b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FF037-D277-41A0-BAA4-D0875C2D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기존 service 함수를 node로 감싸되 contract를 바꾸지 않게 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7C8C94-8016-4B04-8995-30D997C7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214627570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40A279-2567-4810-854F-34B68C3E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256F97-00AB-43A6-97BC-5899FFC4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B8BE73-F042-4E9E-A75B-B7B79234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A42F3-C670-4B4F-B39F-057C1180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32BDE-C990-4B20-873D-0A49997F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996E6A-DB2D-4A1B-908F-CE94BD4E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9535F2-F2DE-46E7-A9EC-A588751C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9924BA-00D8-4140-9233-CFA1A7EC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D0E2F9-DDA0-4612-BA73-922E6260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기존 service 함수를 node로 감싸되 contract를 바꾸지 않게 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C62DD5-03F0-43A2-822E-202B25EC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67151D-548E-438B-A2CC-40EDD514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67171C-BE4D-4981-904B-0F9DCB2A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src/meeting_agent_workflow.py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4F7F07-DAED-4505-AFFF-A210C6D8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00306B-9054-4569-8603-D0A83EE5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0FDF15-07A0-4EC1-AE45-A39E8F1A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approve·edit·reject가 서로 다른 terminal state로 간다.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validation error는 publish node에 도달하지 않는다.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A3156F-14BF-4D11-A3B9-147D4A06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755E41-B81C-4324-96BC-08A809AB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75C298-8D6E-49FC-8FCD-915B6C05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1711642411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F598E1-923B-4F19-A6F8-895D7E8B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B4721D-8110-461B-8D58-D458070E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77171E-8880-4083-969F-E87A353B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ACD77F-06E7-4FB3-A1EB-B1123BB3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570274-3329-453C-BAD4-67930DBF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1CE51A-E98E-422D-92F1-02B09903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5D7F55-2655-4E00-A2CC-98887ED1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4F631D-C683-4E25-957C-31E0D5A0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1B9D36-13DF-4D99-992A-9F1E0C7F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C0EB7B-498D-459C-B340-C8FFB6BB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FDC2AD-CEBE-49D0-8DDC-6C9CF248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08CA7-95D5-4D7D-8318-A1094253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45B373-AD2D-4A25-AD30-3A370DB6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CEA157-92CA-4E58-967D-E9D38C52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approve·edit·reject가 서로 다른 terminal state로 간다.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596D95-D544-4CF2-A756-F0B232252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A89C1F-6C39-4414-AE3B-AD5394BD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A1C818-AB6E-444D-A3A7-173A1CDA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26FE61-885F-423F-AB4C-54660DB3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validation error는 publish node에 도달하지 않는다.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159DB5-891A-434E-A3BE-63576189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ADD094-C5C0-43B5-987F-F4587092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C623CA-5C28-42C7-A030-658DE433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76E1CE-7F2A-43D3-8654-7C7C9F7D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492085742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7C35A9-6FD3-4808-8911-8825BCED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CC49DC-6478-44D4-BD8B-7CF31495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3C35EF-6FF6-4474-B775-DC54CFD5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3CDD78-6AF8-470D-9293-BCF11C4A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0F0F9B-DB95-4F8E-9B0E-8399669B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D8DF70-2857-40F0-ACAF-9CC6D31C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219E82-CF9B-4076-BA84-1AD248D5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379566-8204-4776-9358-0815E74F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A8A317-6DCA-407E-9AB5-9A625322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src/langgraph_lab.py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1823FE-4B62-40FF-BDF3-CABBDB6A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9AC709-1B80-4933-B33D-E58A1AD8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E910D-7CC2-4201-97EB-68F633D0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src/meeting_agent_workflow.py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50CCF9-1480-4EC7-9641-670ADCCE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295803-5D74-4015-BA94-4FC5085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81E7F4-6CAF-4E39-BC93-A906E553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src.langgraph_lab --decision 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014466-3BDF-4E1B-85A1-8A3AD660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314218-9F59-4F05-9E92-BBFB71E77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3212A9-9CF0-4B54-8513-3A736EC1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approve·edit·reject가 서로 다른 terminal state로 간다.</a:t>
            </a:r>
          </a:p>
        </p:txBody>
      </p:sp>
    </p:spTree>
    <p:extLst>
      <p:ext uri="{BB962C8B-B14F-4D97-AF65-F5344CB8AC3E}">
        <p14:creationId xmlns:p14="http://schemas.microsoft.com/office/powerpoint/2010/main" val="1921886738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84A11F-BC23-4BB0-BDFE-495A1DCB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5D5C4C-A888-47C5-8906-EA240BC11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5C8C72-6BA8-42D9-AB6A-F3AFE39C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B6ED9-EFD6-4A10-8B7F-26B340B9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BAF2E2-2F86-4AFD-AEFF-26E20F51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B2F6D-1C9E-4AD5-B5B9-25CFA321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94DE19-1B01-4991-9669-65BD604A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30E923-8C55-4EDD-8D3E-6E5B3743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76CAF4-3E25-4248-87CE-E691EA39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src.langgraph_lab --decision 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BF3322-32FF-4A15-BA5B-0A7DF106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8DEBCF-C7FA-4304-AABA-C2B5E8D7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18469332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E86A0A-A3C8-4EE5-9764-DB0A0272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A1B550-F3BB-45B1-8FC0-F583E21F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994850-BDD1-40CC-B98D-71A1694B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A7CF18-D032-4C6A-AB41-A037238C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3C057B-A842-4E1C-8948-7D0D640C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445FEE-31A5-4FB3-AA51-339BB0A0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CA50FB-8DBC-4E7D-B3B2-78F4E15A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075FA5-382C-4F02-B6C8-ED9714C9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64B144-5DE9-44AC-9447-04A98D24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1CBEB5-FD02-45F6-A336-2ADEA542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compiled_review_graph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7C41E1-4015-4FEF-9356-DD5E15D3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01B24D-2874-4EDF-9E85-27C48D34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C40584-2E1E-4FD7-B34E-FF21CF26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approve·edit·reject가 서로 다른 terminal state로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validation error는 publish node에 도달하지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270891775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9EA230-E3C3-464A-84D3-75E2F0E5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DFF00C-8070-4EFE-A5E6-A3AC7AD2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1CA00A-154A-437B-8A3A-190E1879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86873D-A1E7-4FCC-BF37-34CF4B8C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E7A0B-370F-4E0F-893F-2A7D54EA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9445E-CF4C-4029-B8D5-2502B38E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93E32-C847-40C9-B657-00A5F796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D32005-F076-4115-A12E-C176F1F8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state에 token·client·raw audio를 넣어 checkpoint에 남긴다.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97D638-F643-4D4D-B2E8-02E53D70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8B61B9-93F9-4C7D-A93B-B6AA6E6D8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8FDEF7-3949-495E-AD08-F858156F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ID·status·검증 결과만 state에 두고 외부 자원은 adapter 경계에서 주입한다.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878470-3BF6-4B71-81C3-BD7605D6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validation error는 publish node에 도달하지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06961430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5ED2C2-099C-44FC-B468-8C049742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B4D5F-B019-442B-B9D4-0DD2F01A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C15EF1-B598-41C4-8CD1-567B502A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E69EED-445A-45D8-9AA1-6B0F6057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463EBB-84E7-4F4D-A4D8-F1CC67EA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6255C4-289D-473C-854C-15A8075B3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AC90B8-94C5-49F3-923A-7BC6D97C6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EAF9B-7D25-40B2-A5E5-4E8046B7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src/meeting_agent_workflow.py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77E87A-0A86-4383-9884-4400310C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B34CA8-F1B4-4774-9760-15D97B9D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5FEC1-D477-45F0-BE92-E067C639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615AE2-02D6-424B-B6A2-140E8675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approve·edit·reject가 서로 다른 terminal state로 간다.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compiled_review_graph 저장</a:t>
            </a:r>
          </a:p>
        </p:txBody>
      </p:sp>
    </p:spTree>
    <p:extLst>
      <p:ext uri="{BB962C8B-B14F-4D97-AF65-F5344CB8AC3E}">
        <p14:creationId xmlns:p14="http://schemas.microsoft.com/office/powerpoint/2010/main" val="791099844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BBCD03-C126-4600-8A57-BFD46136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13188-FA5A-4792-A1F3-F49797BF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BB240E-5D59-45CD-B493-53E00F79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9937D-BE03-4CD1-8F49-24D9F268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7446AC-EED4-43B6-9FF6-EB74566F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BB6E39-3F2E-4B47-963C-73B7C821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59A8C6-C5A2-43A9-975F-1B78567A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기존 service 함수를 node로 감싸되 contract를 바꾸지 않게 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src/meeting_agent_workflow.py · src/course_services/github_service.py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C6E58C-00F0-4BE1-AA00-AEACAF57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5FFE00-96BC-439E-B372-204BD529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compiled_review_graph</a:t>
            </a:r>
          </a:p>
        </p:txBody>
      </p:sp>
    </p:spTree>
    <p:extLst>
      <p:ext uri="{BB962C8B-B14F-4D97-AF65-F5344CB8AC3E}">
        <p14:creationId xmlns:p14="http://schemas.microsoft.com/office/powerpoint/2010/main" val="292883312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E450CA-29CF-4870-AFA4-31A536E0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A2C64A-AC98-47F8-9306-4F035E65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06CBF7-17EA-4743-8AF3-8F830160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5E3969-4197-4950-B38F-822FF12F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0B5E3E-CB87-4365-B6CE-014306D6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F5C029-5C24-451E-B721-0822B955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7BEE8D-BB1D-43FE-A8BF-ED33B88C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src.langgraph_lab --decision all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approve·edit·reject가 서로 다른 terminal state로 간다.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984F4D-68D8-4883-8F5F-CEFF026D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021EA1-604A-4EFA-A1EB-665EE39B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compiled_review_graph</a:t>
            </a:r>
          </a:p>
        </p:txBody>
      </p:sp>
    </p:spTree>
    <p:extLst>
      <p:ext uri="{BB962C8B-B14F-4D97-AF65-F5344CB8AC3E}">
        <p14:creationId xmlns:p14="http://schemas.microsoft.com/office/powerpoint/2010/main" val="980580103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DDDCA6-8959-45E6-9055-8F5B32C37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1670C-3779-4816-9241-2ED1D288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95EC46-1BC3-4CDD-9C54-745B42CD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3355C3-0FEC-48A7-A08A-3D025C0B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9D921-586C-4163-B2E4-0B68721A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55AD00-AA7F-436D-A52B-05BFD3CB2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67086-3D32-4D69-89CE-F999B0C0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validation error는 publish node에 도달하지 않는다.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ID·status·검증 결과만 state에 두고 외부 자원은 adapter 경계에서 주입한다.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AE9820-1954-4979-B5D3-AB7BD727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8F3EEC-15F6-4EAB-8F29-EF4C76F0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29187757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0CB515-45C5-4278-BD16-986B8BF0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BE15AB-551D-42BB-8C49-F3F0EA8B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7FF391-9EA9-43DE-94F4-070108CE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74370D-FFC2-40CB-99BD-C68CA610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1043D9-124B-40F1-9CEE-52E2A47E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3D2936-B024-4F02-81FF-56FCF902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782A14-A7A2-4AE2-85C9-59E6D449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D1950-FC8C-43FB-9ACB-C12A78C3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049144-0AFD-4B04-B90E-8BFEAC69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approve·edit·reject가 서로 다른 terminal state로 간다.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7998EA-F7C9-440B-859D-B40669DA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581616-4003-49D7-BCBC-E23CE5EB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FB9964-757D-4A0D-BE1C-F22EED8E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5B222F-F9F1-4CBB-8422-1BEB1894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18BDCC-FED9-4942-BD52-DF32A727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374A80-1594-407B-9F9E-4B282B90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29CD49-5369-4057-8550-FD76AFEB3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6C4958-8750-4768-A8DF-16970D59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006AE1-DE43-405E-9268-6559CFD6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450808795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C3FDEC-8850-4A04-A489-BB8B24647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C273DF-E54B-4B22-BA53-0AB47882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1339C8-0535-468F-8B4D-D3128E80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595CE1-DB8A-444A-863E-0A1206113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26418F-1825-4E52-97FA-21B6F4FB9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C51E76-2BBC-4BDC-9B2B-F0B028AD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38FEA-018A-4F26-BA74-CC366CEC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F25A53-C0E8-4FD0-844F-D3EDE59E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897E1-20BC-4DB1-9597-3B34882B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validation error는 publish node에 도달하지 않는다.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7B93A2-6850-4E08-BFBD-2CDFD017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B58778-D5E7-4F09-A6AF-500BBD82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B7C652-1FB9-4FB1-BEC0-69598EC1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31AEE5-5AEF-4E85-B394-DEED8A8D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B1DE6F-863D-45C1-ACA7-06394FAF8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03B9DC-8D25-4EF2-BE7C-17258B40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9A3A48-29FE-4A42-8F19-D0E8D190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F9FF07-762C-4552-97FC-7930ABC0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8FBB0E-DD23-4869-B6E8-6243976E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14881697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BEB98C-4E20-4FF6-96DD-49E20C34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320F8B-246D-4B84-B215-785E21F2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22E7C4-1BA6-495C-BE58-99AA47D4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86B0FC-F9B6-40AE-B323-5838BF38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F673D0-B18F-4E79-9509-A2D14A873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5ABFE8-928B-4F59-8256-5859042D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063EAA-DBF1-43E4-9BBE-1B25AC3A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Agent와 PR Agent가 같은 승인 패턴을 재사용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14343A-128C-4FFF-9165-696D5BCE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BF8A98-EDB8-46D6-A46E-041FE3CC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81C24B-2870-4456-9E7B-75DD177C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46E8A9-0088-49B3-BF4E-84242E84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3ED50A-3F53-4B4A-81A8-F8F1B8AC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542057-CA8B-4DA0-BB0D-86882AF5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D97324-479D-4239-BEF0-5C7301C8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D8D66F-249B-4B10-AFF1-927DFC28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D3CF5C-4899-4C18-A2AE-381936FB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C6E698-7AF0-4DED-B6CC-600357DF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83AD77-B835-4562-AF56-63CB55BC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C32E06-1F59-4856-B861-746D7B0D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compiled_review_graph을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61644619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47AFF1-1A77-4508-A18F-0BF149A8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C2022A-C5C1-4579-96C6-2AAA6334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5EDFDD-3A77-40D7-B2D4-5D0B60AB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2F8E2F-A337-4E8C-BE1E-EE34ED5D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A0BD8-B5F3-4EFE-ACA7-3CE1F037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86180-0961-4C22-A626-47D72291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CB09FF-259D-438B-8405-2B4B5616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Agent와 PR Agent가 같은 승인 패턴을 재사용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6F467D-E852-4DF6-989F-5C9D13C6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F1C482-92B9-482A-BF03-8CA757CD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5A467E-1A42-42C1-8367-DB79C416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2D347C-30D8-4611-983F-2E0ABC92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B18852-13DF-48D8-AC43-2493AEAA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0BCEB8-FD6D-45FC-ADBD-3205E1CF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EDC3AF-F218-49AC-B3AB-85B08EDC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1B3A0F-D81D-403A-8299-F08C0B9B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0677DF-C64E-4A57-B9CA-815407EE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FC9EC2-43D3-4E85-9468-E156785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B324AE-FBC3-4475-99F1-8A02D686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6370FC-4A5A-47F3-BA4E-DC399A32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compiled_review_graph과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863605778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556B24-A773-4F97-9D2F-9B8ECFC0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3230D9-C532-4585-9FF1-C6A4CE22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051F77-E35C-4BCD-8924-BAB68D67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C0A2A-39EF-46D8-98BF-933525FD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64BD14-3277-4F02-8039-E29DB2F1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04B93B-B81C-456F-93A1-4370008A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AC0C3-9BAF-4CF7-936F-04EAE6D8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15C042-1588-4B13-B016-D8945694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5D3466-54F6-458F-AC67-D8710627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approve·edit·reject가 서로 다른 terminal state로 간다.로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558058-9821-4714-8FDC-F39EB7AC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E0A98C-E5CE-4F6F-B262-88E395E8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DEFCE3-BA5B-450C-85BC-F626C6E9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5C2842-6F9C-438E-A2E1-85A5CF031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E3779F-F9A6-48E3-92D4-321FC047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CAF244-F8CD-442F-A353-86ACE8F9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ID·status·검증 결과만 state에 두고 외부 자원은 adapter 경계에서 주입한다.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162F61-93DC-4A80-AFD1-6D658752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C74380-6FAC-41EF-882B-74C01EBD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9401EE-16B3-4B54-86E3-66E6B1FC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compiled_review_graph에서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403579833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AC3FE4-C838-475D-9F2B-AB889923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B88BDA-7BCE-44F2-AFB9-493BAC1F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8AB580-5C8B-4E91-BB09-66700CB8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3DEAD6-9194-456A-896B-086DD088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E5EA9E-935B-481C-B985-486E4629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AD7F54-BE17-48F7-8F0D-DEEEC3B9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68A79C-7A87-4076-A0A2-1902B71E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9065E-2BD3-409A-960F-06E8115B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630EA-90D8-40A0-A68C-F6264A28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LangGraph State와 분기이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04419B-EE11-4D1F-A1C4-AC32BACC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434ACE-CAFA-4CC8-9AD6-67832ABD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B1E116-F552-41CF-8B41-3BEDC394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src.langgraph_lab --decision all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3A1E24-4472-4B60-8308-E0B1CDEF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755250-1655-4651-B761-CB5C4CB81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C7A3D1-3F26-4D49-9DDC-1C0C2011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compiled_review_graph과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A9D672-6385-469B-920E-CCFABD1E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Checkpoint와 Idempotency</a:t>
            </a:r>
          </a:p>
        </p:txBody>
      </p:sp>
    </p:spTree>
    <p:extLst>
      <p:ext uri="{BB962C8B-B14F-4D97-AF65-F5344CB8AC3E}">
        <p14:creationId xmlns:p14="http://schemas.microsoft.com/office/powerpoint/2010/main" val="1672586685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7875ED-8FEF-4428-9DDD-F1750D5C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64CA06-AC00-4578-A85C-E90F074A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4 · 5차시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150126-8444-4628-BE90-A67AEE2F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12:50-13:40  (쉬는 시간 13:40-14:00)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4E2010-D2C7-4FBA-AFCD-1ACCBF86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Checkpoint와 Idempotency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A77E2F-7359-4700-B697-4CC98410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Checkpoint · Thread ID · checkpoint_and_audit.json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6DE7C7-D8D6-4F39-B438-AF5F743E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B2874F-9C36-4854-BF11-F4071D9A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4D1AD9-C0BC-4E0A-A0B5-BA09126B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B03A89-62AA-4F52-A9BD-E3E5F6B2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D093BD-D61C-4534-8E7F-1C0C9175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src/langgraph_lab.py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759123-AA33-458B-8B7E-5567CEBF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F7DEC-FA7B-43A5-8147-51001BA5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checkpoint_and_audit.json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BBE48A-BA4B-4B55-8E32-6ECB6820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4 · GitHub PR 자동화 · 5차시</a:t>
            </a:r>
          </a:p>
        </p:txBody>
      </p:sp>
    </p:spTree>
    <p:extLst>
      <p:ext uri="{BB962C8B-B14F-4D97-AF65-F5344CB8AC3E}">
        <p14:creationId xmlns:p14="http://schemas.microsoft.com/office/powerpoint/2010/main" val="1210703599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FA664E-5A04-4ABC-997C-4F787200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2558D6-FA34-4384-B988-B3475B8C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7D5C5-D5EC-4742-B905-4DB572FE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D57930-9520-4CDE-ADD1-1CA580AA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3E6531-DEA7-438D-A771-B6E75515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8D87F1-C381-40A7-810F-E843A1F5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E6447F-5B64-4560-9BF0-05D84431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BB9652-9888-49DB-ACF7-88E322CD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697711-A868-4C8F-AC1F-F7309E90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compiled_review_graph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39490-83C6-4700-8261-4F36DC93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682DFC-C43D-4E2D-88DB-A7F8666D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A0603D-FC90-459B-ACCA-C99A915C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Checkpoint와 Idempotency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BBCE56-0C9C-43D7-A883-DF35D8EC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9D9A7E-EDB7-44E0-9B7C-29CE5F10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5D72AD-B0BC-48E5-92EF-B8F88208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checkpoint_and_audit.json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8E807C-2DCE-42F0-AFAC-79508C85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F2EF76-8DD3-4768-9578-67EA5EA2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D91C5E-648A-45CC-9818-1D39B75F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Approval과 Interrupt</a:t>
            </a:r>
          </a:p>
        </p:txBody>
      </p:sp>
    </p:spTree>
    <p:extLst>
      <p:ext uri="{BB962C8B-B14F-4D97-AF65-F5344CB8AC3E}">
        <p14:creationId xmlns:p14="http://schemas.microsoft.com/office/powerpoint/2010/main" val="1520596961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DF8BEC-9074-4CFC-92F5-A208AE96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58943-97DC-4E9F-BFDF-1D6729DD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7829FE-FBF2-49E6-A38A-441DE66A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06970A-AC2B-4D72-BDD3-042C060D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610F97-6784-4DEB-8A42-002BD460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9829F5-D96F-4ADE-8A62-E757637E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 전후 node가 다시 실행돼도 외부 쓰기는 한 번이어야 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FA8B5-A9CF-4114-BBF0-D25E026A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retry·checkpoint·request ID·idempotency를 연결한다.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F14BC7-8AD3-44F5-A14C-F48DF644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84EFD-50C0-48E9-99E5-63004D7E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checkpoint_and_audit.json</a:t>
            </a:r>
          </a:p>
        </p:txBody>
      </p:sp>
    </p:spTree>
    <p:extLst>
      <p:ext uri="{BB962C8B-B14F-4D97-AF65-F5344CB8AC3E}">
        <p14:creationId xmlns:p14="http://schemas.microsoft.com/office/powerpoint/2010/main" val="692808055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0FD3CD-B4F5-463D-80BE-6599648F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7BD8D-AB50-47D0-9A72-4A552758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4E2E3A-8445-46ED-A59F-AB00E869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E6FC56-DEF2-4C1B-9643-AC4454BF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12E4B6-7D4E-41BA-9B7D-5750F724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E5B87-D5EB-45D6-9C11-D7C7D1CD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EB88DB-02B0-459C-9CF0-848616D9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1F1C17-DCE7-43F5-B601-61B05514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retry·checkpoint·request ID·idempotency를 연결한다.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5B329B-3764-4718-9520-4CF6D344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E82715-CD26-48F3-BA6E-10454A13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22AE14-812F-45B7-ACAA-7A029970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timeout 뒤 동일 comment를 다시 게시한다.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BEE29A-88E9-4862-B2A9-292E3AD8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9F9BE8-8D75-4A54-BB61-740A9528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F382A5-F32E-4353-8FF4-5E462C6A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checkpoint_and_audit.json에서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68943307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B478B6-E724-43A8-9313-2CCE6F22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3E26D2-BD10-48ED-BE0A-17CDB4E3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ED5E48-264D-4D2C-9465-1ED58F8D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34173F-A7FC-4FE6-8805-ABE516C4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577544-9F2F-44FF-A320-3C320028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84BD7-A4F5-4BC5-82CF-80A8D57C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74D886-0D02-484A-979E-1F9271D0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C2B00E-F5AB-4D1E-B020-E595488B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6CCAA2-E7F9-4D04-86E2-8B6667D2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D504CD-E004-4FC9-BCFD-BA81DD21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7D0BE8-B2B4-42D2-9863-B24AEFBA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1099C0-342D-444E-9EBB-4A7844689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8CE567-47CD-4DF4-9C79-531912CC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F900F1-A5C2-469D-B688-8B23ACAD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 시 state 저장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52135F-43DA-4707-A566-A5C6A960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28F04F-D3EB-4208-AB68-CABE8451D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Thread ID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5737AC-EB33-4522-960E-0F4FF501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9C175C-E2BD-4813-8C23-E33DCA455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실행을 이어 가는 식별자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5EB874-6395-478C-9DAB-589784FC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8D53ED-4154-42DA-BAE7-6EE090E9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Idempotency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F0A9B-D975-4113-9263-39D4E782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AF5323-1E4E-4CB6-B926-4A01E5E4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요청을 반복해도 결과가 한 번인 성질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907B99-EB99-43AC-B92D-CED08480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8A7ED5-328A-43D8-AE6C-3CEF7845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Backoff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DAD786-59C6-4894-B033-ABDD4336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13C065-31A4-43EB-BC76-3427792A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재시도 간격을 점차 늘림</a:t>
            </a:r>
          </a:p>
        </p:txBody>
      </p:sp>
    </p:spTree>
    <p:extLst>
      <p:ext uri="{BB962C8B-B14F-4D97-AF65-F5344CB8AC3E}">
        <p14:creationId xmlns:p14="http://schemas.microsoft.com/office/powerpoint/2010/main" val="1037194242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2B8F33-D8FD-4632-B3BF-22B1C675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17EED-E818-45D6-9E58-09C98C95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A10BD0-83DD-4C98-B541-638D16A4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C310E7-F34D-49BA-B012-6E032D62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A5389-8788-444C-9FD9-745A5FDF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62F999-E592-438E-A79F-BD6BC10CE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BA435F-EC32-4779-BB5D-018A284C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4281C1-3A2D-4927-8626-C910B5A2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DE4AB9-0A60-4D16-BF65-779B2865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A97123-E489-4967-824D-1EC105C6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EF5BA5-A4E9-4361-B7D9-35D9F0F1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ID → checkpoint → bounded retry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DB8803-373D-4154-80F7-6F4E67B55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1E9BB4-BF84-48C8-8F4C-57F2D510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AFE003-6DA6-409E-B8E0-94966281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checkpoint_and_audit.json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8DDB42-59A6-47A9-91A6-77437785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7F1530-FD24-4AEF-90D4-1AE20DE7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F8754E-22FB-4091-8209-A343C3559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첫 실행은 reused=false, 두 번째는 true다.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body나 head SHA가 달라지면 새 승인 대상으로 본다.</a:t>
            </a:r>
          </a:p>
        </p:txBody>
      </p:sp>
    </p:spTree>
    <p:extLst>
      <p:ext uri="{BB962C8B-B14F-4D97-AF65-F5344CB8AC3E}">
        <p14:creationId xmlns:p14="http://schemas.microsoft.com/office/powerpoint/2010/main" val="1872477070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FA5CC0-A99B-4FBC-AC0B-907ED3EF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3441F7-166A-4E79-9236-74EE8368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004C16-8CE9-457E-8601-FB956F9E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03FD95-B2E4-4ECD-8FA6-E66E165D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DCC09D-78E7-496A-B0ED-BD65D8FE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07DC5-247F-42AA-8FBC-96DAFFB4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B624FA-1F0B-47FF-99A9-3E1D8737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8A3D14-2D22-475C-9ADA-A79F0ADC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72800C-EC5B-4E38-B59D-7738DBC5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8864C3-2981-4E6F-B921-09EA751C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B7067A-D150-4EF2-9596-C1FA0813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CA638E-B465-4B63-B333-6784D0F6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83EC9A-8709-4A51-8825-11550DE2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10F26A-1F24-4AC8-9FF5-C1A3446F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2EF71D-D06C-42B7-8386-E57E492A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bounded retry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962582-C8C7-4C19-B525-3497BD4D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58E682-A655-4E9B-A54C-E179EA4E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A13BAE-3D44-48B1-8BA7-173AE552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idempotency lookup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92C691-681C-40AF-B810-FC175077B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407AD2-C86E-4564-A12D-E8B25D5BD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36AA22-00D8-4656-A585-CD1F736A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reuse result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A87003-9ED8-456A-9561-7BE68147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checkpoint_and_audit.json에서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944842195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EAF1E5-1E7C-48D6-BAE3-C0D133C0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FA382C-C1AA-47A4-BD51-1A124E83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FC9FA6-D582-46D2-B11E-7CB95A62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FDFABD-305D-46C4-9E48-C6DF5DA4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8CEAEC-3518-4DC4-80E9-C04D361B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67EF14-DBB7-4165-AD9E-8B7C0E5E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03C58F-3453-4892-B336-1AD90E8F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136BCB-62D1-4330-BAAB-5618ECE4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첫 실행은 reused=false, 두 번째는 true다.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FD6A9C-1B74-4E40-8B68-FAA907EA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009380-7C9A-4424-BE86-6CC44E6E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37D880-82AD-4AF9-8B1C-E267D7D4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body나 head SHA가 달라지면 새 승인 대상으로 본다.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3C16DC-D75A-4576-836D-99DF1150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971AA2-23CF-41C0-9A79-C22232C2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BB0B12-4886-4C6F-8F9F-1FD2B75B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2902B3-7F3C-4DC7-AE33-7CD074F31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D196AC-E4B1-403A-BA8F-EF4A6006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5D1FAA-05D2-470B-99EC-C593C36F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식별자·checkpoint_and_audit.json</a:t>
            </a:r>
          </a:p>
        </p:txBody>
      </p:sp>
    </p:spTree>
    <p:extLst>
      <p:ext uri="{BB962C8B-B14F-4D97-AF65-F5344CB8AC3E}">
        <p14:creationId xmlns:p14="http://schemas.microsoft.com/office/powerpoint/2010/main" val="1337107760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F75AF8-C05B-4A1B-988D-54B7BE6C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4C3D54-5067-4D62-8B24-8C9AF82D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796AE3-A524-474E-99AE-78E2472E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EE5074-B016-4434-913A-ECA9DAB7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C47FA-6920-4476-9B5B-F1D3714BB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D63049-224F-4756-A645-A1CDE65D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6D7B5-3C92-4B7C-A658-9C6D96C2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128E4F-92C7-41F1-B8D8-3167BDD9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D7C11C-5A48-4349-B184-C4B6DC32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1C4325-B7C9-4A3D-A452-F6ED4958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1EFAF7-139D-4ABA-87B8-2C0D18D4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9F96D6-71BF-4C44-8A54-70AD61DF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src/langgraph_lab.py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26FCC2-B830-4203-B83D-371E4C1F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3B0317-1734-4CAA-B686-4941A437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BE092C-9BB1-4A09-99DC-EC2B7363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6F6CE9-AD49-4C9C-93A2-881136AD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E7CEFE-9D89-478D-A617-226B9A0F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BF3EE1-6A53-4424-8CC3-5644BE5B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materials/day4/day4_service_lab.ipynb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179600890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E8A15-5CEC-42DF-9AC1-A969AAFF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Checkpoint와 Idempotency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7F99CE-4F34-4C13-A9DF-4BCD5A3B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E39D7-70A1-4835-9442-F3409CF0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44044B-A0D7-488E-B547-0F6A52BF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E9D22E-463C-41F8-8C6A-B99C8C7F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4D95E-E178-4432-A129-0E20584D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CF8A30-7482-4120-98D7-F4959615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 전후 node가 다시 실행돼도 외부 쓰기는 한 번이어야 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E0A069-7ED4-4AB9-A3E7-4F8CB05E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DAFDFC-8AC7-45C9-A9BC-CE4DCC7A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823F72-07C1-4C1A-BAD2-165C885C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timeout 뒤 동일 comment를 다시 게시한다.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C0F169-65E4-47A9-A554-BB26C818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target·SHA·body hash를 idempotency key로 저장하고 기존 remote result를 재사용한다.</a:t>
            </a:r>
          </a:p>
        </p:txBody>
      </p:sp>
    </p:spTree>
    <p:extLst>
      <p:ext uri="{BB962C8B-B14F-4D97-AF65-F5344CB8AC3E}">
        <p14:creationId xmlns:p14="http://schemas.microsoft.com/office/powerpoint/2010/main" val="1891979626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77592E0-E82C-4DF1-A3B2-F6B5D522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5B2E3C-455B-4897-A080-91CE134C1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2DAD99-1531-418F-9946-82E1D25A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E69507-7F15-4516-A08D-10D4BA6B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B94C03-6D9D-4B62-8E5E-27C4D0E8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F0AD5-F9E5-4BD9-B365-D1E6F5CD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69B944-7C1C-4282-ABEA-EC8CE22F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38FCB5-E041-48BF-B9B9-C8E33045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3887E4-E090-4B7C-AE40-85C8F058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52D3E7-C9E5-48A8-8DF7-6035596C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279C65-E513-4FC0-BC63-2448F6AD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5C6127-FBEB-41BD-B309-790977428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B73588-F067-448B-9DA7-67298D9D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35F719-F7D0-440F-95F5-4BD4589C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F96D81-3D38-427F-956E-2D4D7808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A4CBB3-7EB6-40AE-AEED-136414C71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 시 state 저장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8C4554-38E3-4EC5-A4E6-0B573416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8BD12C-2381-4EE2-B930-61E5FCC8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CB77BA-89EA-4CDF-9BE9-25959F5F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F973F7-CC21-4BF5-B4E3-4607B15F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Thread ID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D919EE-0AA1-4FEE-949C-E21F3C41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F22701-D01D-448A-9CB9-E20F42BB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실행을 이어 가는 식별자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6CA2BA-E538-40D2-B519-5C44D51A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72F6AA-51BD-4956-B0E6-234C7211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452D18-51D1-452A-9566-3EF1EF97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DE359B-D0AE-411A-A2D9-D3F43A38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Idempotency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003143-D1CD-4B66-8D34-BB3EB432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D39B43-7FDE-4A10-A63D-F58E8FBA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요청을 반복해도 결과가 한 번인 성질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DDDC54-C61E-4B5F-AC2E-C85ED7E0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7BC9EB-69FE-4B40-B6A9-87F6DCC7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EA7AE0-E8BE-4233-A688-AB7CAC06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48442B-06B5-43D2-B2A5-F46E442D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Backoff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40823A-895E-49D1-B8DC-867B333C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2090DB-BCDE-467A-970F-73998578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재시도 간격을 점차 늘림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7F734C-1791-45D8-B8E7-EF6A9546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46CC9D-23E9-4B7B-8C44-CA40AB36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778432800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2E7EE9-674A-42F1-88B1-0D5FCB96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3B1C69-4184-423C-8BBD-D091932C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462CD2-1575-44D4-B1C0-5F2D5EB8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25248D-8C05-4FD7-ACD5-7DF016FB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B12D72-1050-43F0-9BF9-18032CAB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5A92A3-D219-40F1-9A30-8FF88F0A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C113E6-6590-40F2-9E46-2E7F3D60A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93368B-A541-42F1-BD72-B60DF2BD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5F5BAC-9141-464B-A1D3-80BAE7C0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timeout 뒤 동일 comment를 다시 게시한다.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39C06-F679-4EBB-BA71-0AEDE879F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9B92E8-EAEB-488B-B934-9ED0CC24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 전후 node가 다시 실행돼도 외부 쓰기는 한 번이어야 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A5FA8D-EF82-473B-92E8-162E533F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51780647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67CA0E-8A43-42D7-BF1B-8AB4CCA6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8B2247-9A2E-4E9E-90C0-D82399AE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6DB6A4-5AD6-467B-B6A0-84638000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61DB5-F8D5-47DF-8151-CC4DC8B4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17AA82-D251-4D60-BCFD-889EA383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2D900-24E4-4A62-8755-819ED6E55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16F88E-1B4D-47CB-BA97-22E335B3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092214-7173-4B46-9DE2-C11BEA1C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45E149-3726-44DC-A367-26E36D70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body나 head SHA가 달라지면 새 승인 대상으로 본다.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2BFF27-976D-493D-BA86-00AE9516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9EAE6F-2CD9-45E9-9DE2-732D1A19D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C9835D-169B-4EDF-B40F-0E63FCFA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timeout 뒤 동일 comment를 다시 게시한다.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8803D6-FA09-4F7F-91E2-31626271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076709-53A4-468A-A7DA-6182060D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C7F38F-9E5D-4788-9F51-C52665ED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target·SHA·body hash를 idempotency key로 저장하고 기존 remote result를 재사용한다.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D5D0C1-7587-487C-ADA0-50032309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F5F6D9-52DB-4369-AC65-03C4A11D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1AFCBB-AC1B-4F0C-B99C-D198589A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checkpoint_and_audit.json과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554080387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269484-5F6F-4609-BFDD-1B825B4B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DFD7B5-C48E-4925-B7D6-76AF9D332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C13273-194B-4677-9BCB-42C6E76B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92618E-3086-4E89-B692-F54B421A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205F68-2B69-40A6-A3D6-C80B32050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3CC3D3-8DF8-4477-BBB5-D13CF032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b01f38ab454766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F93082-4D76-43B0-892D-587AE3A2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plan을 두 번 실행해 publisher call이 1회인지 test한다.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D7511E-241C-47CF-8C35-48ED8DF4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1361829105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B52E23-299D-4EB1-AC21-3155621C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FDF23B-EF25-4815-87D1-AEE141C4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FC86C6-E9C8-4535-AA8E-FC5C9757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54989F-F865-402B-B142-C8C96BA3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43A435-9C5A-4712-97ED-D6182862F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12F5B0-87FD-4ED0-BD7E-DBF2CEF9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FEF678-E11D-440F-A08F-EE0CDCC0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13AAF8-AB74-4182-B5FB-FC4D201D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D954F4-C45D-426D-8550-17AF7454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plan을 두 번 실행해 publisher call이 1회인지 test한다.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3A0524-A2CC-4FE9-8A2F-55054A7F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6E8456-FDA3-4C96-B7DB-7E69FECC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96F6BB-6F28-4D82-912E-C4F9FB0C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src/langgraph_lab.py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239329-FB45-4D50-85D0-31785ED3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B056AE-0D41-4664-9369-3CB2CF77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B5E2E3-B657-4652-AE9F-10C68399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첫 실행은 reused=false, 두 번째는 true다.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body나 head SHA가 달라지면 새 승인 대상으로 본다.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CEFFBD-72E2-4735-AEEC-B0C1249B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310C7B-4635-4233-8EC1-0432EDD3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E7416B-67DF-4759-8C6E-5E790DAE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1019648153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FF4C0D-8453-40A1-AF26-F063C6EF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619855-A20F-419E-9168-949A4AE9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2D874A-3CD8-42E3-9D51-943CB815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E96240-4EAD-45CD-B7A4-0C3C58D6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A174BE-5822-4AA1-9978-F1D33C35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E45CB5-F3FA-4247-BF59-89462977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54CA5F-5DB0-4A02-B268-0DCBF2AD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D60A2B-7677-4AA0-8433-4D6D2C56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6771F5-1D09-4912-9C68-F445AAD2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898ED7-6DEE-4D5D-90A0-D309123B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83B17E-8800-4CBE-99FB-2BF400AE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5985A7-F5DA-42C3-8E22-3CAC836C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B6FCB6-4AD6-47FB-9A50-2C0467DD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2C0137-6C94-4A0F-992F-1E313D32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첫 실행은 reused=false, 두 번째는 true다.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435AB0-78DB-48DC-BA15-D3C70253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E476E6-E119-4C64-AC5E-B5EB51BF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4D9602-2FBB-4610-859D-9EB1E175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BF31CC-01DA-4608-BDC1-570E8D05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body나 head SHA가 달라지면 새 승인 대상으로 본다.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F79DFB-94C5-4D5F-B1CF-36018EC2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6CA6AD-3331-4F96-9C1D-D59B8EC4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BAC582-EDDC-4C07-9D53-86CB04FB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A1FF7B-6B1C-44B9-BBAA-C835DA83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907381943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C01739-732C-4E02-B301-6A6DF1D3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03A7F4-D219-4A41-92D6-2F17C47F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109159-AD18-4C22-8237-3019565A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52D66-C48D-40CB-814D-F2641339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B8EF6D-4C13-4CCD-80A1-35539C60E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8D621-54C7-413B-8452-98FF4B726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45791-F065-4034-BE73-F59C3AAF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653FA5-A7C8-49D8-9014-BB7F457A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DD95EC-D083-4DC1-8E98-6A682772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src/course_services/github_service.py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E7D761-38C4-4B96-B2CE-D70A9A33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D2FF36-68AA-4650-86FD-133D6D76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B16858-DA66-417E-BCCA-9E11A532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src/langgraph_lab.py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AE1E5F-17BC-48E4-B42A-6034746D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57F94-67F8-4322-AB5C-58EF34E03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3D2C3A-0B01-43ED-A3A7-73E11D7EF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idempotent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02112C-5C22-4B5D-9F93-340EA96D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3ABDA2-D176-4BE9-805F-B90E49F6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8B5300-E34F-4A0A-A1E0-FB804EB1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첫 실행은 reused=false, 두 번째는 true다.</a:t>
            </a:r>
          </a:p>
        </p:txBody>
      </p:sp>
    </p:spTree>
    <p:extLst>
      <p:ext uri="{BB962C8B-B14F-4D97-AF65-F5344CB8AC3E}">
        <p14:creationId xmlns:p14="http://schemas.microsoft.com/office/powerpoint/2010/main" val="1166837918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F24173-1882-4858-9EBC-F38A20D4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5AF982-7A35-4D4B-8234-713959C9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2D0DE6-A157-4264-9C8D-058CBFFB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DA8598-2B0C-4AF6-8949-CD94D2B7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F88987-2C21-4BB6-BD24-41CB7E66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F4CD9A-A9EA-4776-96B1-03DD6280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B56A56-38F8-4EA6-94D3-67FD906C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E6DBD7-BF3A-484B-802B-83DD047E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DBB785-613D-4B03-8CFE-569FDAAA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tests/test_course_services.py -k idempotent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CA4DB7-2028-4FD5-A849-93A15D52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104C1A-CE76-463F-84D2-9BBCB939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861359161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7F8E80-C8A0-43CB-BF23-60AFF192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CE0004-0E4F-46A5-88DC-6958D843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2333F9-EF67-4FB0-B5C5-C38502E4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42681-2C56-42B1-BEE7-4563F6DE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81835B-931B-4607-B3EF-B5568536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5ABB87-8137-44FE-8EEB-7ADA474F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8CC9F0-D350-491F-998E-BFE6705AA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C4CC31-07AB-443D-BB72-ECC7933A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F1EB57-54B3-429E-BD5C-050B7C6E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38F8E3-D41B-4947-BAB6-0DA50AE8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checkpoint_and_audit.json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71196A-4551-485C-B0F4-28BBE373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838DA5-C60E-4D02-BB21-57385E4C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E3E73F-773C-4851-AC46-68C0C890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첫 실행은 reused=false, 두 번째는 true다.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body나 head SHA가 달라지면 새 승인 대상으로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475296248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F6C49A-408A-45A2-AF45-9094D291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7D6323-1DF1-46E1-9F38-58A02BD5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7AB8DA-1225-488D-82D2-79B9E5D4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17B29-EA73-4D9A-961C-3F124464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C25193-884E-4B8F-BA62-8CC277A5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7DF8F-A3CE-422C-B56A-9B3FDADA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103DCD-502A-4A4C-8608-D2E539AB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247E70-7232-495C-9B41-B3897D3B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timeout 뒤 동일 comment를 다시 게시한다.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42A7A0-C84D-4314-89BE-47851D54A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1755B3-7B33-4A55-91BB-4D1A6684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F30A43-8628-4E8A-9ABB-73AC57D1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target·SHA·body hash를 idempotency key로 저장하고 기존 remote result를 재사용한다.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9A2E0F-E632-4DBB-ADC0-EB1D51EE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body나 head SHA가 달라지면 새 승인 대상으로 본다.</a:t>
            </a:r>
          </a:p>
        </p:txBody>
      </p:sp>
    </p:spTree>
    <p:extLst>
      <p:ext uri="{BB962C8B-B14F-4D97-AF65-F5344CB8AC3E}">
        <p14:creationId xmlns:p14="http://schemas.microsoft.com/office/powerpoint/2010/main" val="602250037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0E35C3-E4C4-4AE4-AECA-513E226C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C2C57B-C8E9-4CD9-B9E9-660C6A60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A706C-6BED-4496-B10F-722840F4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2FCA9-694E-4B1F-999A-826244E3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EEBBF8-59D7-4C47-A650-0DA4E0EF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F3A827-8BD5-4BD5-9DBC-D7BC5BDB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0EC5DF-306D-4E97-B817-6FD12282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318AF8-B0FD-4C04-BAB4-D1E60946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src/langgraph_lab.py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C2B0AC-A8B2-4E60-8246-8773166B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6F9C30-6FE5-4771-9600-B9B2380F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26C84E-2980-4724-A045-89A91E6B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7F41C3-54F1-40F5-9755-B8F8BFDD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첫 실행은 reused=false, 두 번째는 true다.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checkpoint_and_audit.json 저장</a:t>
            </a:r>
          </a:p>
        </p:txBody>
      </p:sp>
    </p:spTree>
    <p:extLst>
      <p:ext uri="{BB962C8B-B14F-4D97-AF65-F5344CB8AC3E}">
        <p14:creationId xmlns:p14="http://schemas.microsoft.com/office/powerpoint/2010/main" val="1095426921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539B67-AF1D-4464-8983-F1872C29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E22FB-A026-49BC-8DD3-0C95E0D6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3132D9-DCD5-497E-8941-F46086D0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F83973-71E7-4BB0-BD85-35E34709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F110B5-61EB-45F8-8629-4600E6E7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AFF671-7C93-4184-9FA0-36399731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1824A6-57D8-4188-88B9-779A3AF4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plan을 두 번 실행해 publisher call이 1회인지 test한다.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src/langgraph_lab.py · tests/test_course_services.py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09EA7D-7384-4284-B8D2-9B4D0D3D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A189AF-79FE-44B4-B11E-B6527EC0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checkpoint_and_audit.json</a:t>
            </a:r>
          </a:p>
        </p:txBody>
      </p:sp>
    </p:spTree>
    <p:extLst>
      <p:ext uri="{BB962C8B-B14F-4D97-AF65-F5344CB8AC3E}">
        <p14:creationId xmlns:p14="http://schemas.microsoft.com/office/powerpoint/2010/main" val="737542290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A21E4F-CE5C-4483-A5CD-979C2557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DF88A4-4B96-4D63-97EC-E96728C0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B586AD-D3AD-4012-8A83-DDA6509E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16013-8D8A-45E7-A452-E6ED51D4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88DB91-2CB3-487B-82BF-91B5522D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F3701B-CDF1-45BE-9796-92213960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B1AAD3-BD35-4217-94A0-790514B5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tests/test_course_services.py -k idempotent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첫 실행은 reused=false, 두 번째는 true다.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327DA1-F105-4742-9EFD-D53FB2EA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29F34E-6D5F-403C-BF4A-0A0E922D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checkpoint_and_audit.json</a:t>
            </a:r>
          </a:p>
        </p:txBody>
      </p:sp>
    </p:spTree>
    <p:extLst>
      <p:ext uri="{BB962C8B-B14F-4D97-AF65-F5344CB8AC3E}">
        <p14:creationId xmlns:p14="http://schemas.microsoft.com/office/powerpoint/2010/main" val="834309557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1160F9-4257-4F1E-8897-81126629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9B881D-6C13-4A47-B7EC-720E0EFB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BA315-BBC1-4F63-9DDE-29B2A932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41B379-BED6-40E1-A83F-DFE9D844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FF871C-721A-4072-9170-1FDCB6E1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240F4C-F9A5-400A-BBC9-99AD2EC4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03025B-43FD-4536-B6CC-37FB5C73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body나 head SHA가 달라지면 새 승인 대상으로 본다.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target·SHA·body hash를 idempotency key로 저장하고 기존 remote result를 재사용한다.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9C5BE0-D0D4-44D6-8B24-B92A9957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F5E25-3A40-4059-B4CA-3A2A4A90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581819441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2FF9DE-FED0-429E-87AA-256DA7E4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FDC305-394F-4C55-8EC0-B646D948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8F2D2C-4E98-40D8-AEE9-27F59BD4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A03256-E2CD-4540-A860-33B19710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49C55B-5112-4003-9AB2-BFFAF0A2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23DC7-F485-4B9B-9CDE-5A271A15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A6D874-5AB4-4F51-8F41-45A949D2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3CBB69-02B5-4990-8118-46C5AA53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71C79F-16C1-4F2B-A22B-45CF0286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첫 실행은 reused=false, 두 번째는 true다.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8D339C-A8C0-485B-82E3-1DC829E3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F5093D-8F2B-4172-B62B-B55BEC5F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9F94B9-E17B-470B-846B-0570C913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6FF773-283A-4694-AC17-816B0DAA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C298B7-979F-498C-8EC4-3EE61950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754F28-01BD-4561-A154-612CB55E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8565EC-842C-4041-A09D-731D05D4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2B4D0B-4364-4615-93DD-64170BB7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CB56CC-2FC0-4A20-8B2A-C5977C32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967506957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8CCFF1-6796-4CA6-8DD9-1251BB8C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C17FBE-F23F-41AD-8A65-5643036D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A04EC1-9C60-4CF4-8D9D-FF812F84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1A1900-73DC-4930-9A81-01FA42FF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3A0629-522B-4939-AAE5-BA06D62C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F32500-9185-4EEC-927E-A38E7F4B9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D8B718-73C5-4805-BFF5-527C7DE9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52F263-4074-4ADE-9F4A-4FE3E49A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B9B30-86C5-4E93-8203-1D0442D3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body나 head SHA가 달라지면 새 승인 대상으로 본다.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660C29-0D5F-46CC-AAD8-436F281C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CF4C4C-32C8-42FC-BEE8-B7A29B6F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A4297C-841D-4022-9908-0B3109EC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97596C-FBA8-4E8B-94CB-A4731366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64EFC8-F15C-45D8-B9EA-E3DE2B67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89C3CB-FC19-4904-B8A9-E0F75F63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C0096F-FD88-42C4-9893-526CBD957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579D6F-F99B-4095-89F3-338A8CB8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A9EB6B-B23F-4100-9E22-5D0F87ED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976294620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FE7F9-CAFD-4295-9905-30DD68F1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6C11A4-C05C-4B57-981A-654A074B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259603-066F-496C-B923-1D6CEA29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75E798-FEE5-4A5E-B473-65228528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63E07E-9DF2-4069-B9F7-59B37F46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300B6A-B396-4751-B4C7-39939E9A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FA7EFB-B481-43F2-AB26-3437BDA5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네트워크가 불안한 CI bot의 중복 comment 방지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A2DE7C-6C01-43FF-BAEE-82907941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0A6BA2-B6C1-442A-BCD5-5D17CA03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1ADA38-2660-4F71-B3D3-6B1D9E12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935DCE-AB87-4D83-9FE0-674ADF3D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551AB-D3EB-4605-BEE9-EF274FEE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190B9F-E585-40BF-B256-5A4B7FA7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11671E-D9BC-4460-87A9-B5F6EE41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3A5468-2127-447E-B4A9-67DD24D2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A18C0F-095D-4BEC-90E9-FB5EEDBD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9D6275-B31A-4D0F-8C83-6B57AC10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051C35-141B-4EE3-9C80-6DBE558F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70507F-2BD7-4C01-B740-343631C0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checkpoint_and_audit.json을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936658678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4AE3E2-F037-417B-9F16-D5A8C472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84CA1D-50F7-4391-9AD7-24402723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4F5126-16AD-41ED-B030-A2E1754D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DADB6D-9597-4801-AC75-E182B37E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5411E-0FC4-4967-97A9-A7380398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920DE1-6A7E-4C0A-B49F-DD1D4192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2722FA-9DE6-4BC2-8E24-76D08F51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네트워크가 불안한 CI bot의 중복 comment 방지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36FEAB-7A55-4C01-9CEE-40169E82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EC19AE-A7A9-482F-9A17-4FB8C54B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DA03DD-15AE-42FE-9FB0-9287D54D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13AC15-8331-44C1-80C2-1BCF9C0C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DB3193-1C07-410F-9ED7-E5FC181A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1D1F24-4262-4CB7-AF2C-7AA025A4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F12E31-16E7-46BF-8DA0-F74A3D0B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D639BB-FB75-4364-9707-5D1BDFDE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D4FF19-6DA1-4769-AA27-0F6DDFC9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8D94A9-CE1A-4067-83A6-B0B94A65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D5EF13-6696-4B34-97CB-D07149F1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CDE707-4EC1-40E2-BD03-D0CA34B7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checkpoint_and_audit.json과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282863781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32255E-91EE-46B7-9A63-4CF8792A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3F7EE2-7596-4C85-9754-97CBF2AE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2F0489-7035-4390-840B-9259D562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B5539B-B6B5-4367-98CA-FCEAF63A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2013CD-C613-4267-B47B-B84B7869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589D47-EC9E-476F-A4AF-20DA1122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39819-FD21-4598-A774-77FF40DF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930451-0F0E-463A-9349-FF107C8F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47BB7E-7007-427C-AC6E-9437F284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첫 실행은 reused=false, 두 번째는 true다.로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F9DAD-F250-4155-9031-AFE82754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0D44C5-AD04-4E1F-B90F-2A977DF4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6AD17-65BE-46F1-BE75-8C4581AA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6B92CB-5FEE-4E5C-A928-BDC2B788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91708F-2B58-4099-8DF0-BC818291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75F079-ABD9-4068-B168-E53F435B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target·SHA·body hash를 idempotency key로 저장하고 기존 remote result를 재사용한다.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407C67-57A2-494D-875C-C7CE49DD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3FC010-9E2F-4864-AFCB-E6713023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E20B01-71DA-4459-822B-8ACCE8B6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checkpoint_and_audit.json에서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532510199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F0C485-56D4-4245-8380-6DA006A7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7DA8B-2AC4-4FF2-A833-8BA8B0BB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9081F2-D4B5-4D31-965F-80AE618C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CB92BB-FA3C-430B-83A9-AA637A35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F8DD23-D75C-47DE-8D27-E681CB94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BEF89B-EBE5-4F53-9C8D-251A98BF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E0CA30-4C0C-4C0E-9F6C-5FE2B365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E35D8-595F-44B4-89BB-F3EC6064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D92A4F-B418-4364-8B2A-58853CBB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Checkpoint와 Idempotency이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2094F1-5ECE-43A6-8A3A-57AB5AD6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A445D8-7FE1-444A-ADF1-3FA011A9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24744-B9DD-4AFC-9FD4-2CE86279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idempotent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2F8415-FF0F-473D-BBCD-B2E998F6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5EB237-9095-45F1-A5EE-7A981498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E3EC70-3F27-47BF-9C74-76E58AB6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checkpoint_and_audit.json과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879F44-AAE7-4849-BFB9-0F849B23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Human Approval과 Interrupt</a:t>
            </a:r>
          </a:p>
        </p:txBody>
      </p:sp>
    </p:spTree>
    <p:extLst>
      <p:ext uri="{BB962C8B-B14F-4D97-AF65-F5344CB8AC3E}">
        <p14:creationId xmlns:p14="http://schemas.microsoft.com/office/powerpoint/2010/main" val="510346923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1FD229-26C2-45F6-84F7-C3054F42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36A18-0E00-45FC-97A4-AC02D4AF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4 · 6차시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35E02F-E9C6-4708-951E-A3B6C052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15:00-15:50  (쉬는 시간 17:30-18:00)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2126A6-7FEB-40FA-A176-DC60D644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Human Approval과 Interrupt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BEDAE-75ED-4B12-98CC-63575DB7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Interrupt · Approve · review_decision.json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2A188D-BEE0-4F33-B8C8-7F164415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A97C19-F55E-45A7-B2B3-F96D3733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1E4054-D316-43D0-8E5A-1E86C460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5CA9BA-6DC5-47A8-93DE-EC5D9E6B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D046A0-D385-4B78-82C1-6C83E544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src/langgraph_lab.py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src/meeting_agent_workflow.py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1D0227-0973-4D61-B5E7-05FF7767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77D02-668F-4617-810B-82365177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review_decision.json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65C7CA-84CD-4875-96EF-BBE29223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4 · GitHub PR 자동화 · 6차시</a:t>
            </a:r>
          </a:p>
        </p:txBody>
      </p:sp>
    </p:spTree>
    <p:extLst>
      <p:ext uri="{BB962C8B-B14F-4D97-AF65-F5344CB8AC3E}">
        <p14:creationId xmlns:p14="http://schemas.microsoft.com/office/powerpoint/2010/main" val="1681397313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18DD91-FCD0-4C6B-B26B-4EA17EC4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275396-E607-4C80-A608-ADA94293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8AABC7-6BC9-470E-B349-7C2ADA8F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C05A33-ADD0-4496-BDFF-F8B77693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584194-1F34-445D-A8DA-F219BE9A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1846BE-1F2E-4F22-A202-CC3E1F1A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48A947-FB67-4D79-81AF-F200C643F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A9FDA4-C2D9-43AA-84F2-4EF179C8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99636-E189-4815-AD6A-E9281AD5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checkpoint_and_audit.json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BC0D88-921D-434C-8D24-6F1492E6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830311-2882-4AFC-9421-CEAA89D5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F1857F-BEFF-4FE1-9B7F-3481CF1B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Approval과 Interrupt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F02726-B823-4B87-A546-C5D60C40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8E6E12-584D-4EEF-834E-E2D80614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BACD4A-7503-4635-BC75-B496D119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review_decision.json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6B5F0B-B042-4354-8557-4534178B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761CE3-1F6A-45C1-B2B3-D541C390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AB9D8C-5E03-4D58-ADE9-AC53386E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 Comment Payload</a:t>
            </a:r>
          </a:p>
        </p:txBody>
      </p:sp>
    </p:spTree>
    <p:extLst>
      <p:ext uri="{BB962C8B-B14F-4D97-AF65-F5344CB8AC3E}">
        <p14:creationId xmlns:p14="http://schemas.microsoft.com/office/powerpoint/2010/main" val="174973152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29533E-219A-4E59-9FC0-FB696EDA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B3D41C-574D-49C9-98D9-E73478B1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B06B1F-5E84-4E38-9D08-B0C73E11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656138-8646-4F61-8FE5-12647CFB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1D53C6-877A-4977-8B58-0F8C3E1D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3BC2CF-DCD3-4173-81CD-591DE755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초안만 보여주고 대상과 근거를 숨기면 사람은 사실상 승인할 수 없다.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E10AE5-3E49-46BD-9E85-C0FECF13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approve·edit·reject interrupt payload를 설계한다.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B97512-9110-4E6C-988F-90473D50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6C2EEF-0DCD-48A1-A9C6-3B21E221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review_decision.json</a:t>
            </a:r>
          </a:p>
        </p:txBody>
      </p:sp>
    </p:spTree>
    <p:extLst>
      <p:ext uri="{BB962C8B-B14F-4D97-AF65-F5344CB8AC3E}">
        <p14:creationId xmlns:p14="http://schemas.microsoft.com/office/powerpoint/2010/main" val="1014284195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755265-44DD-46C9-9403-1D5C239A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BDD1A-EAF4-44F1-81F1-CEE9C5E2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F815AC-B35F-4181-9A46-C4D42C88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4559FA-4AB4-4CC0-BB0C-885F5B11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27721-F236-4805-B518-88DC6770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A14555-D7D5-467A-BD55-42AD0D9C2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D06573-B329-455B-9D66-6833E931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6A1297-BD2D-4320-B8B2-231814CF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 interrupt payload를 설계한다.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8A9B70-6FBA-444E-9870-7476C7ED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780CA1-640E-4898-9D05-7EBAEB8C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96BE61-7E69-4A91-A9C5-D208CC4E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interrupt를 일반 Exception으로 잡아 자동 진행한다.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3D1280-34D8-4F5F-A43F-F9AE296A8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A37AEE-A244-477D-990C-95D6425F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0934C1-4289-4E1D-A354-91A8D5A6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review_decision.json에서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38686276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174AA7-8D06-4200-8F06-FA1166B0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7A194A-2DDF-48B1-A4D6-497A2080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AEE0A8-34EB-4417-83FE-4B63E9EC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2CBEA1-AD7C-4579-8B85-9537528B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48B95D-F69F-4977-9894-DC8E16D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614916-004B-4A8E-9F6F-1D33DB30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306169-9708-47E2-8EAF-958BB8CA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69EC3F-EDA0-42D2-B2FD-0F7B7FE95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45CFC2-E5EF-4B25-A6CB-9F5D53E4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F2DEA9-A2E3-44A2-9419-F9F2E413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E92838-0B62-469A-A302-2D9FEF7B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34986E-6C2F-4A25-AC80-A2A4B763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C07109-8730-4B7B-BABA-E3A5EAE5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A5EB0D-ACE1-406E-862E-7C0DE5ED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workflow를 멈추고 입력을 기다림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EAA237-7CD7-4505-96D3-E3A2ADF0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364350-0C41-417D-9C22-6DCDAC29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8AC5F7-75DE-440F-9DD5-032F93C3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DFDF6F-167C-483C-B2BB-7C780A650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초안을 그대로 허용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845D4C-D7C7-4812-A150-3EE48206A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9395CE-9D50-4F7D-B59E-A1D867FB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Edit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96CB5C-6681-4B93-9A63-568FAD40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6F4F5D-3C81-4DFE-9ED5-0C5D7FF9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사람이 수정 후 허용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6AF000-2530-4232-A2CF-1AEAD4E9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CAB591-4ABC-471C-B64D-AA1A4439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Reject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FE8059-14A3-4DD6-B0B2-9DEC4749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86E0E3-E357-4004-97E4-65DD7457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 없이 종료</a:t>
            </a:r>
          </a:p>
        </p:txBody>
      </p:sp>
    </p:spTree>
    <p:extLst>
      <p:ext uri="{BB962C8B-B14F-4D97-AF65-F5344CB8AC3E}">
        <p14:creationId xmlns:p14="http://schemas.microsoft.com/office/powerpoint/2010/main" val="1604812271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337409-118B-4619-8FBE-F38D9219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DD5E52-890C-4948-8B1D-6DD1F43B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0E84E5-C45C-40BE-A8C2-31AC04F0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F90211-5CF3-495C-B32D-1E034FC9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020E73-1081-4A01-9625-A94E2FEC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FAF7C1-4791-4170-8E2C-3BB95314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BDCBBD-12A8-42D3-9632-2416E3FD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A295C7-EC22-4CF9-8C1E-46023332F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src/langgraph_lab.py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C73933-376D-46EC-9F26-C661E8BF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6BEC19-EEF4-49D1-9740-E6C55CDA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903CCB-D589-49B8-8209-128A1BD6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초안 생성 → target 표시 → finding 근거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758138-7374-498B-B511-76E01A6C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49A4FC-2586-4EF5-85E9-D115455E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6973D-1069-4B63-A9FE-4D3DF25A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review_decision.json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5C7561-F7BC-4F25-ABA8-55DF9513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693F38-E19D-4E2B-838F-8669B588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8DFD3E-B9E9-4F97-9BDE-D17FFE739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approve가 READY_FOR_EXPORT로 간다.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reject는 external_write=false와 REJECTED로 끝난다.</a:t>
            </a:r>
          </a:p>
        </p:txBody>
      </p:sp>
    </p:spTree>
    <p:extLst>
      <p:ext uri="{BB962C8B-B14F-4D97-AF65-F5344CB8AC3E}">
        <p14:creationId xmlns:p14="http://schemas.microsoft.com/office/powerpoint/2010/main" val="1042647786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72B1C3-784F-495C-8EF0-98AE34E9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8B3FBC-77EE-4767-B62C-415EB1D3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03867C-DADB-4F24-B588-AB0A9423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606254-E893-4632-AD3B-DED71BA3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5E046-60E9-41DB-84F0-01932F86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3E311-7877-4ABA-AEEE-0D6E0828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08E7A1-220F-41A8-A901-7F0BB0D6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131730-DDCA-4B7A-9A35-15364124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D3CF5B-7F8C-426C-AEE4-0C2370A4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초안 생성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A51C8D-5596-4A5B-983B-0E8257F2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C7A58A-BCA2-4395-8C1F-D5C40B6B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B7C195-4618-4ECE-8FC5-656A48F9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target 표시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131516-50E5-42ED-AAC8-0C8D6710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0BF4AC-6A72-4859-A3AE-F98BBE28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156129-28DA-479E-A82D-588E3E3A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finding 근거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257C59-3A8B-4128-AF46-DA131111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D27140-E398-41B7-BC23-ED83B0B1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85A73B-ECE4-4A7A-B6C8-21072BB6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결정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AD4558-B686-4379-B3F4-C2F5F8C5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D7A3F2-EBF0-43C7-A907-089C03D0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82CCC4-75CA-4E94-B393-8436DAF0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thread resume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567B0A-D0E9-41CB-9653-3B2B6527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review_decision.json에서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956514480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F6EFE3-68E3-4AB5-BC87-9BB542CE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3CF4A2-4088-4A17-8E88-796FF705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B566A-1353-4590-92EE-33A0D4E9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C55C37-BCAA-4D43-A92E-41DCD19C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E6FB3C-FF7D-42C5-B994-F6538213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51896F-04D8-442C-93FD-5008181E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560CA4-812C-4C62-8038-C4319F90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1E510E-5D81-434E-9314-3C0EA3EF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approve가 READY_FOR_EXPORT로 간다.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FE0367-8AAD-4D45-AED1-74E8E731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46C43A-DAEA-49F9-B117-08CAE285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351A5B-2C78-4759-91C3-A35C0002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reject는 external_write=false와 REJECTED로 끝난다.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464BE6-9B8D-485F-BF24-73558626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91BA63-B0C7-4128-851F-B05FF6D4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2C506E-0D31-44DF-8AE6-B6BAC799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2252AB-1283-4348-BAEC-F260606E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B336C-80E9-42D0-892B-572529DB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347B9F-762C-4D16-980A-4C71F8B8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식별자·review_decision.json</a:t>
            </a:r>
          </a:p>
        </p:txBody>
      </p:sp>
    </p:spTree>
    <p:extLst>
      <p:ext uri="{BB962C8B-B14F-4D97-AF65-F5344CB8AC3E}">
        <p14:creationId xmlns:p14="http://schemas.microsoft.com/office/powerpoint/2010/main" val="1950078181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E848E-07CB-4C6B-BC8B-9E9012FD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7FAEE2-981D-4DCD-B045-22553723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26FF3B-EEF4-4328-821A-27F2674C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B82B9D-7D49-4033-A964-06E7DF30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420DB-414A-4C3B-BBCE-C3F9DE6F1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66608-C7E0-4A4C-9562-77D37564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FD2400-FCF2-4259-9E08-9E7BA454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B6820C-36D4-4B38-9C4E-48A3050C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E16A87-87D1-4DDB-9868-9278F5CA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src/langgraph_lab.py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25AF66-7436-479C-B55D-2591BFF1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735E2A-3A8F-4A8F-B88A-C6EB9EBC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0D4B74-6C15-4EC4-8282-747CC623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src/meeting_agent_workflow.py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0811FD-1FF8-4407-849A-E36176AB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D4474D-887E-41CE-9BA6-6ACD4586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D20C84-1B10-4EC4-8D7D-7418FCB6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web-demo/app.js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B422FA-59BC-434A-AE54-EEF1BE4B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AB4CAC-704D-4A00-9002-575CDCFA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EB0BA-1D9C-415D-A259-00CF82F8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materials/day4/day4_service_lab.ipynb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146761610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7CF4F5-90F9-47FF-8427-9DC384DB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Human Approval과 Interrupt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2C45E0-A47A-43F2-A263-A7392697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63E3AC-CC23-49C5-A6E5-D8A58ACB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107D99-9438-474C-AB73-A6B22E35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2D0C4-7334-4C9B-A797-CF0B397E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1A5D08-EB8B-4A7C-9CDB-F431551A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2594D9-CB37-4C83-99DC-31B08B35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초안만 보여주고 대상과 근거를 숨기면 사람은 사실상 승인할 수 없다.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9589A-3349-44CF-A995-10C60C69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686B6B-B45E-46DD-8D6D-640E1484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660992-EC1E-4794-AF4B-D7ED2897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interrupt를 일반 Exception으로 잡아 자동 진행한다.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C7586D-CF50-4528-B418-9D00CD2C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interrupt를 workflow event로 두고 같은 thread_id와 JSON decision으로 resume한다.</a:t>
            </a:r>
          </a:p>
        </p:txBody>
      </p:sp>
    </p:spTree>
    <p:extLst>
      <p:ext uri="{BB962C8B-B14F-4D97-AF65-F5344CB8AC3E}">
        <p14:creationId xmlns:p14="http://schemas.microsoft.com/office/powerpoint/2010/main" val="118670071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6AE5F2-38C4-46FF-B67B-DBD0912D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BECFFB-E1A5-4234-8ACB-D704C65B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6DEAD-5D78-494C-A70C-9CCA9DDD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8D0BCE-3824-4E46-9F38-30538B58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C1853-219D-40F4-86C9-9F98966B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80C526-E9F4-4E5A-89D5-056236AB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F3F2E8-016D-4DB7-8176-77F7D0A8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63027-B1FC-4F22-A21F-E906AD1B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337954-8EC4-4E82-8428-92A9F20A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6B4E78-DD42-4D38-9AC7-C7483168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DB7FD9-CBD0-456C-AD41-DA3FFB48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311C0A-4AF1-4037-82D7-D4EDC4CE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3D802A-6E6A-44DF-A4FE-B4C61E6C0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7E2E5F-DD81-4F75-A6B5-857369FA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D2E6DE-201F-4D68-BACE-2E91F26E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27CC19-5242-4AE1-8329-59B259F7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workflow를 멈추고 입력을 기다림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0B97A2-7BF5-48A3-BEDD-4236BC591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C32C54-4C64-4FAF-9E99-3BB6BF10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3067E9-9D05-44AA-92F7-97CC9E3B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6BE1DF-B245-4971-AEFC-79AEEF5F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CE22C6-AF46-4184-A3B1-A9EA940A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C6CD1E-8882-4F25-86F6-016A7F82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초안을 그대로 허용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3CAA12-3302-465D-B4BD-D5156F41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55E78D-9F04-40B7-B722-68D0C57F3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F5973B-9F90-475F-ADB1-5475F864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10BEE5-41E4-4DC7-8C4E-BD734C3D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Edit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995948-4706-467D-905D-EF6BFCEA8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0E4567-09AB-41B6-9E3C-4CD3FD1E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사람이 수정 후 허용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C6431B-EEA0-450D-A566-46D98B16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BE2B9E-D929-4D0F-91BC-DF9743A8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2CA560-3FD0-4AE8-A0C6-D89862BA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E24350-3301-4B50-9B9C-88D2AE28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Reject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518280-E9D0-4614-8732-7D2A3C5D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0595D2-476F-4462-ACD6-4D008163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 없이 종료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4EB543-E52A-4368-8AEA-F79359837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25F597-60BE-42A5-90A0-19AA3B77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343662782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C4BC6E-A385-4C7F-BCA7-C61363DF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68D6CF-5DD6-4560-9A6F-DF6554AA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1DCC31-FB90-4F56-9EED-01C1284A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BCEAE0-A3D1-4705-9551-3F4A8888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E7064C-AB04-4456-AC59-42F017CE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248E8B-4609-40A2-9F3E-5666E4AB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3882D2-E276-496D-8216-38E976D5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F96139-ED6A-48F3-88D5-A92AB807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BD65E9-C99D-4586-BC79-3BA152B6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interrupt를 일반 Exception으로 잡아 자동 진행한다.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8F8A0B-2887-4E97-A0B8-9C9230CC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246ED0-D25B-436F-9505-DE8E62A1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초안만 보여주고 대상과 근거를 숨기면 사람은 사실상 승인할 수 없다.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897C0-7E56-44B6-A4FD-3BB0F0F7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90725847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252D4D-A249-4343-93CC-9F9D91E6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F8D3F1-D7F3-4D4C-808E-0A7557A5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F00BFE-35CA-4BCB-9844-B2249254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AD4A9A-D067-4BB4-8EFF-98BBFD48E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34DA0-6619-47EE-B2A9-F6C18994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91A586-C3B8-4784-969F-673DD3D9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89C977-FBD6-4899-B73A-1023AE11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6AA562-8651-4E21-9DC8-D1B5DCF6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2C32E2-EFEF-4CF1-BA1F-EAB34A4D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reject는 external_write=false와 REJECTED로 끝난다.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341FC4-05DB-4019-A457-CCC2466E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D59F4B-1EF6-4FA2-8198-D5048A21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8BE423-6ED0-4383-AADD-8E0E84E7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interrupt를 일반 Exception으로 잡아 자동 진행한다.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C2035C-C64F-4D9F-B4E9-065B9FCB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C4B468-B4D5-4A13-BE16-2FD3F7A4C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3463DF-8763-4276-BD06-9976FB48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interrupt를 workflow event로 두고 같은 thread_id와 JSON decision으로 resume한다.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4E4873-6606-479E-A524-21191F88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6EEFE-589A-4DBA-B0C7-86757EA3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C90B88-52A4-4569-A164-1C5DBB30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review_decision.json과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960707390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4EB89F-628B-4DA9-8F7A-BA8CECA1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D1D81-5955-4975-8A75-4121FD2B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4C3F4-7543-41DE-9B96-94979F6D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B3E644-284A-494F-80D4-7F07B7D7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B2460B-D1F6-4240-9045-A69018C2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841D3-50B8-48AF-9EFF-BCC1E981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e94114189f4f02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3F73BA-3673-4CD9-B752-A66D15A2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node 전에 외부 쓰기 호출이 존재하지 않는지 diff review한다.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70160C-F4B0-471E-9E1B-FB0A4858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418699694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7C937E-78D7-4DC4-BC6E-DDFDBCE5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DB3933-65F2-4110-AB7A-7D274A87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A5A89-BE61-4971-977F-8742C2CE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A98A04-A976-4F09-B210-6AF79CA4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9D411F-9379-4D31-943D-3C73DF8F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34D29C-22B5-4B16-9383-6CCE363A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376EA3-D406-420D-88FB-A138D6DE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FFC435-0DC1-435E-82DF-681C5004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568745-BC5A-4555-92F0-055FA162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node 전에 외부 쓰기 호출이 존재하지 않는지 diff review한다.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EEE4B9-D52C-4CA0-9B1E-19C18B64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C417D9-2DCD-4297-A71F-A9DCDDDC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5D2F6-55ED-4EBB-8400-BDE80C6D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src/meeting_agent_workflow.py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web-demo/app.js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7CDF1A-5863-42E2-914A-A43E72A6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DB4058-1C72-47E3-A10B-B8E3D8DA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9AE432-4BAF-4925-804E-78405D43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approve가 READY_FOR_EXPORT로 간다.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reject는 external_write=false와 REJECTED로 끝난다.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FD243D-F92D-4AD0-9E09-53CCD042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FFF550-4B50-460F-8FC3-3E1CCB10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B2FF72-A522-4F12-894B-F98899AC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1431785586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28FC6A-7372-4CB3-B43B-AA88B9A5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617F7-F8E4-42D7-A315-4586B703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3C7C7F-A6A3-4395-8548-91D111C1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7F334A-30FF-4549-98A5-DAE83FCF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F3C716-D571-49B2-96B7-3F8EB2D1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A0FC4-B26E-4379-9974-DE35BE34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ACAB97-72AE-472E-B4C1-18E2F5DE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CCD54A-19DB-4638-A0F2-08DCD70F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D13ED7-9876-4640-8064-E9802356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F7B2F3-B53B-4B37-8C54-54700183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59B841-B96D-494F-B59C-5B8EC2D1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C4A343-31BB-46B6-94AE-796FE7BE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95B1E2-045B-48BB-A77C-0AE560E9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E05EF1-E584-49E4-92A2-2A6DCF3C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approve가 READY_FOR_EXPORT로 간다.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7B5A26-2711-4F90-B34C-25B83F88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18339C-9B93-42B6-87CA-46677FFE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15C803-EB52-446A-B72F-A04ECF23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2E1572-CA54-4F2C-9807-48A210E9D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reject는 external_write=false와 REJECTED로 끝난다.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39020A-2AA1-4969-AFDB-51DCAF4B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81B976-EBE6-40CE-8EF1-6ED391DE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515A3C-A603-46A8-BB06-12C3E94E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A21B47-95E0-4018-A442-77FB2772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724884054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5C2C36-4E45-440A-9337-FD5718F2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4770C-1C87-446A-AB54-7E6A6856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93DCB3-B8C9-48F8-9157-C3AA9F78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1B001F-A9BB-4D9C-A144-FD3F256F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631883-DEF3-434C-878E-63F212F9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7E372F-8658-451A-BA47-B0BB4A8ED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33AB9-A1F9-4B3F-8C5E-3CED674D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FD0EB-D193-4FA2-9AA3-FE04D825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42E9F9-8843-485C-9C9B-8B68BAA1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src/langgraph_lab.py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CD9E7D-E9EA-403A-A0C2-3158FF58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DFB277-1B7C-408F-B1E4-B54F031D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54747F-F90E-4BD7-A5F6-FF16CB71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src/meeting_agent_workflow.py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DEFC54-738E-447E-905A-448F058E1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2F3BF1-810D-4329-B4E4-82C08493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C88342-054D-4742-B48E-DEEA0265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src.langgraph_lab --decision 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96303B-2406-4E46-9D9F-756FB361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71A13D-61C0-43A5-93DD-C5880DE6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3DDF3D-E6D0-4810-981B-CEAE4FDE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approve가 READY_FOR_EXPORT로 간다.</a:t>
            </a:r>
          </a:p>
        </p:txBody>
      </p:sp>
    </p:spTree>
    <p:extLst>
      <p:ext uri="{BB962C8B-B14F-4D97-AF65-F5344CB8AC3E}">
        <p14:creationId xmlns:p14="http://schemas.microsoft.com/office/powerpoint/2010/main" val="1837421755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57B070-A394-4F27-87B5-5970F569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8EFA05-5A1B-4C6D-BDE8-8D71EBDD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7AF389-3E1E-4B29-AFB9-B5F0998B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B33009-4A27-4571-82CC-FDBE0EF0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23341A-B716-4095-9598-F6CA80C2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5AB0F6-C77E-4A25-AE44-33308CB6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AE4BBB-5321-456B-B606-4B8A9E5A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A86511-F7AF-49D8-A1EC-0611002F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A0763-F86F-4576-91CC-C78DF981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src.langgraph_lab --decision 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127ABE-6631-4A9C-9E80-C25805E7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86BC9A-C545-4B4A-A155-170D49C8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81942906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B2FD39-F488-44D1-B1E9-B7D9C51C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0BF021-6EBB-4A6D-897A-A2B02CF9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AF369-D9D4-4BDC-B35B-D1089E19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755CE-17B5-4A77-BC30-D710420D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401A8-7DD2-48DA-A97A-C3E87274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8B947D-B3C0-420D-A185-BA51A68C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747F7F-7E80-4719-AE6F-1D983F6D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D93981-A653-4C85-A3CA-62D17A11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88933-1AC7-4D91-866F-CE291D6C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2E1D5F-8FDE-422F-A817-F5E82CCD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review_decision.json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6786A-3EF1-45AC-9F30-B9828FFC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27B3BF-FFEF-4570-979C-60B70501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2D0145-F2D7-41A5-B68C-075A37D9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approve가 READY_FOR_EXPORT로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reject는 external_write=false와 REJECTED로 끝난다.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825330649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FCD0D8-DD80-400A-A0A3-6AF5764D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738161-FF64-493B-94A8-1CBBEAE32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A1B90-3229-4035-99BE-6A39E846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D50AC-FFA6-4581-8361-79584EB4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470624-AD85-4D86-8A79-EA190FD0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1EFC54-F476-46D7-829A-89F11009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0157D2-47A1-4276-975B-E8995193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409044-B6EF-4A42-8087-8876B5BE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interrupt를 일반 Exception으로 잡아 자동 진행한다.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0C5653-623D-44BA-A81D-58D5C4E7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7A8129-5D0A-4E5D-A010-0BB111FF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A7AB3-A6DA-46AB-8A69-B592BFB9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interrupt를 workflow event로 두고 같은 thread_id와 JSON decision으로 resume한다.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82D135-D985-4FA6-BC44-48406862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reject는 external_write=false와 REJECTED로 끝난다.</a:t>
            </a:r>
          </a:p>
        </p:txBody>
      </p:sp>
    </p:spTree>
    <p:extLst>
      <p:ext uri="{BB962C8B-B14F-4D97-AF65-F5344CB8AC3E}">
        <p14:creationId xmlns:p14="http://schemas.microsoft.com/office/powerpoint/2010/main" val="459052855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1361D0-88EE-42DB-AADB-15662149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583ED-5BBC-4DE3-A345-CAF7102B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04FD07-B940-4F41-9C42-3F748AFC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66DA71-95EB-437D-9744-53539FC4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FE152-0CD5-4127-A463-24F7E9BF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6782D0-660B-4C9B-AEAF-79E4E5F5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D03E1-65B5-4509-90BC-589A9220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76844C-1815-45C5-9658-02029A38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src/meeting_agent_workflow.py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web-demo/app.js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CEF6FA-78D3-41D0-8EF3-67E05DCA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AB3F6E-D116-49A9-B42E-5281A5A5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5CB5EF-923C-418F-AB2F-0F8FFD49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F807C5-000D-4473-B5DD-005CD8F0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approve가 READY_FOR_EXPORT로 간다.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review_decision.json 저장</a:t>
            </a:r>
          </a:p>
        </p:txBody>
      </p:sp>
    </p:spTree>
    <p:extLst>
      <p:ext uri="{BB962C8B-B14F-4D97-AF65-F5344CB8AC3E}">
        <p14:creationId xmlns:p14="http://schemas.microsoft.com/office/powerpoint/2010/main" val="1640914987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643870-E893-4632-8580-243007E7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2F4C5D-B035-432A-94C6-560B7266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6DF1D-1C6E-4E3D-8360-506CAD37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8517E-30CA-4E7E-847B-F07055400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0D3A3-0843-493E-8293-A511654E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2832EE-E8B4-41F5-8D9C-1F9A5E2E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5767C-3ED7-4C8E-AC66-22A5F545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node 전에 외부 쓰기 호출이 존재하지 않는지 diff review한다.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src/meeting_agent_workflow.py · web-demo/app.js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7D4123-680D-4219-AB80-B69FA99A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4F93E9-BB21-49BF-B893-A37EE45E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review_decision.json</a:t>
            </a:r>
          </a:p>
        </p:txBody>
      </p:sp>
    </p:spTree>
    <p:extLst>
      <p:ext uri="{BB962C8B-B14F-4D97-AF65-F5344CB8AC3E}">
        <p14:creationId xmlns:p14="http://schemas.microsoft.com/office/powerpoint/2010/main" val="613517243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1F0046-E2DA-46A3-B5BE-455BF58D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9F80DE-84FC-40DB-9EF4-43513507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243C39-83B5-4CA4-80A1-B5A6A10B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5860D2-9C7A-4986-A564-A086C0A1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DC1D1-134F-4163-B581-623CF94E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50720D-39E9-4D9C-AF20-1B68833E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2929C6-9359-4CC3-8B59-E3C38102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src.langgraph_lab --decision all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approve가 READY_FOR_EXPORT로 간다.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688CD-46F0-4657-BFED-13EE408B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C1FE73-5DAB-4AC8-AC1C-1C4BA9D5D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review_decision.json</a:t>
            </a:r>
          </a:p>
        </p:txBody>
      </p:sp>
    </p:spTree>
    <p:extLst>
      <p:ext uri="{BB962C8B-B14F-4D97-AF65-F5344CB8AC3E}">
        <p14:creationId xmlns:p14="http://schemas.microsoft.com/office/powerpoint/2010/main" val="384593063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F2D0D-EC50-4BCA-80EA-2E3F1769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7012DE-4E22-42DF-9EE6-78619A628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DB97F8-2E58-45CD-85A9-1CD5BB59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43C453-48AA-4699-B332-A4E3BD0B9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3311AF-BA0D-4E1C-8F48-68FB95CB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26389E-6A53-480F-8F2B-BAFC35935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0C018-9245-419F-BAC1-3F99458A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reject는 external_write=false와 REJECTED로 끝난다.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interrupt를 workflow event로 두고 같은 thread_id와 JSON decision으로 resume한다.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BD4159-CCD3-452C-A187-D59F61EF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F75A6C-D697-4ECB-97EA-6D56CE919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608192986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B9135C-60CA-4FE3-9AAF-9F5EB24B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8A2889-A939-4C18-A232-01C8CBDC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00DE8B-4F17-4BBD-B72A-3B107EF2B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259FF7-74E8-4078-B2F2-72A4B3217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A2768C-0413-4EDB-8339-E8DE227E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D59127-D826-46E2-91FE-EF46DA60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B10301-EA8B-4513-BF38-A29C2FC8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FA075-7777-452E-948A-03DC8032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BAD657-F992-49AE-B6D8-683FC8FD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approve가 READY_FOR_EXPORT로 간다.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9FA7AE-3330-463E-B4CB-970B7C362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8EB654-72B7-4188-A678-351A6EFE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0A348A-DDC9-4840-9042-9F1845AB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9511E8-4215-4726-B8C9-46CC6E43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8061D-83AF-4B8B-99B0-B96CE495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893CA5-DB56-45AE-A16A-D84AED8E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96CD3F-39F9-43A0-92A9-775D0A06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C976F7-A0E1-41CC-A141-5CF3933F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BDA220-4A46-419A-A909-2D1B81D1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934596092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9E9BB4-B6C0-42F5-85D7-62D7FC5C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38E155-5088-483C-A0EC-3E9C1A7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459601-7236-4CAF-B4F6-6023F129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0CBDD2-B883-47E9-8D0C-2C6D270F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5043E5-61EC-417C-9A39-4A7949082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D0EA31-4247-4BC1-9C45-6774E25B1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039F2B-BFEC-4BF4-880F-3B6AE8B0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AFC34-C126-41B1-8F0D-67F07AA4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4A98D7-C925-4534-BBA5-8F0B8BD2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reject는 external_write=false와 REJECTED로 끝난다.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DEF780-C84C-4941-9EA0-C6EFE994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80D514-5EB7-4497-BFF9-C297CFA7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11DB4C-2813-43E6-8FAF-0E59C427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420A32-5FC7-4D9E-9469-984E2CD6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19AEC2-3F57-4C7F-A795-6C47AE33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70CA2C-F84F-4BAA-AA46-BC90B74C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863F31-F1F8-4B0D-9995-84B235CE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D13D0A-B4A8-417C-9D6E-788E894A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9FF283-4A50-40D1-8773-71B78CE1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220600640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411196-C4A6-4C10-8D82-D5855D41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BF7B8D-999C-4B9D-823D-191E1D75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CCD4AB-4221-4C31-9AF4-97F1A12E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E091BE-C4C3-4FD6-A092-0DA4BB6A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92FEA8-6E66-4F50-80F0-97513140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A325C-AA9B-4D42-90A4-9977E2C3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03323B-8319-4E8B-BF7D-FB19BA4F5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 comment·메일·ticket 생성 전에 동일 승인 UI 사용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5B60B4-D834-47FC-83EA-AE2E7417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307C49-26E5-4BDD-95CA-F51CA3DF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486151-FE02-4BD8-8A97-2586F877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DA76E6-6A53-4C86-85D8-3C2E36AD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416269-31CB-4273-AF3D-154C7FD0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07029A-FBF6-4F10-8127-724D355F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CBB99D-7B19-4330-899C-BF7AF86F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1C8D62-F0D6-4F91-8FF3-E47B7057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5D231C-C51B-434A-B2BE-F0DE863A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027568-1C70-482F-9861-7D44D5A1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2B4DC3-C2F2-4757-9001-6BCE5491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67A9A7-F31D-49B7-ADC9-38EC0C64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review_decision.json을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700632371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F0170D-5539-4DA1-B58C-FA9C7AAC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21F148-D7EA-461F-B755-8212DAC5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DD965D-581A-4E72-A300-FD60A703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DC6B32-5378-4A8C-983E-24110B1C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8075E4-FE95-4C51-9CE5-6CC00F3C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96292-688F-4232-80C3-7F750998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035A01-55F6-4770-9062-8DBFC91D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 comment·메일·ticket 생성 전에 동일 승인 UI 사용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B71315-10C4-437D-AD20-C14C15087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338DDD-97E5-4CE4-A087-ECEB2D45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7F7E6-FB4E-46D8-8CAC-C810E8697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5CB616-EE6D-4B34-B420-F4F22157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B3ADA1-1803-4C3D-8E3C-19610E55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25481-C353-4A01-82F8-94DD508A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9BE297-85F6-4F83-A1FA-8DE1E948A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4A86A6-46BC-4E4D-BBE8-31D1923C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FA42EC-7A2C-4EFF-AC6F-05CA8CBF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F469CD-34C5-4A6D-8F00-21A355F6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CAA9DC-6C9B-4FBD-8FAA-B2E5CCF1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D09064-747E-426D-B429-5FECF78D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review_decision.json과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817687938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29E1E5-FBE4-4778-ACF8-E184BE90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7C866D-6111-4456-916D-39422A9F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CC6F0C-1D2B-4697-9B84-703D1DD9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AC35F2-289B-4CBA-A4F8-9E0A6790D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D7DAB8-CEB6-4A01-8A19-D0B7C991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2AFFCA-5453-4E31-A12B-0AC099FE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FC194-ED2B-4652-93E7-F3EAC0DC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DE6C2A-7124-4C77-A488-D3537F20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8ABF1-041A-4367-BAB8-6B3067FF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approve가 READY_FOR_EXPORT로 간다.로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A12109-26FC-46C8-B7DA-30EFABC7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23B27-A479-40BF-9B25-EED836EF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B374A1-B4CD-4EBB-9163-2DEAC8B4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93B066-D950-45B5-BAB3-B14E0272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204E40-A974-4586-B379-B09386CB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206B22-43DD-49F7-85C7-9EA44805B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interrupt를 workflow event로 두고 같은 thread_id와 JSON decision으로 resume한다.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D289E2-F925-4B79-ADEA-44AECD1B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A15F36-0271-448B-80ED-78B0CB38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081AAD-B068-4327-BF83-51489397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review_decision.json에서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566452647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397715-259C-4F78-8122-8B1623BF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C0A4A0-1AE2-4394-BEEF-D32B9FD0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C45A84-37D7-4A59-A8A9-1E14BE1B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3CEFE5-ACD1-495B-897B-2F03DB2E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A26EC9-00D6-4E21-996C-0D5C2ADA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464452-42CE-4AD1-A7B4-580F13ED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3F9B90-D989-4543-ACB0-0964A053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337B05-2026-413F-A741-08219853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253F26-7D58-4B84-877D-2599017F1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Human Approval과 Interrupt이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60CBE5-51F5-4012-9BC8-DF8B46C4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6A5591-FD7B-4C7A-ABE8-1C8C0C64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7BC479-A609-4ADB-8B9B-A6FF19DD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src.langgraph_lab --decision all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C8AD03-9EBA-42B7-A5D1-805F81F0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00BA86-8F19-4E00-9D94-E024AC4F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393C3C-D84C-468B-9B02-78927C81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review_decision.json과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16123-9A5C-4B6B-961E-71E73E4A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Dry-run Comment Payload</a:t>
            </a:r>
          </a:p>
        </p:txBody>
      </p:sp>
    </p:spTree>
    <p:extLst>
      <p:ext uri="{BB962C8B-B14F-4D97-AF65-F5344CB8AC3E}">
        <p14:creationId xmlns:p14="http://schemas.microsoft.com/office/powerpoint/2010/main" val="315667783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92E73E-2759-426B-AB91-ADA30860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F5FC8-962F-433E-B1DA-00F07E2B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4 · 7차시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545D02-AAB7-40A3-A7A4-3E34FC2C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15:50-16:40  (쉬는 시간 17:30-18:00)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07A95C-632B-42A6-8FC9-41DF9AC4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Dry-run Comment Payload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1DA27-2C15-4075-BE43-CA7059FC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Dry-run · Payload · review_comment_plan.json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8D8540-1E30-421A-ACC3-27D5D4F2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61A180-21EB-48AB-BBBC-B892630B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4B9470-A3E2-4817-B3AC-10196ABE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73304C-4F31-4BF3-8025-CD650DAB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668F19-8C81-4479-85E0-5524AA60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src/course_services/contracts.py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6283A1-31D8-4763-B8BC-7A36E96D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78455B-E4CA-4CCE-A131-BB5A1018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review_comment_plan.json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20B2A8-6EBC-49FA-8026-F388EB8A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4 · GitHub PR 자동화 · 7차시</a:t>
            </a:r>
          </a:p>
        </p:txBody>
      </p:sp>
    </p:spTree>
    <p:extLst>
      <p:ext uri="{BB962C8B-B14F-4D97-AF65-F5344CB8AC3E}">
        <p14:creationId xmlns:p14="http://schemas.microsoft.com/office/powerpoint/2010/main" val="753777350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A28F2E-8B01-46CA-8429-12B1C7B9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C2F070-CD03-4A3B-8B0F-7D41F41C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0CF966-5EC1-4297-B413-4058270B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E324C0-4CA5-4DEE-B9F1-A4459B5D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931CF4-EE88-4E24-AC11-108CE28F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08FD81-6B1D-4057-9B05-D83692A0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78B53B-F4C2-4764-9D1D-971B9ACA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66A9A2-1C39-4049-AE31-7A7F0805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7F99B1-C782-4C25-B6DE-ABC1B5EA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review_decision.json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3563CE-DDF7-445F-AD84-15AA104EA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FD62C5-D558-4989-A856-5396710B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FF2AFA-0754-42F0-AD2B-F37FB63A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 Comment Payload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E2143A-4D51-412C-B393-F38DBD5D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C9D140-24E2-48FD-86CC-3ACC7DEE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C2068A-D0BD-4372-88E1-1EC8E6D1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review_comment_plan.json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75AF02-7B9F-48B8-B2B3-03DB6048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CDBA94-E412-4F22-9AD5-E619A6F3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2BB686-07F1-4FFF-BE65-97E59FC0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Sandbox GitHub 게시</a:t>
            </a:r>
          </a:p>
        </p:txBody>
      </p:sp>
    </p:spTree>
    <p:extLst>
      <p:ext uri="{BB962C8B-B14F-4D97-AF65-F5344CB8AC3E}">
        <p14:creationId xmlns:p14="http://schemas.microsoft.com/office/powerpoint/2010/main" val="1246605544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D819F6-0DFD-48F3-83E9-8FF10418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DD1F5A-0586-488A-B3C1-CD4E8FE9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67193-7DC8-4041-A446-07ED4963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5E070C-069A-4A73-BFD6-92E68867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26A02-3867-4921-9BCE-C6CA1CCA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7B87C0-625C-4544-A997-17CE5F6CF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대충 만든 preview는 실제 API payload와 달라 승인 증거가 되지 못한다.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A19DDA-D51D-4227-B12F-FC3F2CF6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 comment body·target·idempotency key를 local JSON으로 만든다.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685C2A-7E84-4BB9-92D0-C247E5D02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00A123-6E32-4721-9CC0-7B4550F7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review_comment_plan.json</a:t>
            </a:r>
          </a:p>
        </p:txBody>
      </p:sp>
    </p:spTree>
    <p:extLst>
      <p:ext uri="{BB962C8B-B14F-4D97-AF65-F5344CB8AC3E}">
        <p14:creationId xmlns:p14="http://schemas.microsoft.com/office/powerpoint/2010/main" val="6338509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94CC5E-AF6B-4B2F-A661-377175B9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8EF3CF-51C8-4AF0-9753-6B56A413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5F901A-E568-4330-AFCF-19F9EB16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4B435D-65F4-49C0-8804-DCE4516D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595C7D-73F1-4A18-9750-50AD5BDD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971377-3822-4E69-B427-C36F8E5E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FE64C7-AA7B-4C85-82B2-B65A562F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5EBE59-18CF-4A1B-8A79-6EBC263C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 comment body·target·idempotency key를 local JSON으로 만든다.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9F8D2C-A0FA-4042-9796-571048E7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988AC6-87D0-4726-8E7D-4EC3B0A2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1B12B0-A432-4564-99F7-8A93F6EB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dry_run=true인데 publisher가 호출된다.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336240-CA47-4F97-ABCD-0DDE8D0B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87BD2A-CFFC-4611-B7DC-DB6C119E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9ACAD3-D68D-4067-81D4-605FED89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review_comment_plan.json에서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017870060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E361C8-0082-4083-B0AC-FC168ECB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9751C-5E0F-44EC-BF13-F6AFD2F5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2AD070-F661-4145-90F2-36479CBC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F4052F-D409-4C74-BC60-5E8DC8C3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64D138-101D-4887-BD71-C636905A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739799-D2D3-4C07-B743-BA179CDB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0E1EE3-DD22-4D84-971E-0669B615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92398-1926-40DE-B0D0-7EAEFA04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E144A6-B3BA-4C38-B9AE-B4874E1D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292C97-88E1-4633-A29B-7F26E1F9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2C5A58-9EEA-442C-8C11-E9C36032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C20CA5-4078-40BC-AF92-9EA87E3B3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F0FB76-ABF9-40E8-9EEB-FBA130DFA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892553-1066-4194-9A02-AA26D96C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 없이 동일 payload 생성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52714E-CB37-49DC-942C-28C8472B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974850-4BE4-450F-BDE7-BDBCC38B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Payload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3F2296-9515-4BE5-B239-7453A881F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CAFF71-9729-49DF-A809-D44890718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API에 보낼 구조화 데이터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7ACEB3-D39F-43CD-A08E-7B2324AF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1360EA-93DB-474C-BB0E-8A5E1CDD1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Audit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C67100-9756-4113-8698-73FC5575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9BD68B-F184-450A-859A-C9088EA5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누가 무엇을 승인했는지 기록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2BC0F6-8F12-4115-A879-5749CE7D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89BA00-8FC3-4BDD-8DA0-EB73E393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 write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5A77A9-8BDA-4AFB-AF21-27C70252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140875-D539-4FDA-9E67-3835368D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시스템 상태를 바꾸는 호출</a:t>
            </a:r>
          </a:p>
        </p:txBody>
      </p:sp>
    </p:spTree>
    <p:extLst>
      <p:ext uri="{BB962C8B-B14F-4D97-AF65-F5344CB8AC3E}">
        <p14:creationId xmlns:p14="http://schemas.microsoft.com/office/powerpoint/2010/main" val="29415802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FB4F1D-307E-4496-8879-1E27BD27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A4E629-04E8-4316-845B-7C7045B1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9C2100-30FC-4636-9661-1324E8E5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6B1132-45FE-4964-9E27-9CE2D1E3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9E6F7C-2645-47CC-95AA-52B88678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59AB6D-CBC2-4D50-A870-74CADB01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9C388B-22BB-472E-A2BA-6C6B9BD1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A288E1-1E3E-4B8C-B7B2-82060999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76F774-E0EC-4513-97DF-A1689550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8E7490-3202-4EAE-9ABB-C54F78CA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6D8FB-3683-4DA5-A325-EADEB742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report validate → comment render → target bind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1021E8-C144-4A81-B414-19A4658D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569AFB-CE72-4BBF-8CC2-5B683D5C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59397B-1258-47B6-BDD9-7276942D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review_comment_plan.json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D828D6-8C49-41DE-9ED7-92661F0F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FA9858-7F8E-4660-A617-56A53E45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BEA596-CB08-4360-AB3D-FAB03B88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payload에 repo·PR·SHA·body·key가 있다.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 plan은 approval=true여도 publish되지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45517903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D72C0F-6C29-45C0-B1E9-5331A9C4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835210-6073-4FC1-BEBF-F75E4872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30AAA0-51F5-4F6B-B601-0185999C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8E5A33-7942-493F-AEC6-3B6ACF9A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53921-1332-4D87-94D8-9ED30F9B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44AA86-C7D4-4869-9941-49957A16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A92F57-D5FD-4221-8C26-1521E2B7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F41C3D-4548-4250-B42E-AB8127C52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B9ECE4-F63F-4943-AE1E-5A8FDD3C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report validate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CF337-E375-487C-B512-25D8553E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31F7D6-8292-41C2-93BF-F54378EC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D4B001-08EF-42BC-858A-AEF1EAE8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comment render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B30036-38C9-45A2-83C6-55DAACE3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6EA26C-47CD-4B20-96DA-A0EA08A6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7CDD75-6EA9-401B-872D-70B2135A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target bind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DCA242-8FB4-40D2-80F5-5A4161E5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127442-32B3-4B28-8270-C8B469BF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E865DA-FB39-4534-A91F-DF48C140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hash key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CD882B-4EE1-45D1-B571-8B42B89E9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2844DC-DAE1-4723-8412-240C3817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12E42C-9F3B-4E85-992C-5953A5DC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READY_FOR_APPROVAL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F11338-012D-4D56-A88B-7E1C3FE1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review_comment_plan.json에서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2025841862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7DD09E-34D6-477F-92EF-59D102F9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4988B-1261-4A2B-95F2-AC53D2CA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AC93E-84B7-4F9E-A41A-10C74DA2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B13C-BFD7-4165-A995-E35A437B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3CDE54-A8F9-48DC-A59F-03F0F80D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5F2EA0-1DCC-4B3D-8955-C35F7C74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4A131F-A5B3-4CEE-BBA1-962BC0E6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403506-7C68-4E26-AF81-6DB79026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payload에 repo·PR·SHA·body·key가 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624A9-C557-42A0-9564-7790331CC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7E4AFC-5287-4CDC-8467-93A3B122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829680-225F-4B3E-9466-171A18BD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 plan은 approval=true여도 publish되지 않는다.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C948BD-20B5-4B70-819E-2B85A23C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537A28-89F6-4D58-A6D2-F6E08A05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ECE714-C2FD-47A2-B9DD-CA6383C0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B67B0B-667B-44EA-BBAF-8EC3AF6C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620E29-E2D3-43D6-8CAB-BE6ED6E7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2EF446-A557-40CA-81CB-C34FE16EC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식별자·review_comment_plan.json</a:t>
            </a:r>
          </a:p>
        </p:txBody>
      </p:sp>
    </p:spTree>
    <p:extLst>
      <p:ext uri="{BB962C8B-B14F-4D97-AF65-F5344CB8AC3E}">
        <p14:creationId xmlns:p14="http://schemas.microsoft.com/office/powerpoint/2010/main" val="721009553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EEC32D-2D7A-4909-B2CC-9B7BBB77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C36A10-6635-49B7-BE91-5417FB0C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36681E-FA27-4AF6-9D71-87964346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78B1A3-7D6E-49BF-9F3B-5509B1D2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8558E4-0AFF-4F4C-9E19-B2AC7223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CC58FD-7643-46A1-87BA-06F38A1B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3DA35-0E66-4D53-A5F6-12232AEA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DBD0DD-4D13-48CD-A3ED-F34EE056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AECE97-9938-4C5D-966B-B35DD305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04DB02-EA1D-469D-A2EA-3560CB19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755FCE-90F3-4372-87E6-CD346F4E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E1A912-D6B7-4211-BA9E-CA69D847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src/course_services/contracts.py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A770F7-5F4F-401C-95A4-8AF1494DA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8EFF49-C3D2-415E-B8D8-9255C9FF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DB0869-A8A5-417E-BBCD-42E0FFFF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B53E2D-0D73-4B80-98D8-D688E382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B67447-B58B-4493-9C16-847147B6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DF78A7-1253-4C8D-9B83-2F3F3886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materials/day4/day4_service_lab.ipynb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203169980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BBF6E2-B9DA-459F-8826-B0BB09D1E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Dry-run Comment Payload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810FAC-6DBD-43AB-833D-18E61A84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FC7686-8A2A-4DA6-AFED-714B8AAC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0184F-2097-45F3-9B94-5E5932F73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274F0C-A4B3-4752-A821-AF1CE424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0E5224-6158-40F4-A411-98F2797A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70D7A-2EB7-457F-8659-506FD294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대충 만든 preview는 실제 API payload와 달라 승인 증거가 되지 못한다.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B77FC3-413E-4324-B967-8A69B4C8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10B430-7CFC-4A7B-9DA9-0516673B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A9C72C-6DC3-40AB-AAB1-3B09FA28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dry_run=true인데 publisher가 호출된다.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0519CC-B226-45C1-BB58-8A4A5E64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DRY_RUN_CANNOT_PUBLISH를 contract로 고정하고 fake publisher call 수를 assert한다.</a:t>
            </a:r>
          </a:p>
        </p:txBody>
      </p:sp>
    </p:spTree>
    <p:extLst>
      <p:ext uri="{BB962C8B-B14F-4D97-AF65-F5344CB8AC3E}">
        <p14:creationId xmlns:p14="http://schemas.microsoft.com/office/powerpoint/2010/main" val="1906856877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D50F8B-BEBD-4ACF-9E38-4DD4565E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3139C-3AAE-4C96-AE0B-7C95EDB8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89F5B4-336A-4730-AE4A-9853F3AB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93124B-F548-4918-BA5E-9B19B8D1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A5BBBE-E1EE-4F55-9DC5-81A2070C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D184A7-7A53-4FC2-962F-F9767077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8AA09F-E95C-4C9B-8E34-4AFC0332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20F315-183C-4F39-A5E0-47DEFB94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F173D8-0E1E-4B41-B461-727BDE99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9DC031-9432-4C57-8F30-3D6968AF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974871-4F1E-4EC8-BCC0-8055CE52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CBBEBF-92D1-491F-ACD7-C19C3FB5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908240-2684-4F0A-A213-CC6C9E31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9428E6-F18C-4689-BEC3-A3709B19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992FC7-7B2A-4291-9A39-FC8E3DB4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A2276B-F1F2-45EF-9192-B0D83767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 없이 동일 payload 생성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E410C2-81E8-414D-802D-E1629F53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D1A3CE-CF15-40B2-889E-26920B21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FF2B2B-6E89-4370-8FC6-D6E6E9BC7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D4E421-442B-4FDA-8DF4-6A920EAD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Payload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09BFBE-FB92-4669-8790-B719AA6A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264C2D-1A47-4333-BE6C-0B2AA72F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API에 보낼 구조화 데이터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CD2E10-BD79-45C3-87A0-DE0A413E0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7D4219-0C0D-4E80-994E-1E10508B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25715B-88EE-41FE-A30E-F4D64BA2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FA44C0-44F8-4497-8AD8-4C5BBE0E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Audit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D8795B-B1E6-4CD9-A833-4DEE95F3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2837A0-535E-484E-AEBD-9461808C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누가 무엇을 승인했는지 기록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C9215F-8E6E-4619-8263-70CB2417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B7F844-5C38-438C-B7AB-08C74AE8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E69085-802E-4B42-B4BE-53B1866D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B6942A-F0C2-4BF1-B6AD-C028151D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 write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C133EC-A051-481D-8917-C42CF25D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59DA1C-39F9-48E9-9CC0-FCBC67DF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시스템 상태를 바꾸는 호출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A2126F-01CD-4E35-AD31-D50D770E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B255E17-182A-4C2B-9F0D-F7B885A7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965697416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0B6751-C010-4132-B3BE-2A878E19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7E4313-282A-4356-9678-F83D874D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09E894-19EB-4D92-B381-438FD4F6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6AE6A0-72BC-46B8-A695-DA489602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D22911-A501-4A91-AE8E-E802422D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6519A4-2AE7-4B7F-8278-BEDAB1AF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605756-94C2-4855-AE6C-22CEB7AD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667D83-6B2B-4BEC-8F53-F37F4C0B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D3F10-012C-4B06-B80B-6A8233A8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dry_run=true인데 publisher가 호출된다.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D046D3-9BDF-4108-AAF5-5277FA8D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BDF19-7BDC-4557-A137-BB3139D8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대충 만든 preview는 실제 API payload와 달라 승인 증거가 되지 못한다.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0F5E27-5793-4AAC-BA02-EFCD50E6B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424854690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0041AC-F00C-4CFF-A537-AD2077D0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5EE746-1210-43E4-B39A-C3B8C9CB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8BA66B-C663-49DE-A36C-2A88DEA1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81E809-ACDF-462B-BE8B-83CAFD64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6C9B09-BBFF-4CCC-818E-E2B7910D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81F122-6DCE-4306-8F58-1C432D67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369B5F-AE01-4A4B-B7AF-3EBAF5D3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823C3A-9375-4071-BF15-5A2D06E6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0D32E7-2056-4DC1-8B02-E2B28A78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dry-run plan은 approval=true여도 publish되지 않는다.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C2EDA6-B972-4E77-97AF-77BC534A4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64D7D7-87A4-40C6-96BD-00D6A6D7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E1A376-7827-4B91-A7D3-C0BDFE13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dry_run=true인데 publisher가 호출된다.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B335AA-4EE3-4F47-B235-33FA847C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B5F888-BC3C-4382-AEEB-A4FC7778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31B93C-2B3B-49D9-923E-24A4C78B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DRY_RUN_CANNOT_PUBLISH를 contract로 고정하고 fake publisher call 수를 assert한다.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AB7765-97AB-4D9F-9391-2AAED66D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9324D1-729C-4DCE-9B79-A84FBEA5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8A6A10-455F-4560-BAA9-F3624F0A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review_comment_plan.json과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754979727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99DD36-6E08-4F9B-AE38-BCE98E65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67FF19-36FE-4629-B62E-3796E13B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2D59C-4CAC-4902-8BAD-EBC8F4EE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95D624-8D9A-4483-BDBB-D85AD48D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CEAAC3-CCD6-4F0F-9D79-DB124BEC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F8F130-E0A4-4438-9958-484A8A61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a3de97783f4c1b"/>
          <a:stretch xmlns:a="http://schemas.openxmlformats.org/drawingml/2006/main"/>
        </p:blipFill>
        <p:spPr>
          <a:xfrm xmlns:a="http://schemas.openxmlformats.org/drawingml/2006/main">
            <a:off x="5010150" y="1830586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F9A55-F68D-4257-B70D-E55DB105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 경계를 건드리는 변경에는 boundary test 없이는 완료하지 않는다.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CD4FA8-E0E2-422D-BE35-EC561FFD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1630802721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DF3B9D-C102-40BE-9D8A-122A30A8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7E980E-77F1-4C04-8385-D53BF35D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FDE7EB-1EB7-4E42-947A-5453D52E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C88E2-D338-4274-893C-CB5AC78E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F645F3-E30D-4BEB-8634-4D1F5769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E87B35-9368-4ED7-B4ED-36EC71A4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4EF800-C02D-44E0-9F24-B3E84641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15E6D3-FD27-4034-99EE-6E82318B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6F3109-78F6-4F72-A681-2ADD7E35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 경계를 건드리는 변경에는 boundary test 없이는 완료하지 않는다.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1933C7-1AAE-4E92-847E-B62F4CE0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9B90BA-45A0-42E2-9360-0776C35E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6E88D3-5182-44FB-BDCE-121B4DB5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src/course_services/contracts.py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F5EA77-E9CC-496E-8825-E4C00CD1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DA20F3-065E-40F3-B02A-B99B3598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C2AFDA-A0B2-4386-BDD4-53720933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payload에 repo·PR·SHA·body·key가 있다.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 plan은 approval=true여도 publish되지 않는다.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409802-5264-40B6-BA2D-FA1CE991C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590882-44B7-4463-A534-70C5C62D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7B97FB-3C91-4680-9C4F-3C26CD0B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1356125106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D3EEB9-C4E5-47E6-8120-84EEB8724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4043F0-3D96-4539-8B52-076624D6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3D4DCC-77F4-455E-B66E-D376B435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D4693F-724E-4064-98D1-DEDCC16D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5C393E-33A2-4C66-8909-2413AF42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CB4E93-488F-4C8B-B0C0-B5E850E7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25EF2D-A07A-4E9B-81AC-B37D7D6D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48D4D9-BC47-4005-8329-1CC628DC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F84A3E-5F87-43E8-BBEE-1BD88956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6617EB-3E22-4FD5-B3F4-E79391BE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D7638-9FF3-4DEC-83DC-BAD9F7E6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027CCE-1CEC-42E8-8CBE-26A086C0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0A2346-8F5E-40DA-B242-FF068B7E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0B35FF-CF0D-4E2E-AC07-EEC86FF3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payload에 repo·PR·SHA·body·key가 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4A52F4-2597-4B0F-9CB2-474C4844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192FCA-3928-48C4-9005-61A51D68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1C4647-2E2C-495A-8FD9-79EF7F18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F4A6FE-E263-47ED-BF00-29148614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 plan은 approval=true여도 publish되지 않는다.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985B30-354A-4E6A-B067-33DAC143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271CCE-1421-4F51-B572-ACCBF617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99DCD9-1780-4F03-B21E-428D4C81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13A29C-99BE-45AC-9151-E2D1992F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263457524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21941E-ACDB-42C6-929D-1144F6C6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2E5939-72E2-4477-A519-2900B66AC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577383-DE42-485B-9833-22378566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1C8AC-721B-4AEB-956D-D9EE797E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77FB0F-7CF6-451E-A581-8608AA7C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8C738-C74F-4A1C-BD30-0D668837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50C758-9A83-43D4-8207-C1BD2917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C8C1D0-896A-4482-8501-65F39602C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B052C0-106C-4763-B871-A4117FC3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src/course_services/github_service.py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B3B75B-036A-4F1F-83C0-37BA50D1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C9584F-2CA3-4300-9AA6-F1BC48E0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B48C10-72BE-47AA-B981-CAD5415E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src/course_services/contracts.py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7B3235-9F05-4F23-B5D8-39A2E994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A2AD22-6CE8-4342-BE18-45C0DC38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9AB556-B047-4E60-A207-A4958191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dry_run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7A3859-02A7-40C8-9D09-BD441343B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8C5866-215F-40D8-9F23-712C758E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B7E962-EEBC-41B5-B439-0B78660A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payload에 repo·PR·SHA·body·key가 있다.</a:t>
            </a:r>
          </a:p>
        </p:txBody>
      </p:sp>
    </p:spTree>
    <p:extLst>
      <p:ext uri="{BB962C8B-B14F-4D97-AF65-F5344CB8AC3E}">
        <p14:creationId xmlns:p14="http://schemas.microsoft.com/office/powerpoint/2010/main" val="813368151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F96780-3541-40E4-80F6-59CEB8FD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9D98B-DE37-44BF-8845-BC7F2044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72E68E-AF97-4D21-83DA-FDCF5422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1EEA4-3AE6-4E21-B56C-C462CF28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FEFD50-D4F4-439D-AE44-3E9E4146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1235B0-130B-47F7-BC82-C0E0582A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774781-FF6C-4362-B2BD-8E57D4C2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61AF2-9587-4ED0-BA47-F440451D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BD17CC-255A-4853-9530-CBB4B3DD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tests/test_course_services.py -k dry_run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4E4B44-AA75-498A-91E6-F25B4CF1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353AD5-65D7-4BFB-821B-2C6B5AD7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2081677837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E1D9FA-C5C6-44C4-991D-F513C52A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EC6855-48E1-49D9-A084-75AC08CA7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81CEC-DF66-412E-BC97-09A051A4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FA6467-29AE-4CAD-935F-FCC56C31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B25E35-2A50-4C05-952A-818C12F9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896AD-0C1E-4AB8-A210-E4702AF6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F9BBA7-E7B4-4444-99DE-E83A9466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E89C2B-A634-4FC2-8DB8-A454393A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A6B69E-1638-457D-BD69-4A1E7761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82A064-DDF4-4FA0-91AC-5038017D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review_comment_plan.json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1D496A-BF20-4960-8449-4C923328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3BCC45-793C-41B2-92B2-4961A7A5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D6D9D7-7A13-4FB9-8335-4A648142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payload에 repo·PR·SHA·body·key가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dry-run plan은 approval=true여도 publish되지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913808508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92BE2C-5923-40F0-83A5-F2CEF9B1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7458F-322A-4A1C-840A-21AD588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EA56E2-FF34-4D10-BCAD-B27EC584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89208E-626A-4F0C-B3B7-41470661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FEF4D-919A-4A96-977B-976EA775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E92EB4-5D73-4907-A726-3406AE6C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8628E-0099-4859-B111-0DD27134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F495CA-CE0D-410B-838F-C5544FAF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dry_run=true인데 publisher가 호출된다.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5D0118-9370-4E37-BE29-ACA7A36E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F5BF96-FDA4-4558-8B2C-5AE35A6F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D1F8F7-FB8E-402D-BB85-D60A9439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DRY_RUN_CANNOT_PUBLISH를 contract로 고정하고 fake publisher call 수를 assert한다.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F30B47-3EFB-4E50-9F84-A734E008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dry-run plan은 approval=true여도 publish되지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55974186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15F725-552C-452E-979F-D9F17243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8E5762-EA74-42AA-8C84-FE4618AA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B10FDF-3F60-475E-B906-61CBD7C3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7C4AE5-FFF5-498C-8293-7E165400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B87C48-66C3-4B90-86CD-D9664617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B3B6EA-9C5D-4390-9488-3C760309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534133-2C89-4EFC-924D-8CDD1CAF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17D2F-5E51-40C0-9757-666EE09D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src/course_services/contracts.py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72628B-FC99-4480-9530-150D16FE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D3E4C9-4C3A-47E8-9482-F211965B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FDFB11-C885-44CF-8D04-4315CAC6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EC778D-9648-4E44-95A0-6273A1D3D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payload에 repo·PR·SHA·body·key가 있다.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review_comment_plan.json 저장</a:t>
            </a:r>
          </a:p>
        </p:txBody>
      </p:sp>
    </p:spTree>
    <p:extLst>
      <p:ext uri="{BB962C8B-B14F-4D97-AF65-F5344CB8AC3E}">
        <p14:creationId xmlns:p14="http://schemas.microsoft.com/office/powerpoint/2010/main" val="154751167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7D257F-F892-4DFB-9AB8-EF62B76E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39E360-3E83-4E2E-9830-F2BC2B90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B1318F-1EEF-4FC4-BA4C-C0468DEC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2F68CE-C89A-492D-AAB0-3DD3F156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C8721E-860A-40D3-9B32-F87FC64C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9DD90-5885-4400-B075-358353AD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1E28EC-F262-4D6E-8AF4-F8306ABA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 경계를 건드리는 변경에는 boundary test 없이는 완료하지 않는다.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src/course_services/contracts.py · tests/test_course_services.py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845F71-A2E3-4CC9-97EF-A07E7ED1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7CD60C-8E6A-4A16-AFEA-623F44ED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review_comment_plan.json</a:t>
            </a:r>
          </a:p>
        </p:txBody>
      </p:sp>
    </p:spTree>
    <p:extLst>
      <p:ext uri="{BB962C8B-B14F-4D97-AF65-F5344CB8AC3E}">
        <p14:creationId xmlns:p14="http://schemas.microsoft.com/office/powerpoint/2010/main" val="93861679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643B77-2ABC-4BCA-A105-7D226877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5319C1-DC24-43EC-AB74-32879A2B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922566-2B79-4F97-9252-A0441EBA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7111E1-AD41-4808-B909-AE132DFB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0FE7A-5E6B-4149-A8FC-9A603210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CC880F-F05D-4411-840F-EA6B1F32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23D5E3-B4EB-44EC-8BF5-F7D59088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tests/test_course_services.py -k dry_run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payload에 repo·PR·SHA·body·key가 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6DB827-1B1C-4E49-A2C0-7A8F75825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BF0EAE-B9DC-403C-A199-08C82B18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review_comment_plan.json</a:t>
            </a:r>
          </a:p>
        </p:txBody>
      </p:sp>
    </p:spTree>
    <p:extLst>
      <p:ext uri="{BB962C8B-B14F-4D97-AF65-F5344CB8AC3E}">
        <p14:creationId xmlns:p14="http://schemas.microsoft.com/office/powerpoint/2010/main" val="403080233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B3A425-CF0A-4E69-AE1F-8F9B9A90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C0642B-B811-46D7-8BBD-2CDCCBE8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707667-220A-4DA0-83EA-EC5EA449A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384FA6-A35F-4364-8B07-5DCE0384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120336-8420-489A-9EAF-BA07CAF3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EBD33C-0366-4860-8713-2535C919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D27B71-5610-404E-9A40-A9A1F92E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 plan은 approval=true여도 publish되지 않는다.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DRY_RUN_CANNOT_PUBLISH를 contract로 고정하고 fake publisher call 수를 assert한다.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9E756F-3AC4-4E4E-88A3-E6C0A7FF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0F6CEC-18B5-43AE-8F44-321649F8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960126673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D550FB-14D0-4CA2-940B-E2C29DCF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59277F-3B5A-41CA-A160-7C76D639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33E2AF-4F38-43CD-9D39-6D7A3759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AB7C9-AC96-4783-AFB0-E395626D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1319C-BB00-45FA-8172-6255934E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1226B3-C54F-4664-A958-CEC63A351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31DA33-2D5A-4CAF-892F-7D550F35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3657B8-2F7A-465A-9BEE-BBA5C7DC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BD2C3C-AD84-4BD5-B2DC-658ED3FF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payload에 repo·PR·SHA·body·key가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6A5EA1-150A-4887-A793-79F0EAE0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D55138-E0B7-4425-B347-9E16E51E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3F6522-617C-4E57-93F5-3D1AC73B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4C5CAE-3263-4C72-BE83-E5EC8FAB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B3E505-82B1-434B-BE2E-686E5F7C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BC95BD-B28E-49EB-87F7-844A5419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23FA20-A64A-4E2F-8A63-1999D308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3A9EC2-202C-413F-B105-C3DCB77F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CAFA68-FC44-4A29-A4FA-BDC92459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25750487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A8DA45-148B-48E0-8F22-A6210361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7D8F7-8BA9-4BBE-9643-5B0056AF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1A481B-0B74-4884-A18C-60A1D35C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B75F9D-65E8-47DE-9453-20C0F8FA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4D0268-A49C-4A86-936C-3BEE3DB5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8EAFB-B1D4-4406-84E6-2CC19FDC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D4843A-C25F-47AD-8BC0-8619421F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7D494A-4005-4C83-8948-60162233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4650A5-4485-436D-9DFC-91492CFC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dry-run plan은 approval=true여도 publish되지 않는다.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4AC1E5-DFE6-4A16-B4AA-DAD2A0EEF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D612C0-C7F4-4915-A7A2-A1CAE876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E2D62C-AF94-4FEB-BF2B-D352B0CF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010269-4B5A-4FE0-AFA6-1F127664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4A1C0B-5CB6-4567-9A9E-2B92AC39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BC541-3AAF-4167-98DD-EBF16245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9EA1D5-D8C2-4769-BF4F-4893F809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131B17-E50C-4F37-9159-DAAAC775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EA1FEB-E5FE-4915-BFA0-11440330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263121265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6C32E7-99FA-49F9-9BE3-CF222038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B1593B-C7A7-4E64-B871-7D8EAE0A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51F391-8AAD-44F0-B080-868CDBCF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5B504F-C0B3-4A1E-882E-2C7640B8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7EC3BF-102E-45C1-B2EA-A122FCB1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814066-583B-4EEA-A7AE-23F696D1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B383C4-586B-4C42-A893-75C6B271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운영자가 Slack/PR 화면에서 실제 게시 내용을 사전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0EFC7E-FFE1-4F36-86E1-C6CA9FB3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D431A9-1283-458C-97A6-E94CAFC2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217C3F-9AA7-45A5-9878-46639C44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D5284D-56A0-4C3F-85C6-FA79F846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7C9D1D-F4D3-4DE0-B0AB-919B9C40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6D36F3-9FA6-48A4-B4A6-BF830CA2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6E4D33-1973-4690-8777-C76EEBC5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7549A1-0CC3-44EE-BA54-5D1474CC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367E10-A353-4F1D-8BC9-ABA4AE12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A4B107-2D7C-4208-9295-C32B756C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1D1652-BA9E-4DFC-9A5E-70CBC380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D04291-24E6-4DDF-8BA1-7226F3AF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review_comment_plan.json을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753081537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D5671D-041C-4E4F-B32B-B09F69633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083E1-9928-4E5E-996D-1A9328F8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57CF26-33CA-4143-8D3A-00EE359E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84CD05-8B00-43EF-9111-C9B71A34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EE5A86-54A8-48BE-A3FC-F3CDE1D4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5FDFFF-4911-4578-B25A-B5A47115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7B80EA-6EB4-472D-95BA-01B8462D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운영자가 Slack/PR 화면에서 실제 게시 내용을 사전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AC8AB-3631-40B9-9ABA-61A5A423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CFF14F-BA38-4C96-AB22-67186712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BC7193-A1CE-4BA1-98B0-E8E98166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C6CA1B-BCAA-4A00-96B4-566EBFE5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9AA5EC-C152-4468-8231-9F1973A8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42D043-AAE9-48C1-B683-E1A354F1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EA2D47-CB4F-4144-AA80-1A22883E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6BE134-3164-409B-8B9B-9C364AEF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8FFB15-A8BD-45CA-B3AE-7737AA0F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C6B59D-62C7-4D34-829F-12EBD6AA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415CA3-258F-4350-934C-41464BA5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F81495-3753-40BD-8098-3E6317A9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review_comment_plan.json과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428044881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9C6CE9-F9C5-4108-B1E9-F1F6600B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298F5-5DE6-4C2A-87B2-94E92D62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E0D011-3C18-46B4-8436-91E5C5B09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1296E-4DFA-47B9-A90C-89023B70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A3B95E-7A50-404C-8F7A-FF2F2003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43CF92-55A3-4380-866E-689FCBAE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EE08A8-554B-4C90-B953-2BBE773E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B8F89D-6E76-420C-9615-48B2C9C3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7F3F69-7386-48B6-995D-7BFD4941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payload에 repo·PR·SHA·body·key가 있다.로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031AC3-8821-420E-A965-EC127A4ED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8E6CE8-87F5-4884-A64F-0ED574CE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7B8B05-C8C0-42EA-B0AE-F240B3B3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FFE9F-A2ED-41CB-A8A7-3A7225BD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301377-0A96-4DA0-AC96-4E63B4986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9687B5-5B03-488B-BEDA-78D68CF7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DRY_RUN_CANNOT_PUBLISH를 contract로 고정하고 fake publisher call 수를 assert한다.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D9461F-9214-476A-A25D-86747D5F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E69198-12C4-4AE8-A6E3-101ACEF0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8E65E2-C166-4503-957F-CC042CDD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review_comment_plan.json에서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240779781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05DB42-CB60-4332-8EAA-8F99D232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A55F8D-BAED-4A55-8C8C-D0CE4531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1AC3D5-44FF-4F47-B9C3-225C039B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982033-E6AC-4672-879C-11888B52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5AC784-6849-42A9-B97A-615C8023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11F0EA-392A-4FCA-B150-18FB1D67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ED8648-095D-4420-9F4C-601771AB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A6218-ED66-4B3E-B080-3311034D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D591AC-FD0F-4C4D-9134-3D23DF93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Dry-run Comment Payload이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618326-474E-4D2D-B314-100D62E8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B39675-C6B0-4E00-89F5-52D0481F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99F3E3-6DB4-4840-9086-188B83B7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dry_run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025057-F83C-4C8B-96A8-953F4E51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3DEF4A-3D8A-4123-8CC1-F43617E00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B0D2B2-A997-4C71-A8A2-ADC94C488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review_comment_plan.json과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57A002-84C6-4832-82CC-2DC9A7F2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Sandbox GitHub 게시</a:t>
            </a:r>
          </a:p>
        </p:txBody>
      </p:sp>
    </p:spTree>
    <p:extLst>
      <p:ext uri="{BB962C8B-B14F-4D97-AF65-F5344CB8AC3E}">
        <p14:creationId xmlns:p14="http://schemas.microsoft.com/office/powerpoint/2010/main" val="176474924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8252B4-409E-4DD2-8AC9-EBE56BD1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21C354-CBF2-46C3-A439-02C9189E3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4 · 8차시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A2CEEF-CB71-4990-89F6-7B3D9076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16:40-17:30  (쉬는 시간 17:30-18:00)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169109-A732-40BB-8E40-2771DE18D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Sandbox GitHub 게시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C5F4FE-47E2-4324-8F71-1D90C89A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Sandbox repo · Publisher · day4_audit_record.json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E8C6AB-3391-4345-BD08-8F2D6FA5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C4EDAD-CC91-4D4D-8963-D8B4CCC9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6CB9B-A22F-4FCA-AF2F-B18E2305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C1D8C8-1399-4D69-B27F-DA57E78A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95F355-70A5-4305-AC4D-592D2817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materials/day4/day4_service_lab.ipynb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2B2881-688B-4A7B-A11C-A34FE652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472489-9F5B-4A4A-8C70-C22C5C31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day4_audit_record.json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024498-4407-4E9A-BD47-CC639C2D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4 · GitHub PR 자동화 · 8차시</a:t>
            </a:r>
          </a:p>
        </p:txBody>
      </p:sp>
    </p:spTree>
    <p:extLst>
      <p:ext uri="{BB962C8B-B14F-4D97-AF65-F5344CB8AC3E}">
        <p14:creationId xmlns:p14="http://schemas.microsoft.com/office/powerpoint/2010/main" val="1492531510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ECE7F0-6736-466A-9F1E-F7F92B9C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B9C343-7B50-4160-A2FD-7E97DB20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DF344B-744B-4B97-8C91-B01CAAAD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4D7AD-917D-4E33-B925-DAF27173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7BC3DD-21DD-4470-A26A-0534A2C66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06A0A-9DB6-4805-A7B4-B9819DA7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0B7C7E-70BB-4D2E-8224-1E268618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CDB82C-0DFB-46CF-80B6-29A940FE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6EC372-4C5B-4A57-B2BF-4A408A55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review_comment_plan.json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8BA875-25AB-4304-8374-235C36708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17EA18-E6C9-4F9C-8D22-C4EB6B60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BF8AE-5716-47B9-BB14-AF6E4175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Sandbox GitHub 게시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BD8EDC-4A92-4151-8F2F-794503C1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C531B-0265-4EFA-BAE1-E659B4C9F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10D406-1D11-436A-B3B5-178FE0E6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day4_audit_record.json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7EE94-5A2B-4E25-A68A-BB4AD0F2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F91273-5452-4D20-AC7D-527A9D01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7185B8-AB6D-4F3C-8767-AB2EE5D9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17:30-18:00 쉬는 시간</a:t>
            </a:r>
          </a:p>
        </p:txBody>
      </p:sp>
    </p:spTree>
    <p:extLst>
      <p:ext uri="{BB962C8B-B14F-4D97-AF65-F5344CB8AC3E}">
        <p14:creationId xmlns:p14="http://schemas.microsoft.com/office/powerpoint/2010/main" val="392108938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699740-B095-47E6-B202-1BDF03E1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726649-BF4D-4A93-B58C-B62E5889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4CB857-A24A-4335-A34C-53342EA3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ADB022-3836-41A6-AC70-1A7522DE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E63EC2-4BCE-4D7C-985A-0DF09070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F87840-5B96-4B24-92EB-C48593C5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교육 실습이 타인 저장소나 업무 repo를 오염시키면 안 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85E2A4-8B5B-405A-A697-304EEE05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선택적으로 승인된 comment 한 건을 게시하고 audit ID를 남긴다.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4615F0-D913-443E-81CF-731BD948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C8D6D9-B80C-483D-B9C6-9257D455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day4_audit_record.json</a:t>
            </a:r>
          </a:p>
        </p:txBody>
      </p:sp>
    </p:spTree>
    <p:extLst>
      <p:ext uri="{BB962C8B-B14F-4D97-AF65-F5344CB8AC3E}">
        <p14:creationId xmlns:p14="http://schemas.microsoft.com/office/powerpoint/2010/main" val="1302069763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9CC817-7434-4BEA-AB1C-3C9DC417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550BB-5C37-49DF-9F76-17D0AA44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734AE5-DACA-42CB-A1F2-BD4AD3A9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FF3704-AD90-4A86-8E05-7A87D2C7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8542D-FC7B-467D-88A2-149BBABF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F9B635-3E29-4938-A820-D147DAA2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E8EA3F-61B9-4960-A9F5-497D8450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8D4965-A7C1-4573-B48C-DC809FCA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선택적으로 승인된 comment 한 건을 게시하고 audit ID를 남긴다.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BFC65-104B-4AC8-896F-AA8E9381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40F4A9-0F1A-4DB2-826D-2227035E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0584AB-5762-4808-9FDA-1E07C1E3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교육 코드에 live publisher와 token scope를 기본 포함한다.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D85972-2C60-4F51-821E-DF62F442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3201A5-AC34-4402-A8E4-2D926931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C5C2AF-713E-4168-A939-0AAE5843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day4_audit_record.json에서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982090328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46DE77-1EA2-440A-AA0C-D35E8014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16293C-CEEC-4991-BD02-962C88DA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46552-DB3D-4D44-B7A6-82F5D761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0497C7-9350-478B-9C11-8327A865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E1523-FB6B-4B05-8327-624A567F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81ED69-3C38-40E4-BE27-8E24128D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19A2A0-CBF6-4AFF-8691-79F5FB56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952609-22F9-48AC-BAF9-40D8FFD60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380E8-ADE5-4A32-8ECD-F83A96CF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9B4DAC-04E8-447A-B38F-C76B60ED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166BA1-8106-4403-9A50-43D64DC6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F6EF22-A480-4CA7-9FF1-4A5E9C6B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Sandbox repo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A47858-7AC7-4D05-8A93-29D8A4C5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B159FD-ED67-49DE-ABA9-9D966E1E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실습 전용 본인 저장소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91A950-023C-42A1-950D-C65D5573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5EA255-0EDA-4B36-9D2F-40C5CF8E1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Publisher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C2F168-8AB6-4BAD-9F57-6F86B5883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7FD8AB-DA0C-4739-872B-FCA2D218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API write adapter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AB806C-FD19-4E7A-A38F-9C0B0CBE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B8C20-6E95-4BD1-9E51-6AD74EE2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Remote ID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2B798D-C2E5-4C39-AF16-D93E1262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F5BC85-AE56-4B6B-9E09-E3CA8742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게시 결과 식별자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6D824F-18B1-499A-8FF2-359BE70B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ADF4FA-AB82-46B2-8258-41FB7727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Rollback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A7277F-744C-4D6A-8342-1ACDE469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7D9A2A-5708-4512-8D0F-D6A02AB5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comment 삭제 또는 commit revert</a:t>
            </a:r>
          </a:p>
        </p:txBody>
      </p:sp>
    </p:spTree>
    <p:extLst>
      <p:ext uri="{BB962C8B-B14F-4D97-AF65-F5344CB8AC3E}">
        <p14:creationId xmlns:p14="http://schemas.microsoft.com/office/powerpoint/2010/main" val="1444381402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288071-B0B1-4D3F-BD12-1139687E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8232FA-D779-47F7-A48F-A1511A14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844033-7633-4E2D-A447-9EED298D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762984-319A-4AC7-A795-81D94E5A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72EEA4-C6C1-45CC-BB14-5C8BF0A5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42B54-32F2-4C79-95C2-97D3AFBD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ACE55-1CDF-4952-8691-8BE2042A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1B32F-5E7C-42FC-A9B5-CE690201D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materials/day4/day4_service_lab.ipynb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EB6E76-95C6-4366-9FB5-1D611851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7A4A7A-1375-4952-B7AE-918F3899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2FA019-7FCC-4FAD-8C21-2CD58AD1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sandbox 확인 → dry-run 검토 → 사람 승인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9D3DD9-2B74-4474-B194-E9C53486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36221C-A958-4AB2-96C5-D48C6B2B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0E7EA1-6028-4C60-90B4-AECC2ACC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day4_audit_record.json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4420C0-1F7A-4E59-8894-94EFBF2E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501843-57B3-466B-9918-CEAA7C46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A5EF00-6A7E-498E-9A38-C129596F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fake publisher가 한 번 호출되고 remote ID가 audit에 남는다.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publisher 미설정·승인 없음·dry-run은 모두 BLOCKED다.</a:t>
            </a:r>
          </a:p>
        </p:txBody>
      </p:sp>
    </p:spTree>
    <p:extLst>
      <p:ext uri="{BB962C8B-B14F-4D97-AF65-F5344CB8AC3E}">
        <p14:creationId xmlns:p14="http://schemas.microsoft.com/office/powerpoint/2010/main" val="1688831112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B312E-3C0A-45CD-866F-147A065E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27F2C7-49CE-4E4C-824A-6332ED7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860179-3DF6-43D2-8C37-AA678636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0E00F-25E1-41E5-9A05-131A29F1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570166-CE1F-46CE-9E7D-47F75449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8D3FF-8D31-4B52-B7E4-1CB8C67F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53AC5E-C023-495B-9873-8EC5D627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CF30C7-9DA2-4A73-B9B6-2D766659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0EF06F-F368-4B61-92F3-DE667F18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sandbox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E81283-B80F-4962-9F9D-6564DE64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7E070D-FBDF-4FB9-9E54-B9668251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34D8A9-81C0-4915-824C-AA9DB340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dry-run 검토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550875-566A-499A-A924-507A2191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2EF7B5-2607-4E16-A1C2-8B272FE3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23A5FC-8C64-49C0-BCD9-00668C24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EA195E-C0A2-4A12-A678-3EDFC0A1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708F0C-3474-41D7-BF00-8DDA36D5C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E2B267-9961-408D-A2AA-4CE593B3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1회 POST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B8FEC7-1971-4BEE-968D-43CE65F4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AA0A24-DAB4-4732-90CA-BE4B912E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38D6A5-04FF-4AEC-B2C0-57B2FA83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response ID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B6BD01-34A5-4027-926C-B6FD26A4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day4_audit_record.json에서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503650261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519132-44AA-4F51-BF69-F958A645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105717-B235-456F-AF84-AA80DD23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F31A8-2AD3-42D7-A25E-F092B5AA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E0235E-E7FC-4923-97E4-8FD86CA1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9E603-2D12-4FBF-A880-BBCBE705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254B9F-964F-4752-94FD-45B12C0B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0B3988-C30C-4FC7-9665-2F37EF3A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681C65-34DC-4503-8C4D-90935EBE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fake publisher가 한 번 호출되고 remote ID가 audit에 남는다.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2FDD0-548B-4512-87F0-787C0719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7E4DE4-16EF-43BE-92FD-6C43DA8A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3D305A-DDEE-4683-B0FD-D03C38B8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publisher 미설정·승인 없음·dry-run은 모두 BLOCKED다.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88E474-143D-4C84-BAED-AC9CA60F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C114E0-879B-4AEF-B579-866FC47E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B04011-087D-413A-99EF-F1761038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F962DC-6624-4713-864B-CCF45DF5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ECA978-E204-41DB-B36F-9A1390AB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3FEF0B-C079-4AFD-9DD8-24577EDD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식별자·day4_audit_record.json</a:t>
            </a:r>
          </a:p>
        </p:txBody>
      </p:sp>
    </p:spTree>
    <p:extLst>
      <p:ext uri="{BB962C8B-B14F-4D97-AF65-F5344CB8AC3E}">
        <p14:creationId xmlns:p14="http://schemas.microsoft.com/office/powerpoint/2010/main" val="1846466469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6A4C6E-4F05-47DA-AC96-764C6BB20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7AFF2B-F9B1-456B-AD70-86CF925B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1F5222-6C49-422A-BD9B-34F25625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DAAFA-C521-48FC-B245-138AD433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966D72-3929-4F68-B6D8-889E70CC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D6B7FB-5FD4-4C0A-A60A-078A38D0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92AB5C-B207-4FEC-9B5A-14C1B8AA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81C7B4-45DB-4FEA-B379-5D947BFD4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62889-DDFA-4E49-9361-38F6EB36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materials/day4/day4_service_lab.ipynb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076B4F-8F34-4B02-8B9E-3A268D1B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1FCD22-FC98-4B49-A3EE-E523B4D1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85B6A3-DA96-4B14-A159-4195D055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D92FBD-E5DE-4731-AAC2-E4992479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A2E3B7-7E1C-4FDD-83A3-E6D23C46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5DFC2F-51BC-4257-968B-14F12239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6EFB62-4614-4981-8BE8-130693FC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718DFD-8C68-4B19-94BB-F0CEFE09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C3D477-2D85-4585-B02D-B384E934F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</p:spTree>
    <p:extLst>
      <p:ext uri="{BB962C8B-B14F-4D97-AF65-F5344CB8AC3E}">
        <p14:creationId xmlns:p14="http://schemas.microsoft.com/office/powerpoint/2010/main" val="599092520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7E2E2A-52A9-4BC7-8337-223E1661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Sandbox GitHub 게시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2BAC3-F98F-495B-827B-188C0010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AD80DE-7822-44A3-92CB-2E842752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33C032-ABB6-445D-8C0A-F35CAE18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F7933A-0429-4651-9B33-DA403EA3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33E6D1-A9E9-4BD0-8B73-F2B1FC70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4C87B6-AD04-4DAE-828B-D703F550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교육 실습이 타인 저장소나 업무 repo를 오염시키면 안 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B67B3F-9EAD-4ED4-882B-3549D426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B32770-9C0D-4467-B847-49968900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0DD293-68FF-4406-B054-259518EA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교육 코드에 live publisher와 token scope를 기본 포함한다.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1F2AE1-72B7-4F8B-897A-FB11A61F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repo에는 fake publisher만 두고 live adapter는 강사 승인 후 별도 branch에서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780012487"/>
      </p:ext>
    </p:extLst>
  </p:cSld>
</p:sld>
</file>

<file path=ppt/slides/slide2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BCE302-8D70-4958-934F-140DBD01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B68BF1-E21D-4ADC-9B05-F2028625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828390-7209-4C4F-9DDC-A5A8E9AD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2EECCE-F832-4FF7-B429-374FF490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DFE5D4-9418-419D-8A88-42080BAD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7CB922-2198-41CD-B275-1DB75DD5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610670-F2EB-4505-A0BB-C515F051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FD9DF2-A9CF-48A0-AC57-1EC129F7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7081DD-C2DE-4612-A7F0-994BA9FCA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F2AB87-DDE3-427B-9B22-9FF77A26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72C526-9035-4F44-B951-27BDBDEF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CCA31E-A5BA-4F76-91D0-EF5C8890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F78AF9-6B4D-422F-A0A3-EB74E86A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635A4E-7719-4CFC-AB4C-07AB2F30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Sandbox repo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186856-7FA9-449F-814C-D3F71BF7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E60555-FC3A-4D36-AD59-AF65A5F3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실습 전용 본인 저장소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2B0CED-F418-4754-9F92-188B4291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4913EA-3B09-40EE-90F1-1E7C45AA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018DB8-E35C-4F6B-B6DF-F83F2AF5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66DF19-7B19-45E7-8A02-9DF82AA2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Publisher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87AAFE-D233-4B2E-9EFD-88162929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3993EA-CD55-4216-8D3C-90CE7C19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API write adapter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AB26E2-AB04-4C15-BC75-E83250CD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ADF39A-DBF4-4D30-A8CD-8EDB8A89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AE87C1-A5FE-4612-AE12-56146CDA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A4B172-855D-4973-BED4-8189F230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Remote 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236F8F-AA55-4912-9E69-4D2ABCB3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544B0A-84F4-4A5B-8AAA-0BA49AC8D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게시 결과 식별자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E49843-C14E-46DE-881E-F13F8F45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9F7F71-087E-4FDB-83AB-41E49EC7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89994A-CD94-4667-AE4E-41EE6A6B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F5E543-F917-42E3-A01D-99093263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Rollback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AFC28C-C02D-4596-908E-537A2D75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C06BFEC-E791-4AEC-9DDD-576DB628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comment 삭제 또는 commit revert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B06FCC-CF17-49A0-AFC0-A9943444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A8E903-5F57-47E3-BB64-D6C6119E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121583125"/>
      </p:ext>
    </p:extLst>
  </p:cSld>
</p:sld>
</file>

<file path=ppt/slides/slide2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C4CC20-DE48-46DD-9905-3DC834FB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640057-A744-4462-B2F6-783256A54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EF2113-9063-457E-8E00-F07115454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9B4810-4DA4-44FA-8913-AEF9F9B8A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7B634C-833F-45DE-BD6B-539B9D80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4949E5-B89B-4972-A061-A533CB27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DC7EF8-A987-4072-8AA7-84BB8246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89FF5E-2D7B-4D27-897C-948542B9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472B2-2EFB-42D5-9B73-49912DBC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교육 코드에 live publisher와 token scope를 기본 포함한다.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CAF1F5-AE83-4B19-AFD1-3F0523FB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307E49-8F88-4DB4-A703-642800E0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교육 실습이 타인 저장소나 업무 repo를 오염시키면 안 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5C970E-3BAD-438B-912F-3709CF90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389867766"/>
      </p:ext>
    </p:extLst>
  </p:cSld>
</p:sld>
</file>

<file path=ppt/slides/slide2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57FFC3-D419-4563-A8C0-1CEED386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B48E3D-CAD7-4828-B228-9C9A03AE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6A7A71-27DD-4728-AE00-F8EC128E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FF98A-F969-41A5-963F-6B42D9E4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1BC1B0-39A3-472B-AA2F-3052201B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6415DA-F5D8-4A7F-A1AA-223E6391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AA1E97-D39B-4603-A97D-34202E17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8AAD04-0C1D-40F5-8EF0-FA496F95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2E8953-ADF9-4D1B-9FC0-1B02E4A1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publisher 미설정·승인 없음·dry-run은 모두 BLOCKED다.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FC0588-A8D2-437E-A723-10A650E3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A69563-6727-4296-956F-333B49EB7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FEC302-9260-4658-9248-AEF143D8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교육 코드에 live publisher와 token scope를 기본 포함한다.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FAC42-D50C-4F2F-8EDA-6E8B7969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36DAB-9060-440D-BCB8-3B4651A1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DB1D79-B0C0-48B9-B408-C6659F53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repo에는 fake publisher만 두고 live adapter는 강사 승인 후 별도 branch에서 연결한다.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842B5C-71ED-484F-BB9E-F979BBBA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C4527B-E964-43DC-8370-3A3130734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99A25A-5995-443A-A71E-FB74C200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day4_audit_record.json과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2003809604"/>
      </p:ext>
    </p:extLst>
  </p:cSld>
</p:sld>
</file>

<file path=ppt/slides/slide2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35B1DE-F74C-4B66-A08B-0A6A4DD9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7CDB83-9581-42F6-B440-92754FBF4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B7E7C9-4E5F-473C-8B8E-0309890D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5212B9-0172-4FB5-B64D-64EC79FF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3E5C52-1BF6-4180-97A4-1072C3AE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02D20B-0051-4FF6-AA55-1F3DBED8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93d0a624e46a6"/>
          <a:stretch xmlns:a="http://schemas.openxmlformats.org/drawingml/2006/main"/>
        </p:blipFill>
        <p:spPr>
          <a:xfrm xmlns:a="http://schemas.openxmlformats.org/drawingml/2006/main">
            <a:off x="5010150" y="1830586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01F499-75DE-4334-85E9-009AE305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 생성·리뷰·test 수정은 돕되 merge와 외부 게시 결정은 사람에게 남긴다.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91BFD0-23C7-47CD-B393-D717A6EC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1472544740"/>
      </p:ext>
    </p:extLst>
  </p:cSld>
</p:sld>
</file>

<file path=ppt/slides/slide2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14ABD2-5C27-4E6A-A228-4A9712A6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84FC33-CE68-4CCD-9FE3-1AC299F9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CBBF0-43B0-41AC-A6C3-0A574886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6C727B-FF1B-400D-B0C3-8686C97B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863051-DE03-47D5-981C-125E74F7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5811D7-2196-4ABB-BCC8-40E6418D8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3B9B2F-3935-4538-8956-1C0D8F23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03C57-3F9D-4783-A7CA-DE8D7D39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8DE6EC-5F0E-421C-B576-55B430DE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 생성·리뷰·test 수정은 돕되 merge와 외부 게시 결정은 사람에게 남긴다.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AFDA1-E94E-4823-8032-E2459820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4856F0-5349-4ACF-BD54-4C73C41C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B7F3B2-541E-44F1-AF62-0EA6D365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673F1F-D452-4C91-AFA6-EFA98967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958DF4-3748-4563-937A-1752A16B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B7B711-9CFC-4B69-9BE4-ACB695A5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fake publisher가 한 번 호출되고 remote ID가 audit에 남는다.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publisher 미설정·승인 없음·dry-run은 모두 BLOCKED다.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753E62-FE48-47E0-9639-5B31AA376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371039-8A70-4AAF-A6E8-8BC0FAA6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AB6AEC-4C2F-4E9B-BFA4-57E945AE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1868182687"/>
      </p:ext>
    </p:extLst>
  </p:cSld>
</p:sld>
</file>

<file path=ppt/slides/slide2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272725-71B6-4F58-8BF7-95F1ACAC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17D0D1-4F0B-4767-BA53-CA9B0644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66CEDD-93ED-4B2A-9891-F113D9A9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960219-1395-4ADA-8B5B-849DC486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86CA02-A4DD-4FA5-9724-E531283D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B8085F-23D8-434D-9173-296C6617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9D977F-0BA7-49D8-A664-04746005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F46CFA-BF96-4418-BB45-A361014A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867DF6-160C-4284-839B-FF5FE41A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E8760B-7852-499A-BD41-7C991490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3A9AA-82F0-4772-A9A4-A5ED5ECC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E95666-C718-415B-8403-BA589D4C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C3F735-49CF-45C7-8B98-1A872D9F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56814E-6D12-4C49-8E45-338E97EC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fake publisher가 한 번 호출되고 remote ID가 audit에 남는다.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5CFEE9-09A6-418C-BCCA-EDF90F1F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50A112-9726-44BC-AF8D-22D02BF6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E7BEC5-CB9D-4E23-A07E-A10D581A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C921A8-C1CE-4C84-A6AD-540993C9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publisher 미설정·승인 없음·dry-run은 모두 BLOCKED다.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B097C9-5B24-42EE-A30E-2451CD1A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9828A2-4CE9-4B4A-A7BF-71E0398C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5BEDBE-3191-46C7-A3E5-AEFB17BA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23E234-5A01-4D1A-B2AA-702277BF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2060516995"/>
      </p:ext>
    </p:extLst>
  </p:cSld>
</p:sld>
</file>

<file path=ppt/slides/slide2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35C393-DD08-4E43-80EC-09F3C3DC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163941-9924-4ABE-95DD-0F0206A5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A39749-54DE-4E70-8D6E-63DBBEA7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84D956-5F19-43A7-A496-231CBE00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C6A4EF-337E-41C4-8E1E-64A972A4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AC9741-928E-4437-8597-765BB467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D3F48D-2842-4DD6-BE63-0B44C2A8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0C44A4-5E4C-4221-A8E1-33301D01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141408-1876-47BC-BE84-68800DF8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materials/day4/day4_service_lab.ipynb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C5948F-8876-4065-8243-5B46D7C2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505A22-1D4E-4303-915A-2E21DCFD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2BD543-088D-471D-94C5-12C17149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src/course_services/github_service.py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CD0199-F22D-4086-919B-6E700634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DD9904-6EC0-47A0-9C6F-BA9DA587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C4CC92-6284-485F-8925-5C1B0BE1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8D69AD-D23B-4E91-BD2F-B6FE2A2B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1876BB-9CFD-458B-A3D2-9DD5A532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17F97A-2DB4-4544-AA32-C940F24E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fake publisher가 한 번 호출되고 remote ID가 audit에 남는다.</a:t>
            </a:r>
          </a:p>
        </p:txBody>
      </p:sp>
    </p:spTree>
    <p:extLst>
      <p:ext uri="{BB962C8B-B14F-4D97-AF65-F5344CB8AC3E}">
        <p14:creationId xmlns:p14="http://schemas.microsoft.com/office/powerpoint/2010/main" val="1651779823"/>
      </p:ext>
    </p:extLst>
  </p:cSld>
</p:sld>
</file>

<file path=ppt/slides/slide2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E1FCA0-DD6C-435A-A407-F6ADD50F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8C33DD-450B-4A9C-997E-D2D27974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8038EA-FB39-4A77-8971-58D46ADB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89A18D-CBC4-48F1-AC8B-F012740C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F31CC8-721A-430B-8BD3-8CCF01BE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7BFAB8-08E9-4F32-8F6F-DCBE234C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CF84D2-3417-4826-828F-1764617A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32762F-1F48-4FAF-A003-E91FDEA81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9CB4C7-8B65-40C5-9125-09BCD1D1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tests/test_course_services.py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9EDD6E-A578-47D9-BD7A-3C8A7FF7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C3B2CE-CA42-413A-8B65-90B6546F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989564123"/>
      </p:ext>
    </p:extLst>
  </p:cSld>
</p:sld>
</file>

<file path=ppt/slides/slide2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53B743-B1F0-49C4-A0E7-F4EA7FE4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F76E0D-E3D0-4FE8-963B-0E7343A2B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46EC0B-38B8-4FF8-8366-40C8FB902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F93F-9C62-478A-BAC9-F4C616AC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7DD301-CE2D-428A-952D-BCBBC89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F80BC0-9AB7-4476-815A-2D43CBF6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A1423-2F9B-478F-8D30-10C1D5A5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51655E-F9D8-4417-A744-713A256A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53C61B-2F24-4123-B17B-DCC546EB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9CED7-5E13-4133-8749-F83934DD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day4_audit_record.json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1BE3D0-3AAC-4931-9C16-9DE1DD398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1EE949-EAD5-4C92-A27B-79FEDD69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50F58B-C7FD-4A4C-A1D5-512C6FB4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fake publisher가 한 번 호출되고 remote ID가 audit에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publisher 미설정·승인 없음·dry-run은 모두 BLOCKED다.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595534743"/>
      </p:ext>
    </p:extLst>
  </p:cSld>
</p:sld>
</file>

<file path=ppt/slides/slide2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2D1838-EB5F-444B-9F80-4DA820D5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6F975B-83E8-4E13-A74E-8A127A7F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F454C5-F831-452F-92C9-4505092B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8C5C1C-CFB0-4211-80F0-19D7D8EF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259DDD-3A41-4566-BDDD-5067E749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C2ABF7-2998-4DF5-AD0F-41A9E570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303EF9-D141-43F6-ACF7-2C9F14BF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153884-7AF2-49FE-95B7-271C91F3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교육 코드에 live publisher와 token scope를 기본 포함한다.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C59B91-4AEE-4ECD-97D4-9975AA55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A134B9-640E-4D1B-8BE5-1142178E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FB39F-3D99-4124-B00B-9B49E263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repo에는 fake publisher만 두고 live adapter는 강사 승인 후 별도 branch에서 연결한다.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AB8F4E-6967-405C-A90B-24A862AF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publisher 미설정·승인 없음·dry-run은 모두 BLOCKED다.</a:t>
            </a:r>
          </a:p>
        </p:txBody>
      </p:sp>
    </p:spTree>
    <p:extLst>
      <p:ext uri="{BB962C8B-B14F-4D97-AF65-F5344CB8AC3E}">
        <p14:creationId xmlns:p14="http://schemas.microsoft.com/office/powerpoint/2010/main" val="1472274939"/>
      </p:ext>
    </p:extLst>
  </p:cSld>
</p:sld>
</file>

<file path=ppt/slides/slide2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9FB509-6A1C-47C3-BA49-CE48A504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B940AE-DFC8-4EE1-9EB2-550C8239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102DDA-C9C9-4DC4-87B5-8AAFFF99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A68B4-E675-44F6-BEBD-451D2D86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398FCD-B4C7-4693-B992-1D8A1A62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AFCF69-E21D-4C3F-8AF4-1D18C019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44D4F6-58EF-4B5A-AA68-2149825F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01A4D-0969-43BB-89E3-0167F97D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src/course_services/github_service.py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.env.sample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A5AE57-7B5F-4A96-9B3F-B9E1FF6F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5885EB-A9FD-43B9-9192-9679BC5C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2FB607-B660-49DD-AD6C-D781CB2D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2B1758-DC37-432D-8E91-EC815731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fake publisher가 한 번 호출되고 remote ID가 audit에 남는다.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day4_audit_record.json 저장</a:t>
            </a:r>
          </a:p>
        </p:txBody>
      </p:sp>
    </p:spTree>
    <p:extLst>
      <p:ext uri="{BB962C8B-B14F-4D97-AF65-F5344CB8AC3E}">
        <p14:creationId xmlns:p14="http://schemas.microsoft.com/office/powerpoint/2010/main" val="374644540"/>
      </p:ext>
    </p:extLst>
  </p:cSld>
</p:sld>
</file>

<file path=ppt/slides/slide2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7827D1-45CC-4F4C-869B-6A298B9D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6287C3-99D1-421F-8FFE-8C075857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C0A4BA-EDD8-4EF8-BDD1-1140E497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D6B7D5-D031-4EEC-8446-837F9BE0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A7542-3B00-4E82-96A2-DF51F638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5C6173-C39A-4180-88C8-5ABDE231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03E0F2-A6CD-428A-AD43-0A6132A8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 생성·리뷰·test 수정은 돕되 merge와 외부 게시 결정은 사람에게 남긴다.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src/course_services/github_service.py · .env.sample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477BB-A92C-4A07-B3C0-EF6D8D39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22C7F6-4D5D-4699-BC60-4F18EA60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day4_audit_record.json</a:t>
            </a:r>
          </a:p>
        </p:txBody>
      </p:sp>
    </p:spTree>
    <p:extLst>
      <p:ext uri="{BB962C8B-B14F-4D97-AF65-F5344CB8AC3E}">
        <p14:creationId xmlns:p14="http://schemas.microsoft.com/office/powerpoint/2010/main" val="1252374293"/>
      </p:ext>
    </p:extLst>
  </p:cSld>
</p:sld>
</file>

<file path=ppt/slides/slide2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DEAB09-1AD9-4FEE-A22B-1F959265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DEFFA0-A1DA-4985-8B30-C6F74095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8CB8D6-2433-43D2-80F6-F69B225B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12D7CE-8062-4111-9891-90339961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3883A-3AF1-4A1A-8155-3FD74E99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51D4AB-2F6F-4222-8569-0DB5DEBB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0D6069-F6A7-4ED4-8738-19A34EC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tests/test_course_services.py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fake publisher가 한 번 호출되고 remote ID가 audit에 남는다.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8839F7-100F-4AD7-89A4-CCDFDA98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ECC015-81CD-43EE-8ECC-76E7B785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day4_audit_record.json</a:t>
            </a:r>
          </a:p>
        </p:txBody>
      </p:sp>
    </p:spTree>
    <p:extLst>
      <p:ext uri="{BB962C8B-B14F-4D97-AF65-F5344CB8AC3E}">
        <p14:creationId xmlns:p14="http://schemas.microsoft.com/office/powerpoint/2010/main" val="1019543231"/>
      </p:ext>
    </p:extLst>
  </p:cSld>
</p:sld>
</file>

<file path=ppt/slides/slide2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A419D7-2CB0-457C-B5AC-4A813EF4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D842BE-C66F-4585-97DF-9A9ABDAD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0F6D1-829F-400A-B496-2B316651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BAD58-EC22-4AB0-A961-B85841E9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022E9-D1F0-4B26-903D-67CE8819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643696-1E08-4D28-B629-888140F3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7C0706-6ABA-47B0-962B-9AB666B7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publisher 미설정·승인 없음·dry-run은 모두 BLOCKED다.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repo에는 fake publisher만 두고 live adapter는 강사 승인 후 별도 branch에서 연결한다.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A817D3-C506-43A4-84E9-5474C277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8669D2-01DE-4ACD-BBC1-E13A8881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303589064"/>
      </p:ext>
    </p:extLst>
  </p:cSld>
</p:sld>
</file>

<file path=ppt/slides/slide2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B4DD03-64CE-467F-B4E4-AEC72BE2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1FC26-97A9-4864-910A-D573E1C62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9BA4F3-BDC8-4D3E-9439-C214EB94F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E1AAB1-7F82-44D6-8AD6-490221F2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63EB30-7B30-4723-B67C-4DE84B9A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28443-82CD-4DED-A5E3-8C16ADCC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316E6F-16ED-4E06-9A17-5A811E09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A0D1EA-8A19-42B7-8342-8AC74910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E1FC7B-0A6D-4A2E-B9F9-9DDDECFD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fake publisher가 한 번 호출되고 remote ID가 audit에 남는다.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1A2700-3C65-478E-9F70-96F5D891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5234D0-C0DD-4744-BF2E-109F5B58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10599E-C187-4446-BFA5-52FC49A3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ED7654-DF86-4E65-ACD2-F99476407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ADFBAB-8F86-45B1-ABDE-88C2EF67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6949E6-97CF-425C-A70D-F4C5D748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CDFA50-04FA-4FC8-817E-E6B0FBC0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69D55-E754-4317-8708-FCD83533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838DBA-3783-46C1-A83E-00B8A781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750464396"/>
      </p:ext>
    </p:extLst>
  </p:cSld>
</p:sld>
</file>

<file path=ppt/slides/slide2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02BE44-B4B1-4A3E-AB92-B57B0B8A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0B366-A92D-4758-B4C5-557FE7A5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671C34-7679-40E1-92E5-46FFC626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CA398F-7406-4036-8092-36466A34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FC93FF-26E4-4DC0-A635-83FB92A6E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E858F9-EA88-4758-AAC0-09D17766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ED60BF-B10F-498D-BD63-6DEF0901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3A2A6C-2399-427B-A101-DB2CEA1C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6D482F-54BF-4921-AC6C-E4B36242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publisher 미설정·승인 없음·dry-run은 모두 BLOCKED다.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B2E4B3-CB21-4DF8-B8C3-4EAA9DC8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E9887D-7A23-4269-A7EC-836786FF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98CBDF-B0A4-4BFF-8A9A-59FD2B82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968263-2FEB-4A2B-84D4-9E494CEB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D8A000-1D78-4425-B732-2DB89B90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BCB69-46C1-464E-9C7E-34C66168A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E3246-3F72-45E2-8A3E-E92AAA7D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82AD29-3553-4A74-93CB-61260075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3330F3-44B7-439B-A2A9-E521246D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2103697421"/>
      </p:ext>
    </p:extLst>
  </p:cSld>
</p:sld>
</file>

<file path=ppt/slides/slide2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D5373-1054-4B32-9AFA-B9162952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48244A-7102-42C8-85BC-D8AF6577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78BFA2-8A50-4289-AB3B-DA8FF403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0A4703-5BBC-4723-A674-0B20A056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858636-B303-45FB-93ED-D24FD75F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F2ED4-B5E8-4A73-B1CD-FD200AD4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21EE46-E7FF-4D7B-859B-888C776E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현업은 GitHub App과 protected branch, 구직자는 sandbox demo recording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6409B6-E555-46CE-9216-E5317B24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64E4E2-615F-4CCE-8713-01E923A4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B73B9A-5D92-444E-970B-51A90E72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E9252D-A0D9-4B77-91E1-AB8AF602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4B7FA6-5AA3-41BA-A6A3-5CD9AACA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C8BCC8-18A4-47A0-B5DF-779F245F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060FEF-305A-4C84-9684-017AF2EA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1267F5-CA58-49BF-8866-C5670F61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B67135-3C70-475F-8AD4-9C3BC908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14ED66-ED58-46A5-A6FB-58A72FC0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E4BB0B-FEA9-42F9-AF37-557BC1C6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4D014F-039A-4406-98C4-1A44EE63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day4_audit_record.json을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960975960"/>
      </p:ext>
    </p:extLst>
  </p:cSld>
</p:sld>
</file>

<file path=ppt/slides/slide2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1BD7D7-4AD0-4A92-91F9-6C35B1B5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B46D40-043E-4E7F-8B8E-020ED2D1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51E7B7-D2C8-42D4-BCA6-5F4A74EB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00A994-BDC4-4270-A705-6C474588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825789-18C0-4042-938F-59551ECE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6F956C-E4C9-479D-ABF4-640A68AB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BACD61-49E8-4768-9FAB-1624CE40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현업은 GitHub App과 protected branch, 구직자는 sandbox demo recording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E534C6-CAD1-4A31-ADA1-FB4D00CB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4481E8-7606-42CA-B1D3-47691100F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69E777-791D-483D-8CE5-E1E1F5CE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B6E6B0-90D0-4D71-A8EE-50B7EBF0E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1BB971-699B-4FE2-B5F5-97D36B441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01BDC8-C5F7-40BD-A4B7-9CBE12EF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7889AB-F4FB-4D41-B499-8474F176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67CB0F-4B9C-4838-BD22-1027982B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91A052-9E82-4F14-864E-E8349F7AC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2BE507-4C7F-42C7-8FBF-619615F8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371423-25AB-49FA-A4B4-5979C088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8F11C2-C28F-4221-9D0E-58630787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day4_audit_record.json과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680165695"/>
      </p:ext>
    </p:extLst>
  </p:cSld>
</p:sld>
</file>

<file path=ppt/slides/slide2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68404F-ADD6-42A7-A8EA-CFC8BFB6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994D0E-1413-4D45-9A62-B36474A3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F214B-C44F-4203-B8C2-F3C3C282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0C965D-1B4C-4267-866D-44D6B5AF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4A62EF-4D8D-4C21-914E-B589C7B8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5F3767-FB83-44B6-B0E3-9A6165E2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D4989F-DF73-4544-9E26-B587C19D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D2BF77-15E5-4ACB-9587-EABAD778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D0F19D-066F-4DA7-9063-A78D222A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fake publisher가 한 번 호출되고 remote ID가 audit에 남는다.로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33F988-E49A-42E6-AD9F-10AED3A6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10D372-D0FB-4961-B1E3-37F6BD5F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26CE8B-95FA-4C4D-88B0-AC0854A4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430A57-B936-4EA3-AB61-D1BC1AD06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AE3E05-11AD-4E05-9FD5-71ED2A74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5250F4-6F13-4FEC-B8EE-97D439AF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repo에는 fake publisher만 두고 live adapter는 강사 승인 후 별도 branch에서 연결한다.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FF536C-1E66-4035-9B9A-CFDE8061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351FFA-6CBC-465B-8127-7A507A28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681FE0-25D2-44C4-BC9C-D0BA4AC1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day4_audit_record.json에서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94429361"/>
      </p:ext>
    </p:extLst>
  </p:cSld>
</p:sld>
</file>

<file path=ppt/slides/slide2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C50FFB-045C-4E11-83B9-D3C9143D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CB1849-3D9B-49D0-B468-5F8FA7A9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018071-0B3B-4295-965F-9C201CAE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90D308-10C2-4107-8187-65071B63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4 · PR Review Automation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1B9EA4-D4F5-46B1-AC98-50A49CD7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2C9F8-523C-41E8-BE02-B5E5A8CB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036134-8D56-43E8-BB19-75681272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2A43C0-2EFB-46FC-853E-D4846F07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53F1A-1110-4F4C-B092-584D57DB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Sandbox GitHub 게시이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3F8FB-A77D-4C5B-92B1-77EDD6B7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EB3B2A-9C7A-42F1-94A0-8732B269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A087B-69DB-4CBB-B8A1-7D4B6BA4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08FDFD-EB97-41C1-9304-E7EE53E0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488D8-62FC-4165-A7BA-38DE295F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F9A0D6-0392-4A73-B737-275792B7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day4_audit_record.json과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A73A86-8184-49D5-87E1-68AD8657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17:30-18:00 쉬는 시간</a:t>
            </a:r>
          </a:p>
        </p:txBody>
      </p:sp>
    </p:spTree>
    <p:extLst>
      <p:ext uri="{BB962C8B-B14F-4D97-AF65-F5344CB8AC3E}">
        <p14:creationId xmlns:p14="http://schemas.microsoft.com/office/powerpoint/2010/main" val="8400424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2026-08-23T23:18:14.7640000Z</dcterms:created>
  <dcterms:modified xsi:type="dcterms:W3CDTF">2026-08-23T23:18:14.7640000Z</dcterms:modified>
</coreProperties>
</file>