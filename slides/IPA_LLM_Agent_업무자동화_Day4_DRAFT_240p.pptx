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0cbe91f32425b" /><Relationship Type="http://schemas.openxmlformats.org/officeDocument/2006/relationships/extended-properties" Target="/docProps/app.xml" Id="Rb63c0a25ad704104" /><Relationship Type="http://schemas.openxmlformats.org/officeDocument/2006/relationships/officeDocument" Target="/ppt/presentation.xml" Id="R43319086181a43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70e3d435745af"/>
  </p:sldMasterIdLst>
  <p:notesMasterIdLst>
    <p:notesMasterId xmlns:r="http://schemas.openxmlformats.org/officeDocument/2006/relationships" r:id="R486e5fee3c584972"/>
  </p:notesMasterIdLst>
  <p:sldIdLst>
    <p:sldId xmlns:r="http://schemas.openxmlformats.org/officeDocument/2006/relationships" id="256" r:id="R5cc3fc71b6304832"/>
    <p:sldId xmlns:r="http://schemas.openxmlformats.org/officeDocument/2006/relationships" id="257" r:id="R3c7b9e6a67204721"/>
    <p:sldId xmlns:r="http://schemas.openxmlformats.org/officeDocument/2006/relationships" id="258" r:id="Rd0b8d4a9f24b47d4"/>
    <p:sldId xmlns:r="http://schemas.openxmlformats.org/officeDocument/2006/relationships" id="259" r:id="Rcf52e3d720ec4b5c"/>
    <p:sldId xmlns:r="http://schemas.openxmlformats.org/officeDocument/2006/relationships" id="260" r:id="R00cfbfc062ac4f01"/>
    <p:sldId xmlns:r="http://schemas.openxmlformats.org/officeDocument/2006/relationships" id="261" r:id="Rbf6aaa742f4d49e7"/>
    <p:sldId xmlns:r="http://schemas.openxmlformats.org/officeDocument/2006/relationships" id="262" r:id="Ra2895ded59934c76"/>
    <p:sldId xmlns:r="http://schemas.openxmlformats.org/officeDocument/2006/relationships" id="263" r:id="Rf588196dd4424b42"/>
    <p:sldId xmlns:r="http://schemas.openxmlformats.org/officeDocument/2006/relationships" id="264" r:id="Rfee1a0c5a0c648f6"/>
    <p:sldId xmlns:r="http://schemas.openxmlformats.org/officeDocument/2006/relationships" id="265" r:id="Rbad706532a9e4951"/>
    <p:sldId xmlns:r="http://schemas.openxmlformats.org/officeDocument/2006/relationships" id="266" r:id="Rb3e7335e412344b2"/>
    <p:sldId xmlns:r="http://schemas.openxmlformats.org/officeDocument/2006/relationships" id="267" r:id="R63c4d25c3da74b91"/>
    <p:sldId xmlns:r="http://schemas.openxmlformats.org/officeDocument/2006/relationships" id="268" r:id="R2bfb601a1b44458d"/>
    <p:sldId xmlns:r="http://schemas.openxmlformats.org/officeDocument/2006/relationships" id="269" r:id="R2893be7d06da4811"/>
    <p:sldId xmlns:r="http://schemas.openxmlformats.org/officeDocument/2006/relationships" id="270" r:id="R0346db1c16a84464"/>
    <p:sldId xmlns:r="http://schemas.openxmlformats.org/officeDocument/2006/relationships" id="271" r:id="R1ff64b310b4e4d5b"/>
    <p:sldId xmlns:r="http://schemas.openxmlformats.org/officeDocument/2006/relationships" id="272" r:id="R4d089b51d4f94960"/>
    <p:sldId xmlns:r="http://schemas.openxmlformats.org/officeDocument/2006/relationships" id="273" r:id="R12703697ae0a4642"/>
    <p:sldId xmlns:r="http://schemas.openxmlformats.org/officeDocument/2006/relationships" id="274" r:id="R7a84ed6382c0459b"/>
    <p:sldId xmlns:r="http://schemas.openxmlformats.org/officeDocument/2006/relationships" id="275" r:id="Reec630fe4e214c90"/>
    <p:sldId xmlns:r="http://schemas.openxmlformats.org/officeDocument/2006/relationships" id="276" r:id="R38dac072f84b4468"/>
    <p:sldId xmlns:r="http://schemas.openxmlformats.org/officeDocument/2006/relationships" id="277" r:id="R4f2b71b810e6407d"/>
    <p:sldId xmlns:r="http://schemas.openxmlformats.org/officeDocument/2006/relationships" id="278" r:id="Rc01bf76acd974f97"/>
    <p:sldId xmlns:r="http://schemas.openxmlformats.org/officeDocument/2006/relationships" id="279" r:id="Ra27af39727774bb6"/>
    <p:sldId xmlns:r="http://schemas.openxmlformats.org/officeDocument/2006/relationships" id="280" r:id="Redc5b5368c0240be"/>
    <p:sldId xmlns:r="http://schemas.openxmlformats.org/officeDocument/2006/relationships" id="281" r:id="R0cbd2ccd76194308"/>
    <p:sldId xmlns:r="http://schemas.openxmlformats.org/officeDocument/2006/relationships" id="282" r:id="R5a8f3669de75462c"/>
    <p:sldId xmlns:r="http://schemas.openxmlformats.org/officeDocument/2006/relationships" id="283" r:id="R241a046f12b74f34"/>
    <p:sldId xmlns:r="http://schemas.openxmlformats.org/officeDocument/2006/relationships" id="284" r:id="R07e45f825c0f4897"/>
    <p:sldId xmlns:r="http://schemas.openxmlformats.org/officeDocument/2006/relationships" id="285" r:id="R0833913ea1dc4a2d"/>
    <p:sldId xmlns:r="http://schemas.openxmlformats.org/officeDocument/2006/relationships" id="286" r:id="R636ee8e56e694161"/>
    <p:sldId xmlns:r="http://schemas.openxmlformats.org/officeDocument/2006/relationships" id="287" r:id="R1ffb4115a11848ad"/>
    <p:sldId xmlns:r="http://schemas.openxmlformats.org/officeDocument/2006/relationships" id="288" r:id="R96eda877aa334274"/>
    <p:sldId xmlns:r="http://schemas.openxmlformats.org/officeDocument/2006/relationships" id="289" r:id="R6277fc7e6f5c44ac"/>
    <p:sldId xmlns:r="http://schemas.openxmlformats.org/officeDocument/2006/relationships" id="290" r:id="Rac98868a1fa74c88"/>
    <p:sldId xmlns:r="http://schemas.openxmlformats.org/officeDocument/2006/relationships" id="291" r:id="R637693ac382c4c80"/>
    <p:sldId xmlns:r="http://schemas.openxmlformats.org/officeDocument/2006/relationships" id="292" r:id="Rf567d77327514a3a"/>
    <p:sldId xmlns:r="http://schemas.openxmlformats.org/officeDocument/2006/relationships" id="293" r:id="R52c8aacd03ba45db"/>
    <p:sldId xmlns:r="http://schemas.openxmlformats.org/officeDocument/2006/relationships" id="294" r:id="Rfb01b9ac96674ac4"/>
    <p:sldId xmlns:r="http://schemas.openxmlformats.org/officeDocument/2006/relationships" id="295" r:id="R002fa8585c8a4134"/>
    <p:sldId xmlns:r="http://schemas.openxmlformats.org/officeDocument/2006/relationships" id="296" r:id="R73551f5f80324c29"/>
    <p:sldId xmlns:r="http://schemas.openxmlformats.org/officeDocument/2006/relationships" id="297" r:id="Re9a3185d72904945"/>
    <p:sldId xmlns:r="http://schemas.openxmlformats.org/officeDocument/2006/relationships" id="298" r:id="Rfd58bdeaf062466b"/>
    <p:sldId xmlns:r="http://schemas.openxmlformats.org/officeDocument/2006/relationships" id="299" r:id="R0dfb9682e4dd412f"/>
    <p:sldId xmlns:r="http://schemas.openxmlformats.org/officeDocument/2006/relationships" id="300" r:id="R99bca321344e4698"/>
    <p:sldId xmlns:r="http://schemas.openxmlformats.org/officeDocument/2006/relationships" id="301" r:id="Re1a155718ddd4732"/>
    <p:sldId xmlns:r="http://schemas.openxmlformats.org/officeDocument/2006/relationships" id="302" r:id="R79c4726dc12645fa"/>
    <p:sldId xmlns:r="http://schemas.openxmlformats.org/officeDocument/2006/relationships" id="303" r:id="R52867cf001364b53"/>
    <p:sldId xmlns:r="http://schemas.openxmlformats.org/officeDocument/2006/relationships" id="304" r:id="R711a57eb246f4b32"/>
    <p:sldId xmlns:r="http://schemas.openxmlformats.org/officeDocument/2006/relationships" id="305" r:id="Rd26e976e78014c47"/>
    <p:sldId xmlns:r="http://schemas.openxmlformats.org/officeDocument/2006/relationships" id="306" r:id="R2a7ddf8596c24744"/>
    <p:sldId xmlns:r="http://schemas.openxmlformats.org/officeDocument/2006/relationships" id="307" r:id="R018e320296b24be1"/>
    <p:sldId xmlns:r="http://schemas.openxmlformats.org/officeDocument/2006/relationships" id="308" r:id="R78eea2642ee84ee7"/>
    <p:sldId xmlns:r="http://schemas.openxmlformats.org/officeDocument/2006/relationships" id="309" r:id="R24d29088059a499d"/>
    <p:sldId xmlns:r="http://schemas.openxmlformats.org/officeDocument/2006/relationships" id="310" r:id="R309670beee404495"/>
    <p:sldId xmlns:r="http://schemas.openxmlformats.org/officeDocument/2006/relationships" id="311" r:id="Reba3789f10524269"/>
    <p:sldId xmlns:r="http://schemas.openxmlformats.org/officeDocument/2006/relationships" id="312" r:id="Rd12ca1ae28d44cf9"/>
    <p:sldId xmlns:r="http://schemas.openxmlformats.org/officeDocument/2006/relationships" id="313" r:id="R242392044f514abe"/>
    <p:sldId xmlns:r="http://schemas.openxmlformats.org/officeDocument/2006/relationships" id="314" r:id="Rd5d36d9fc39d4e0f"/>
    <p:sldId xmlns:r="http://schemas.openxmlformats.org/officeDocument/2006/relationships" id="315" r:id="Raa7772505f4c433c"/>
    <p:sldId xmlns:r="http://schemas.openxmlformats.org/officeDocument/2006/relationships" id="316" r:id="R94aaa62558524011"/>
    <p:sldId xmlns:r="http://schemas.openxmlformats.org/officeDocument/2006/relationships" id="317" r:id="R0e05c5dcb89e4c98"/>
    <p:sldId xmlns:r="http://schemas.openxmlformats.org/officeDocument/2006/relationships" id="318" r:id="R5ad14f9681384f5b"/>
    <p:sldId xmlns:r="http://schemas.openxmlformats.org/officeDocument/2006/relationships" id="319" r:id="Rd65b588b8b6141df"/>
    <p:sldId xmlns:r="http://schemas.openxmlformats.org/officeDocument/2006/relationships" id="320" r:id="R4c00366b839a42cc"/>
    <p:sldId xmlns:r="http://schemas.openxmlformats.org/officeDocument/2006/relationships" id="321" r:id="R46cf9468261745e9"/>
    <p:sldId xmlns:r="http://schemas.openxmlformats.org/officeDocument/2006/relationships" id="322" r:id="R18f22ddaa4a8471f"/>
    <p:sldId xmlns:r="http://schemas.openxmlformats.org/officeDocument/2006/relationships" id="323" r:id="Rc1653b2d7ef54616"/>
    <p:sldId xmlns:r="http://schemas.openxmlformats.org/officeDocument/2006/relationships" id="324" r:id="Rec01b7a9a976442b"/>
    <p:sldId xmlns:r="http://schemas.openxmlformats.org/officeDocument/2006/relationships" id="325" r:id="Rad1ebf8ae24f4842"/>
    <p:sldId xmlns:r="http://schemas.openxmlformats.org/officeDocument/2006/relationships" id="326" r:id="R3649c2dd136c4a6a"/>
    <p:sldId xmlns:r="http://schemas.openxmlformats.org/officeDocument/2006/relationships" id="327" r:id="R4e07e4f414c2424b"/>
    <p:sldId xmlns:r="http://schemas.openxmlformats.org/officeDocument/2006/relationships" id="328" r:id="R7d1eb6de1efa41b2"/>
    <p:sldId xmlns:r="http://schemas.openxmlformats.org/officeDocument/2006/relationships" id="329" r:id="R725ba6dbebad4322"/>
    <p:sldId xmlns:r="http://schemas.openxmlformats.org/officeDocument/2006/relationships" id="330" r:id="Rbe262642207f4728"/>
    <p:sldId xmlns:r="http://schemas.openxmlformats.org/officeDocument/2006/relationships" id="331" r:id="Rf6bb0c1dbd63427d"/>
    <p:sldId xmlns:r="http://schemas.openxmlformats.org/officeDocument/2006/relationships" id="332" r:id="R55317b9ab07e48ec"/>
    <p:sldId xmlns:r="http://schemas.openxmlformats.org/officeDocument/2006/relationships" id="333" r:id="R6167abe169154a0d"/>
    <p:sldId xmlns:r="http://schemas.openxmlformats.org/officeDocument/2006/relationships" id="334" r:id="R8aa57d9459464db3"/>
    <p:sldId xmlns:r="http://schemas.openxmlformats.org/officeDocument/2006/relationships" id="335" r:id="Rcd7e4e35af9c4981"/>
    <p:sldId xmlns:r="http://schemas.openxmlformats.org/officeDocument/2006/relationships" id="336" r:id="Rddc8d86c303d4680"/>
    <p:sldId xmlns:r="http://schemas.openxmlformats.org/officeDocument/2006/relationships" id="337" r:id="R531fb31e97614b16"/>
    <p:sldId xmlns:r="http://schemas.openxmlformats.org/officeDocument/2006/relationships" id="338" r:id="R0136fc618eab4208"/>
    <p:sldId xmlns:r="http://schemas.openxmlformats.org/officeDocument/2006/relationships" id="339" r:id="Rf4deeec477884f32"/>
    <p:sldId xmlns:r="http://schemas.openxmlformats.org/officeDocument/2006/relationships" id="340" r:id="R4e06a0ee8fdb4b76"/>
    <p:sldId xmlns:r="http://schemas.openxmlformats.org/officeDocument/2006/relationships" id="341" r:id="R9190feb99c974b77"/>
    <p:sldId xmlns:r="http://schemas.openxmlformats.org/officeDocument/2006/relationships" id="342" r:id="Rff7677d39e404d57"/>
    <p:sldId xmlns:r="http://schemas.openxmlformats.org/officeDocument/2006/relationships" id="343" r:id="Rde2eb80383bd4f10"/>
    <p:sldId xmlns:r="http://schemas.openxmlformats.org/officeDocument/2006/relationships" id="344" r:id="R06fa904fe7d442af"/>
    <p:sldId xmlns:r="http://schemas.openxmlformats.org/officeDocument/2006/relationships" id="345" r:id="R7a1654c8b1dd4837"/>
    <p:sldId xmlns:r="http://schemas.openxmlformats.org/officeDocument/2006/relationships" id="346" r:id="R977b4ad629b942b5"/>
    <p:sldId xmlns:r="http://schemas.openxmlformats.org/officeDocument/2006/relationships" id="347" r:id="R61af7a187c264fdb"/>
    <p:sldId xmlns:r="http://schemas.openxmlformats.org/officeDocument/2006/relationships" id="348" r:id="Rff0c3de6984d4ada"/>
    <p:sldId xmlns:r="http://schemas.openxmlformats.org/officeDocument/2006/relationships" id="349" r:id="Rdf5b479bf5af4930"/>
    <p:sldId xmlns:r="http://schemas.openxmlformats.org/officeDocument/2006/relationships" id="350" r:id="R48555a686bd342b5"/>
    <p:sldId xmlns:r="http://schemas.openxmlformats.org/officeDocument/2006/relationships" id="351" r:id="Re4a684ffd9664a35"/>
    <p:sldId xmlns:r="http://schemas.openxmlformats.org/officeDocument/2006/relationships" id="352" r:id="R2f4c81def40d4af3"/>
    <p:sldId xmlns:r="http://schemas.openxmlformats.org/officeDocument/2006/relationships" id="353" r:id="Rcf33c6c579284118"/>
    <p:sldId xmlns:r="http://schemas.openxmlformats.org/officeDocument/2006/relationships" id="354" r:id="R994d961164d14332"/>
    <p:sldId xmlns:r="http://schemas.openxmlformats.org/officeDocument/2006/relationships" id="355" r:id="Re1a3141cb7814235"/>
    <p:sldId xmlns:r="http://schemas.openxmlformats.org/officeDocument/2006/relationships" id="356" r:id="Rfe82834972f64a46"/>
    <p:sldId xmlns:r="http://schemas.openxmlformats.org/officeDocument/2006/relationships" id="357" r:id="R5c3a96ed794b4264"/>
    <p:sldId xmlns:r="http://schemas.openxmlformats.org/officeDocument/2006/relationships" id="358" r:id="R4a11825fef2245b8"/>
    <p:sldId xmlns:r="http://schemas.openxmlformats.org/officeDocument/2006/relationships" id="359" r:id="Rc534d9b8d1474397"/>
    <p:sldId xmlns:r="http://schemas.openxmlformats.org/officeDocument/2006/relationships" id="360" r:id="Rb0203789e50f4037"/>
    <p:sldId xmlns:r="http://schemas.openxmlformats.org/officeDocument/2006/relationships" id="361" r:id="R47849830d2454a1b"/>
    <p:sldId xmlns:r="http://schemas.openxmlformats.org/officeDocument/2006/relationships" id="362" r:id="Rfa05b08c5b594bc3"/>
    <p:sldId xmlns:r="http://schemas.openxmlformats.org/officeDocument/2006/relationships" id="363" r:id="Rb3845cd097c34c9c"/>
    <p:sldId xmlns:r="http://schemas.openxmlformats.org/officeDocument/2006/relationships" id="364" r:id="R32880bf7d3a64ef5"/>
    <p:sldId xmlns:r="http://schemas.openxmlformats.org/officeDocument/2006/relationships" id="365" r:id="R11229a55fb54470f"/>
    <p:sldId xmlns:r="http://schemas.openxmlformats.org/officeDocument/2006/relationships" id="366" r:id="R5dba4717bff44014"/>
    <p:sldId xmlns:r="http://schemas.openxmlformats.org/officeDocument/2006/relationships" id="367" r:id="R835307dc339b49b6"/>
    <p:sldId xmlns:r="http://schemas.openxmlformats.org/officeDocument/2006/relationships" id="368" r:id="R575fb16906bf46e1"/>
    <p:sldId xmlns:r="http://schemas.openxmlformats.org/officeDocument/2006/relationships" id="369" r:id="Rd0039ce415954853"/>
    <p:sldId xmlns:r="http://schemas.openxmlformats.org/officeDocument/2006/relationships" id="370" r:id="R2174b5f726fc435f"/>
    <p:sldId xmlns:r="http://schemas.openxmlformats.org/officeDocument/2006/relationships" id="371" r:id="R8c9e8be3ffeb4677"/>
    <p:sldId xmlns:r="http://schemas.openxmlformats.org/officeDocument/2006/relationships" id="372" r:id="Rfbc1c6609ac74e63"/>
    <p:sldId xmlns:r="http://schemas.openxmlformats.org/officeDocument/2006/relationships" id="373" r:id="Ra6971c22c94b4397"/>
    <p:sldId xmlns:r="http://schemas.openxmlformats.org/officeDocument/2006/relationships" id="374" r:id="R62b4b068632843e0"/>
    <p:sldId xmlns:r="http://schemas.openxmlformats.org/officeDocument/2006/relationships" id="375" r:id="R84b5057dde3f4ff1"/>
    <p:sldId xmlns:r="http://schemas.openxmlformats.org/officeDocument/2006/relationships" id="376" r:id="Rba6574dc1c574f04"/>
    <p:sldId xmlns:r="http://schemas.openxmlformats.org/officeDocument/2006/relationships" id="377" r:id="R2c803fb90e0e4f2b"/>
    <p:sldId xmlns:r="http://schemas.openxmlformats.org/officeDocument/2006/relationships" id="378" r:id="R8a3c8870784540e1"/>
    <p:sldId xmlns:r="http://schemas.openxmlformats.org/officeDocument/2006/relationships" id="379" r:id="R64175edbebcd4932"/>
    <p:sldId xmlns:r="http://schemas.openxmlformats.org/officeDocument/2006/relationships" id="380" r:id="Rfc507b8c20144941"/>
    <p:sldId xmlns:r="http://schemas.openxmlformats.org/officeDocument/2006/relationships" id="381" r:id="R4bb6494bc2fb4784"/>
    <p:sldId xmlns:r="http://schemas.openxmlformats.org/officeDocument/2006/relationships" id="382" r:id="R5499a161d93d44a3"/>
    <p:sldId xmlns:r="http://schemas.openxmlformats.org/officeDocument/2006/relationships" id="383" r:id="R3a83ed3197c342dc"/>
    <p:sldId xmlns:r="http://schemas.openxmlformats.org/officeDocument/2006/relationships" id="384" r:id="Ra2b174789c174750"/>
    <p:sldId xmlns:r="http://schemas.openxmlformats.org/officeDocument/2006/relationships" id="385" r:id="R9497074382b44344"/>
    <p:sldId xmlns:r="http://schemas.openxmlformats.org/officeDocument/2006/relationships" id="386" r:id="R0c19470b2d4a44dd"/>
    <p:sldId xmlns:r="http://schemas.openxmlformats.org/officeDocument/2006/relationships" id="387" r:id="R047ffe29f67d4e25"/>
    <p:sldId xmlns:r="http://schemas.openxmlformats.org/officeDocument/2006/relationships" id="388" r:id="Re0db5d94d6fb4769"/>
    <p:sldId xmlns:r="http://schemas.openxmlformats.org/officeDocument/2006/relationships" id="389" r:id="R302f749c6ffc406c"/>
    <p:sldId xmlns:r="http://schemas.openxmlformats.org/officeDocument/2006/relationships" id="390" r:id="Rb4efe692658b4f54"/>
    <p:sldId xmlns:r="http://schemas.openxmlformats.org/officeDocument/2006/relationships" id="391" r:id="Rfbe4492f08724012"/>
    <p:sldId xmlns:r="http://schemas.openxmlformats.org/officeDocument/2006/relationships" id="392" r:id="R90486ab7948d47ca"/>
    <p:sldId xmlns:r="http://schemas.openxmlformats.org/officeDocument/2006/relationships" id="393" r:id="Re3acbef9ff9b4717"/>
    <p:sldId xmlns:r="http://schemas.openxmlformats.org/officeDocument/2006/relationships" id="394" r:id="R0cde3c35c9d941ec"/>
    <p:sldId xmlns:r="http://schemas.openxmlformats.org/officeDocument/2006/relationships" id="395" r:id="R05f4dd2d88704bf1"/>
    <p:sldId xmlns:r="http://schemas.openxmlformats.org/officeDocument/2006/relationships" id="396" r:id="Rb07a28a95fe3446d"/>
    <p:sldId xmlns:r="http://schemas.openxmlformats.org/officeDocument/2006/relationships" id="397" r:id="R7425cafb1cbe4f53"/>
    <p:sldId xmlns:r="http://schemas.openxmlformats.org/officeDocument/2006/relationships" id="398" r:id="Rf2b6746ade344991"/>
    <p:sldId xmlns:r="http://schemas.openxmlformats.org/officeDocument/2006/relationships" id="399" r:id="R0bd15643619e4eda"/>
    <p:sldId xmlns:r="http://schemas.openxmlformats.org/officeDocument/2006/relationships" id="400" r:id="R47e186c06e03443c"/>
    <p:sldId xmlns:r="http://schemas.openxmlformats.org/officeDocument/2006/relationships" id="401" r:id="R27f9c6dce7064cc7"/>
    <p:sldId xmlns:r="http://schemas.openxmlformats.org/officeDocument/2006/relationships" id="402" r:id="R629e6e16f08a4c0a"/>
    <p:sldId xmlns:r="http://schemas.openxmlformats.org/officeDocument/2006/relationships" id="403" r:id="Rc2b81dac3ea345ed"/>
    <p:sldId xmlns:r="http://schemas.openxmlformats.org/officeDocument/2006/relationships" id="404" r:id="Rc31af1ff190645f5"/>
    <p:sldId xmlns:r="http://schemas.openxmlformats.org/officeDocument/2006/relationships" id="405" r:id="Re2696e09112f48d0"/>
    <p:sldId xmlns:r="http://schemas.openxmlformats.org/officeDocument/2006/relationships" id="406" r:id="R21c04e30bd214877"/>
    <p:sldId xmlns:r="http://schemas.openxmlformats.org/officeDocument/2006/relationships" id="407" r:id="Rf2baec98bba542b8"/>
    <p:sldId xmlns:r="http://schemas.openxmlformats.org/officeDocument/2006/relationships" id="408" r:id="Rb856486b5c0448f4"/>
    <p:sldId xmlns:r="http://schemas.openxmlformats.org/officeDocument/2006/relationships" id="409" r:id="R586128298e294571"/>
    <p:sldId xmlns:r="http://schemas.openxmlformats.org/officeDocument/2006/relationships" id="410" r:id="R19cf8c661f6e4463"/>
    <p:sldId xmlns:r="http://schemas.openxmlformats.org/officeDocument/2006/relationships" id="411" r:id="R976568a371fe4a5e"/>
    <p:sldId xmlns:r="http://schemas.openxmlformats.org/officeDocument/2006/relationships" id="412" r:id="Re12207e447f54b6a"/>
    <p:sldId xmlns:r="http://schemas.openxmlformats.org/officeDocument/2006/relationships" id="413" r:id="Rb8c758d53770483d"/>
    <p:sldId xmlns:r="http://schemas.openxmlformats.org/officeDocument/2006/relationships" id="414" r:id="Ra9062109a5c7457f"/>
    <p:sldId xmlns:r="http://schemas.openxmlformats.org/officeDocument/2006/relationships" id="415" r:id="Re8076bb4a1414012"/>
    <p:sldId xmlns:r="http://schemas.openxmlformats.org/officeDocument/2006/relationships" id="416" r:id="R51922fcde620479f"/>
    <p:sldId xmlns:r="http://schemas.openxmlformats.org/officeDocument/2006/relationships" id="417" r:id="Rd89c2ce624d24e28"/>
    <p:sldId xmlns:r="http://schemas.openxmlformats.org/officeDocument/2006/relationships" id="418" r:id="R06aff540a9574172"/>
    <p:sldId xmlns:r="http://schemas.openxmlformats.org/officeDocument/2006/relationships" id="419" r:id="Reb39c7bde68e4c63"/>
    <p:sldId xmlns:r="http://schemas.openxmlformats.org/officeDocument/2006/relationships" id="420" r:id="Rbdb7c4aa76a241c2"/>
    <p:sldId xmlns:r="http://schemas.openxmlformats.org/officeDocument/2006/relationships" id="421" r:id="Rfb89072b5fe04f95"/>
    <p:sldId xmlns:r="http://schemas.openxmlformats.org/officeDocument/2006/relationships" id="422" r:id="R75f3882821764550"/>
    <p:sldId xmlns:r="http://schemas.openxmlformats.org/officeDocument/2006/relationships" id="423" r:id="R91b988f891684127"/>
    <p:sldId xmlns:r="http://schemas.openxmlformats.org/officeDocument/2006/relationships" id="424" r:id="R042dc57c02af4171"/>
    <p:sldId xmlns:r="http://schemas.openxmlformats.org/officeDocument/2006/relationships" id="425" r:id="R21c3456956054a98"/>
    <p:sldId xmlns:r="http://schemas.openxmlformats.org/officeDocument/2006/relationships" id="426" r:id="Rb156c1fba3634ef8"/>
    <p:sldId xmlns:r="http://schemas.openxmlformats.org/officeDocument/2006/relationships" id="427" r:id="R6684f80d1b0c48af"/>
    <p:sldId xmlns:r="http://schemas.openxmlformats.org/officeDocument/2006/relationships" id="428" r:id="R78367ed83f93442b"/>
    <p:sldId xmlns:r="http://schemas.openxmlformats.org/officeDocument/2006/relationships" id="429" r:id="Ra2514776d30d42b5"/>
    <p:sldId xmlns:r="http://schemas.openxmlformats.org/officeDocument/2006/relationships" id="430" r:id="Ra14523ed446149d4"/>
    <p:sldId xmlns:r="http://schemas.openxmlformats.org/officeDocument/2006/relationships" id="431" r:id="R15f8cfa3941e499a"/>
    <p:sldId xmlns:r="http://schemas.openxmlformats.org/officeDocument/2006/relationships" id="432" r:id="R95692b6806e14cfa"/>
    <p:sldId xmlns:r="http://schemas.openxmlformats.org/officeDocument/2006/relationships" id="433" r:id="R14f457b9da42439d"/>
    <p:sldId xmlns:r="http://schemas.openxmlformats.org/officeDocument/2006/relationships" id="434" r:id="R121820024668497b"/>
    <p:sldId xmlns:r="http://schemas.openxmlformats.org/officeDocument/2006/relationships" id="435" r:id="R7238f952cedc4a39"/>
    <p:sldId xmlns:r="http://schemas.openxmlformats.org/officeDocument/2006/relationships" id="436" r:id="R5431c58819ec47ac"/>
    <p:sldId xmlns:r="http://schemas.openxmlformats.org/officeDocument/2006/relationships" id="437" r:id="R2b261a6bba474572"/>
    <p:sldId xmlns:r="http://schemas.openxmlformats.org/officeDocument/2006/relationships" id="438" r:id="R007d90ba146b4429"/>
    <p:sldId xmlns:r="http://schemas.openxmlformats.org/officeDocument/2006/relationships" id="439" r:id="R04103908a1434339"/>
    <p:sldId xmlns:r="http://schemas.openxmlformats.org/officeDocument/2006/relationships" id="440" r:id="R053d11c9d2a84919"/>
    <p:sldId xmlns:r="http://schemas.openxmlformats.org/officeDocument/2006/relationships" id="441" r:id="Rddcac03c06834554"/>
    <p:sldId xmlns:r="http://schemas.openxmlformats.org/officeDocument/2006/relationships" id="442" r:id="R51a9edb2c48c4273"/>
    <p:sldId xmlns:r="http://schemas.openxmlformats.org/officeDocument/2006/relationships" id="443" r:id="R4f2387a654d64693"/>
    <p:sldId xmlns:r="http://schemas.openxmlformats.org/officeDocument/2006/relationships" id="444" r:id="Rf56c8b9a150c4d8a"/>
    <p:sldId xmlns:r="http://schemas.openxmlformats.org/officeDocument/2006/relationships" id="445" r:id="Raa89df719a154a32"/>
    <p:sldId xmlns:r="http://schemas.openxmlformats.org/officeDocument/2006/relationships" id="446" r:id="R3b36c7830ecb4734"/>
    <p:sldId xmlns:r="http://schemas.openxmlformats.org/officeDocument/2006/relationships" id="447" r:id="R6ab1f8e01b2c4c41"/>
    <p:sldId xmlns:r="http://schemas.openxmlformats.org/officeDocument/2006/relationships" id="448" r:id="Rebbcd96a945e437c"/>
    <p:sldId xmlns:r="http://schemas.openxmlformats.org/officeDocument/2006/relationships" id="449" r:id="R67db7b0557b1439a"/>
    <p:sldId xmlns:r="http://schemas.openxmlformats.org/officeDocument/2006/relationships" id="450" r:id="Rf881bf9dac3f4ed1"/>
    <p:sldId xmlns:r="http://schemas.openxmlformats.org/officeDocument/2006/relationships" id="451" r:id="Rbd761eb17a354f60"/>
    <p:sldId xmlns:r="http://schemas.openxmlformats.org/officeDocument/2006/relationships" id="452" r:id="R7171324d8b754870"/>
    <p:sldId xmlns:r="http://schemas.openxmlformats.org/officeDocument/2006/relationships" id="453" r:id="R92811a16b28c4d6d"/>
    <p:sldId xmlns:r="http://schemas.openxmlformats.org/officeDocument/2006/relationships" id="454" r:id="R202fe197756e4ffe"/>
    <p:sldId xmlns:r="http://schemas.openxmlformats.org/officeDocument/2006/relationships" id="455" r:id="R4a65fe37aa1141b3"/>
    <p:sldId xmlns:r="http://schemas.openxmlformats.org/officeDocument/2006/relationships" id="456" r:id="Rd7aac0d1883344a3"/>
    <p:sldId xmlns:r="http://schemas.openxmlformats.org/officeDocument/2006/relationships" id="457" r:id="R3c62688f5dcc48a6"/>
    <p:sldId xmlns:r="http://schemas.openxmlformats.org/officeDocument/2006/relationships" id="458" r:id="R29951610ee2b42d0"/>
    <p:sldId xmlns:r="http://schemas.openxmlformats.org/officeDocument/2006/relationships" id="459" r:id="R0d6f03de251f46db"/>
    <p:sldId xmlns:r="http://schemas.openxmlformats.org/officeDocument/2006/relationships" id="460" r:id="R2f17f5e4f1e147f4"/>
    <p:sldId xmlns:r="http://schemas.openxmlformats.org/officeDocument/2006/relationships" id="461" r:id="R758bdce735d54b3f"/>
    <p:sldId xmlns:r="http://schemas.openxmlformats.org/officeDocument/2006/relationships" id="462" r:id="R8cee8530f34e4574"/>
    <p:sldId xmlns:r="http://schemas.openxmlformats.org/officeDocument/2006/relationships" id="463" r:id="R70a206e73d174f35"/>
    <p:sldId xmlns:r="http://schemas.openxmlformats.org/officeDocument/2006/relationships" id="464" r:id="R8aaa595b1cb14574"/>
    <p:sldId xmlns:r="http://schemas.openxmlformats.org/officeDocument/2006/relationships" id="465" r:id="R1d2b4f9a265047af"/>
    <p:sldId xmlns:r="http://schemas.openxmlformats.org/officeDocument/2006/relationships" id="466" r:id="R34e8581a39ac4dea"/>
    <p:sldId xmlns:r="http://schemas.openxmlformats.org/officeDocument/2006/relationships" id="467" r:id="Rad75b2a42cb44f17"/>
    <p:sldId xmlns:r="http://schemas.openxmlformats.org/officeDocument/2006/relationships" id="468" r:id="R57d6013b8efb4825"/>
    <p:sldId xmlns:r="http://schemas.openxmlformats.org/officeDocument/2006/relationships" id="469" r:id="R47e252d39270479f"/>
    <p:sldId xmlns:r="http://schemas.openxmlformats.org/officeDocument/2006/relationships" id="470" r:id="R39500a2b333049e3"/>
    <p:sldId xmlns:r="http://schemas.openxmlformats.org/officeDocument/2006/relationships" id="471" r:id="Ra1eaadcf53a54ec3"/>
    <p:sldId xmlns:r="http://schemas.openxmlformats.org/officeDocument/2006/relationships" id="472" r:id="R33fdd25400124000"/>
    <p:sldId xmlns:r="http://schemas.openxmlformats.org/officeDocument/2006/relationships" id="473" r:id="R0f3c091264734acf"/>
    <p:sldId xmlns:r="http://schemas.openxmlformats.org/officeDocument/2006/relationships" id="474" r:id="Rb7cf0137ddf34ce3"/>
    <p:sldId xmlns:r="http://schemas.openxmlformats.org/officeDocument/2006/relationships" id="475" r:id="R479d017be0f14626"/>
    <p:sldId xmlns:r="http://schemas.openxmlformats.org/officeDocument/2006/relationships" id="476" r:id="Rc6d2c3f16eb5470a"/>
    <p:sldId xmlns:r="http://schemas.openxmlformats.org/officeDocument/2006/relationships" id="477" r:id="R8221ea657bfb445d"/>
    <p:sldId xmlns:r="http://schemas.openxmlformats.org/officeDocument/2006/relationships" id="478" r:id="R1b9b4ed7eaaf4b18"/>
    <p:sldId xmlns:r="http://schemas.openxmlformats.org/officeDocument/2006/relationships" id="479" r:id="R227e21fee9744931"/>
    <p:sldId xmlns:r="http://schemas.openxmlformats.org/officeDocument/2006/relationships" id="480" r:id="R43dbcfe87d4b41d7"/>
    <p:sldId xmlns:r="http://schemas.openxmlformats.org/officeDocument/2006/relationships" id="481" r:id="Rfc13b225ac5644d0"/>
    <p:sldId xmlns:r="http://schemas.openxmlformats.org/officeDocument/2006/relationships" id="482" r:id="R73b42486ce304df7"/>
    <p:sldId xmlns:r="http://schemas.openxmlformats.org/officeDocument/2006/relationships" id="483" r:id="Rc215f65b91b84042"/>
    <p:sldId xmlns:r="http://schemas.openxmlformats.org/officeDocument/2006/relationships" id="484" r:id="Rcc9a4b3140f04416"/>
    <p:sldId xmlns:r="http://schemas.openxmlformats.org/officeDocument/2006/relationships" id="485" r:id="R97fdd804804b4903"/>
    <p:sldId xmlns:r="http://schemas.openxmlformats.org/officeDocument/2006/relationships" id="486" r:id="Ra9886e476c084e37"/>
    <p:sldId xmlns:r="http://schemas.openxmlformats.org/officeDocument/2006/relationships" id="487" r:id="Rd580202339d045b3"/>
    <p:sldId xmlns:r="http://schemas.openxmlformats.org/officeDocument/2006/relationships" id="488" r:id="R5aa63b5a96414f27"/>
    <p:sldId xmlns:r="http://schemas.openxmlformats.org/officeDocument/2006/relationships" id="489" r:id="R2a14d7d1a45c4437"/>
    <p:sldId xmlns:r="http://schemas.openxmlformats.org/officeDocument/2006/relationships" id="490" r:id="R0a082e119ef34d03"/>
    <p:sldId xmlns:r="http://schemas.openxmlformats.org/officeDocument/2006/relationships" id="491" r:id="R4262b0fdb51d40a9"/>
    <p:sldId xmlns:r="http://schemas.openxmlformats.org/officeDocument/2006/relationships" id="492" r:id="R55acec9c78914def"/>
    <p:sldId xmlns:r="http://schemas.openxmlformats.org/officeDocument/2006/relationships" id="493" r:id="R2bf0644d886948c3"/>
    <p:sldId xmlns:r="http://schemas.openxmlformats.org/officeDocument/2006/relationships" id="494" r:id="R90a4b0712bbc4218"/>
    <p:sldId xmlns:r="http://schemas.openxmlformats.org/officeDocument/2006/relationships" id="495" r:id="R6499726a776b46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90a4cb9ba24fcb" /><Relationship Type="http://schemas.openxmlformats.org/officeDocument/2006/relationships/slideMaster" Target="/ppt/slideMasters/slideMaster1.xml" Id="R2a470e3d435745af" /><Relationship Type="http://schemas.openxmlformats.org/officeDocument/2006/relationships/notesMaster" Target="/ppt/notesMasters/notesMaster1.xml" Id="R486e5fee3c584972" /><Relationship Type="http://schemas.openxmlformats.org/officeDocument/2006/relationships/presProps" Target="/ppt/presProps.xml" Id="R953c42d67b144992" /><Relationship Type="http://schemas.openxmlformats.org/officeDocument/2006/relationships/tableStyles" Target="/ppt/tableStyles.xml" Id="R5b283a738f0c4549" /><Relationship Type="http://schemas.openxmlformats.org/officeDocument/2006/relationships/slide" Target="/ppt/slides/slide1.xml" Id="R5cc3fc71b6304832" /><Relationship Type="http://schemas.openxmlformats.org/officeDocument/2006/relationships/slide" Target="/ppt/slides/slide2.xml" Id="R3c7b9e6a67204721" /><Relationship Type="http://schemas.openxmlformats.org/officeDocument/2006/relationships/slide" Target="/ppt/slides/slide3.xml" Id="Rd0b8d4a9f24b47d4" /><Relationship Type="http://schemas.openxmlformats.org/officeDocument/2006/relationships/slide" Target="/ppt/slides/slide4.xml" Id="Rcf52e3d720ec4b5c" /><Relationship Type="http://schemas.openxmlformats.org/officeDocument/2006/relationships/slide" Target="/ppt/slides/slide5.xml" Id="R00cfbfc062ac4f01" /><Relationship Type="http://schemas.openxmlformats.org/officeDocument/2006/relationships/slide" Target="/ppt/slides/slide6.xml" Id="Rbf6aaa742f4d49e7" /><Relationship Type="http://schemas.openxmlformats.org/officeDocument/2006/relationships/slide" Target="/ppt/slides/slide7.xml" Id="Ra2895ded59934c76" /><Relationship Type="http://schemas.openxmlformats.org/officeDocument/2006/relationships/slide" Target="/ppt/slides/slide8.xml" Id="Rf588196dd4424b42" /><Relationship Type="http://schemas.openxmlformats.org/officeDocument/2006/relationships/slide" Target="/ppt/slides/slide9.xml" Id="Rfee1a0c5a0c648f6" /><Relationship Type="http://schemas.openxmlformats.org/officeDocument/2006/relationships/slide" Target="/ppt/slides/slide10.xml" Id="Rbad706532a9e4951" /><Relationship Type="http://schemas.openxmlformats.org/officeDocument/2006/relationships/slide" Target="/ppt/slides/slide11.xml" Id="Rb3e7335e412344b2" /><Relationship Type="http://schemas.openxmlformats.org/officeDocument/2006/relationships/slide" Target="/ppt/slides/slide12.xml" Id="R63c4d25c3da74b91" /><Relationship Type="http://schemas.openxmlformats.org/officeDocument/2006/relationships/slide" Target="/ppt/slides/slide13.xml" Id="R2bfb601a1b44458d" /><Relationship Type="http://schemas.openxmlformats.org/officeDocument/2006/relationships/slide" Target="/ppt/slides/slide14.xml" Id="R2893be7d06da4811" /><Relationship Type="http://schemas.openxmlformats.org/officeDocument/2006/relationships/slide" Target="/ppt/slides/slide15.xml" Id="R0346db1c16a84464" /><Relationship Type="http://schemas.openxmlformats.org/officeDocument/2006/relationships/slide" Target="/ppt/slides/slide16.xml" Id="R1ff64b310b4e4d5b" /><Relationship Type="http://schemas.openxmlformats.org/officeDocument/2006/relationships/slide" Target="/ppt/slides/slide17.xml" Id="R4d089b51d4f94960" /><Relationship Type="http://schemas.openxmlformats.org/officeDocument/2006/relationships/slide" Target="/ppt/slides/slide18.xml" Id="R12703697ae0a4642" /><Relationship Type="http://schemas.openxmlformats.org/officeDocument/2006/relationships/slide" Target="/ppt/slides/slide19.xml" Id="R7a84ed6382c0459b" /><Relationship Type="http://schemas.openxmlformats.org/officeDocument/2006/relationships/slide" Target="/ppt/slides/slide20.xml" Id="Reec630fe4e214c90" /><Relationship Type="http://schemas.openxmlformats.org/officeDocument/2006/relationships/slide" Target="/ppt/slides/slide21.xml" Id="R38dac072f84b4468" /><Relationship Type="http://schemas.openxmlformats.org/officeDocument/2006/relationships/slide" Target="/ppt/slides/slide22.xml" Id="R4f2b71b810e6407d" /><Relationship Type="http://schemas.openxmlformats.org/officeDocument/2006/relationships/slide" Target="/ppt/slides/slide23.xml" Id="Rc01bf76acd974f97" /><Relationship Type="http://schemas.openxmlformats.org/officeDocument/2006/relationships/slide" Target="/ppt/slides/slide24.xml" Id="Ra27af39727774bb6" /><Relationship Type="http://schemas.openxmlformats.org/officeDocument/2006/relationships/slide" Target="/ppt/slides/slide25.xml" Id="Redc5b5368c0240be" /><Relationship Type="http://schemas.openxmlformats.org/officeDocument/2006/relationships/slide" Target="/ppt/slides/slide26.xml" Id="R0cbd2ccd76194308" /><Relationship Type="http://schemas.openxmlformats.org/officeDocument/2006/relationships/slide" Target="/ppt/slides/slide27.xml" Id="R5a8f3669de75462c" /><Relationship Type="http://schemas.openxmlformats.org/officeDocument/2006/relationships/slide" Target="/ppt/slides/slide28.xml" Id="R241a046f12b74f34" /><Relationship Type="http://schemas.openxmlformats.org/officeDocument/2006/relationships/slide" Target="/ppt/slides/slide29.xml" Id="R07e45f825c0f4897" /><Relationship Type="http://schemas.openxmlformats.org/officeDocument/2006/relationships/slide" Target="/ppt/slides/slide30.xml" Id="R0833913ea1dc4a2d" /><Relationship Type="http://schemas.openxmlformats.org/officeDocument/2006/relationships/slide" Target="/ppt/slides/slide31.xml" Id="R636ee8e56e694161" /><Relationship Type="http://schemas.openxmlformats.org/officeDocument/2006/relationships/slide" Target="/ppt/slides/slide32.xml" Id="R1ffb4115a11848ad" /><Relationship Type="http://schemas.openxmlformats.org/officeDocument/2006/relationships/slide" Target="/ppt/slides/slide33.xml" Id="R96eda877aa334274" /><Relationship Type="http://schemas.openxmlformats.org/officeDocument/2006/relationships/slide" Target="/ppt/slides/slide34.xml" Id="R6277fc7e6f5c44ac" /><Relationship Type="http://schemas.openxmlformats.org/officeDocument/2006/relationships/slide" Target="/ppt/slides/slide35.xml" Id="Rac98868a1fa74c88" /><Relationship Type="http://schemas.openxmlformats.org/officeDocument/2006/relationships/slide" Target="/ppt/slides/slide36.xml" Id="R637693ac382c4c80" /><Relationship Type="http://schemas.openxmlformats.org/officeDocument/2006/relationships/slide" Target="/ppt/slides/slide37.xml" Id="Rf567d77327514a3a" /><Relationship Type="http://schemas.openxmlformats.org/officeDocument/2006/relationships/slide" Target="/ppt/slides/slide38.xml" Id="R52c8aacd03ba45db" /><Relationship Type="http://schemas.openxmlformats.org/officeDocument/2006/relationships/slide" Target="/ppt/slides/slide39.xml" Id="Rfb01b9ac96674ac4" /><Relationship Type="http://schemas.openxmlformats.org/officeDocument/2006/relationships/slide" Target="/ppt/slides/slide40.xml" Id="R002fa8585c8a4134" /><Relationship Type="http://schemas.openxmlformats.org/officeDocument/2006/relationships/slide" Target="/ppt/slides/slide41.xml" Id="R73551f5f80324c29" /><Relationship Type="http://schemas.openxmlformats.org/officeDocument/2006/relationships/slide" Target="/ppt/slides/slide42.xml" Id="Re9a3185d72904945" /><Relationship Type="http://schemas.openxmlformats.org/officeDocument/2006/relationships/slide" Target="/ppt/slides/slide43.xml" Id="Rfd58bdeaf062466b" /><Relationship Type="http://schemas.openxmlformats.org/officeDocument/2006/relationships/slide" Target="/ppt/slides/slide44.xml" Id="R0dfb9682e4dd412f" /><Relationship Type="http://schemas.openxmlformats.org/officeDocument/2006/relationships/slide" Target="/ppt/slides/slide45.xml" Id="R99bca321344e4698" /><Relationship Type="http://schemas.openxmlformats.org/officeDocument/2006/relationships/slide" Target="/ppt/slides/slide46.xml" Id="Re1a155718ddd4732" /><Relationship Type="http://schemas.openxmlformats.org/officeDocument/2006/relationships/slide" Target="/ppt/slides/slide47.xml" Id="R79c4726dc12645fa" /><Relationship Type="http://schemas.openxmlformats.org/officeDocument/2006/relationships/slide" Target="/ppt/slides/slide48.xml" Id="R52867cf001364b53" /><Relationship Type="http://schemas.openxmlformats.org/officeDocument/2006/relationships/slide" Target="/ppt/slides/slide49.xml" Id="R711a57eb246f4b32" /><Relationship Type="http://schemas.openxmlformats.org/officeDocument/2006/relationships/slide" Target="/ppt/slides/slide50.xml" Id="Rd26e976e78014c47" /><Relationship Type="http://schemas.openxmlformats.org/officeDocument/2006/relationships/slide" Target="/ppt/slides/slide51.xml" Id="R2a7ddf8596c24744" /><Relationship Type="http://schemas.openxmlformats.org/officeDocument/2006/relationships/slide" Target="/ppt/slides/slide52.xml" Id="R018e320296b24be1" /><Relationship Type="http://schemas.openxmlformats.org/officeDocument/2006/relationships/slide" Target="/ppt/slides/slide53.xml" Id="R78eea2642ee84ee7" /><Relationship Type="http://schemas.openxmlformats.org/officeDocument/2006/relationships/slide" Target="/ppt/slides/slide54.xml" Id="R24d29088059a499d" /><Relationship Type="http://schemas.openxmlformats.org/officeDocument/2006/relationships/slide" Target="/ppt/slides/slide55.xml" Id="R309670beee404495" /><Relationship Type="http://schemas.openxmlformats.org/officeDocument/2006/relationships/slide" Target="/ppt/slides/slide56.xml" Id="Reba3789f10524269" /><Relationship Type="http://schemas.openxmlformats.org/officeDocument/2006/relationships/slide" Target="/ppt/slides/slide57.xml" Id="Rd12ca1ae28d44cf9" /><Relationship Type="http://schemas.openxmlformats.org/officeDocument/2006/relationships/slide" Target="/ppt/slides/slide58.xml" Id="R242392044f514abe" /><Relationship Type="http://schemas.openxmlformats.org/officeDocument/2006/relationships/slide" Target="/ppt/slides/slide59.xml" Id="Rd5d36d9fc39d4e0f" /><Relationship Type="http://schemas.openxmlformats.org/officeDocument/2006/relationships/slide" Target="/ppt/slides/slide60.xml" Id="Raa7772505f4c433c" /><Relationship Type="http://schemas.openxmlformats.org/officeDocument/2006/relationships/slide" Target="/ppt/slides/slide61.xml" Id="R94aaa62558524011" /><Relationship Type="http://schemas.openxmlformats.org/officeDocument/2006/relationships/slide" Target="/ppt/slides/slide62.xml" Id="R0e05c5dcb89e4c98" /><Relationship Type="http://schemas.openxmlformats.org/officeDocument/2006/relationships/slide" Target="/ppt/slides/slide63.xml" Id="R5ad14f9681384f5b" /><Relationship Type="http://schemas.openxmlformats.org/officeDocument/2006/relationships/slide" Target="/ppt/slides/slide64.xml" Id="Rd65b588b8b6141df" /><Relationship Type="http://schemas.openxmlformats.org/officeDocument/2006/relationships/slide" Target="/ppt/slides/slide65.xml" Id="R4c00366b839a42cc" /><Relationship Type="http://schemas.openxmlformats.org/officeDocument/2006/relationships/slide" Target="/ppt/slides/slide66.xml" Id="R46cf9468261745e9" /><Relationship Type="http://schemas.openxmlformats.org/officeDocument/2006/relationships/slide" Target="/ppt/slides/slide67.xml" Id="R18f22ddaa4a8471f" /><Relationship Type="http://schemas.openxmlformats.org/officeDocument/2006/relationships/slide" Target="/ppt/slides/slide68.xml" Id="Rc1653b2d7ef54616" /><Relationship Type="http://schemas.openxmlformats.org/officeDocument/2006/relationships/slide" Target="/ppt/slides/slide69.xml" Id="Rec01b7a9a976442b" /><Relationship Type="http://schemas.openxmlformats.org/officeDocument/2006/relationships/slide" Target="/ppt/slides/slide70.xml" Id="Rad1ebf8ae24f4842" /><Relationship Type="http://schemas.openxmlformats.org/officeDocument/2006/relationships/slide" Target="/ppt/slides/slide71.xml" Id="R3649c2dd136c4a6a" /><Relationship Type="http://schemas.openxmlformats.org/officeDocument/2006/relationships/slide" Target="/ppt/slides/slide72.xml" Id="R4e07e4f414c2424b" /><Relationship Type="http://schemas.openxmlformats.org/officeDocument/2006/relationships/slide" Target="/ppt/slides/slide73.xml" Id="R7d1eb6de1efa41b2" /><Relationship Type="http://schemas.openxmlformats.org/officeDocument/2006/relationships/slide" Target="/ppt/slides/slide74.xml" Id="R725ba6dbebad4322" /><Relationship Type="http://schemas.openxmlformats.org/officeDocument/2006/relationships/slide" Target="/ppt/slides/slide75.xml" Id="Rbe262642207f4728" /><Relationship Type="http://schemas.openxmlformats.org/officeDocument/2006/relationships/slide" Target="/ppt/slides/slide76.xml" Id="Rf6bb0c1dbd63427d" /><Relationship Type="http://schemas.openxmlformats.org/officeDocument/2006/relationships/slide" Target="/ppt/slides/slide77.xml" Id="R55317b9ab07e48ec" /><Relationship Type="http://schemas.openxmlformats.org/officeDocument/2006/relationships/slide" Target="/ppt/slides/slide78.xml" Id="R6167abe169154a0d" /><Relationship Type="http://schemas.openxmlformats.org/officeDocument/2006/relationships/slide" Target="/ppt/slides/slide79.xml" Id="R8aa57d9459464db3" /><Relationship Type="http://schemas.openxmlformats.org/officeDocument/2006/relationships/slide" Target="/ppt/slides/slide80.xml" Id="Rcd7e4e35af9c4981" /><Relationship Type="http://schemas.openxmlformats.org/officeDocument/2006/relationships/slide" Target="/ppt/slides/slide81.xml" Id="Rddc8d86c303d4680" /><Relationship Type="http://schemas.openxmlformats.org/officeDocument/2006/relationships/slide" Target="/ppt/slides/slide82.xml" Id="R531fb31e97614b16" /><Relationship Type="http://schemas.openxmlformats.org/officeDocument/2006/relationships/slide" Target="/ppt/slides/slide83.xml" Id="R0136fc618eab4208" /><Relationship Type="http://schemas.openxmlformats.org/officeDocument/2006/relationships/slide" Target="/ppt/slides/slide84.xml" Id="Rf4deeec477884f32" /><Relationship Type="http://schemas.openxmlformats.org/officeDocument/2006/relationships/slide" Target="/ppt/slides/slide85.xml" Id="R4e06a0ee8fdb4b76" /><Relationship Type="http://schemas.openxmlformats.org/officeDocument/2006/relationships/slide" Target="/ppt/slides/slide86.xml" Id="R9190feb99c974b77" /><Relationship Type="http://schemas.openxmlformats.org/officeDocument/2006/relationships/slide" Target="/ppt/slides/slide87.xml" Id="Rff7677d39e404d57" /><Relationship Type="http://schemas.openxmlformats.org/officeDocument/2006/relationships/slide" Target="/ppt/slides/slide88.xml" Id="Rde2eb80383bd4f10" /><Relationship Type="http://schemas.openxmlformats.org/officeDocument/2006/relationships/slide" Target="/ppt/slides/slide89.xml" Id="R06fa904fe7d442af" /><Relationship Type="http://schemas.openxmlformats.org/officeDocument/2006/relationships/slide" Target="/ppt/slides/slide90.xml" Id="R7a1654c8b1dd4837" /><Relationship Type="http://schemas.openxmlformats.org/officeDocument/2006/relationships/slide" Target="/ppt/slides/slide91.xml" Id="R977b4ad629b942b5" /><Relationship Type="http://schemas.openxmlformats.org/officeDocument/2006/relationships/slide" Target="/ppt/slides/slide92.xml" Id="R61af7a187c264fdb" /><Relationship Type="http://schemas.openxmlformats.org/officeDocument/2006/relationships/slide" Target="/ppt/slides/slide93.xml" Id="Rff0c3de6984d4ada" /><Relationship Type="http://schemas.openxmlformats.org/officeDocument/2006/relationships/slide" Target="/ppt/slides/slide94.xml" Id="Rdf5b479bf5af4930" /><Relationship Type="http://schemas.openxmlformats.org/officeDocument/2006/relationships/slide" Target="/ppt/slides/slide95.xml" Id="R48555a686bd342b5" /><Relationship Type="http://schemas.openxmlformats.org/officeDocument/2006/relationships/slide" Target="/ppt/slides/slide96.xml" Id="Re4a684ffd9664a35" /><Relationship Type="http://schemas.openxmlformats.org/officeDocument/2006/relationships/slide" Target="/ppt/slides/slide97.xml" Id="R2f4c81def40d4af3" /><Relationship Type="http://schemas.openxmlformats.org/officeDocument/2006/relationships/slide" Target="/ppt/slides/slide98.xml" Id="Rcf33c6c579284118" /><Relationship Type="http://schemas.openxmlformats.org/officeDocument/2006/relationships/slide" Target="/ppt/slides/slide99.xml" Id="R994d961164d14332" /><Relationship Type="http://schemas.openxmlformats.org/officeDocument/2006/relationships/slide" Target="/ppt/slides/slide100.xml" Id="Re1a3141cb7814235" /><Relationship Type="http://schemas.openxmlformats.org/officeDocument/2006/relationships/slide" Target="/ppt/slides/slide101.xml" Id="Rfe82834972f64a46" /><Relationship Type="http://schemas.openxmlformats.org/officeDocument/2006/relationships/slide" Target="/ppt/slides/slide102.xml" Id="R5c3a96ed794b4264" /><Relationship Type="http://schemas.openxmlformats.org/officeDocument/2006/relationships/slide" Target="/ppt/slides/slide103.xml" Id="R4a11825fef2245b8" /><Relationship Type="http://schemas.openxmlformats.org/officeDocument/2006/relationships/slide" Target="/ppt/slides/slide104.xml" Id="Rc534d9b8d1474397" /><Relationship Type="http://schemas.openxmlformats.org/officeDocument/2006/relationships/slide" Target="/ppt/slides/slide105.xml" Id="Rb0203789e50f4037" /><Relationship Type="http://schemas.openxmlformats.org/officeDocument/2006/relationships/slide" Target="/ppt/slides/slide106.xml" Id="R47849830d2454a1b" /><Relationship Type="http://schemas.openxmlformats.org/officeDocument/2006/relationships/slide" Target="/ppt/slides/slide107.xml" Id="Rfa05b08c5b594bc3" /><Relationship Type="http://schemas.openxmlformats.org/officeDocument/2006/relationships/slide" Target="/ppt/slides/slide108.xml" Id="Rb3845cd097c34c9c" /><Relationship Type="http://schemas.openxmlformats.org/officeDocument/2006/relationships/slide" Target="/ppt/slides/slide109.xml" Id="R32880bf7d3a64ef5" /><Relationship Type="http://schemas.openxmlformats.org/officeDocument/2006/relationships/slide" Target="/ppt/slides/slide110.xml" Id="R11229a55fb54470f" /><Relationship Type="http://schemas.openxmlformats.org/officeDocument/2006/relationships/slide" Target="/ppt/slides/slide111.xml" Id="R5dba4717bff44014" /><Relationship Type="http://schemas.openxmlformats.org/officeDocument/2006/relationships/slide" Target="/ppt/slides/slide112.xml" Id="R835307dc339b49b6" /><Relationship Type="http://schemas.openxmlformats.org/officeDocument/2006/relationships/slide" Target="/ppt/slides/slide113.xml" Id="R575fb16906bf46e1" /><Relationship Type="http://schemas.openxmlformats.org/officeDocument/2006/relationships/slide" Target="/ppt/slides/slide114.xml" Id="Rd0039ce415954853" /><Relationship Type="http://schemas.openxmlformats.org/officeDocument/2006/relationships/slide" Target="/ppt/slides/slide115.xml" Id="R2174b5f726fc435f" /><Relationship Type="http://schemas.openxmlformats.org/officeDocument/2006/relationships/slide" Target="/ppt/slides/slide116.xml" Id="R8c9e8be3ffeb4677" /><Relationship Type="http://schemas.openxmlformats.org/officeDocument/2006/relationships/slide" Target="/ppt/slides/slide117.xml" Id="Rfbc1c6609ac74e63" /><Relationship Type="http://schemas.openxmlformats.org/officeDocument/2006/relationships/slide" Target="/ppt/slides/slide118.xml" Id="Ra6971c22c94b4397" /><Relationship Type="http://schemas.openxmlformats.org/officeDocument/2006/relationships/slide" Target="/ppt/slides/slide119.xml" Id="R62b4b068632843e0" /><Relationship Type="http://schemas.openxmlformats.org/officeDocument/2006/relationships/slide" Target="/ppt/slides/slide120.xml" Id="R84b5057dde3f4ff1" /><Relationship Type="http://schemas.openxmlformats.org/officeDocument/2006/relationships/slide" Target="/ppt/slides/slide121.xml" Id="Rba6574dc1c574f04" /><Relationship Type="http://schemas.openxmlformats.org/officeDocument/2006/relationships/slide" Target="/ppt/slides/slide122.xml" Id="R2c803fb90e0e4f2b" /><Relationship Type="http://schemas.openxmlformats.org/officeDocument/2006/relationships/slide" Target="/ppt/slides/slide123.xml" Id="R8a3c8870784540e1" /><Relationship Type="http://schemas.openxmlformats.org/officeDocument/2006/relationships/slide" Target="/ppt/slides/slide124.xml" Id="R64175edbebcd4932" /><Relationship Type="http://schemas.openxmlformats.org/officeDocument/2006/relationships/slide" Target="/ppt/slides/slide125.xml" Id="Rfc507b8c20144941" /><Relationship Type="http://schemas.openxmlformats.org/officeDocument/2006/relationships/slide" Target="/ppt/slides/slide126.xml" Id="R4bb6494bc2fb4784" /><Relationship Type="http://schemas.openxmlformats.org/officeDocument/2006/relationships/slide" Target="/ppt/slides/slide127.xml" Id="R5499a161d93d44a3" /><Relationship Type="http://schemas.openxmlformats.org/officeDocument/2006/relationships/slide" Target="/ppt/slides/slide128.xml" Id="R3a83ed3197c342dc" /><Relationship Type="http://schemas.openxmlformats.org/officeDocument/2006/relationships/slide" Target="/ppt/slides/slide129.xml" Id="Ra2b174789c174750" /><Relationship Type="http://schemas.openxmlformats.org/officeDocument/2006/relationships/slide" Target="/ppt/slides/slide130.xml" Id="R9497074382b44344" /><Relationship Type="http://schemas.openxmlformats.org/officeDocument/2006/relationships/slide" Target="/ppt/slides/slide131.xml" Id="R0c19470b2d4a44dd" /><Relationship Type="http://schemas.openxmlformats.org/officeDocument/2006/relationships/slide" Target="/ppt/slides/slide132.xml" Id="R047ffe29f67d4e25" /><Relationship Type="http://schemas.openxmlformats.org/officeDocument/2006/relationships/slide" Target="/ppt/slides/slide133.xml" Id="Re0db5d94d6fb4769" /><Relationship Type="http://schemas.openxmlformats.org/officeDocument/2006/relationships/slide" Target="/ppt/slides/slide134.xml" Id="R302f749c6ffc406c" /><Relationship Type="http://schemas.openxmlformats.org/officeDocument/2006/relationships/slide" Target="/ppt/slides/slide135.xml" Id="Rb4efe692658b4f54" /><Relationship Type="http://schemas.openxmlformats.org/officeDocument/2006/relationships/slide" Target="/ppt/slides/slide136.xml" Id="Rfbe4492f08724012" /><Relationship Type="http://schemas.openxmlformats.org/officeDocument/2006/relationships/slide" Target="/ppt/slides/slide137.xml" Id="R90486ab7948d47ca" /><Relationship Type="http://schemas.openxmlformats.org/officeDocument/2006/relationships/slide" Target="/ppt/slides/slide138.xml" Id="Re3acbef9ff9b4717" /><Relationship Type="http://schemas.openxmlformats.org/officeDocument/2006/relationships/slide" Target="/ppt/slides/slide139.xml" Id="R0cde3c35c9d941ec" /><Relationship Type="http://schemas.openxmlformats.org/officeDocument/2006/relationships/slide" Target="/ppt/slides/slide140.xml" Id="R05f4dd2d88704bf1" /><Relationship Type="http://schemas.openxmlformats.org/officeDocument/2006/relationships/slide" Target="/ppt/slides/slide141.xml" Id="Rb07a28a95fe3446d" /><Relationship Type="http://schemas.openxmlformats.org/officeDocument/2006/relationships/slide" Target="/ppt/slides/slide142.xml" Id="R7425cafb1cbe4f53" /><Relationship Type="http://schemas.openxmlformats.org/officeDocument/2006/relationships/slide" Target="/ppt/slides/slide143.xml" Id="Rf2b6746ade344991" /><Relationship Type="http://schemas.openxmlformats.org/officeDocument/2006/relationships/slide" Target="/ppt/slides/slide144.xml" Id="R0bd15643619e4eda" /><Relationship Type="http://schemas.openxmlformats.org/officeDocument/2006/relationships/slide" Target="/ppt/slides/slide145.xml" Id="R47e186c06e03443c" /><Relationship Type="http://schemas.openxmlformats.org/officeDocument/2006/relationships/slide" Target="/ppt/slides/slide146.xml" Id="R27f9c6dce7064cc7" /><Relationship Type="http://schemas.openxmlformats.org/officeDocument/2006/relationships/slide" Target="/ppt/slides/slide147.xml" Id="R629e6e16f08a4c0a" /><Relationship Type="http://schemas.openxmlformats.org/officeDocument/2006/relationships/slide" Target="/ppt/slides/slide148.xml" Id="Rc2b81dac3ea345ed" /><Relationship Type="http://schemas.openxmlformats.org/officeDocument/2006/relationships/slide" Target="/ppt/slides/slide149.xml" Id="Rc31af1ff190645f5" /><Relationship Type="http://schemas.openxmlformats.org/officeDocument/2006/relationships/slide" Target="/ppt/slides/slide150.xml" Id="Re2696e09112f48d0" /><Relationship Type="http://schemas.openxmlformats.org/officeDocument/2006/relationships/slide" Target="/ppt/slides/slide151.xml" Id="R21c04e30bd214877" /><Relationship Type="http://schemas.openxmlformats.org/officeDocument/2006/relationships/slide" Target="/ppt/slides/slide152.xml" Id="Rf2baec98bba542b8" /><Relationship Type="http://schemas.openxmlformats.org/officeDocument/2006/relationships/slide" Target="/ppt/slides/slide153.xml" Id="Rb856486b5c0448f4" /><Relationship Type="http://schemas.openxmlformats.org/officeDocument/2006/relationships/slide" Target="/ppt/slides/slide154.xml" Id="R586128298e294571" /><Relationship Type="http://schemas.openxmlformats.org/officeDocument/2006/relationships/slide" Target="/ppt/slides/slide155.xml" Id="R19cf8c661f6e4463" /><Relationship Type="http://schemas.openxmlformats.org/officeDocument/2006/relationships/slide" Target="/ppt/slides/slide156.xml" Id="R976568a371fe4a5e" /><Relationship Type="http://schemas.openxmlformats.org/officeDocument/2006/relationships/slide" Target="/ppt/slides/slide157.xml" Id="Re12207e447f54b6a" /><Relationship Type="http://schemas.openxmlformats.org/officeDocument/2006/relationships/slide" Target="/ppt/slides/slide158.xml" Id="Rb8c758d53770483d" /><Relationship Type="http://schemas.openxmlformats.org/officeDocument/2006/relationships/slide" Target="/ppt/slides/slide159.xml" Id="Ra9062109a5c7457f" /><Relationship Type="http://schemas.openxmlformats.org/officeDocument/2006/relationships/slide" Target="/ppt/slides/slide160.xml" Id="Re8076bb4a1414012" /><Relationship Type="http://schemas.openxmlformats.org/officeDocument/2006/relationships/slide" Target="/ppt/slides/slide161.xml" Id="R51922fcde620479f" /><Relationship Type="http://schemas.openxmlformats.org/officeDocument/2006/relationships/slide" Target="/ppt/slides/slide162.xml" Id="Rd89c2ce624d24e28" /><Relationship Type="http://schemas.openxmlformats.org/officeDocument/2006/relationships/slide" Target="/ppt/slides/slide163.xml" Id="R06aff540a9574172" /><Relationship Type="http://schemas.openxmlformats.org/officeDocument/2006/relationships/slide" Target="/ppt/slides/slide164.xml" Id="Reb39c7bde68e4c63" /><Relationship Type="http://schemas.openxmlformats.org/officeDocument/2006/relationships/slide" Target="/ppt/slides/slide165.xml" Id="Rbdb7c4aa76a241c2" /><Relationship Type="http://schemas.openxmlformats.org/officeDocument/2006/relationships/slide" Target="/ppt/slides/slide166.xml" Id="Rfb89072b5fe04f95" /><Relationship Type="http://schemas.openxmlformats.org/officeDocument/2006/relationships/slide" Target="/ppt/slides/slide167.xml" Id="R75f3882821764550" /><Relationship Type="http://schemas.openxmlformats.org/officeDocument/2006/relationships/slide" Target="/ppt/slides/slide168.xml" Id="R91b988f891684127" /><Relationship Type="http://schemas.openxmlformats.org/officeDocument/2006/relationships/slide" Target="/ppt/slides/slide169.xml" Id="R042dc57c02af4171" /><Relationship Type="http://schemas.openxmlformats.org/officeDocument/2006/relationships/slide" Target="/ppt/slides/slide170.xml" Id="R21c3456956054a98" /><Relationship Type="http://schemas.openxmlformats.org/officeDocument/2006/relationships/slide" Target="/ppt/slides/slide171.xml" Id="Rb156c1fba3634ef8" /><Relationship Type="http://schemas.openxmlformats.org/officeDocument/2006/relationships/slide" Target="/ppt/slides/slide172.xml" Id="R6684f80d1b0c48af" /><Relationship Type="http://schemas.openxmlformats.org/officeDocument/2006/relationships/slide" Target="/ppt/slides/slide173.xml" Id="R78367ed83f93442b" /><Relationship Type="http://schemas.openxmlformats.org/officeDocument/2006/relationships/slide" Target="/ppt/slides/slide174.xml" Id="Ra2514776d30d42b5" /><Relationship Type="http://schemas.openxmlformats.org/officeDocument/2006/relationships/slide" Target="/ppt/slides/slide175.xml" Id="Ra14523ed446149d4" /><Relationship Type="http://schemas.openxmlformats.org/officeDocument/2006/relationships/slide" Target="/ppt/slides/slide176.xml" Id="R15f8cfa3941e499a" /><Relationship Type="http://schemas.openxmlformats.org/officeDocument/2006/relationships/slide" Target="/ppt/slides/slide177.xml" Id="R95692b6806e14cfa" /><Relationship Type="http://schemas.openxmlformats.org/officeDocument/2006/relationships/slide" Target="/ppt/slides/slide178.xml" Id="R14f457b9da42439d" /><Relationship Type="http://schemas.openxmlformats.org/officeDocument/2006/relationships/slide" Target="/ppt/slides/slide179.xml" Id="R121820024668497b" /><Relationship Type="http://schemas.openxmlformats.org/officeDocument/2006/relationships/slide" Target="/ppt/slides/slide180.xml" Id="R7238f952cedc4a39" /><Relationship Type="http://schemas.openxmlformats.org/officeDocument/2006/relationships/slide" Target="/ppt/slides/slide181.xml" Id="R5431c58819ec47ac" /><Relationship Type="http://schemas.openxmlformats.org/officeDocument/2006/relationships/slide" Target="/ppt/slides/slide182.xml" Id="R2b261a6bba474572" /><Relationship Type="http://schemas.openxmlformats.org/officeDocument/2006/relationships/slide" Target="/ppt/slides/slide183.xml" Id="R007d90ba146b4429" /><Relationship Type="http://schemas.openxmlformats.org/officeDocument/2006/relationships/slide" Target="/ppt/slides/slide184.xml" Id="R04103908a1434339" /><Relationship Type="http://schemas.openxmlformats.org/officeDocument/2006/relationships/slide" Target="/ppt/slides/slide185.xml" Id="R053d11c9d2a84919" /><Relationship Type="http://schemas.openxmlformats.org/officeDocument/2006/relationships/slide" Target="/ppt/slides/slide186.xml" Id="Rddcac03c06834554" /><Relationship Type="http://schemas.openxmlformats.org/officeDocument/2006/relationships/slide" Target="/ppt/slides/slide187.xml" Id="R51a9edb2c48c4273" /><Relationship Type="http://schemas.openxmlformats.org/officeDocument/2006/relationships/slide" Target="/ppt/slides/slide188.xml" Id="R4f2387a654d64693" /><Relationship Type="http://schemas.openxmlformats.org/officeDocument/2006/relationships/slide" Target="/ppt/slides/slide189.xml" Id="Rf56c8b9a150c4d8a" /><Relationship Type="http://schemas.openxmlformats.org/officeDocument/2006/relationships/slide" Target="/ppt/slides/slide190.xml" Id="Raa89df719a154a32" /><Relationship Type="http://schemas.openxmlformats.org/officeDocument/2006/relationships/slide" Target="/ppt/slides/slide191.xml" Id="R3b36c7830ecb4734" /><Relationship Type="http://schemas.openxmlformats.org/officeDocument/2006/relationships/slide" Target="/ppt/slides/slide192.xml" Id="R6ab1f8e01b2c4c41" /><Relationship Type="http://schemas.openxmlformats.org/officeDocument/2006/relationships/slide" Target="/ppt/slides/slide193.xml" Id="Rebbcd96a945e437c" /><Relationship Type="http://schemas.openxmlformats.org/officeDocument/2006/relationships/slide" Target="/ppt/slides/slide194.xml" Id="R67db7b0557b1439a" /><Relationship Type="http://schemas.openxmlformats.org/officeDocument/2006/relationships/slide" Target="/ppt/slides/slide195.xml" Id="Rf881bf9dac3f4ed1" /><Relationship Type="http://schemas.openxmlformats.org/officeDocument/2006/relationships/slide" Target="/ppt/slides/slide196.xml" Id="Rbd761eb17a354f60" /><Relationship Type="http://schemas.openxmlformats.org/officeDocument/2006/relationships/slide" Target="/ppt/slides/slide197.xml" Id="R7171324d8b754870" /><Relationship Type="http://schemas.openxmlformats.org/officeDocument/2006/relationships/slide" Target="/ppt/slides/slide198.xml" Id="R92811a16b28c4d6d" /><Relationship Type="http://schemas.openxmlformats.org/officeDocument/2006/relationships/slide" Target="/ppt/slides/slide199.xml" Id="R202fe197756e4ffe" /><Relationship Type="http://schemas.openxmlformats.org/officeDocument/2006/relationships/slide" Target="/ppt/slides/slide200.xml" Id="R4a65fe37aa1141b3" /><Relationship Type="http://schemas.openxmlformats.org/officeDocument/2006/relationships/slide" Target="/ppt/slides/slide201.xml" Id="Rd7aac0d1883344a3" /><Relationship Type="http://schemas.openxmlformats.org/officeDocument/2006/relationships/slide" Target="/ppt/slides/slide202.xml" Id="R3c62688f5dcc48a6" /><Relationship Type="http://schemas.openxmlformats.org/officeDocument/2006/relationships/slide" Target="/ppt/slides/slide203.xml" Id="R29951610ee2b42d0" /><Relationship Type="http://schemas.openxmlformats.org/officeDocument/2006/relationships/slide" Target="/ppt/slides/slide204.xml" Id="R0d6f03de251f46db" /><Relationship Type="http://schemas.openxmlformats.org/officeDocument/2006/relationships/slide" Target="/ppt/slides/slide205.xml" Id="R2f17f5e4f1e147f4" /><Relationship Type="http://schemas.openxmlformats.org/officeDocument/2006/relationships/slide" Target="/ppt/slides/slide206.xml" Id="R758bdce735d54b3f" /><Relationship Type="http://schemas.openxmlformats.org/officeDocument/2006/relationships/slide" Target="/ppt/slides/slide207.xml" Id="R8cee8530f34e4574" /><Relationship Type="http://schemas.openxmlformats.org/officeDocument/2006/relationships/slide" Target="/ppt/slides/slide208.xml" Id="R70a206e73d174f35" /><Relationship Type="http://schemas.openxmlformats.org/officeDocument/2006/relationships/slide" Target="/ppt/slides/slide209.xml" Id="R8aaa595b1cb14574" /><Relationship Type="http://schemas.openxmlformats.org/officeDocument/2006/relationships/slide" Target="/ppt/slides/slide210.xml" Id="R1d2b4f9a265047af" /><Relationship Type="http://schemas.openxmlformats.org/officeDocument/2006/relationships/slide" Target="/ppt/slides/slide211.xml" Id="R34e8581a39ac4dea" /><Relationship Type="http://schemas.openxmlformats.org/officeDocument/2006/relationships/slide" Target="/ppt/slides/slide212.xml" Id="Rad75b2a42cb44f17" /><Relationship Type="http://schemas.openxmlformats.org/officeDocument/2006/relationships/slide" Target="/ppt/slides/slide213.xml" Id="R57d6013b8efb4825" /><Relationship Type="http://schemas.openxmlformats.org/officeDocument/2006/relationships/slide" Target="/ppt/slides/slide214.xml" Id="R47e252d39270479f" /><Relationship Type="http://schemas.openxmlformats.org/officeDocument/2006/relationships/slide" Target="/ppt/slides/slide215.xml" Id="R39500a2b333049e3" /><Relationship Type="http://schemas.openxmlformats.org/officeDocument/2006/relationships/slide" Target="/ppt/slides/slide216.xml" Id="Ra1eaadcf53a54ec3" /><Relationship Type="http://schemas.openxmlformats.org/officeDocument/2006/relationships/slide" Target="/ppt/slides/slide217.xml" Id="R33fdd25400124000" /><Relationship Type="http://schemas.openxmlformats.org/officeDocument/2006/relationships/slide" Target="/ppt/slides/slide218.xml" Id="R0f3c091264734acf" /><Relationship Type="http://schemas.openxmlformats.org/officeDocument/2006/relationships/slide" Target="/ppt/slides/slide219.xml" Id="Rb7cf0137ddf34ce3" /><Relationship Type="http://schemas.openxmlformats.org/officeDocument/2006/relationships/slide" Target="/ppt/slides/slide220.xml" Id="R479d017be0f14626" /><Relationship Type="http://schemas.openxmlformats.org/officeDocument/2006/relationships/slide" Target="/ppt/slides/slide221.xml" Id="Rc6d2c3f16eb5470a" /><Relationship Type="http://schemas.openxmlformats.org/officeDocument/2006/relationships/slide" Target="/ppt/slides/slide222.xml" Id="R8221ea657bfb445d" /><Relationship Type="http://schemas.openxmlformats.org/officeDocument/2006/relationships/slide" Target="/ppt/slides/slide223.xml" Id="R1b9b4ed7eaaf4b18" /><Relationship Type="http://schemas.openxmlformats.org/officeDocument/2006/relationships/slide" Target="/ppt/slides/slide224.xml" Id="R227e21fee9744931" /><Relationship Type="http://schemas.openxmlformats.org/officeDocument/2006/relationships/slide" Target="/ppt/slides/slide225.xml" Id="R43dbcfe87d4b41d7" /><Relationship Type="http://schemas.openxmlformats.org/officeDocument/2006/relationships/slide" Target="/ppt/slides/slide226.xml" Id="Rfc13b225ac5644d0" /><Relationship Type="http://schemas.openxmlformats.org/officeDocument/2006/relationships/slide" Target="/ppt/slides/slide227.xml" Id="R73b42486ce304df7" /><Relationship Type="http://schemas.openxmlformats.org/officeDocument/2006/relationships/slide" Target="/ppt/slides/slide228.xml" Id="Rc215f65b91b84042" /><Relationship Type="http://schemas.openxmlformats.org/officeDocument/2006/relationships/slide" Target="/ppt/slides/slide229.xml" Id="Rcc9a4b3140f04416" /><Relationship Type="http://schemas.openxmlformats.org/officeDocument/2006/relationships/slide" Target="/ppt/slides/slide230.xml" Id="R97fdd804804b4903" /><Relationship Type="http://schemas.openxmlformats.org/officeDocument/2006/relationships/slide" Target="/ppt/slides/slide231.xml" Id="Ra9886e476c084e37" /><Relationship Type="http://schemas.openxmlformats.org/officeDocument/2006/relationships/slide" Target="/ppt/slides/slide232.xml" Id="Rd580202339d045b3" /><Relationship Type="http://schemas.openxmlformats.org/officeDocument/2006/relationships/slide" Target="/ppt/slides/slide233.xml" Id="R5aa63b5a96414f27" /><Relationship Type="http://schemas.openxmlformats.org/officeDocument/2006/relationships/slide" Target="/ppt/slides/slide234.xml" Id="R2a14d7d1a45c4437" /><Relationship Type="http://schemas.openxmlformats.org/officeDocument/2006/relationships/slide" Target="/ppt/slides/slide235.xml" Id="R0a082e119ef34d03" /><Relationship Type="http://schemas.openxmlformats.org/officeDocument/2006/relationships/slide" Target="/ppt/slides/slide236.xml" Id="R4262b0fdb51d40a9" /><Relationship Type="http://schemas.openxmlformats.org/officeDocument/2006/relationships/slide" Target="/ppt/slides/slide237.xml" Id="R55acec9c78914def" /><Relationship Type="http://schemas.openxmlformats.org/officeDocument/2006/relationships/slide" Target="/ppt/slides/slide238.xml" Id="R2bf0644d886948c3" /><Relationship Type="http://schemas.openxmlformats.org/officeDocument/2006/relationships/slide" Target="/ppt/slides/slide239.xml" Id="R90a4b0712bbc4218" /><Relationship Type="http://schemas.openxmlformats.org/officeDocument/2006/relationships/slide" Target="/ppt/slides/slide240.xml" Id="R6499726a776b46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ce87d46aea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172f7ac684bcc" /><Relationship Type="http://schemas.openxmlformats.org/officeDocument/2006/relationships/notesMaster" Target="/ppt/notesMasters/notesMaster1.xml" Id="R35bb471ce992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37d0d39cf248d8" /><Relationship Type="http://schemas.openxmlformats.org/officeDocument/2006/relationships/notesMaster" Target="/ppt/notesMasters/notesMaster1.xml" Id="R655b37f3793e4e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76ddbc461e4bd2" /><Relationship Type="http://schemas.openxmlformats.org/officeDocument/2006/relationships/notesMaster" Target="/ppt/notesMasters/notesMaster1.xml" Id="Rfaa229f415ab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a3293386724f37" /><Relationship Type="http://schemas.openxmlformats.org/officeDocument/2006/relationships/notesMaster" Target="/ppt/notesMasters/notesMaster1.xml" Id="Re967e81dbbec4e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c48b25c9642e8" /><Relationship Type="http://schemas.openxmlformats.org/officeDocument/2006/relationships/notesMaster" Target="/ppt/notesMasters/notesMaster1.xml" Id="Rfa81664443fb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5ebbb99cd3495e" /><Relationship Type="http://schemas.openxmlformats.org/officeDocument/2006/relationships/notesMaster" Target="/ppt/notesMasters/notesMaster1.xml" Id="Ra4e33a06975c4e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da90d78bf457b" /><Relationship Type="http://schemas.openxmlformats.org/officeDocument/2006/relationships/notesMaster" Target="/ppt/notesMasters/notesMaster1.xml" Id="Ra94ba8e8acf6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b4da67a87482d" /><Relationship Type="http://schemas.openxmlformats.org/officeDocument/2006/relationships/notesMaster" Target="/ppt/notesMasters/notesMaster1.xml" Id="R4334ffb3dae049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b82440c44f4144" /><Relationship Type="http://schemas.openxmlformats.org/officeDocument/2006/relationships/notesMaster" Target="/ppt/notesMasters/notesMaster1.xml" Id="R5281b2fc3a864c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052bbb3f2244ae" /><Relationship Type="http://schemas.openxmlformats.org/officeDocument/2006/relationships/notesMaster" Target="/ppt/notesMasters/notesMaster1.xml" Id="Rfd6a3ba2d11042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dc603bbecc4075" /><Relationship Type="http://schemas.openxmlformats.org/officeDocument/2006/relationships/notesMaster" Target="/ppt/notesMasters/notesMaster1.xml" Id="R5ec4a36a93954a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db5b9663234198" /><Relationship Type="http://schemas.openxmlformats.org/officeDocument/2006/relationships/notesMaster" Target="/ppt/notesMasters/notesMaster1.xml" Id="R62983203114a42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9fcb70cdda452c" /><Relationship Type="http://schemas.openxmlformats.org/officeDocument/2006/relationships/notesMaster" Target="/ppt/notesMasters/notesMaster1.xml" Id="R45ef50e2ed6844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176248584b459b" /><Relationship Type="http://schemas.openxmlformats.org/officeDocument/2006/relationships/notesMaster" Target="/ppt/notesMasters/notesMaster1.xml" Id="Re930fdda881d43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5c92e7f8534626" /><Relationship Type="http://schemas.openxmlformats.org/officeDocument/2006/relationships/notesMaster" Target="/ppt/notesMasters/notesMaster1.xml" Id="R811013a52bc541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94564ca1834261" /><Relationship Type="http://schemas.openxmlformats.org/officeDocument/2006/relationships/notesMaster" Target="/ppt/notesMasters/notesMaster1.xml" Id="Rd89ceb472f9040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0fe36e9f2c474e" /><Relationship Type="http://schemas.openxmlformats.org/officeDocument/2006/relationships/notesMaster" Target="/ppt/notesMasters/notesMaster1.xml" Id="Rc2458bc2e43343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c905464ef34550" /><Relationship Type="http://schemas.openxmlformats.org/officeDocument/2006/relationships/notesMaster" Target="/ppt/notesMasters/notesMaster1.xml" Id="Rd82d5ce2986340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37236fe33045d3" /><Relationship Type="http://schemas.openxmlformats.org/officeDocument/2006/relationships/notesMaster" Target="/ppt/notesMasters/notesMaster1.xml" Id="Rebf3bb1ff68d40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d99f2f9e164554" /><Relationship Type="http://schemas.openxmlformats.org/officeDocument/2006/relationships/notesMaster" Target="/ppt/notesMasters/notesMaster1.xml" Id="R725973c9db7744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4dc6b2308b43b2" /><Relationship Type="http://schemas.openxmlformats.org/officeDocument/2006/relationships/notesMaster" Target="/ppt/notesMasters/notesMaster1.xml" Id="R423bc638cc1c4d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f0a247d1234cda" /><Relationship Type="http://schemas.openxmlformats.org/officeDocument/2006/relationships/notesMaster" Target="/ppt/notesMasters/notesMaster1.xml" Id="R1901a53b64d341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e86d4318eb4c35" /><Relationship Type="http://schemas.openxmlformats.org/officeDocument/2006/relationships/notesMaster" Target="/ppt/notesMasters/notesMaster1.xml" Id="R4750c966120a46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c70e79f49b4c1b" /><Relationship Type="http://schemas.openxmlformats.org/officeDocument/2006/relationships/notesMaster" Target="/ppt/notesMasters/notesMaster1.xml" Id="Ra8c1ea36a33746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f28a9b20924fb1" /><Relationship Type="http://schemas.openxmlformats.org/officeDocument/2006/relationships/notesMaster" Target="/ppt/notesMasters/notesMaster1.xml" Id="R645fbdbd4eea41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39cadc63514704" /><Relationship Type="http://schemas.openxmlformats.org/officeDocument/2006/relationships/notesMaster" Target="/ppt/notesMasters/notesMaster1.xml" Id="R8c9a30cba19441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bab515b4c5479c" /><Relationship Type="http://schemas.openxmlformats.org/officeDocument/2006/relationships/notesMaster" Target="/ppt/notesMasters/notesMaster1.xml" Id="R9a8ea25dd83a46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dc863f31bf4443" /><Relationship Type="http://schemas.openxmlformats.org/officeDocument/2006/relationships/notesMaster" Target="/ppt/notesMasters/notesMaster1.xml" Id="R0a9c8a3ac8b94b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cfe9b21ef04385" /><Relationship Type="http://schemas.openxmlformats.org/officeDocument/2006/relationships/notesMaster" Target="/ppt/notesMasters/notesMaster1.xml" Id="Rddde324d34584c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38e541e91bb4cd3" /><Relationship Type="http://schemas.openxmlformats.org/officeDocument/2006/relationships/notesMaster" Target="/ppt/notesMasters/notesMaster1.xml" Id="R8a7054981a754e2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81bceeab94345ae" /><Relationship Type="http://schemas.openxmlformats.org/officeDocument/2006/relationships/notesMaster" Target="/ppt/notesMasters/notesMaster1.xml" Id="R121d407430584b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552f713b6d40c2" /><Relationship Type="http://schemas.openxmlformats.org/officeDocument/2006/relationships/notesMaster" Target="/ppt/notesMasters/notesMaster1.xml" Id="R200f3cf53b93465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21007d02384ba8" /><Relationship Type="http://schemas.openxmlformats.org/officeDocument/2006/relationships/notesMaster" Target="/ppt/notesMasters/notesMaster1.xml" Id="R5ed9efb5650a436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6f630d29e54ab5" /><Relationship Type="http://schemas.openxmlformats.org/officeDocument/2006/relationships/notesMaster" Target="/ppt/notesMasters/notesMaster1.xml" Id="R030747ead6a140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45e7b1a45104f5b" /><Relationship Type="http://schemas.openxmlformats.org/officeDocument/2006/relationships/notesMaster" Target="/ppt/notesMasters/notesMaster1.xml" Id="R86fb05ed61b647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75a483b17442c8" /><Relationship Type="http://schemas.openxmlformats.org/officeDocument/2006/relationships/notesMaster" Target="/ppt/notesMasters/notesMaster1.xml" Id="R0f890f1d6373425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b0955966b4048e8" /><Relationship Type="http://schemas.openxmlformats.org/officeDocument/2006/relationships/notesMaster" Target="/ppt/notesMasters/notesMaster1.xml" Id="Ra2c6def648ee49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0ba0d1091b74ede" /><Relationship Type="http://schemas.openxmlformats.org/officeDocument/2006/relationships/notesMaster" Target="/ppt/notesMasters/notesMaster1.xml" Id="R8262600d679d42b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88571d5dc214b77" /><Relationship Type="http://schemas.openxmlformats.org/officeDocument/2006/relationships/notesMaster" Target="/ppt/notesMasters/notesMaster1.xml" Id="Ra613aa69744c43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e21251e17e541b3" /><Relationship Type="http://schemas.openxmlformats.org/officeDocument/2006/relationships/notesMaster" Target="/ppt/notesMasters/notesMaster1.xml" Id="R07858505c6f04e8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ba1595b006745b6" /><Relationship Type="http://schemas.openxmlformats.org/officeDocument/2006/relationships/notesMaster" Target="/ppt/notesMasters/notesMaster1.xml" Id="R9be216a1eb474e9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21dd1be48ad40f0" /><Relationship Type="http://schemas.openxmlformats.org/officeDocument/2006/relationships/notesMaster" Target="/ppt/notesMasters/notesMaster1.xml" Id="Rcc2e08e84ed04d4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cdcf523e2374af5" /><Relationship Type="http://schemas.openxmlformats.org/officeDocument/2006/relationships/notesMaster" Target="/ppt/notesMasters/notesMaster1.xml" Id="R19e254095eb14c0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b332d9f1b184c2b" /><Relationship Type="http://schemas.openxmlformats.org/officeDocument/2006/relationships/notesMaster" Target="/ppt/notesMasters/notesMaster1.xml" Id="R28bf76a884054be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a53d86357384ece" /><Relationship Type="http://schemas.openxmlformats.org/officeDocument/2006/relationships/notesMaster" Target="/ppt/notesMasters/notesMaster1.xml" Id="Ra4757091ed3c476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f16ab93385d4f3d" /><Relationship Type="http://schemas.openxmlformats.org/officeDocument/2006/relationships/notesMaster" Target="/ppt/notesMasters/notesMaster1.xml" Id="Rf04dbd1ebed8402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32b8679f5f74502" /><Relationship Type="http://schemas.openxmlformats.org/officeDocument/2006/relationships/notesMaster" Target="/ppt/notesMasters/notesMaster1.xml" Id="Rdd9deee245fa4fe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931803493c84603" /><Relationship Type="http://schemas.openxmlformats.org/officeDocument/2006/relationships/notesMaster" Target="/ppt/notesMasters/notesMaster1.xml" Id="R115b5060ef3a4be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42a17e523334f7a" /><Relationship Type="http://schemas.openxmlformats.org/officeDocument/2006/relationships/notesMaster" Target="/ppt/notesMasters/notesMaster1.xml" Id="R23826ba468e94f5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6789c1bc5604424" /><Relationship Type="http://schemas.openxmlformats.org/officeDocument/2006/relationships/notesMaster" Target="/ppt/notesMasters/notesMaster1.xml" Id="R54d1863a5b9c4a8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5327e98580c412c" /><Relationship Type="http://schemas.openxmlformats.org/officeDocument/2006/relationships/notesMaster" Target="/ppt/notesMasters/notesMaster1.xml" Id="R5a7e974aac62436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6ddb6af030e4c0b" /><Relationship Type="http://schemas.openxmlformats.org/officeDocument/2006/relationships/notesMaster" Target="/ppt/notesMasters/notesMaster1.xml" Id="Rcae238c1546742e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f60145e4f3146e6" /><Relationship Type="http://schemas.openxmlformats.org/officeDocument/2006/relationships/notesMaster" Target="/ppt/notesMasters/notesMaster1.xml" Id="R9a7b3d692e274ad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d1a0b27b4714d34" /><Relationship Type="http://schemas.openxmlformats.org/officeDocument/2006/relationships/notesMaster" Target="/ppt/notesMasters/notesMaster1.xml" Id="Rce94b9617e37434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200bec6fbb54943" /><Relationship Type="http://schemas.openxmlformats.org/officeDocument/2006/relationships/notesMaster" Target="/ppt/notesMasters/notesMaster1.xml" Id="R35e1f42148074ca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05c78d61f2942e1" /><Relationship Type="http://schemas.openxmlformats.org/officeDocument/2006/relationships/notesMaster" Target="/ppt/notesMasters/notesMaster1.xml" Id="R3cad121f9ba44b5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ad847b0ac954f91" /><Relationship Type="http://schemas.openxmlformats.org/officeDocument/2006/relationships/notesMaster" Target="/ppt/notesMasters/notesMaster1.xml" Id="Ree1dd55373e04ae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31a2e879f334b49" /><Relationship Type="http://schemas.openxmlformats.org/officeDocument/2006/relationships/notesMaster" Target="/ppt/notesMasters/notesMaster1.xml" Id="R0323cb2e7bac42b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63d4193bbdf4efe" /><Relationship Type="http://schemas.openxmlformats.org/officeDocument/2006/relationships/notesMaster" Target="/ppt/notesMasters/notesMaster1.xml" Id="R560315ea12ea43c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89b57b8153d4007" /><Relationship Type="http://schemas.openxmlformats.org/officeDocument/2006/relationships/notesMaster" Target="/ppt/notesMasters/notesMaster1.xml" Id="R2e8e7a2c9c7b443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f0df1a57a514233" /><Relationship Type="http://schemas.openxmlformats.org/officeDocument/2006/relationships/notesMaster" Target="/ppt/notesMasters/notesMaster1.xml" Id="Re8ebd863fcba432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f686f86ba324937" /><Relationship Type="http://schemas.openxmlformats.org/officeDocument/2006/relationships/notesMaster" Target="/ppt/notesMasters/notesMaster1.xml" Id="R18f7c25c87ce4e6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248334a310a4e56" /><Relationship Type="http://schemas.openxmlformats.org/officeDocument/2006/relationships/notesMaster" Target="/ppt/notesMasters/notesMaster1.xml" Id="Rdab9b599110a480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875c34fa63a4209" /><Relationship Type="http://schemas.openxmlformats.org/officeDocument/2006/relationships/notesMaster" Target="/ppt/notesMasters/notesMaster1.xml" Id="Rcb44dd09ca474d0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d400416930c49e3" /><Relationship Type="http://schemas.openxmlformats.org/officeDocument/2006/relationships/notesMaster" Target="/ppt/notesMasters/notesMaster1.xml" Id="R6c14aade9fcd496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f34bd24bbfea4045" /><Relationship Type="http://schemas.openxmlformats.org/officeDocument/2006/relationships/notesMaster" Target="/ppt/notesMasters/notesMaster1.xml" Id="R12e7c6f1f10042c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0b35ee71479420c" /><Relationship Type="http://schemas.openxmlformats.org/officeDocument/2006/relationships/notesMaster" Target="/ppt/notesMasters/notesMaster1.xml" Id="R4cd2736dd8bb4ca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f758ca211074569" /><Relationship Type="http://schemas.openxmlformats.org/officeDocument/2006/relationships/notesMaster" Target="/ppt/notesMasters/notesMaster1.xml" Id="R2e5900cf707c42c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2b807e8265d4d8e" /><Relationship Type="http://schemas.openxmlformats.org/officeDocument/2006/relationships/notesMaster" Target="/ppt/notesMasters/notesMaster1.xml" Id="R9523402a3e554b1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766e6c8aa874afc" /><Relationship Type="http://schemas.openxmlformats.org/officeDocument/2006/relationships/notesMaster" Target="/ppt/notesMasters/notesMaster1.xml" Id="Rda2ee6a4e8654dd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142fc7237844723" /><Relationship Type="http://schemas.openxmlformats.org/officeDocument/2006/relationships/notesMaster" Target="/ppt/notesMasters/notesMaster1.xml" Id="R258b94f5beff4d3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e8e26bff6b64497" /><Relationship Type="http://schemas.openxmlformats.org/officeDocument/2006/relationships/notesMaster" Target="/ppt/notesMasters/notesMaster1.xml" Id="R146d34ce0b9d4d6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3c73b51700b4c34" /><Relationship Type="http://schemas.openxmlformats.org/officeDocument/2006/relationships/notesMaster" Target="/ppt/notesMasters/notesMaster1.xml" Id="Rf7eb96062c684b9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c8fbfeeb1684435" /><Relationship Type="http://schemas.openxmlformats.org/officeDocument/2006/relationships/notesMaster" Target="/ppt/notesMasters/notesMaster1.xml" Id="Raf9e860224bd425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228d025f0054e4c" /><Relationship Type="http://schemas.openxmlformats.org/officeDocument/2006/relationships/notesMaster" Target="/ppt/notesMasters/notesMaster1.xml" Id="R382f5f382d0a48c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ba9451d1ac14522" /><Relationship Type="http://schemas.openxmlformats.org/officeDocument/2006/relationships/notesMaster" Target="/ppt/notesMasters/notesMaster1.xml" Id="Rc8bcdbf4af9a43b5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c2723ddfe254bc0" /><Relationship Type="http://schemas.openxmlformats.org/officeDocument/2006/relationships/notesMaster" Target="/ppt/notesMasters/notesMaster1.xml" Id="Rf36afb885e784b9a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281317a96f04e45" /><Relationship Type="http://schemas.openxmlformats.org/officeDocument/2006/relationships/notesMaster" Target="/ppt/notesMasters/notesMaster1.xml" Id="R5a3ff9ec8211460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dda252936784d32" /><Relationship Type="http://schemas.openxmlformats.org/officeDocument/2006/relationships/notesMaster" Target="/ppt/notesMasters/notesMaster1.xml" Id="R6e0b2ab2f64c4f1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fc4a89f500540ef" /><Relationship Type="http://schemas.openxmlformats.org/officeDocument/2006/relationships/notesMaster" Target="/ppt/notesMasters/notesMaster1.xml" Id="R291cec19bf06409a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e01c027bcd2848da" /><Relationship Type="http://schemas.openxmlformats.org/officeDocument/2006/relationships/notesMaster" Target="/ppt/notesMasters/notesMaster1.xml" Id="R39335fe8969e4acb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ec632ec3bf94405" /><Relationship Type="http://schemas.openxmlformats.org/officeDocument/2006/relationships/notesMaster" Target="/ppt/notesMasters/notesMaster1.xml" Id="R0f2e2b0b99ed4bb2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c070db6112f340c7" /><Relationship Type="http://schemas.openxmlformats.org/officeDocument/2006/relationships/notesMaster" Target="/ppt/notesMasters/notesMaster1.xml" Id="R6f6b8ced3d3440c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31634f1b70e43b4" /><Relationship Type="http://schemas.openxmlformats.org/officeDocument/2006/relationships/notesMaster" Target="/ppt/notesMasters/notesMaster1.xml" Id="Rff94d48337814d2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8c5eaaaae104853" /><Relationship Type="http://schemas.openxmlformats.org/officeDocument/2006/relationships/notesMaster" Target="/ppt/notesMasters/notesMaster1.xml" Id="R8b8b32102adc441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1026052ed274a26" /><Relationship Type="http://schemas.openxmlformats.org/officeDocument/2006/relationships/notesMaster" Target="/ppt/notesMasters/notesMaster1.xml" Id="R4a61de1f1a3e42f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5d7a9177ca24de6" /><Relationship Type="http://schemas.openxmlformats.org/officeDocument/2006/relationships/notesMaster" Target="/ppt/notesMasters/notesMaster1.xml" Id="Raaf674eaa52a4cd6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d82065f81e1141d8" /><Relationship Type="http://schemas.openxmlformats.org/officeDocument/2006/relationships/notesMaster" Target="/ppt/notesMasters/notesMaster1.xml" Id="R0e1a6f801c9c445e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1611e42b0a14e34" /><Relationship Type="http://schemas.openxmlformats.org/officeDocument/2006/relationships/notesMaster" Target="/ppt/notesMasters/notesMaster1.xml" Id="Rad7ea0888a024d7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3ab115dacb841e7" /><Relationship Type="http://schemas.openxmlformats.org/officeDocument/2006/relationships/notesMaster" Target="/ppt/notesMasters/notesMaster1.xml" Id="Rc386e498da6246fb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839b292605e14175" /><Relationship Type="http://schemas.openxmlformats.org/officeDocument/2006/relationships/notesMaster" Target="/ppt/notesMasters/notesMaster1.xml" Id="R2a51e28cb4ab45c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4c077f4b03744bc" /><Relationship Type="http://schemas.openxmlformats.org/officeDocument/2006/relationships/notesMaster" Target="/ppt/notesMasters/notesMaster1.xml" Id="R581f73bb11bd4cd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7e9f1641598493b" /><Relationship Type="http://schemas.openxmlformats.org/officeDocument/2006/relationships/notesMaster" Target="/ppt/notesMasters/notesMaster1.xml" Id="R3c3262a63baa4d5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c3ffbf9572dd4893" /><Relationship Type="http://schemas.openxmlformats.org/officeDocument/2006/relationships/notesMaster" Target="/ppt/notesMasters/notesMaster1.xml" Id="Rd02b7c2e515e4182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0c65e969c2164dbf" /><Relationship Type="http://schemas.openxmlformats.org/officeDocument/2006/relationships/notesMaster" Target="/ppt/notesMasters/notesMaster1.xml" Id="Rc6ac180ce6244e2e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2a50ac1058044004" /><Relationship Type="http://schemas.openxmlformats.org/officeDocument/2006/relationships/notesMaster" Target="/ppt/notesMasters/notesMaster1.xml" Id="R38b31eb3bb40454e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73e39e08235b4f1d" /><Relationship Type="http://schemas.openxmlformats.org/officeDocument/2006/relationships/notesMaster" Target="/ppt/notesMasters/notesMaster1.xml" Id="R3f25d2edba79436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15ebb672e4d4e0e" /><Relationship Type="http://schemas.openxmlformats.org/officeDocument/2006/relationships/notesMaster" Target="/ppt/notesMasters/notesMaster1.xml" Id="Rbf39d29523e64cd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b14b235150a34874" /><Relationship Type="http://schemas.openxmlformats.org/officeDocument/2006/relationships/notesMaster" Target="/ppt/notesMasters/notesMaster1.xml" Id="R993df384260546f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04983829fcc4ece" /><Relationship Type="http://schemas.openxmlformats.org/officeDocument/2006/relationships/notesMaster" Target="/ppt/notesMasters/notesMaster1.xml" Id="R0e7ae51e4389499b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7c9b22f10fd46e8" /><Relationship Type="http://schemas.openxmlformats.org/officeDocument/2006/relationships/notesMaster" Target="/ppt/notesMasters/notesMaster1.xml" Id="Rab4c89e5d8424585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f04e297561294b8b" /><Relationship Type="http://schemas.openxmlformats.org/officeDocument/2006/relationships/notesMaster" Target="/ppt/notesMasters/notesMaster1.xml" Id="R6249f9199aab4558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05ef4d3a04de4af8" /><Relationship Type="http://schemas.openxmlformats.org/officeDocument/2006/relationships/notesMaster" Target="/ppt/notesMasters/notesMaster1.xml" Id="R5324d52206e74be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0abd6c43199c40ee" /><Relationship Type="http://schemas.openxmlformats.org/officeDocument/2006/relationships/notesMaster" Target="/ppt/notesMasters/notesMaster1.xml" Id="Rdf8dbec0efb14f2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9d892dfce6f4932" /><Relationship Type="http://schemas.openxmlformats.org/officeDocument/2006/relationships/notesMaster" Target="/ppt/notesMasters/notesMaster1.xml" Id="R458ee02609644ba9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28a01674bff24912" /><Relationship Type="http://schemas.openxmlformats.org/officeDocument/2006/relationships/notesMaster" Target="/ppt/notesMasters/notesMaster1.xml" Id="Ra8b1f55cf052456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cbab4d3e88b9416c" /><Relationship Type="http://schemas.openxmlformats.org/officeDocument/2006/relationships/notesMaster" Target="/ppt/notesMasters/notesMaster1.xml" Id="Rdd98119e14014ae8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e82612718a74863" /><Relationship Type="http://schemas.openxmlformats.org/officeDocument/2006/relationships/notesMaster" Target="/ppt/notesMasters/notesMaster1.xml" Id="R57bb366d548e49d9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70f54ef08fab4f5b" /><Relationship Type="http://schemas.openxmlformats.org/officeDocument/2006/relationships/notesMaster" Target="/ppt/notesMasters/notesMaster1.xml" Id="R3d26087c1244414b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3dd93f6c7a7e4612" /><Relationship Type="http://schemas.openxmlformats.org/officeDocument/2006/relationships/notesMaster" Target="/ppt/notesMasters/notesMaster1.xml" Id="Re662d1661d1f4cb4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53a6c938ce6484c" /><Relationship Type="http://schemas.openxmlformats.org/officeDocument/2006/relationships/notesMaster" Target="/ppt/notesMasters/notesMaster1.xml" Id="R8a66593e246a42a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808c084a22104114" /><Relationship Type="http://schemas.openxmlformats.org/officeDocument/2006/relationships/notesMaster" Target="/ppt/notesMasters/notesMaster1.xml" Id="R9d337537f7fd4e27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cb42a91cd1e46b4" /><Relationship Type="http://schemas.openxmlformats.org/officeDocument/2006/relationships/notesMaster" Target="/ppt/notesMasters/notesMaster1.xml" Id="Re7b34c42f1b144fe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3dca3ec865bd4daa" /><Relationship Type="http://schemas.openxmlformats.org/officeDocument/2006/relationships/notesMaster" Target="/ppt/notesMasters/notesMaster1.xml" Id="R9e67d177f83147c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73ea631956f94151" /><Relationship Type="http://schemas.openxmlformats.org/officeDocument/2006/relationships/notesMaster" Target="/ppt/notesMasters/notesMaster1.xml" Id="R6acaa709be304b38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d1092e4649974e02" /><Relationship Type="http://schemas.openxmlformats.org/officeDocument/2006/relationships/notesMaster" Target="/ppt/notesMasters/notesMaster1.xml" Id="R3b72bb90e46d447b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b7b758662be844eb" /><Relationship Type="http://schemas.openxmlformats.org/officeDocument/2006/relationships/notesMaster" Target="/ppt/notesMasters/notesMaster1.xml" Id="R7640e4064e23460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5b1fd48b270944a1" /><Relationship Type="http://schemas.openxmlformats.org/officeDocument/2006/relationships/notesMaster" Target="/ppt/notesMasters/notesMaster1.xml" Id="R7bc46ac976454e6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4c78085dd1ad446d" /><Relationship Type="http://schemas.openxmlformats.org/officeDocument/2006/relationships/notesMaster" Target="/ppt/notesMasters/notesMaster1.xml" Id="Rb05b52b3dead4a69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cef07b79b7cb4dcf" /><Relationship Type="http://schemas.openxmlformats.org/officeDocument/2006/relationships/notesMaster" Target="/ppt/notesMasters/notesMaster1.xml" Id="R51e5b6d485904ae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7257792842d4bed" /><Relationship Type="http://schemas.openxmlformats.org/officeDocument/2006/relationships/notesMaster" Target="/ppt/notesMasters/notesMaster1.xml" Id="Ra48a0dcbe95b49e4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1642535f68df43ce" /><Relationship Type="http://schemas.openxmlformats.org/officeDocument/2006/relationships/notesMaster" Target="/ppt/notesMasters/notesMaster1.xml" Id="R9a4d739e83a74fca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764751ad3cca4c38" /><Relationship Type="http://schemas.openxmlformats.org/officeDocument/2006/relationships/notesMaster" Target="/ppt/notesMasters/notesMaster1.xml" Id="R60eabf1610134615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89a200f7cdff4b74" /><Relationship Type="http://schemas.openxmlformats.org/officeDocument/2006/relationships/notesMaster" Target="/ppt/notesMasters/notesMaster1.xml" Id="R804c11a023174359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141ebdec966c4d32" /><Relationship Type="http://schemas.openxmlformats.org/officeDocument/2006/relationships/notesMaster" Target="/ppt/notesMasters/notesMaster1.xml" Id="R714d9f3c140a45c2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ca7c3efee8f847d3" /><Relationship Type="http://schemas.openxmlformats.org/officeDocument/2006/relationships/notesMaster" Target="/ppt/notesMasters/notesMaster1.xml" Id="Rd0bd8735239b49fe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5e46b5d9d307414b" /><Relationship Type="http://schemas.openxmlformats.org/officeDocument/2006/relationships/notesMaster" Target="/ppt/notesMasters/notesMaster1.xml" Id="Re12bf9bfe8a44819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74a3ed29b59e4552" /><Relationship Type="http://schemas.openxmlformats.org/officeDocument/2006/relationships/notesMaster" Target="/ppt/notesMasters/notesMaster1.xml" Id="R60a86fcc97f04e8f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fd24d104da748b5" /><Relationship Type="http://schemas.openxmlformats.org/officeDocument/2006/relationships/notesMaster" Target="/ppt/notesMasters/notesMaster1.xml" Id="Rd27fdd9a5f894730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2661699e3582470b" /><Relationship Type="http://schemas.openxmlformats.org/officeDocument/2006/relationships/notesMaster" Target="/ppt/notesMasters/notesMaster1.xml" Id="R5f66880147fd4e5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61fc6806c2a041f5" /><Relationship Type="http://schemas.openxmlformats.org/officeDocument/2006/relationships/notesMaster" Target="/ppt/notesMasters/notesMaster1.xml" Id="R9646c34bb6a74854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68710221ae547b3" /><Relationship Type="http://schemas.openxmlformats.org/officeDocument/2006/relationships/notesMaster" Target="/ppt/notesMasters/notesMaster1.xml" Id="R66436bc5f5494824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8da8a99192b64443" /><Relationship Type="http://schemas.openxmlformats.org/officeDocument/2006/relationships/notesMaster" Target="/ppt/notesMasters/notesMaster1.xml" Id="R6b386a758f21481f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bad4c2c9c3734cdf" /><Relationship Type="http://schemas.openxmlformats.org/officeDocument/2006/relationships/notesMaster" Target="/ppt/notesMasters/notesMaster1.xml" Id="R51fa487dbec44de0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6d8c0520f9134eb4" /><Relationship Type="http://schemas.openxmlformats.org/officeDocument/2006/relationships/notesMaster" Target="/ppt/notesMasters/notesMaster1.xml" Id="Rf7233c1c0cb445a9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2acfabe45754e10" /><Relationship Type="http://schemas.openxmlformats.org/officeDocument/2006/relationships/notesMaster" Target="/ppt/notesMasters/notesMaster1.xml" Id="R2adc504efcc141dd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6826b39719094f7d" /><Relationship Type="http://schemas.openxmlformats.org/officeDocument/2006/relationships/notesMaster" Target="/ppt/notesMasters/notesMaster1.xml" Id="Rbe4c76eccb314c3c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875a8297bd264521" /><Relationship Type="http://schemas.openxmlformats.org/officeDocument/2006/relationships/notesMaster" Target="/ppt/notesMasters/notesMaster1.xml" Id="R28ea1988bb974741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085174a3d5fc42fe" /><Relationship Type="http://schemas.openxmlformats.org/officeDocument/2006/relationships/notesMaster" Target="/ppt/notesMasters/notesMaster1.xml" Id="Ra8ac8573b1c34be7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4d0296207a744cfe" /><Relationship Type="http://schemas.openxmlformats.org/officeDocument/2006/relationships/notesMaster" Target="/ppt/notesMasters/notesMaster1.xml" Id="R2c22db80c1494e8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68e6feb575144d7" /><Relationship Type="http://schemas.openxmlformats.org/officeDocument/2006/relationships/notesMaster" Target="/ppt/notesMasters/notesMaster1.xml" Id="R62ae682940684132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67984d85376846a7" /><Relationship Type="http://schemas.openxmlformats.org/officeDocument/2006/relationships/notesMaster" Target="/ppt/notesMasters/notesMaster1.xml" Id="R57ab2624337c4cf8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4c9188589f394e91" /><Relationship Type="http://schemas.openxmlformats.org/officeDocument/2006/relationships/notesMaster" Target="/ppt/notesMasters/notesMaster1.xml" Id="Rdfaf23490b784cd6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ca07346554a940e6" /><Relationship Type="http://schemas.openxmlformats.org/officeDocument/2006/relationships/notesMaster" Target="/ppt/notesMasters/notesMaster1.xml" Id="R8ad43dfbc8954764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1db4f57643474bc1" /><Relationship Type="http://schemas.openxmlformats.org/officeDocument/2006/relationships/notesMaster" Target="/ppt/notesMasters/notesMaster1.xml" Id="Rd88752312ab348a0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d22288c399994316" /><Relationship Type="http://schemas.openxmlformats.org/officeDocument/2006/relationships/notesMaster" Target="/ppt/notesMasters/notesMaster1.xml" Id="R2897f5a86b934c18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170c8a6aaa544384" /><Relationship Type="http://schemas.openxmlformats.org/officeDocument/2006/relationships/notesMaster" Target="/ppt/notesMasters/notesMaster1.xml" Id="Rae15b34ec1aa49cd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3ab502a4cba546c1" /><Relationship Type="http://schemas.openxmlformats.org/officeDocument/2006/relationships/notesMaster" Target="/ppt/notesMasters/notesMaster1.xml" Id="R8a83070bdda94855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09e9bc44e7e34720" /><Relationship Type="http://schemas.openxmlformats.org/officeDocument/2006/relationships/notesMaster" Target="/ppt/notesMasters/notesMaster1.xml" Id="Rb9cfab0f9dad40d3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9f26da5a629d419d" /><Relationship Type="http://schemas.openxmlformats.org/officeDocument/2006/relationships/notesMaster" Target="/ppt/notesMasters/notesMaster1.xml" Id="Rb761174831eb4b4f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2ed198c095304b67" /><Relationship Type="http://schemas.openxmlformats.org/officeDocument/2006/relationships/notesMaster" Target="/ppt/notesMasters/notesMaster1.xml" Id="Rf1dc45938ede4cb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d79f80a79d29424d" /><Relationship Type="http://schemas.openxmlformats.org/officeDocument/2006/relationships/notesMaster" Target="/ppt/notesMasters/notesMaster1.xml" Id="Rb4caefb06c654c08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be21a20d18bf4db3" /><Relationship Type="http://schemas.openxmlformats.org/officeDocument/2006/relationships/notesMaster" Target="/ppt/notesMasters/notesMaster1.xml" Id="R83b359bb60304f06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2fc05adacd544c92" /><Relationship Type="http://schemas.openxmlformats.org/officeDocument/2006/relationships/notesMaster" Target="/ppt/notesMasters/notesMaster1.xml" Id="Ra106aab527324a0b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0e474f7837364534" /><Relationship Type="http://schemas.openxmlformats.org/officeDocument/2006/relationships/notesMaster" Target="/ppt/notesMasters/notesMaster1.xml" Id="Rf1605433d7de4380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0c130b093d7f4754" /><Relationship Type="http://schemas.openxmlformats.org/officeDocument/2006/relationships/notesMaster" Target="/ppt/notesMasters/notesMaster1.xml" Id="Rb495708ec43e40d2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7115e3956c42489e" /><Relationship Type="http://schemas.openxmlformats.org/officeDocument/2006/relationships/notesMaster" Target="/ppt/notesMasters/notesMaster1.xml" Id="Rd443ce8d6aa04355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68ba20b2deb84cc9" /><Relationship Type="http://schemas.openxmlformats.org/officeDocument/2006/relationships/notesMaster" Target="/ppt/notesMasters/notesMaster1.xml" Id="R1d6d9747525b40b2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9fdd7c3d90b04a29" /><Relationship Type="http://schemas.openxmlformats.org/officeDocument/2006/relationships/notesMaster" Target="/ppt/notesMasters/notesMaster1.xml" Id="R861e108976d947b6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622603a55b9a482f" /><Relationship Type="http://schemas.openxmlformats.org/officeDocument/2006/relationships/notesMaster" Target="/ppt/notesMasters/notesMaster1.xml" Id="R051c54b6f8c14a75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9d7077cca2f04ff7" /><Relationship Type="http://schemas.openxmlformats.org/officeDocument/2006/relationships/notesMaster" Target="/ppt/notesMasters/notesMaster1.xml" Id="Rca7db32b86224796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d17bda0d8dd14aaa" /><Relationship Type="http://schemas.openxmlformats.org/officeDocument/2006/relationships/notesMaster" Target="/ppt/notesMasters/notesMaster1.xml" Id="R99d589bf0c4a4236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80e5b4d7b41a4516" /><Relationship Type="http://schemas.openxmlformats.org/officeDocument/2006/relationships/notesMaster" Target="/ppt/notesMasters/notesMaster1.xml" Id="R8438090f2ed14a48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e909f14dfe6f4dc3" /><Relationship Type="http://schemas.openxmlformats.org/officeDocument/2006/relationships/notesMaster" Target="/ppt/notesMasters/notesMaster1.xml" Id="R6af0822f5d9c4bcc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9e00746f050e480e" /><Relationship Type="http://schemas.openxmlformats.org/officeDocument/2006/relationships/notesMaster" Target="/ppt/notesMasters/notesMaster1.xml" Id="R3cc8619ce1c44f4b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f023d20217e74bef" /><Relationship Type="http://schemas.openxmlformats.org/officeDocument/2006/relationships/notesMaster" Target="/ppt/notesMasters/notesMaster1.xml" Id="Ra10743ba4fc548e4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16006e98327f4ef2" /><Relationship Type="http://schemas.openxmlformats.org/officeDocument/2006/relationships/notesMaster" Target="/ppt/notesMasters/notesMaster1.xml" Id="R05be3d2695e1433c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799e0575563942e2" /><Relationship Type="http://schemas.openxmlformats.org/officeDocument/2006/relationships/notesMaster" Target="/ppt/notesMasters/notesMaster1.xml" Id="R4f0d29b1bee04df6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3720c39ae9d942a5" /><Relationship Type="http://schemas.openxmlformats.org/officeDocument/2006/relationships/notesMaster" Target="/ppt/notesMasters/notesMaster1.xml" Id="R94ae7948c53c4851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0a6356503cd342ef" /><Relationship Type="http://schemas.openxmlformats.org/officeDocument/2006/relationships/notesMaster" Target="/ppt/notesMasters/notesMaster1.xml" Id="R7854541250c54727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e3b321d4957a4be4" /><Relationship Type="http://schemas.openxmlformats.org/officeDocument/2006/relationships/notesMaster" Target="/ppt/notesMasters/notesMaster1.xml" Id="R820d8edb462d42d0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27dd298c0e4143f8" /><Relationship Type="http://schemas.openxmlformats.org/officeDocument/2006/relationships/notesMaster" Target="/ppt/notesMasters/notesMaster1.xml" Id="R8facea87beed4821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9e2d0672211846d3" /><Relationship Type="http://schemas.openxmlformats.org/officeDocument/2006/relationships/notesMaster" Target="/ppt/notesMasters/notesMaster1.xml" Id="R74cdae4adb164276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3fc11622e06b4f30" /><Relationship Type="http://schemas.openxmlformats.org/officeDocument/2006/relationships/notesMaster" Target="/ppt/notesMasters/notesMaster1.xml" Id="Rd55317a0083b4a19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eed0723b976545a1" /><Relationship Type="http://schemas.openxmlformats.org/officeDocument/2006/relationships/notesMaster" Target="/ppt/notesMasters/notesMaster1.xml" Id="R8d417bce73c84e15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07a21013d4494f52" /><Relationship Type="http://schemas.openxmlformats.org/officeDocument/2006/relationships/notesMaster" Target="/ppt/notesMasters/notesMaster1.xml" Id="R070ad8b6ee174a09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48e41c1b5fea46db" /><Relationship Type="http://schemas.openxmlformats.org/officeDocument/2006/relationships/notesMaster" Target="/ppt/notesMasters/notesMaster1.xml" Id="R2baf10f07d9c40ee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af746da219744f0a" /><Relationship Type="http://schemas.openxmlformats.org/officeDocument/2006/relationships/notesMaster" Target="/ppt/notesMasters/notesMaster1.xml" Id="R7f68c124cb824188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e8fdd50851764ac3" /><Relationship Type="http://schemas.openxmlformats.org/officeDocument/2006/relationships/notesMaster" Target="/ppt/notesMasters/notesMaster1.xml" Id="Rdf769022ebec484b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118ac57ee33e4d5a" /><Relationship Type="http://schemas.openxmlformats.org/officeDocument/2006/relationships/notesMaster" Target="/ppt/notesMasters/notesMaster1.xml" Id="Rb1ecc08dfd7d4684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e9f43551c873470a" /><Relationship Type="http://schemas.openxmlformats.org/officeDocument/2006/relationships/notesMaster" Target="/ppt/notesMasters/notesMaster1.xml" Id="R9824fd108a004ef2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795a46f9b109499f" /><Relationship Type="http://schemas.openxmlformats.org/officeDocument/2006/relationships/notesMaster" Target="/ppt/notesMasters/notesMaster1.xml" Id="Rcf15f90ed0254e27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550b9163925c4c7e" /><Relationship Type="http://schemas.openxmlformats.org/officeDocument/2006/relationships/notesMaster" Target="/ppt/notesMasters/notesMaster1.xml" Id="R66c1f0cb3f844da4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b3fa25b3f88349b5" /><Relationship Type="http://schemas.openxmlformats.org/officeDocument/2006/relationships/notesMaster" Target="/ppt/notesMasters/notesMaster1.xml" Id="Raf7288b05df64bc8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88513fee0a424dc2" /><Relationship Type="http://schemas.openxmlformats.org/officeDocument/2006/relationships/notesMaster" Target="/ppt/notesMasters/notesMaster1.xml" Id="Rfd1c749e985d4bcd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af9b093e93fb4d96" /><Relationship Type="http://schemas.openxmlformats.org/officeDocument/2006/relationships/notesMaster" Target="/ppt/notesMasters/notesMaster1.xml" Id="R85502d7e7a79490e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9665ad7548204aef" /><Relationship Type="http://schemas.openxmlformats.org/officeDocument/2006/relationships/notesMaster" Target="/ppt/notesMasters/notesMaster1.xml" Id="Rd8bb3700d4cb4698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5066078963fc459a" /><Relationship Type="http://schemas.openxmlformats.org/officeDocument/2006/relationships/notesMaster" Target="/ppt/notesMasters/notesMaster1.xml" Id="Ra00bfefc829a4026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ba5aa032f73e490c" /><Relationship Type="http://schemas.openxmlformats.org/officeDocument/2006/relationships/notesMaster" Target="/ppt/notesMasters/notesMaster1.xml" Id="Ra65263a9c1934eba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81fb956459f9418f" /><Relationship Type="http://schemas.openxmlformats.org/officeDocument/2006/relationships/notesMaster" Target="/ppt/notesMasters/notesMaster1.xml" Id="R58ddd76bf57d4937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e2e697da5dd24ea3" /><Relationship Type="http://schemas.openxmlformats.org/officeDocument/2006/relationships/notesMaster" Target="/ppt/notesMasters/notesMaster1.xml" Id="Rb9ed288daa4c4536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fc39cb894d4342a7" /><Relationship Type="http://schemas.openxmlformats.org/officeDocument/2006/relationships/notesMaster" Target="/ppt/notesMasters/notesMaster1.xml" Id="Rfae58e7516bb4859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5d9a1374b76c4b42" /><Relationship Type="http://schemas.openxmlformats.org/officeDocument/2006/relationships/notesMaster" Target="/ppt/notesMasters/notesMaster1.xml" Id="Rf94c3a02b2a840eb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7a6f3996c5a64f06" /><Relationship Type="http://schemas.openxmlformats.org/officeDocument/2006/relationships/notesMaster" Target="/ppt/notesMasters/notesMaster1.xml" Id="R71856a1a05b241e5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8f864c056ddc42a9" /><Relationship Type="http://schemas.openxmlformats.org/officeDocument/2006/relationships/notesMaster" Target="/ppt/notesMasters/notesMaster1.xml" Id="R140261026e334119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1154edfe7dbe4815" /><Relationship Type="http://schemas.openxmlformats.org/officeDocument/2006/relationships/notesMaster" Target="/ppt/notesMasters/notesMaster1.xml" Id="R696c5451af8f4b3b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101bec63e3374599" /><Relationship Type="http://schemas.openxmlformats.org/officeDocument/2006/relationships/notesMaster" Target="/ppt/notesMasters/notesMaster1.xml" Id="Rb7724fcb3adf4821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efe3e78febeb4f68" /><Relationship Type="http://schemas.openxmlformats.org/officeDocument/2006/relationships/notesMaster" Target="/ppt/notesMasters/notesMaster1.xml" Id="Ra13aa643f05e4791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ed283644745e4f97" /><Relationship Type="http://schemas.openxmlformats.org/officeDocument/2006/relationships/notesMaster" Target="/ppt/notesMasters/notesMaster1.xml" Id="Rb7e24b71e30a47d8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7caf99af61924098" /><Relationship Type="http://schemas.openxmlformats.org/officeDocument/2006/relationships/notesMaster" Target="/ppt/notesMasters/notesMaster1.xml" Id="Rcb1718a69740470e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73d0dc5d7dd84375" /><Relationship Type="http://schemas.openxmlformats.org/officeDocument/2006/relationships/notesMaster" Target="/ppt/notesMasters/notesMaster1.xml" Id="Rd4be095e23384893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b0196fc2c410498e" /><Relationship Type="http://schemas.openxmlformats.org/officeDocument/2006/relationships/notesMaster" Target="/ppt/notesMasters/notesMaster1.xml" Id="Rcddd313b3e1d429f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2ea0c0ec6b324f25" /><Relationship Type="http://schemas.openxmlformats.org/officeDocument/2006/relationships/notesMaster" Target="/ppt/notesMasters/notesMaster1.xml" Id="Rbee60225e3c842b1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1fecd3a5c6164282" /><Relationship Type="http://schemas.openxmlformats.org/officeDocument/2006/relationships/notesMaster" Target="/ppt/notesMasters/notesMaster1.xml" Id="R7850921fbbe7409a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39425e3e294b4f5b" /><Relationship Type="http://schemas.openxmlformats.org/officeDocument/2006/relationships/notesMaster" Target="/ppt/notesMasters/notesMaster1.xml" Id="Ra402bf0ce025483c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732d6f909d8a48b8" /><Relationship Type="http://schemas.openxmlformats.org/officeDocument/2006/relationships/notesMaster" Target="/ppt/notesMasters/notesMaster1.xml" Id="R02f8a2518b624d15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11290ebcd7494d55" /><Relationship Type="http://schemas.openxmlformats.org/officeDocument/2006/relationships/notesMaster" Target="/ppt/notesMasters/notesMaster1.xml" Id="R900bde5abdf349d0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44be132ffce546b8" /><Relationship Type="http://schemas.openxmlformats.org/officeDocument/2006/relationships/notesMaster" Target="/ppt/notesMasters/notesMaster1.xml" Id="Rf2b660cec1f942e9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9a4323a3be884c74" /><Relationship Type="http://schemas.openxmlformats.org/officeDocument/2006/relationships/notesMaster" Target="/ppt/notesMasters/notesMaster1.xml" Id="R157a73b0c1a140d9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91e17a2bd6344fa3" /><Relationship Type="http://schemas.openxmlformats.org/officeDocument/2006/relationships/notesMaster" Target="/ppt/notesMasters/notesMaster1.xml" Id="Ra9e93a8f3dcc47c5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4ada0f676b194616" /><Relationship Type="http://schemas.openxmlformats.org/officeDocument/2006/relationships/notesMaster" Target="/ppt/notesMasters/notesMaster1.xml" Id="R4ed16e3a91154e0c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71cac14d466d4b0c" /><Relationship Type="http://schemas.openxmlformats.org/officeDocument/2006/relationships/notesMaster" Target="/ppt/notesMasters/notesMaster1.xml" Id="Rc081c53f2a6044dc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7f3ab7fd77404157" /><Relationship Type="http://schemas.openxmlformats.org/officeDocument/2006/relationships/notesMaster" Target="/ppt/notesMasters/notesMaster1.xml" Id="R413844d1b81e4414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f2e1daee943b4570" /><Relationship Type="http://schemas.openxmlformats.org/officeDocument/2006/relationships/notesMaster" Target="/ppt/notesMasters/notesMaster1.xml" Id="R420043ba60224b62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9e785c0f95d64235" /><Relationship Type="http://schemas.openxmlformats.org/officeDocument/2006/relationships/notesMaster" Target="/ppt/notesMasters/notesMaster1.xml" Id="R3a97a8f0b2474850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a53b0e096e6c4b91" /><Relationship Type="http://schemas.openxmlformats.org/officeDocument/2006/relationships/notesMaster" Target="/ppt/notesMasters/notesMaster1.xml" Id="R4bf17a4b62664fc8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8e9eecc9fdc346c3" /><Relationship Type="http://schemas.openxmlformats.org/officeDocument/2006/relationships/notesMaster" Target="/ppt/notesMasters/notesMaster1.xml" Id="Rc0a1311d26174ebf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9ec2b8418e994162" /><Relationship Type="http://schemas.openxmlformats.org/officeDocument/2006/relationships/notesMaster" Target="/ppt/notesMasters/notesMaster1.xml" Id="R3edee949a3944736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c0fc8c88df384b75" /><Relationship Type="http://schemas.openxmlformats.org/officeDocument/2006/relationships/notesMaster" Target="/ppt/notesMasters/notesMaster1.xml" Id="R1b4af25129464708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af940a0c328e42be" /><Relationship Type="http://schemas.openxmlformats.org/officeDocument/2006/relationships/notesMaster" Target="/ppt/notesMasters/notesMaster1.xml" Id="R3d9f20235a4a4573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0816606e7ac54c2d" /><Relationship Type="http://schemas.openxmlformats.org/officeDocument/2006/relationships/notesMaster" Target="/ppt/notesMasters/notesMaster1.xml" Id="R410f15280c784b92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21ccabac1bc244e8" /><Relationship Type="http://schemas.openxmlformats.org/officeDocument/2006/relationships/notesMaster" Target="/ppt/notesMasters/notesMaster1.xml" Id="R1ae6e79e27504c14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78e54c642ca34239" /><Relationship Type="http://schemas.openxmlformats.org/officeDocument/2006/relationships/notesMaster" Target="/ppt/notesMasters/notesMaster1.xml" Id="R43d96ecc7a5e482a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3951e14f28634862" /><Relationship Type="http://schemas.openxmlformats.org/officeDocument/2006/relationships/notesMaster" Target="/ppt/notesMasters/notesMaster1.xml" Id="R5958e4fb51f4414a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821f777fcafd4df5" /><Relationship Type="http://schemas.openxmlformats.org/officeDocument/2006/relationships/notesMaster" Target="/ppt/notesMasters/notesMaster1.xml" Id="R0f079984db8b4b96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905d872dda17431c" /><Relationship Type="http://schemas.openxmlformats.org/officeDocument/2006/relationships/notesMaster" Target="/ppt/notesMasters/notesMaster1.xml" Id="R14053899b916431e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aaa2e776eb024899" /><Relationship Type="http://schemas.openxmlformats.org/officeDocument/2006/relationships/notesMaster" Target="/ppt/notesMasters/notesMaster1.xml" Id="R4fa56624bee047a9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a9c5e90b42dd4485" /><Relationship Type="http://schemas.openxmlformats.org/officeDocument/2006/relationships/notesMaster" Target="/ppt/notesMasters/notesMaster1.xml" Id="Rbdb4b55537f044bc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31369add337f4e6f" /><Relationship Type="http://schemas.openxmlformats.org/officeDocument/2006/relationships/notesMaster" Target="/ppt/notesMasters/notesMaster1.xml" Id="R20a5b75a60cf49d5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2924dd2e20954007" /><Relationship Type="http://schemas.openxmlformats.org/officeDocument/2006/relationships/notesMaster" Target="/ppt/notesMasters/notesMaster1.xml" Id="R38b5cf40cdd3477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0c1ab717e778488d" /><Relationship Type="http://schemas.openxmlformats.org/officeDocument/2006/relationships/notesMaster" Target="/ppt/notesMasters/notesMaster1.xml" Id="Rea8294631f1d4e7d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e729b1fe173347ea" /><Relationship Type="http://schemas.openxmlformats.org/officeDocument/2006/relationships/notesMaster" Target="/ppt/notesMasters/notesMaster1.xml" Id="R97a3c34d44e443e0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f04ee0a2d9df414e" /><Relationship Type="http://schemas.openxmlformats.org/officeDocument/2006/relationships/notesMaster" Target="/ppt/notesMasters/notesMaster1.xml" Id="R8ffc5e58988a41c1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fba11a91015f40c9" /><Relationship Type="http://schemas.openxmlformats.org/officeDocument/2006/relationships/notesMaster" Target="/ppt/notesMasters/notesMaster1.xml" Id="Rec5ed931255547a6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ca3068f028fb4c64" /><Relationship Type="http://schemas.openxmlformats.org/officeDocument/2006/relationships/notesMaster" Target="/ppt/notesMasters/notesMaster1.xml" Id="Re54d97bd1a464576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69c726a900de4224" /><Relationship Type="http://schemas.openxmlformats.org/officeDocument/2006/relationships/notesMaster" Target="/ppt/notesMasters/notesMaster1.xml" Id="R1062e819f7b94559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5b71812a9d6d4801" /><Relationship Type="http://schemas.openxmlformats.org/officeDocument/2006/relationships/notesMaster" Target="/ppt/notesMasters/notesMaster1.xml" Id="R0dc5e557ce244c7f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4025c89afe644063" /><Relationship Type="http://schemas.openxmlformats.org/officeDocument/2006/relationships/notesMaster" Target="/ppt/notesMasters/notesMaster1.xml" Id="R334d86761b3c45ee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691b2d4b7c354170" /><Relationship Type="http://schemas.openxmlformats.org/officeDocument/2006/relationships/notesMaster" Target="/ppt/notesMasters/notesMaster1.xml" Id="Rc91630b9f1604d63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f708864843dc4228" /><Relationship Type="http://schemas.openxmlformats.org/officeDocument/2006/relationships/notesMaster" Target="/ppt/notesMasters/notesMaster1.xml" Id="Ree101d786650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45초 teaser로 완성 결과·정상 수치·대표 HOLD를 먼저 보여주고 구현 설명은 하지 않는다.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local:assets/demo-videos/day4_service_teaser.gif</a:t>
            </a:r>
          </a:p>
          <a:p xmlns:a="http://schemas.openxmlformats.org/drawingml/2006/main">
            <a:r>
              <a:t>- local:output/course-demos/day4/demo_result.json</a:t>
            </a:r>
          </a:p>
          <a:p xmlns:a="http://schemas.openxmlformats.org/drawingml/2006/main">
            <a:r>
              <a:t>- local:materials/days2_5/Codex_Claude_제작_사례와_오프닝_데모_런북.md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https://docs.github.com/repositories/creating-and-managing-repositories/quickstart-for-repositories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local:/Users/sungjae-cha/sungjae-cha/llm-agent-and-workflow-automation/output/course-labs/day4/01_pr_target.json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local:output/course-labs/day4/01_pr_target.json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local:/Users/sungjae-cha/sungjae-cha/llm-agent-and-workflow-automation/output/course-labs/day4/01_pr_target.json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https://docs.github.com/rest/authentication/authenticating-to-the-rest-api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local:/Users/sungjae-cha/sungjae-cha/llm-agent-and-workflow-automation/output/course-labs/day4/02_auth_status.json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local:output/course-labs/day4/02_auth_status.json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local:/Users/sungjae-cha/sungjae-cha/llm-agent-and-workflow-automation/output/course-labs/day4/02_auth_status.json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local:/Users/sungjae-cha/sungjae-cha/llm-agent-and-workflow-automation/output/course-labs/day4/03_github_response_contracts.json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local:output/course-labs/day4/03_github_response_contracts.json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local:/Users/sungjae-cha/sungjae-cha/llm-agent-and-workflow-automation/output/course-labs/day4/03_github_response_contracts.json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local:/Users/sungjae-cha/sungjae-cha/llm-agent-and-workflow-automation/output/course-labs/day4/04_graph_states.json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local:output/course-labs/day4/04_graph_states.json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local:/Users/sungjae-cha/sungjae-cha/llm-agent-and-workflow-automation/output/course-labs/day4/04_graph_states.json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local:/Users/sungjae-cha/sungjae-cha/llm-agent-and-workflow-automation/output/course-labs/day4/05_idempotency.json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local:output/course-labs/day4/05_idempotency.json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local:/Users/sungjae-cha/sungjae-cha/llm-agent-and-workflow-automation/output/course-labs/day4/05_idempotency.json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local:/Users/sungjae-cha/sungjae-cha/llm-agent-and-workflow-automation/output/course-labs/day4/06_review_decision.json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local:output/course-labs/day4/06_review_decision.json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local:/Users/sungjae-cha/sungjae-cha/llm-agent-and-workflow-automation/output/course-labs/day4/06_review_decision.json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local:/Users/sungjae-cha/sungjae-cha/llm-agent-and-workflow-automation/output/course-labs/day4/07_review_comment_plan.json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local:output/course-labs/day4/07_review_comment_plan.json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local:/Users/sungjae-cha/sungjae-cha/llm-agent-and-workflow-automation/output/course-labs/day4/07_review_comment_plan.json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local:/Users/sungjae-cha/sungjae-cha/llm-agent-and-workflow-automation/output/course-labs/day4/08_day4_audit_record.json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local:output/course-labs/day4/08_day4_audit_record.json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local:/Users/sungjae-cha/sungjae-cha/llm-agent-and-workflow-automation/output/course-labs/day4/08_day4_audit_record.json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a92a62e83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43b085168049b8" /><Relationship Type="http://schemas.openxmlformats.org/officeDocument/2006/relationships/slideLayout" Target="/ppt/slideLayouts/slideLayout1.xml" Id="Rb9832e56fc4c45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832e56fc4c45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a6bf6f4a74bb6" /><Relationship Type="http://schemas.openxmlformats.org/officeDocument/2006/relationships/notesSlide" Target="/ppt/notesSlides/notesSlide1.xml" Id="R283351f951fb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946c71d154365" /><Relationship Type="http://schemas.openxmlformats.org/officeDocument/2006/relationships/image" Target="/ppt/media/image.jpeg" Id="R8236deeb434445e7" /><Relationship Type="http://schemas.openxmlformats.org/officeDocument/2006/relationships/notesSlide" Target="/ppt/notesSlides/notesSlide2.xml" Id="Rbc73cf350d1b4b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88a3215c34237" /><Relationship Type="http://schemas.openxmlformats.org/officeDocument/2006/relationships/notesSlide" Target="/ppt/notesSlides/notesSlide3.xml" Id="Rccebd00b2f54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e0dbd642540a0" /><Relationship Type="http://schemas.openxmlformats.org/officeDocument/2006/relationships/notesSlide" Target="/ppt/notesSlides/notesSlide4.xml" Id="Rf86a43df5d2447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3d6a8f3d4029" /><Relationship Type="http://schemas.openxmlformats.org/officeDocument/2006/relationships/notesSlide" Target="/ppt/notesSlides/notesSlide5.xml" Id="Raf7bfc12ab954b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8a266ff6a4d32" /><Relationship Type="http://schemas.openxmlformats.org/officeDocument/2006/relationships/notesSlide" Target="/ppt/notesSlides/notesSlide6.xml" Id="R0d6f3f25b96c4b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2a6f7ae434ab4" /><Relationship Type="http://schemas.openxmlformats.org/officeDocument/2006/relationships/notesSlide" Target="/ppt/notesSlides/notesSlide7.xml" Id="R2390539782f34d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72b814ea145bb" /><Relationship Type="http://schemas.openxmlformats.org/officeDocument/2006/relationships/notesSlide" Target="/ppt/notesSlides/notesSlide8.xml" Id="Rbd9207e22f5d41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c436115f74e5f" /><Relationship Type="http://schemas.openxmlformats.org/officeDocument/2006/relationships/notesSlide" Target="/ppt/notesSlides/notesSlide9.xml" Id="Rdda5eb87136b40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7c045bed74f19" /><Relationship Type="http://schemas.openxmlformats.org/officeDocument/2006/relationships/notesSlide" Target="/ppt/notesSlides/notesSlide10.xml" Id="R995edf882a9c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853a4d8dc4cde" /><Relationship Type="http://schemas.openxmlformats.org/officeDocument/2006/relationships/notesSlide" Target="/ppt/notesSlides/notesSlide11.xml" Id="R93b6b8b8b91b49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db3969aa146c5" /><Relationship Type="http://schemas.openxmlformats.org/officeDocument/2006/relationships/notesSlide" Target="/ppt/notesSlides/notesSlide12.xml" Id="Rb1376bb1cfbf4c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23cd7755948ea" /><Relationship Type="http://schemas.openxmlformats.org/officeDocument/2006/relationships/notesSlide" Target="/ppt/notesSlides/notesSlide13.xml" Id="R686d3b389caf46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ceeb03e5d4b7e" /><Relationship Type="http://schemas.openxmlformats.org/officeDocument/2006/relationships/image" Target="/ppt/media/image2.jpeg" Id="Re7e57efa64b34e72" /><Relationship Type="http://schemas.openxmlformats.org/officeDocument/2006/relationships/notesSlide" Target="/ppt/notesSlides/notesSlide14.xml" Id="Rbac36d3bc74148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9686e71e947a8" /><Relationship Type="http://schemas.openxmlformats.org/officeDocument/2006/relationships/notesSlide" Target="/ppt/notesSlides/notesSlide15.xml" Id="R67f7f9bf7d2749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5b66e11544dba" /><Relationship Type="http://schemas.openxmlformats.org/officeDocument/2006/relationships/notesSlide" Target="/ppt/notesSlides/notesSlide16.xml" Id="Rd7fdec24bc4049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ac8139a43461e" /><Relationship Type="http://schemas.openxmlformats.org/officeDocument/2006/relationships/notesSlide" Target="/ppt/notesSlides/notesSlide17.xml" Id="Rb6f0ce8ccdfb4d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49c4074bc42f2" /><Relationship Type="http://schemas.openxmlformats.org/officeDocument/2006/relationships/notesSlide" Target="/ppt/notesSlides/notesSlide18.xml" Id="R26147287714242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eff00398e49d1" /><Relationship Type="http://schemas.openxmlformats.org/officeDocument/2006/relationships/notesSlide" Target="/ppt/notesSlides/notesSlide19.xml" Id="R4bc1c865532849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71f2fa6a04a76" /><Relationship Type="http://schemas.openxmlformats.org/officeDocument/2006/relationships/notesSlide" Target="/ppt/notesSlides/notesSlide20.xml" Id="R8ce963b832b94a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3050618be4546" /><Relationship Type="http://schemas.openxmlformats.org/officeDocument/2006/relationships/notesSlide" Target="/ppt/notesSlides/notesSlide21.xml" Id="R27223e4c035444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0179599746f8" /><Relationship Type="http://schemas.openxmlformats.org/officeDocument/2006/relationships/notesSlide" Target="/ppt/notesSlides/notesSlide22.xml" Id="R8583a4e765b54f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03c5f2c754e72" /><Relationship Type="http://schemas.openxmlformats.org/officeDocument/2006/relationships/notesSlide" Target="/ppt/notesSlides/notesSlide23.xml" Id="R4bbb1b0b06bf49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171fd8c09468c" /><Relationship Type="http://schemas.openxmlformats.org/officeDocument/2006/relationships/notesSlide" Target="/ppt/notesSlides/notesSlide24.xml" Id="Rf58ae84d5c124f8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16b1138454b27" /><Relationship Type="http://schemas.openxmlformats.org/officeDocument/2006/relationships/notesSlide" Target="/ppt/notesSlides/notesSlide25.xml" Id="Racd12c6ac3bc4e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925fb6aa4ef8" /><Relationship Type="http://schemas.openxmlformats.org/officeDocument/2006/relationships/notesSlide" Target="/ppt/notesSlides/notesSlide26.xml" Id="Rc22e5ad9876445f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32f75b25747d1" /><Relationship Type="http://schemas.openxmlformats.org/officeDocument/2006/relationships/notesSlide" Target="/ppt/notesSlides/notesSlide27.xml" Id="Rc7fe12a20ca24d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3e2306f804a7b" /><Relationship Type="http://schemas.openxmlformats.org/officeDocument/2006/relationships/notesSlide" Target="/ppt/notesSlides/notesSlide28.xml" Id="Ra1f5a8e2fa414d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47830ee1a4ca4" /><Relationship Type="http://schemas.openxmlformats.org/officeDocument/2006/relationships/notesSlide" Target="/ppt/notesSlides/notesSlide29.xml" Id="R7dddd5215b704a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34e092c084c21" /><Relationship Type="http://schemas.openxmlformats.org/officeDocument/2006/relationships/notesSlide" Target="/ppt/notesSlides/notesSlide30.xml" Id="R25b5348c96f747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fd19c452e414c" /><Relationship Type="http://schemas.openxmlformats.org/officeDocument/2006/relationships/notesSlide" Target="/ppt/notesSlides/notesSlide31.xml" Id="R07c22c05a699442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804b1ab28447c" /><Relationship Type="http://schemas.openxmlformats.org/officeDocument/2006/relationships/notesSlide" Target="/ppt/notesSlides/notesSlide32.xml" Id="Rcdd615d7804242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d4fc917354381" /><Relationship Type="http://schemas.openxmlformats.org/officeDocument/2006/relationships/notesSlide" Target="/ppt/notesSlides/notesSlide33.xml" Id="R4b951e5186b5443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abe6cce0d49a2" /><Relationship Type="http://schemas.openxmlformats.org/officeDocument/2006/relationships/notesSlide" Target="/ppt/notesSlides/notesSlide34.xml" Id="R7c84dd7cbde0450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23eb16f343be" /><Relationship Type="http://schemas.openxmlformats.org/officeDocument/2006/relationships/notesSlide" Target="/ppt/notesSlides/notesSlide35.xml" Id="R6f73ea4a87b44d1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dcd3f282e4263" /><Relationship Type="http://schemas.openxmlformats.org/officeDocument/2006/relationships/notesSlide" Target="/ppt/notesSlides/notesSlide36.xml" Id="R3e875b7f39624c3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c42c056c740a5" /><Relationship Type="http://schemas.openxmlformats.org/officeDocument/2006/relationships/notesSlide" Target="/ppt/notesSlides/notesSlide37.xml" Id="R070688d02a9c475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5cb3b61c24a37" /><Relationship Type="http://schemas.openxmlformats.org/officeDocument/2006/relationships/notesSlide" Target="/ppt/notesSlides/notesSlide38.xml" Id="R5573029feb5b443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45d90f8564a0c" /><Relationship Type="http://schemas.openxmlformats.org/officeDocument/2006/relationships/notesSlide" Target="/ppt/notesSlides/notesSlide39.xml" Id="Rd5c55aa5a3fb4e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f7213f8ee4e5d" /><Relationship Type="http://schemas.openxmlformats.org/officeDocument/2006/relationships/notesSlide" Target="/ppt/notesSlides/notesSlide40.xml" Id="R45ff3c34000e41d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130c14d2343b2" /><Relationship Type="http://schemas.openxmlformats.org/officeDocument/2006/relationships/notesSlide" Target="/ppt/notesSlides/notesSlide41.xml" Id="R01c90adb1ad443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a04b7a52a4985" /><Relationship Type="http://schemas.openxmlformats.org/officeDocument/2006/relationships/notesSlide" Target="/ppt/notesSlides/notesSlide42.xml" Id="Red55f014d0f9407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f621ca312482e" /><Relationship Type="http://schemas.openxmlformats.org/officeDocument/2006/relationships/notesSlide" Target="/ppt/notesSlides/notesSlide43.xml" Id="R755d904e22e6426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b5efeab0d4a9b" /><Relationship Type="http://schemas.openxmlformats.org/officeDocument/2006/relationships/image" Target="/ppt/media/image3.jpeg" Id="Rfb505c45f36e41f5" /><Relationship Type="http://schemas.openxmlformats.org/officeDocument/2006/relationships/notesSlide" Target="/ppt/notesSlides/notesSlide44.xml" Id="R37f91493b27e43c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f6be1654b46db" /><Relationship Type="http://schemas.openxmlformats.org/officeDocument/2006/relationships/notesSlide" Target="/ppt/notesSlides/notesSlide45.xml" Id="R127bfae8bd034c9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a6e04d423466d" /><Relationship Type="http://schemas.openxmlformats.org/officeDocument/2006/relationships/notesSlide" Target="/ppt/notesSlides/notesSlide46.xml" Id="Rd563d0c279d141e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b0cd331314d3d" /><Relationship Type="http://schemas.openxmlformats.org/officeDocument/2006/relationships/notesSlide" Target="/ppt/notesSlides/notesSlide47.xml" Id="R41ce96a4b97144c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29587c79e4e7b" /><Relationship Type="http://schemas.openxmlformats.org/officeDocument/2006/relationships/notesSlide" Target="/ppt/notesSlides/notesSlide48.xml" Id="R65731833685c467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288967452422a" /><Relationship Type="http://schemas.openxmlformats.org/officeDocument/2006/relationships/notesSlide" Target="/ppt/notesSlides/notesSlide49.xml" Id="R67e6a9aae92c407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775fb31f2471d" /><Relationship Type="http://schemas.openxmlformats.org/officeDocument/2006/relationships/notesSlide" Target="/ppt/notesSlides/notesSlide50.xml" Id="Rf6004ed9eaf1452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2d1f6bb54b87" /><Relationship Type="http://schemas.openxmlformats.org/officeDocument/2006/relationships/notesSlide" Target="/ppt/notesSlides/notesSlide51.xml" Id="R444b6803ce9d47d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49a3a494f4694" /><Relationship Type="http://schemas.openxmlformats.org/officeDocument/2006/relationships/notesSlide" Target="/ppt/notesSlides/notesSlide52.xml" Id="R40c26e76027b41e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cc7a80b6d4981" /><Relationship Type="http://schemas.openxmlformats.org/officeDocument/2006/relationships/notesSlide" Target="/ppt/notesSlides/notesSlide53.xml" Id="Re6c4f184649845e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1159d5c784233" /><Relationship Type="http://schemas.openxmlformats.org/officeDocument/2006/relationships/notesSlide" Target="/ppt/notesSlides/notesSlide54.xml" Id="R1ad7b552f006483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1925ce92e454f" /><Relationship Type="http://schemas.openxmlformats.org/officeDocument/2006/relationships/notesSlide" Target="/ppt/notesSlides/notesSlide55.xml" Id="R637b55ca960840e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a6372ced744b5" /><Relationship Type="http://schemas.openxmlformats.org/officeDocument/2006/relationships/notesSlide" Target="/ppt/notesSlides/notesSlide56.xml" Id="R9ad7226a1f044aa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693a817b452e" /><Relationship Type="http://schemas.openxmlformats.org/officeDocument/2006/relationships/notesSlide" Target="/ppt/notesSlides/notesSlide57.xml" Id="R2298bc5cabd7445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02aa1040247e3" /><Relationship Type="http://schemas.openxmlformats.org/officeDocument/2006/relationships/notesSlide" Target="/ppt/notesSlides/notesSlide58.xml" Id="R9d0e9f5c9822450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65dbbc944bea" /><Relationship Type="http://schemas.openxmlformats.org/officeDocument/2006/relationships/notesSlide" Target="/ppt/notesSlides/notesSlide59.xml" Id="Rc8a0c3e9efaa4c1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8915bfbb64a4e" /><Relationship Type="http://schemas.openxmlformats.org/officeDocument/2006/relationships/notesSlide" Target="/ppt/notesSlides/notesSlide60.xml" Id="R306f1a06719a468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8cc75a3674767" /><Relationship Type="http://schemas.openxmlformats.org/officeDocument/2006/relationships/notesSlide" Target="/ppt/notesSlides/notesSlide61.xml" Id="Red104fd921d24c2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4eaa7bc8a4485" /><Relationship Type="http://schemas.openxmlformats.org/officeDocument/2006/relationships/notesSlide" Target="/ppt/notesSlides/notesSlide62.xml" Id="Re65eeae04dd14ee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b08cf616e45ea" /><Relationship Type="http://schemas.openxmlformats.org/officeDocument/2006/relationships/notesSlide" Target="/ppt/notesSlides/notesSlide63.xml" Id="R5e0e620074184ee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ab10f7c9f4c02" /><Relationship Type="http://schemas.openxmlformats.org/officeDocument/2006/relationships/notesSlide" Target="/ppt/notesSlides/notesSlide64.xml" Id="R8f2e3062e881433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45b5b23114038" /><Relationship Type="http://schemas.openxmlformats.org/officeDocument/2006/relationships/notesSlide" Target="/ppt/notesSlides/notesSlide65.xml" Id="Rdeae2ded599e499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e78857ecf4e09" /><Relationship Type="http://schemas.openxmlformats.org/officeDocument/2006/relationships/notesSlide" Target="/ppt/notesSlides/notesSlide66.xml" Id="R428ccfd88e8e47b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8a63b664c498a" /><Relationship Type="http://schemas.openxmlformats.org/officeDocument/2006/relationships/notesSlide" Target="/ppt/notesSlides/notesSlide67.xml" Id="R1598b416e66e467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764b6c3bf45df" /><Relationship Type="http://schemas.openxmlformats.org/officeDocument/2006/relationships/notesSlide" Target="/ppt/notesSlides/notesSlide68.xml" Id="R003d7488b01c4e2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7001cff0a4362" /><Relationship Type="http://schemas.openxmlformats.org/officeDocument/2006/relationships/notesSlide" Target="/ppt/notesSlides/notesSlide69.xml" Id="R5c07d1552872495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dcffb274c456f" /><Relationship Type="http://schemas.openxmlformats.org/officeDocument/2006/relationships/notesSlide" Target="/ppt/notesSlides/notesSlide70.xml" Id="R106ff11b74714eb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83e96507d4e98" /><Relationship Type="http://schemas.openxmlformats.org/officeDocument/2006/relationships/notesSlide" Target="/ppt/notesSlides/notesSlide71.xml" Id="R6747ea7a033e40e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44f597b1c44b6" /><Relationship Type="http://schemas.openxmlformats.org/officeDocument/2006/relationships/notesSlide" Target="/ppt/notesSlides/notesSlide72.xml" Id="R3b9c6eaeb62b494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d70aff78e4a05" /><Relationship Type="http://schemas.openxmlformats.org/officeDocument/2006/relationships/notesSlide" Target="/ppt/notesSlides/notesSlide73.xml" Id="R345058f4ada0400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28bfdcdda4c61" /><Relationship Type="http://schemas.openxmlformats.org/officeDocument/2006/relationships/image" Target="/ppt/media/image4.jpeg" Id="R17524fdc184a4127" /><Relationship Type="http://schemas.openxmlformats.org/officeDocument/2006/relationships/notesSlide" Target="/ppt/notesSlides/notesSlide74.xml" Id="Rd45845d68e51495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a96aa3b974678" /><Relationship Type="http://schemas.openxmlformats.org/officeDocument/2006/relationships/notesSlide" Target="/ppt/notesSlides/notesSlide75.xml" Id="Rf7aed3f64ca445f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b411cf1174f02" /><Relationship Type="http://schemas.openxmlformats.org/officeDocument/2006/relationships/notesSlide" Target="/ppt/notesSlides/notesSlide76.xml" Id="R932697affb1b4da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448c4bcfc4d51" /><Relationship Type="http://schemas.openxmlformats.org/officeDocument/2006/relationships/notesSlide" Target="/ppt/notesSlides/notesSlide77.xml" Id="Rd212d4406ec143f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36ead9dad4a0a" /><Relationship Type="http://schemas.openxmlformats.org/officeDocument/2006/relationships/notesSlide" Target="/ppt/notesSlides/notesSlide78.xml" Id="R4ca457ff8bc4427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183232d59443b" /><Relationship Type="http://schemas.openxmlformats.org/officeDocument/2006/relationships/notesSlide" Target="/ppt/notesSlides/notesSlide79.xml" Id="R58f300b13818432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d01fb26994bc7" /><Relationship Type="http://schemas.openxmlformats.org/officeDocument/2006/relationships/notesSlide" Target="/ppt/notesSlides/notesSlide80.xml" Id="R1a429940da324770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053426acc4ea1" /><Relationship Type="http://schemas.openxmlformats.org/officeDocument/2006/relationships/notesSlide" Target="/ppt/notesSlides/notesSlide81.xml" Id="R1bdaf6838e92435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0ebe19a24451c" /><Relationship Type="http://schemas.openxmlformats.org/officeDocument/2006/relationships/notesSlide" Target="/ppt/notesSlides/notesSlide82.xml" Id="Rf9d35fcf813d4d84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ea8e13ed4ca5" /><Relationship Type="http://schemas.openxmlformats.org/officeDocument/2006/relationships/notesSlide" Target="/ppt/notesSlides/notesSlide83.xml" Id="R19315fd3a324411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e309798154b32" /><Relationship Type="http://schemas.openxmlformats.org/officeDocument/2006/relationships/notesSlide" Target="/ppt/notesSlides/notesSlide84.xml" Id="Ref1c7ae26cea4d6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a469362484b74" /><Relationship Type="http://schemas.openxmlformats.org/officeDocument/2006/relationships/notesSlide" Target="/ppt/notesSlides/notesSlide85.xml" Id="Rd76a17b4f8f84d4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0de618b8a4c3c" /><Relationship Type="http://schemas.openxmlformats.org/officeDocument/2006/relationships/notesSlide" Target="/ppt/notesSlides/notesSlide86.xml" Id="R58d0aa88a494457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0aaaafc3e43df" /><Relationship Type="http://schemas.openxmlformats.org/officeDocument/2006/relationships/notesSlide" Target="/ppt/notesSlides/notesSlide87.xml" Id="R81e5fc834ae946db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ace187476474b" /><Relationship Type="http://schemas.openxmlformats.org/officeDocument/2006/relationships/notesSlide" Target="/ppt/notesSlides/notesSlide88.xml" Id="R3011780bbe2d4f3d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f80db05b34998" /><Relationship Type="http://schemas.openxmlformats.org/officeDocument/2006/relationships/notesSlide" Target="/ppt/notesSlides/notesSlide89.xml" Id="R546776f0880a45a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b3faf7b4e439c" /><Relationship Type="http://schemas.openxmlformats.org/officeDocument/2006/relationships/notesSlide" Target="/ppt/notesSlides/notesSlide90.xml" Id="R141fcca5e1694bbb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ac1de057f46fe" /><Relationship Type="http://schemas.openxmlformats.org/officeDocument/2006/relationships/notesSlide" Target="/ppt/notesSlides/notesSlide91.xml" Id="Rf3d3500054744c3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7acab76dc437b" /><Relationship Type="http://schemas.openxmlformats.org/officeDocument/2006/relationships/notesSlide" Target="/ppt/notesSlides/notesSlide92.xml" Id="R55d5c7085fca4b88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221c3cba14506" /><Relationship Type="http://schemas.openxmlformats.org/officeDocument/2006/relationships/notesSlide" Target="/ppt/notesSlides/notesSlide93.xml" Id="Rb8cff13e0b354f8f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9b4f1d8d54ef1" /><Relationship Type="http://schemas.openxmlformats.org/officeDocument/2006/relationships/notesSlide" Target="/ppt/notesSlides/notesSlide94.xml" Id="R2da73075e468485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2be8896746e7" /><Relationship Type="http://schemas.openxmlformats.org/officeDocument/2006/relationships/notesSlide" Target="/ppt/notesSlides/notesSlide95.xml" Id="R7337bc8d5b8348c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5e7da5dcd4413" /><Relationship Type="http://schemas.openxmlformats.org/officeDocument/2006/relationships/notesSlide" Target="/ppt/notesSlides/notesSlide96.xml" Id="R6c52a075ef9e4b5c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9dc61743b4257" /><Relationship Type="http://schemas.openxmlformats.org/officeDocument/2006/relationships/notesSlide" Target="/ppt/notesSlides/notesSlide97.xml" Id="Rc3f2b9f123d0481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301ee6b994ecd" /><Relationship Type="http://schemas.openxmlformats.org/officeDocument/2006/relationships/notesSlide" Target="/ppt/notesSlides/notesSlide98.xml" Id="Ra79cac0a4cf44a71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18226521c4a64" /><Relationship Type="http://schemas.openxmlformats.org/officeDocument/2006/relationships/notesSlide" Target="/ppt/notesSlides/notesSlide99.xml" Id="Rc07f40ad21f246f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50245e1e04d60" /><Relationship Type="http://schemas.openxmlformats.org/officeDocument/2006/relationships/notesSlide" Target="/ppt/notesSlides/notesSlide100.xml" Id="R31fd72b8360a4cd3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1208ad27e499b" /><Relationship Type="http://schemas.openxmlformats.org/officeDocument/2006/relationships/notesSlide" Target="/ppt/notesSlides/notesSlide101.xml" Id="Ra1b13e345ece4d4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bc99c7ea14e9a" /><Relationship Type="http://schemas.openxmlformats.org/officeDocument/2006/relationships/notesSlide" Target="/ppt/notesSlides/notesSlide102.xml" Id="Rde251bd7c90e466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ceec37ac4709" /><Relationship Type="http://schemas.openxmlformats.org/officeDocument/2006/relationships/notesSlide" Target="/ppt/notesSlides/notesSlide103.xml" Id="R4190f8c29f6c450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424c94859410d" /><Relationship Type="http://schemas.openxmlformats.org/officeDocument/2006/relationships/image" Target="/ppt/media/image5.jpeg" Id="R896488b780ac4a8c" /><Relationship Type="http://schemas.openxmlformats.org/officeDocument/2006/relationships/notesSlide" Target="/ppt/notesSlides/notesSlide104.xml" Id="Rfc2ca69788af4532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7c5a4daae434f" /><Relationship Type="http://schemas.openxmlformats.org/officeDocument/2006/relationships/notesSlide" Target="/ppt/notesSlides/notesSlide105.xml" Id="Rc996a384287d454f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681f04291441c" /><Relationship Type="http://schemas.openxmlformats.org/officeDocument/2006/relationships/notesSlide" Target="/ppt/notesSlides/notesSlide106.xml" Id="Rd89fc082bf0b431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8bad3220749f0" /><Relationship Type="http://schemas.openxmlformats.org/officeDocument/2006/relationships/notesSlide" Target="/ppt/notesSlides/notesSlide107.xml" Id="Rd391b2be6a9642ea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21c8fd0eb4df5" /><Relationship Type="http://schemas.openxmlformats.org/officeDocument/2006/relationships/notesSlide" Target="/ppt/notesSlides/notesSlide108.xml" Id="R975039d78b48417e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14d88d29048a3" /><Relationship Type="http://schemas.openxmlformats.org/officeDocument/2006/relationships/notesSlide" Target="/ppt/notesSlides/notesSlide109.xml" Id="R36307656c2d74da4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b4601fad541e5" /><Relationship Type="http://schemas.openxmlformats.org/officeDocument/2006/relationships/notesSlide" Target="/ppt/notesSlides/notesSlide110.xml" Id="Ra472a6bcd3ea41d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4d408f1c24633" /><Relationship Type="http://schemas.openxmlformats.org/officeDocument/2006/relationships/notesSlide" Target="/ppt/notesSlides/notesSlide111.xml" Id="R060ebbb5c17b45d1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e4c846ceb4ca0" /><Relationship Type="http://schemas.openxmlformats.org/officeDocument/2006/relationships/notesSlide" Target="/ppt/notesSlides/notesSlide112.xml" Id="R312d68a85c064c6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3b9798af64019" /><Relationship Type="http://schemas.openxmlformats.org/officeDocument/2006/relationships/notesSlide" Target="/ppt/notesSlides/notesSlide113.xml" Id="Rdb37aa999de4476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2b830f7454ad0" /><Relationship Type="http://schemas.openxmlformats.org/officeDocument/2006/relationships/notesSlide" Target="/ppt/notesSlides/notesSlide114.xml" Id="R1b3a4e8362cf4c49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64043318643dc" /><Relationship Type="http://schemas.openxmlformats.org/officeDocument/2006/relationships/notesSlide" Target="/ppt/notesSlides/notesSlide115.xml" Id="R6f0c725e57fa474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66581abfe4963" /><Relationship Type="http://schemas.openxmlformats.org/officeDocument/2006/relationships/notesSlide" Target="/ppt/notesSlides/notesSlide116.xml" Id="Rdb76e957f2884722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641f03e9c4810" /><Relationship Type="http://schemas.openxmlformats.org/officeDocument/2006/relationships/notesSlide" Target="/ppt/notesSlides/notesSlide117.xml" Id="R8f10409ea5a24d07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00281d39f49c5" /><Relationship Type="http://schemas.openxmlformats.org/officeDocument/2006/relationships/notesSlide" Target="/ppt/notesSlides/notesSlide118.xml" Id="Rd9775816ea56417d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996b6765e4aa8" /><Relationship Type="http://schemas.openxmlformats.org/officeDocument/2006/relationships/notesSlide" Target="/ppt/notesSlides/notesSlide119.xml" Id="R902dcd0551be467f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320d2a6fc441a" /><Relationship Type="http://schemas.openxmlformats.org/officeDocument/2006/relationships/notesSlide" Target="/ppt/notesSlides/notesSlide120.xml" Id="R4a83494bd0b84f7e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0c9f6e6d547db" /><Relationship Type="http://schemas.openxmlformats.org/officeDocument/2006/relationships/notesSlide" Target="/ppt/notesSlides/notesSlide121.xml" Id="R32187ea4fab44204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9c7af54b24cb2" /><Relationship Type="http://schemas.openxmlformats.org/officeDocument/2006/relationships/notesSlide" Target="/ppt/notesSlides/notesSlide122.xml" Id="Re3575f297c6245f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3a4ce33b4527" /><Relationship Type="http://schemas.openxmlformats.org/officeDocument/2006/relationships/notesSlide" Target="/ppt/notesSlides/notesSlide123.xml" Id="Rfd2f079a45434c67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90ed815f0428d" /><Relationship Type="http://schemas.openxmlformats.org/officeDocument/2006/relationships/notesSlide" Target="/ppt/notesSlides/notesSlide124.xml" Id="R5e0980d482ca421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6bbb589874dba" /><Relationship Type="http://schemas.openxmlformats.org/officeDocument/2006/relationships/notesSlide" Target="/ppt/notesSlides/notesSlide125.xml" Id="R7fe5a4acbc804c29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2d14329934ff8" /><Relationship Type="http://schemas.openxmlformats.org/officeDocument/2006/relationships/notesSlide" Target="/ppt/notesSlides/notesSlide126.xml" Id="R3f405d68cb7343d1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6bf272a0b46c2" /><Relationship Type="http://schemas.openxmlformats.org/officeDocument/2006/relationships/notesSlide" Target="/ppt/notesSlides/notesSlide127.xml" Id="Rea095a8df0fc4c7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d82f929c64fd9" /><Relationship Type="http://schemas.openxmlformats.org/officeDocument/2006/relationships/notesSlide" Target="/ppt/notesSlides/notesSlide128.xml" Id="R05d042f6c7724b5f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3faedbdb24b59" /><Relationship Type="http://schemas.openxmlformats.org/officeDocument/2006/relationships/notesSlide" Target="/ppt/notesSlides/notesSlide129.xml" Id="Ra0384819e2bd419b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9335d4e144ff" /><Relationship Type="http://schemas.openxmlformats.org/officeDocument/2006/relationships/notesSlide" Target="/ppt/notesSlides/notesSlide130.xml" Id="Ree5271bd72c94b8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6d4df3c82480e" /><Relationship Type="http://schemas.openxmlformats.org/officeDocument/2006/relationships/notesSlide" Target="/ppt/notesSlides/notesSlide131.xml" Id="Rdd272fa806ad449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4fc514c954be4" /><Relationship Type="http://schemas.openxmlformats.org/officeDocument/2006/relationships/notesSlide" Target="/ppt/notesSlides/notesSlide132.xml" Id="Rc831760502b54139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36a0baf644f89" /><Relationship Type="http://schemas.openxmlformats.org/officeDocument/2006/relationships/notesSlide" Target="/ppt/notesSlides/notesSlide133.xml" Id="R5c9bf33086af4bc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d17fa8f5c4635" /><Relationship Type="http://schemas.openxmlformats.org/officeDocument/2006/relationships/image" Target="/ppt/media/image6.jpeg" Id="Rd1e4cacf54594fc5" /><Relationship Type="http://schemas.openxmlformats.org/officeDocument/2006/relationships/notesSlide" Target="/ppt/notesSlides/notesSlide134.xml" Id="R308c7681854745d7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d8d1337ab4193" /><Relationship Type="http://schemas.openxmlformats.org/officeDocument/2006/relationships/notesSlide" Target="/ppt/notesSlides/notesSlide135.xml" Id="R6639677fff6f48e8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229027fd74d88" /><Relationship Type="http://schemas.openxmlformats.org/officeDocument/2006/relationships/notesSlide" Target="/ppt/notesSlides/notesSlide136.xml" Id="Rea735bc4418943c2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5f09a659c4a51" /><Relationship Type="http://schemas.openxmlformats.org/officeDocument/2006/relationships/notesSlide" Target="/ppt/notesSlides/notesSlide137.xml" Id="R156c6c60b86d440d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96d278dfa4859" /><Relationship Type="http://schemas.openxmlformats.org/officeDocument/2006/relationships/notesSlide" Target="/ppt/notesSlides/notesSlide138.xml" Id="Re1cd6b363ce94948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002f9d7744d34" /><Relationship Type="http://schemas.openxmlformats.org/officeDocument/2006/relationships/notesSlide" Target="/ppt/notesSlides/notesSlide139.xml" Id="R2907ad9b020d4216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60faafbaf44f9" /><Relationship Type="http://schemas.openxmlformats.org/officeDocument/2006/relationships/notesSlide" Target="/ppt/notesSlides/notesSlide140.xml" Id="Rb0f705fe9f604b02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6bebcb1254e77" /><Relationship Type="http://schemas.openxmlformats.org/officeDocument/2006/relationships/notesSlide" Target="/ppt/notesSlides/notesSlide141.xml" Id="R2e4724d98ffb407f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c1dd303064887" /><Relationship Type="http://schemas.openxmlformats.org/officeDocument/2006/relationships/notesSlide" Target="/ppt/notesSlides/notesSlide142.xml" Id="Rdcb39607864e4719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36d3b7fbf4184" /><Relationship Type="http://schemas.openxmlformats.org/officeDocument/2006/relationships/notesSlide" Target="/ppt/notesSlides/notesSlide143.xml" Id="Raaaeba6fc3074ce1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d7c39b49b4b6f" /><Relationship Type="http://schemas.openxmlformats.org/officeDocument/2006/relationships/notesSlide" Target="/ppt/notesSlides/notesSlide144.xml" Id="R08f825cc37644a43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2113230c646c5" /><Relationship Type="http://schemas.openxmlformats.org/officeDocument/2006/relationships/notesSlide" Target="/ppt/notesSlides/notesSlide145.xml" Id="R6e08abe4800942b1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8b36d41d2467f" /><Relationship Type="http://schemas.openxmlformats.org/officeDocument/2006/relationships/notesSlide" Target="/ppt/notesSlides/notesSlide146.xml" Id="R59202456c964456b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83587aa9a47e0" /><Relationship Type="http://schemas.openxmlformats.org/officeDocument/2006/relationships/notesSlide" Target="/ppt/notesSlides/notesSlide147.xml" Id="R830cd5628d3c4dd9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47774d4c4eff" /><Relationship Type="http://schemas.openxmlformats.org/officeDocument/2006/relationships/notesSlide" Target="/ppt/notesSlides/notesSlide148.xml" Id="Rdc97602159e8487c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658720cf7435f" /><Relationship Type="http://schemas.openxmlformats.org/officeDocument/2006/relationships/notesSlide" Target="/ppt/notesSlides/notesSlide149.xml" Id="R0d94bbf28b5f4490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cc0cf6c9d4a04" /><Relationship Type="http://schemas.openxmlformats.org/officeDocument/2006/relationships/notesSlide" Target="/ppt/notesSlides/notesSlide150.xml" Id="R596daa6c7f724ea8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f141cada140c4" /><Relationship Type="http://schemas.openxmlformats.org/officeDocument/2006/relationships/notesSlide" Target="/ppt/notesSlides/notesSlide151.xml" Id="Rc2da352e2415452d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72b8f98d84bba" /><Relationship Type="http://schemas.openxmlformats.org/officeDocument/2006/relationships/notesSlide" Target="/ppt/notesSlides/notesSlide152.xml" Id="Rd1d62f1a3c754721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456832e8148fc" /><Relationship Type="http://schemas.openxmlformats.org/officeDocument/2006/relationships/notesSlide" Target="/ppt/notesSlides/notesSlide153.xml" Id="R8709679d12cb434c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5460ff6b8459a" /><Relationship Type="http://schemas.openxmlformats.org/officeDocument/2006/relationships/notesSlide" Target="/ppt/notesSlides/notesSlide154.xml" Id="R02745bd73d7e48fb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e7639c8124f0a" /><Relationship Type="http://schemas.openxmlformats.org/officeDocument/2006/relationships/notesSlide" Target="/ppt/notesSlides/notesSlide155.xml" Id="Rf00e2ce7984540e1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6f095c64b4781" /><Relationship Type="http://schemas.openxmlformats.org/officeDocument/2006/relationships/notesSlide" Target="/ppt/notesSlides/notesSlide156.xml" Id="R74544a5b26854efc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ac95a43849b4" /><Relationship Type="http://schemas.openxmlformats.org/officeDocument/2006/relationships/notesSlide" Target="/ppt/notesSlides/notesSlide157.xml" Id="R9e6eeb48a2914be4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0a6355ef46c4" /><Relationship Type="http://schemas.openxmlformats.org/officeDocument/2006/relationships/notesSlide" Target="/ppt/notesSlides/notesSlide158.xml" Id="R61ab2f51741a4fe9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da3c6156e42cc" /><Relationship Type="http://schemas.openxmlformats.org/officeDocument/2006/relationships/notesSlide" Target="/ppt/notesSlides/notesSlide159.xml" Id="R3627391164e6405b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4b4dfc1b04156" /><Relationship Type="http://schemas.openxmlformats.org/officeDocument/2006/relationships/notesSlide" Target="/ppt/notesSlides/notesSlide160.xml" Id="R665d923d48524b75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0f347370b41fa" /><Relationship Type="http://schemas.openxmlformats.org/officeDocument/2006/relationships/notesSlide" Target="/ppt/notesSlides/notesSlide161.xml" Id="R056a26afce004921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19138586a4a7e" /><Relationship Type="http://schemas.openxmlformats.org/officeDocument/2006/relationships/notesSlide" Target="/ppt/notesSlides/notesSlide162.xml" Id="Rd12881f8398d426d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c465af38f4222" /><Relationship Type="http://schemas.openxmlformats.org/officeDocument/2006/relationships/notesSlide" Target="/ppt/notesSlides/notesSlide163.xml" Id="Ra269dfbd2e4b4aa7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5391d20a5418d" /><Relationship Type="http://schemas.openxmlformats.org/officeDocument/2006/relationships/image" Target="/ppt/media/image7.jpeg" Id="Rb7469788ef644df0" /><Relationship Type="http://schemas.openxmlformats.org/officeDocument/2006/relationships/notesSlide" Target="/ppt/notesSlides/notesSlide164.xml" Id="Rc30dc5d9e2e349e2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6dc45570d4a93" /><Relationship Type="http://schemas.openxmlformats.org/officeDocument/2006/relationships/notesSlide" Target="/ppt/notesSlides/notesSlide165.xml" Id="Re986f8a07d7544df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c868f76bb438e" /><Relationship Type="http://schemas.openxmlformats.org/officeDocument/2006/relationships/notesSlide" Target="/ppt/notesSlides/notesSlide166.xml" Id="Rd1413d4ce7cd4124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3c66b90124da7" /><Relationship Type="http://schemas.openxmlformats.org/officeDocument/2006/relationships/notesSlide" Target="/ppt/notesSlides/notesSlide167.xml" Id="R34371a38104d44b2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50225272a4b93" /><Relationship Type="http://schemas.openxmlformats.org/officeDocument/2006/relationships/notesSlide" Target="/ppt/notesSlides/notesSlide168.xml" Id="Rb57d8e5e1ef241e3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023a3e49640df" /><Relationship Type="http://schemas.openxmlformats.org/officeDocument/2006/relationships/notesSlide" Target="/ppt/notesSlides/notesSlide169.xml" Id="R74c25091c3be4cd5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117108a404d33" /><Relationship Type="http://schemas.openxmlformats.org/officeDocument/2006/relationships/notesSlide" Target="/ppt/notesSlides/notesSlide170.xml" Id="R43543aaac2d449e6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886d680c94b6f" /><Relationship Type="http://schemas.openxmlformats.org/officeDocument/2006/relationships/notesSlide" Target="/ppt/notesSlides/notesSlide171.xml" Id="R25f9574fabf440c2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50d89d7cb4090" /><Relationship Type="http://schemas.openxmlformats.org/officeDocument/2006/relationships/notesSlide" Target="/ppt/notesSlides/notesSlide172.xml" Id="Ra7126cab891c4e9a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8b3a48a00434b" /><Relationship Type="http://schemas.openxmlformats.org/officeDocument/2006/relationships/notesSlide" Target="/ppt/notesSlides/notesSlide173.xml" Id="Rd11090445f0c4440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5aecc42d548f6" /><Relationship Type="http://schemas.openxmlformats.org/officeDocument/2006/relationships/notesSlide" Target="/ppt/notesSlides/notesSlide174.xml" Id="R8e06da3678ae4659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4bc7b5b2d48b5" /><Relationship Type="http://schemas.openxmlformats.org/officeDocument/2006/relationships/notesSlide" Target="/ppt/notesSlides/notesSlide175.xml" Id="R894807606fbb4fcd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85603beab4644" /><Relationship Type="http://schemas.openxmlformats.org/officeDocument/2006/relationships/notesSlide" Target="/ppt/notesSlides/notesSlide176.xml" Id="R812d1da7149548f6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ff10413cd461e" /><Relationship Type="http://schemas.openxmlformats.org/officeDocument/2006/relationships/notesSlide" Target="/ppt/notesSlides/notesSlide177.xml" Id="Rf7ab8b3de0ec4f7f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babbe230547e4" /><Relationship Type="http://schemas.openxmlformats.org/officeDocument/2006/relationships/notesSlide" Target="/ppt/notesSlides/notesSlide178.xml" Id="R06e99a9195f14aba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b28217524d6c" /><Relationship Type="http://schemas.openxmlformats.org/officeDocument/2006/relationships/notesSlide" Target="/ppt/notesSlides/notesSlide179.xml" Id="R1930998697d64de2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00af324e84705" /><Relationship Type="http://schemas.openxmlformats.org/officeDocument/2006/relationships/notesSlide" Target="/ppt/notesSlides/notesSlide180.xml" Id="Rcd4ac9cc7a0f4691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0bcb28f6c476f" /><Relationship Type="http://schemas.openxmlformats.org/officeDocument/2006/relationships/notesSlide" Target="/ppt/notesSlides/notesSlide181.xml" Id="R181674a0e0644772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3f7abc5684ab7" /><Relationship Type="http://schemas.openxmlformats.org/officeDocument/2006/relationships/notesSlide" Target="/ppt/notesSlides/notesSlide182.xml" Id="Rde437e1496c546c7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04a66c2694620" /><Relationship Type="http://schemas.openxmlformats.org/officeDocument/2006/relationships/notesSlide" Target="/ppt/notesSlides/notesSlide183.xml" Id="Ra319a6081ab14873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4f505cab40ce" /><Relationship Type="http://schemas.openxmlformats.org/officeDocument/2006/relationships/notesSlide" Target="/ppt/notesSlides/notesSlide184.xml" Id="Rd56c5c392ae047e6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8d60e88df4238" /><Relationship Type="http://schemas.openxmlformats.org/officeDocument/2006/relationships/notesSlide" Target="/ppt/notesSlides/notesSlide185.xml" Id="R5bd78f17cadd4116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8bc61a8554360" /><Relationship Type="http://schemas.openxmlformats.org/officeDocument/2006/relationships/notesSlide" Target="/ppt/notesSlides/notesSlide186.xml" Id="Rfde33efaf6584b03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b5115205c4fe3" /><Relationship Type="http://schemas.openxmlformats.org/officeDocument/2006/relationships/notesSlide" Target="/ppt/notesSlides/notesSlide187.xml" Id="Rd7f0b00bce414459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08cd59fe44ae3" /><Relationship Type="http://schemas.openxmlformats.org/officeDocument/2006/relationships/notesSlide" Target="/ppt/notesSlides/notesSlide188.xml" Id="R8ec67b78d4444a7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8b05d2efe4996" /><Relationship Type="http://schemas.openxmlformats.org/officeDocument/2006/relationships/notesSlide" Target="/ppt/notesSlides/notesSlide189.xml" Id="Reaf8560ebd5341ff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e55f88e545bb" /><Relationship Type="http://schemas.openxmlformats.org/officeDocument/2006/relationships/notesSlide" Target="/ppt/notesSlides/notesSlide190.xml" Id="Rdb6dd528cbd8435f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c39451e134b8e" /><Relationship Type="http://schemas.openxmlformats.org/officeDocument/2006/relationships/notesSlide" Target="/ppt/notesSlides/notesSlide191.xml" Id="R732ad0dd6c7a4c49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0154eb8824256" /><Relationship Type="http://schemas.openxmlformats.org/officeDocument/2006/relationships/notesSlide" Target="/ppt/notesSlides/notesSlide192.xml" Id="Rd4a89330ca7a4a36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20b1816f4bbb" /><Relationship Type="http://schemas.openxmlformats.org/officeDocument/2006/relationships/notesSlide" Target="/ppt/notesSlides/notesSlide193.xml" Id="R0371c7e7c6984000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5caef17fb4d7d" /><Relationship Type="http://schemas.openxmlformats.org/officeDocument/2006/relationships/image" Target="/ppt/media/image8.jpeg" Id="R15046a1d402a4311" /><Relationship Type="http://schemas.openxmlformats.org/officeDocument/2006/relationships/notesSlide" Target="/ppt/notesSlides/notesSlide194.xml" Id="Rf08db790a03f4665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c9abeaeb44e67" /><Relationship Type="http://schemas.openxmlformats.org/officeDocument/2006/relationships/notesSlide" Target="/ppt/notesSlides/notesSlide195.xml" Id="R68b0eda47dd74209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e4992a37e42e8" /><Relationship Type="http://schemas.openxmlformats.org/officeDocument/2006/relationships/notesSlide" Target="/ppt/notesSlides/notesSlide196.xml" Id="R1bd1acdeb9e64bcd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6cb213baa460f" /><Relationship Type="http://schemas.openxmlformats.org/officeDocument/2006/relationships/notesSlide" Target="/ppt/notesSlides/notesSlide197.xml" Id="Rbe69012b8b7348e2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a9abb4efd4834" /><Relationship Type="http://schemas.openxmlformats.org/officeDocument/2006/relationships/notesSlide" Target="/ppt/notesSlides/notesSlide198.xml" Id="R47d66ca4383845c0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e709982e54a02" /><Relationship Type="http://schemas.openxmlformats.org/officeDocument/2006/relationships/notesSlide" Target="/ppt/notesSlides/notesSlide199.xml" Id="R3af3083699494b2a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db9a35694ce8" /><Relationship Type="http://schemas.openxmlformats.org/officeDocument/2006/relationships/notesSlide" Target="/ppt/notesSlides/notesSlide200.xml" Id="Rb4733e4cd5ca48ea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40bfe37844254" /><Relationship Type="http://schemas.openxmlformats.org/officeDocument/2006/relationships/notesSlide" Target="/ppt/notesSlides/notesSlide201.xml" Id="Rf1fb5a607c3e42a7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885789ada43f1" /><Relationship Type="http://schemas.openxmlformats.org/officeDocument/2006/relationships/notesSlide" Target="/ppt/notesSlides/notesSlide202.xml" Id="R4726a818397341ea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29a529c7f45ad" /><Relationship Type="http://schemas.openxmlformats.org/officeDocument/2006/relationships/notesSlide" Target="/ppt/notesSlides/notesSlide203.xml" Id="R1969bf39fc7144db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ac73a28a74980" /><Relationship Type="http://schemas.openxmlformats.org/officeDocument/2006/relationships/notesSlide" Target="/ppt/notesSlides/notesSlide204.xml" Id="Rb559bfaec17243fc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292bfa45444d5" /><Relationship Type="http://schemas.openxmlformats.org/officeDocument/2006/relationships/notesSlide" Target="/ppt/notesSlides/notesSlide205.xml" Id="R7645898ff6d44aa6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2bcd5aec64e07" /><Relationship Type="http://schemas.openxmlformats.org/officeDocument/2006/relationships/notesSlide" Target="/ppt/notesSlides/notesSlide206.xml" Id="Rd9307c354cf742f8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e7e1fe2cb4459" /><Relationship Type="http://schemas.openxmlformats.org/officeDocument/2006/relationships/notesSlide" Target="/ppt/notesSlides/notesSlide207.xml" Id="R61e6b067bb1a4ac2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65ede56b947ba" /><Relationship Type="http://schemas.openxmlformats.org/officeDocument/2006/relationships/notesSlide" Target="/ppt/notesSlides/notesSlide208.xml" Id="R055bebf2e29745aa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35aa006bf4e17" /><Relationship Type="http://schemas.openxmlformats.org/officeDocument/2006/relationships/notesSlide" Target="/ppt/notesSlides/notesSlide209.xml" Id="Rb9411497961c4e89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8e539ce9a499f" /><Relationship Type="http://schemas.openxmlformats.org/officeDocument/2006/relationships/notesSlide" Target="/ppt/notesSlides/notesSlide210.xml" Id="R0b1850d627714eed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cf774b4834a94" /><Relationship Type="http://schemas.openxmlformats.org/officeDocument/2006/relationships/notesSlide" Target="/ppt/notesSlides/notesSlide211.xml" Id="R19822b6781bf45a6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3ae6953a748dd" /><Relationship Type="http://schemas.openxmlformats.org/officeDocument/2006/relationships/notesSlide" Target="/ppt/notesSlides/notesSlide212.xml" Id="R75cb4ab1d76445a2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1a3b1f85044a9" /><Relationship Type="http://schemas.openxmlformats.org/officeDocument/2006/relationships/notesSlide" Target="/ppt/notesSlides/notesSlide213.xml" Id="Rc32b3cf0389e4791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76940d3fb4e71" /><Relationship Type="http://schemas.openxmlformats.org/officeDocument/2006/relationships/notesSlide" Target="/ppt/notesSlides/notesSlide214.xml" Id="R489ad3d084b24a46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8e2fe1de64ee8" /><Relationship Type="http://schemas.openxmlformats.org/officeDocument/2006/relationships/notesSlide" Target="/ppt/notesSlides/notesSlide215.xml" Id="Rd3a387230fe447d2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12801e5eb4279" /><Relationship Type="http://schemas.openxmlformats.org/officeDocument/2006/relationships/notesSlide" Target="/ppt/notesSlides/notesSlide216.xml" Id="Rd8a7c36c3f1a4000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051a035f43ab" /><Relationship Type="http://schemas.openxmlformats.org/officeDocument/2006/relationships/notesSlide" Target="/ppt/notesSlides/notesSlide217.xml" Id="R110d49ac44a34938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3b49c12f34725" /><Relationship Type="http://schemas.openxmlformats.org/officeDocument/2006/relationships/notesSlide" Target="/ppt/notesSlides/notesSlide218.xml" Id="Rffdba5de223f426d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5eaa8d1c34ca0" /><Relationship Type="http://schemas.openxmlformats.org/officeDocument/2006/relationships/notesSlide" Target="/ppt/notesSlides/notesSlide219.xml" Id="Rb42aaa211ecc4e1b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02641b51443b2" /><Relationship Type="http://schemas.openxmlformats.org/officeDocument/2006/relationships/notesSlide" Target="/ppt/notesSlides/notesSlide220.xml" Id="R03b87803d1a7461e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779586ff9479b" /><Relationship Type="http://schemas.openxmlformats.org/officeDocument/2006/relationships/notesSlide" Target="/ppt/notesSlides/notesSlide221.xml" Id="R68dbac1b0d92495e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07dbdfaa74c2b" /><Relationship Type="http://schemas.openxmlformats.org/officeDocument/2006/relationships/notesSlide" Target="/ppt/notesSlides/notesSlide222.xml" Id="R4569ea3555634b6b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9bbc8f85e4a99" /><Relationship Type="http://schemas.openxmlformats.org/officeDocument/2006/relationships/notesSlide" Target="/ppt/notesSlides/notesSlide223.xml" Id="Rd0100e2b89b742e5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fb2f04fd84406" /><Relationship Type="http://schemas.openxmlformats.org/officeDocument/2006/relationships/image" Target="/ppt/media/image9.jpeg" Id="R55c3db3f59fa491d" /><Relationship Type="http://schemas.openxmlformats.org/officeDocument/2006/relationships/notesSlide" Target="/ppt/notesSlides/notesSlide224.xml" Id="Rf56413a0e1664b0c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a5fc3d53d4f91" /><Relationship Type="http://schemas.openxmlformats.org/officeDocument/2006/relationships/notesSlide" Target="/ppt/notesSlides/notesSlide225.xml" Id="R201872f4aa2e43b8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946e8b3f542d9" /><Relationship Type="http://schemas.openxmlformats.org/officeDocument/2006/relationships/notesSlide" Target="/ppt/notesSlides/notesSlide226.xml" Id="R47450cd960ff464b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157ce2d0e4a39" /><Relationship Type="http://schemas.openxmlformats.org/officeDocument/2006/relationships/notesSlide" Target="/ppt/notesSlides/notesSlide227.xml" Id="R41e86868c0b2478e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0860d92a64bd7" /><Relationship Type="http://schemas.openxmlformats.org/officeDocument/2006/relationships/notesSlide" Target="/ppt/notesSlides/notesSlide228.xml" Id="R5311bec66d5f4bc8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0ebdd09bb4742" /><Relationship Type="http://schemas.openxmlformats.org/officeDocument/2006/relationships/notesSlide" Target="/ppt/notesSlides/notesSlide229.xml" Id="R27c57262af624a85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277efc8ce480b" /><Relationship Type="http://schemas.openxmlformats.org/officeDocument/2006/relationships/notesSlide" Target="/ppt/notesSlides/notesSlide230.xml" Id="Rb98432a85fdb41b1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ea5997537435e" /><Relationship Type="http://schemas.openxmlformats.org/officeDocument/2006/relationships/notesSlide" Target="/ppt/notesSlides/notesSlide231.xml" Id="R1d1949f9d4944d1e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393b146d24b4c" /><Relationship Type="http://schemas.openxmlformats.org/officeDocument/2006/relationships/notesSlide" Target="/ppt/notesSlides/notesSlide232.xml" Id="Rf5e31513aed7484f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1224f604543e2" /><Relationship Type="http://schemas.openxmlformats.org/officeDocument/2006/relationships/notesSlide" Target="/ppt/notesSlides/notesSlide233.xml" Id="R6d04e3a1dac747d0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819201e0c470d" /><Relationship Type="http://schemas.openxmlformats.org/officeDocument/2006/relationships/notesSlide" Target="/ppt/notesSlides/notesSlide234.xml" Id="R96dca4a6dbe74895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7da65d7f34999" /><Relationship Type="http://schemas.openxmlformats.org/officeDocument/2006/relationships/notesSlide" Target="/ppt/notesSlides/notesSlide235.xml" Id="R6f6f280306c14df7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2db5372dc4317" /><Relationship Type="http://schemas.openxmlformats.org/officeDocument/2006/relationships/notesSlide" Target="/ppt/notesSlides/notesSlide236.xml" Id="R96ab8e1c9e404660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687d336f542b6" /><Relationship Type="http://schemas.openxmlformats.org/officeDocument/2006/relationships/notesSlide" Target="/ppt/notesSlides/notesSlide237.xml" Id="Rd00b0604d67747f2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6eb32490849b2" /><Relationship Type="http://schemas.openxmlformats.org/officeDocument/2006/relationships/notesSlide" Target="/ppt/notesSlides/notesSlide238.xml" Id="Rfe8c951d15b74e25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c66c6decd46da" /><Relationship Type="http://schemas.openxmlformats.org/officeDocument/2006/relationships/notesSlide" Target="/ppt/notesSlides/notesSlide239.xml" Id="R5370bdf27170447f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81b2389be4409" /><Relationship Type="http://schemas.openxmlformats.org/officeDocument/2006/relationships/notesSlide" Target="/ppt/notesSlides/notesSlide240.xml" Id="Rb63af81e816a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1FC41-E124-4681-BF51-B07A6985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85588-44B9-4DFD-8403-62EE8E7E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 Target과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6A7CD-A74D-42C6-825D-489F7F9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IPA · LLM AGENT &amp; 업무자동화 40H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05F8A-62D0-43FF-AC37-40D7A78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09:00-09:50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C5F19-FA6F-4CEC-8963-A630EC5C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PR · Commit · pr_target.json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32FCB-7F1C-4139-8F86-49C3466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71B5C-15B4-40FA-9230-727E0AB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D3F7D-3A8B-4B64-BEFD-751086F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 Target과 Fixture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1C4B-3EB5-4981-BEEB-B73DFA6F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2B35F-7345-4C5B-B28C-6790EA45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data/day4_github/pr_fixture.json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FE7D4-0292-494B-8AFD-CF3A8CAF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126EE-06C0-4911-8526-0F357E7E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pr_target.json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E4D4D-58EC-45FF-BB26-9E913DFE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1차시</a:t>
            </a:r>
          </a:p>
        </p:txBody>
      </p:sp>
    </p:spTree>
    <p:extLst>
      <p:ext uri="{BB962C8B-B14F-4D97-AF65-F5344CB8AC3E}">
        <p14:creationId xmlns:p14="http://schemas.microsoft.com/office/powerpoint/2010/main" val="90863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0AC62-66D1-4E4A-B588-36E17B1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Review Automation Service 완성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5535-A92B-4C61-9322-6B262BD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45초 결과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E111A-3495-4DD5-A7CB-2C13F43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0710E-539D-4407-AC91-7358CAF3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6986C-552A-4468-9667-F43D2F6F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F2251-292B-4E20-AF81-F0710CD4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6deeb434445e7"/>
          <a:stretch xmlns:a="http://schemas.openxmlformats.org/drawingml/2006/main"/>
        </p:blipFill>
        <p:spPr>
          <a:xfrm xmlns:a="http://schemas.openxmlformats.org/drawingml/2006/main">
            <a:off x="5295900" y="1409843"/>
            <a:ext cx="6057900" cy="34096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D9BA2-3766-4FC8-AB57-316680C4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대상 commit이 바뀌면 이전 line mapping과 review comment가 stale해진다.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8707F-EC80-4866-94F5-6354DD4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 계약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핵심 처리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실패 경계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판단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평가·실행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79EEA-12D5-4616-BCC2-6802741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48250"/>
            <a:ext cx="605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재생 파일 · assets/demo-videos/day4_service_teaser.gif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9EBD8-A4C3-48D1-BFA4-C0EF2F45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오늘 8차시는 이 화면을 현재 저장소에서 다시 만드는 과정입니다.</a:t>
            </a:r>
          </a:p>
        </p:txBody>
      </p:sp>
    </p:spTree>
    <p:extLst>
      <p:ext uri="{BB962C8B-B14F-4D97-AF65-F5344CB8AC3E}">
        <p14:creationId xmlns:p14="http://schemas.microsoft.com/office/powerpoint/2010/main" val="1854691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3B3DAE-167C-4AF1-9D38-BCF60A4B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4일차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8390B-65F9-4CFE-9147-B1DC969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하루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F2AF0-C0F4-4148-A5A6-8A33473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4E9F3-8FC4-41DF-907F-2E76BCF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35581-E0D9-443C-BBB0-BDD2453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502A4-D539-4296-9AB3-5B1A60E2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757BC-A1E9-410C-9D6E-0F19A13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3시간 블록(30분 휴식) · 2시간 블록(20분 휴식) · 점심 14:00-15:00 · 3시간 블록(30분 휴식)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48788-3F30-47EC-9FF2-7E2CCFAB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2EBC2-D925-4FED-AB34-107C8A1E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101F1-D95D-4080-B9EA-03C5F34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68494-D31E-4CCB-8255-9B8DE5D1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16813-F72E-48C7-8BAA-A98A952C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4CF2D-56B7-499E-AE31-282EF0C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52EA0-118C-4673-AEB3-3D2FC5A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2D7DA-735A-4D44-AE64-C25652E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54D8B-8BAF-44CA-8CE1-77AE366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4C992-D86C-4521-AAC9-6FD1DFFB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201EE-1493-4094-8489-E3F763D2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36E73-D5C8-489C-AA6E-00AD03B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3ACF5-F023-4CEB-AEBF-38BA50F8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71CBF-FF4B-45A4-A5F5-71A6B5C7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07091-2049-4680-AB26-2F49574D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F975C-8BCF-46B1-B40B-3EC2A23C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A6A66-1B1C-4CA1-900D-3A85F5D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6EF51-DDE2-42A8-AB30-6CC778C3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6D932-34ED-404D-A53B-A125C268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1DD6D-37E1-4C21-8238-512DDA2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1A70E-98CF-43DE-989D-709883A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94C028-D2FC-4B8D-B580-139C3185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08044-1132-49BB-B242-B5AE26D2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71FFA-17EA-4D80-A635-1FFC5C0F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F5872B-AC67-4B65-A87E-513703D1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47ADF-2857-4DEF-8DBE-D4B10E7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B6172-3407-442B-96CC-A2446FE4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213EC4-4773-414A-90FC-A7E7809A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F75A18-FDF3-415F-A577-21D1F57E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54438-C7A6-4769-8881-0679803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C6DEFE-6D99-4BE1-A64B-034FCE2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B4B026-84D2-49FC-BD35-D04BF5C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265EDA-8A3D-433D-9EFA-1C2B2526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E1728A-A05C-4F56-9615-11A2559F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A68ACD-55D1-4106-8F52-2D08219F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81FB6A-DCAB-457C-A7C2-7E2A90D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6994CD-1A8B-4E74-BA9E-2EAE439A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A7A6EE-0118-4A91-B721-7C83F6EB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35FB18-1F31-4E0A-A3A0-1EAB4BE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04FC0F-F116-48D5-8E24-BB899F4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34A4FF-6AB6-4AD6-9757-8035435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8CC6FE-F707-467F-BA3C-B5FC434F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850B1C-CD8F-4EEB-9BFE-468B658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0EE7AA-AE80-4C93-8FA1-7065F7E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FE21D6-C168-4E07-8C4B-F7485F4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06C254-3093-4CFB-94FA-E59761C0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FE2C86-C1D1-4457-8F6F-0B1A1919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4A4E27-B278-46E4-8519-224D8CF7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2F9449-4F37-4E79-853C-B3E8D6F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BC866F-9ADB-4CEF-A8BF-841B445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40FFB5-B1ED-481B-9B15-96DFE526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3D8F73-EB02-46BC-897C-EAF0859B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9B5B2D-F211-48F5-8669-082040D6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6296B6-F317-4CF2-AE8A-D915AFB1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115275-90B7-495B-A045-81B2D29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6E4873-E3E2-46F7-80BF-8067263C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78A216-166E-4BF9-A667-8B35EB0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F4B40B-A6B0-4128-BD28-F76C2CC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194D3B-8DDC-4C06-B2A4-41F1E965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39815C-DCC0-468D-987E-06FD8389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3E2B66-49F8-413E-8106-5CCF8D1E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44870A-0525-4FD3-AB9C-6D602B27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05E9DB-8361-4ED6-B2A4-3406E86A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F9722B-0705-438C-8FAB-CF6EA8A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286773-3C2A-49FC-98D6-18ECAAB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AACEDF-0B1B-4482-B338-3863314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2D8A72-6260-45CC-B56F-6BA8EC5F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6DF5C2-786E-4472-931A-8B014B85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889E73-A46A-4763-849B-2B1DB13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C00097-727C-49B7-B301-7D8096FD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8342D2-C3A7-4EE6-B112-7875630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8E885D-001B-4389-A62A-146E0D03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784EB57-A554-4F12-9E33-AFF9F52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AC6FF8-11F0-4B5C-A8A8-D6BD6880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173985-4B64-4D83-A1A1-B607291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2C66A00-1850-4AE9-B2C9-6D15F41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8DA5C2-D0B6-4EC0-AF25-706423B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4A37EB-3BD3-433D-8DEF-230AB64F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B66FBD9-0F86-4762-8A74-4353208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1A11FBB-ADCF-4774-8245-45B73B77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A2D5076-664A-47B7-9B3D-A59938A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EE5FC7-6455-43B9-BD41-7F3D7D2C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CC60419-A9FD-47B5-877E-D2617FA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C7759D-6663-4126-8909-F8D6C965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F81FE5F-1A00-4FC2-84CC-E8969AC3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7923100-26DA-49F2-843D-F8189730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5277D5-FBAB-4CA3-BC54-FF5D30A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03328D6-6576-4577-BE49-FE695892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300E1D-AAB1-41A2-80F7-8BC64244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A330A8-284F-4CFA-9A42-1F8A2401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832C044-269D-4D4D-8F2B-2D42464E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11:30-12:00 쉬는 시간 · 13:40-14:00 쉬는 시간 · 14:00-15:00 점심시간 · 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901854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A168B-D38C-4035-8263-D0ED7A9A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8D49F-402E-45D7-A67D-BD9B140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3A30E-E393-47D8-A02A-79CDD593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722D3-2461-418A-B8FB-EDC65F7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210A1-1808-4097-A1DE-0EDF6409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29B88-F339-4690-8476-C620660A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1B35D-A9E9-47E0-A30D-1CEEC8B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ECE6A-A123-4CE2-9277-539906E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repository·PR number·head SHA·diff를 fixture에서 읽는다.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68923-67D9-44D9-AF2D-77B7321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BA4E9-36B2-4361-B851-1546ADED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B7330-0BA7-4E5F-B04D-83519C4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화면에 보이는 PR 제목만 믿고 repo·number·SHA를 확인하지 않는다.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DA3DB-FDB3-407C-BD5E-C18C5EA9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7AD22-7C8C-42DC-B14F-FA0731E0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5C7A4-C417-4A49-B136-32E3A021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73670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A3CB9-52B5-436B-A9EB-2661887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2EA27-1DFB-407F-BB1F-D8962A68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BAE85-B1BE-4AF4-A43B-CB08FC9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D9C50-A795-4C68-AC59-ECA32680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4CD49-637D-4D3D-AFF9-377627B9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CF352-E01C-4860-8F0C-B3BC4A72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19EF8-4DFF-4429-A852-0734210C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13E44-DDD8-4A54-BB9E-E712E55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374FC-1C23-4CF0-B5AF-85039EF7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40292-7C03-482F-882F-7209C804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14EA4-C26F-4ADD-9E97-D4746D7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8881E-940F-4D51-A015-1AF92BA5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3AA45-BDB1-49B0-9B68-CDDEB803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3EA26-CC0C-47EF-A6DA-84D4333A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변경을 검토·병합하는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740EC-789C-4E44-9182-84B814F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DAC20-F02F-41DC-A5D0-CE1CD24D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EC2EB-5843-45BC-A149-58D2CA61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04043-8576-4ECF-863D-4180398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특정 시점의 변경 묶음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C65DA-64B9-4429-8708-35F65EB6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85766-7D2D-4D13-89F1-AC85F34D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Head SHA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B8E8C-E333-440D-9F40-6745029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337C1-67FD-4A80-B061-E7F8B49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최신 commit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452AC-1358-4B98-BA22-F81D098B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642DC-007C-480B-AEAB-25BA079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 comment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D931A-612D-4787-812E-B60C048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C7DC78-6EFF-4E5D-A1C9-BF5630D9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 line에 붙는 의견</a:t>
            </a:r>
          </a:p>
        </p:txBody>
      </p:sp>
    </p:spTree>
    <p:extLst>
      <p:ext uri="{BB962C8B-B14F-4D97-AF65-F5344CB8AC3E}">
        <p14:creationId xmlns:p14="http://schemas.microsoft.com/office/powerpoint/2010/main" val="1370391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EF4DF-3EE1-4F93-B9F0-1D6A5F10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F3817-7415-4802-9F7B-0ED6F95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B2739-4C02-444F-B998-3921DD63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2F459-18B7-4F2D-8379-5118D23D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B77A0-FB0E-4B77-9AA8-A5D1BB3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0D154-0BE5-4A31-A5DD-FD52FE25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57094-E366-48C8-AFAD-3F04DF05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4CC47-4B38-4A42-BBB0-3D278DE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data/day4_github/pr_fixture.json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B4C74-68F8-4F74-BC55-E6728CC0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D28F3-B552-4546-BD89-18CD451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19F9B-CA25-4049-A02B-0A32E9BD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load → target validate → head SHA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C8026-E160-4833-8D04-77D2C497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9A040-FEF5-4466-B9F5-EB93044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9C69E-EB28-4AAE-9B90-408F5D1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93304-BE83-42D7-9896-5896A0F7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B5919-7E86-48A2-938E-8A8DE79B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D5FC0-F6C4-4552-9345-AD54B38C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</a:t>
            </a:r>
          </a:p>
        </p:txBody>
      </p:sp>
    </p:spTree>
    <p:extLst>
      <p:ext uri="{BB962C8B-B14F-4D97-AF65-F5344CB8AC3E}">
        <p14:creationId xmlns:p14="http://schemas.microsoft.com/office/powerpoint/2010/main" val="2244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7D85F-1D89-4BCF-8E6F-784EDB81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BB47E-ECE7-46FE-9046-4CFDD37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D4A04-1601-4268-BC21-C8E5B213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A748C-DFA0-4253-A5D3-8C1EFDC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342DA-46C5-4BC0-AA61-ED704980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430C9-0F67-4218-835A-F4A59DD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A1C39-ECBD-4092-A999-234C435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22C8D-EBEB-4872-8EFC-7D2825D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828EB-7983-4C67-8ACB-DE27A63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B40EF-6970-4775-BB41-8621805C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D7AE1-FAD6-4852-AB87-44F420CF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AB77-905A-422F-B453-662C40A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91179-D657-4182-B04E-4F6A7BEC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8A624-CDED-4771-A705-9D64AF8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A5832-536D-42B0-97C8-90E62C0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head SHA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90AA5-C811-460E-BB0E-ECD8735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EB6DE-178D-4AAA-9261-852DFA1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87648-6D62-4C81-B5E5-9035F526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42460-7878-4CEF-BD36-3A27B269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3364A-F9F3-4511-A117-58AE8B26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3C726-CBF8-480C-A160-C20DC68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read-only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0DADE-B789-4B2C-B48B-2E590D3A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pr_target.json에서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07377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D7AAF-ED1F-4301-A365-513DFA17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B95AF-4961-474D-8515-B68129CC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90080-5691-4AFF-931A-4596522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B7B74-91F6-452D-BCE2-21A707BE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30C34-5065-4548-9C07-F7C55CF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743CA-9E50-4ADE-BE3A-1BAA47D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1FFD1-868C-4784-BFE5-514CBC0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9D68D-C167-4488-AABE-D0568D4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A62E8-D1D2-4684-AECE-9C1BCCA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901F0-1695-459C-87A5-DFC224EE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44F9D-BEAE-47EC-A6B3-6C72FEF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388BA-C842-4CE0-9961-6E0A875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58936-E95A-48DD-838B-A812370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8B7F-532E-4D5B-8D89-F84916DB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8CB32-CD34-452B-92F5-60BDD8D6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984BB-DC2B-49E3-9C26-DE6F6C7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F26FB-E69D-46CF-8032-BE03E08C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식별자·pr_target.json</a:t>
            </a:r>
          </a:p>
        </p:txBody>
      </p:sp>
    </p:spTree>
    <p:extLst>
      <p:ext uri="{BB962C8B-B14F-4D97-AF65-F5344CB8AC3E}">
        <p14:creationId xmlns:p14="http://schemas.microsoft.com/office/powerpoint/2010/main" val="537252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E2EED-D85F-4D87-BB18-C76AB5A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D083A-8371-437C-8B03-7A3BB42A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787C9-3DF9-4596-A330-44A7FCC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EFBB6-22D4-4049-88F3-0C3FAABE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88E39-77AD-4819-A5C0-46DEC8D2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E34AE-3B22-4C6A-8968-68C1E89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2FD30-C061-4F15-ABD2-667468D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D06CC-DDE9-4E60-8A6E-3459FDEC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412C-A288-4E55-B701-E9455861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data/day4_github/pr_fixture.json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A72BC-4715-42A1-9219-BC8E5D80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D54E7-7F20-4467-B482-CF0F8BAF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61F00-FF7A-4054-AC78-7978233C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4925C-AE1E-4AF7-8C13-D118DBF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FC95F-0C20-4183-84FA-D7C5672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C691B-6EF9-4DC4-AA20-2E7AFCDA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5CE39-F447-431B-8F42-F49EF9AD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D6139-2012-42C6-8FC7-20EF52EB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16B90-140C-40B0-8BE2-7D0B3907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761061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D1A7C-8678-412A-AEE3-8AF17AA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DD4D7-2694-4D20-B2C9-D0DEDF7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EA5A3-6C74-488C-9CE5-F8F246B1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6CEF1-464C-465A-BC99-15C20837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4CE19-7B5C-4832-967B-1E64565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E2634-E715-48BA-8A8C-4E083E1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ABBA3-B9FA-470B-BF9B-99F1567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E4D9E-B3AD-461C-8BD2-44165B77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변경을 검토·병합하는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80794-B924-408D-8E14-6527398F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3E34B-1C58-4392-B360-3BFA25A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data/day4_github/pr_fixture.json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DD79D-7F8D-4E85-ADA7-AAFB2D4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53F90-B937-409D-9438-9547E91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특정 시점의 변경 묶음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79EBC-92A6-4FCB-924A-6DE6A89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4B613-84B6-4BE8-A226-FF4F6C5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src/course_services/github_service.py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586F4-FD9E-4A92-B6EB-27FC47A1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Head SHA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F441F-F85F-464B-9FE8-95DB5AE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 최신 commit 식별자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96A8F-29D1-4E9E-8902-100A3945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DE6D4-89FF-43A4-9AED-90172253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data/day3_review_cases/unsafe_pr.diff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1983D-466C-4D3A-8D20-96DE424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 comment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008C5-96C4-4806-8242-F3926A4D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diff line에 붙는 의견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39086-1BD7-4595-A315-F483708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C75D5-9D49-4822-8FC1-FF8FB82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4521535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53D8B3-14CC-4DB6-83AE-1E8A1E15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E7A35-749A-4F51-906E-A82945C4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A072C-ECBF-4AA0-A723-4DE0324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89D3F-216E-4DC6-BEE9-C9282DB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6CF1D-244B-43E8-87DB-E788D98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BB050-90FC-41CF-9C2B-74909179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BD961-8634-4875-BA72-BB4DC3EA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76B4F-9F1D-4799-8334-E6F06D00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63BAE-BA9D-4C82-9680-A9BC9A6B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14AB5-73B5-4C63-BBCA-574C3BD9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80D01-0454-4B77-88F6-71A80736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1DED9-3A1F-4E1B-90D3-7970057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C7CD1-1752-40C1-9CFC-57996A8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8132E-772A-4A9E-B87F-ABDBA38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92B06-3322-456D-BCCD-0D55D5F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538D5-AF27-494D-87F0-670D0DC5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load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69A93-CBC9-4007-A307-4CD60F1E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D9EC2-EB31-4B52-AA84-D70DEC2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6344B-9E1F-40FA-95A3-D4814F99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3A7EF-1D9C-48E9-9A02-AE0088C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25108-DD14-4982-8151-8CEABF0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7A512-7947-401E-960D-7C5F7853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 validate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E07B6-6927-463F-AEAC-FCEBEF0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D208B-AB98-4995-9E91-7676C4D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7901A-41B2-4144-8193-A2FA01F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B1983-FB51-4D75-B4CD-812014E5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Head SHA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50594-F306-47BA-9730-4715122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A1868-0EE4-4E15-B01F-0D689135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head SHA 고정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864A9-D9B4-477B-A232-45E23CE0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D1610-4D09-45D2-BFA4-2420CC1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CD1B8A-4DF2-4A95-80D2-DC64C45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C7B12-7671-4B34-BC85-FA0B107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 comment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080E0-E741-4F89-8DD6-EAA1987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6F687-0965-48E5-92F2-ADEAB26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 load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34DB8D-9B1C-4B96-A966-FB30193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033E53-9B0A-4F1F-BBEF-C5A53A65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5215420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7B5EB-0242-46ED-ACC2-FFB3E951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516B2-90C9-46C0-B172-E433DC59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9887B-D76F-4770-9D0F-33983719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02D5C-ACBE-456D-A744-D1A8EB85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84907-AB61-43BA-B4A5-689DEFD8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298AD-21B0-48E8-BC2E-28F9817B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6AB0A-833C-4753-953E-E5C8D2E6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EE0D4-F124-4BB2-8A91-C1D3F13A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A2E75-2874-4511-BE26-DB923CC9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화면에 보이는 PR 제목만 믿고 repo·number·SHA를 확인하지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71BFA-FA9E-4601-A4CD-D1E2D4D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23D37-B4A4-4682-B46F-B4685A73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화면에 보이는 PR 제목만 믿고 repo·number·SHA를 확인하지 않는다. 상태에서는 pr_target.json을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F17D3-A97B-41A6-AB4D-89DFCCC8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40500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33E9C-B7E6-4E63-BA50-9600508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74912-4DC8-4611-8CB3-9B7F996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A78C-0F6A-4A2E-9083-E0EB0827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78856-3201-4958-AF1E-EF8C781D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36173-AE23-4615-8ECD-7B3FE64B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01584-5477-4772-9A51-3246ACDB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3EF34-3BBC-4665-81ED-4EC92B33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BFD0B-6855-4959-9612-19E0474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67946-8B23-4996-B4A1-B081D1EA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필드 누락이나 workspace 밖 fixture는 구조화 오류다.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37902-0A85-4505-84A6-338F03B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4546B-136B-41C6-AC40-557806DC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FF96C-8A5B-4F0B-B0EA-9A310FEE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화면에 보이는 PR 제목만 믿고 repo·number·SHA를 확인하지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670EF-14D6-4488-9C46-4C4F75D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994F5-DA54-4C36-B4AB-43AB567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6B498-7CC3-4C18-BB50-D2B1DF4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쓰기 전 target 세 필드를 payload와 승인 화면에 다시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21649-4B9B-43FF-8409-5C41F5A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2633A-D4ED-442D-A84D-25D951CC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ED974-FC73-4361-B2FB-D790FA26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pr_target.json과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4353344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07E93-0175-4FC7-9674-9AA88BA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D3D0-5EFA-450F-A488-B3210085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7E1A4-CD5E-4912-A428-6E1AD04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FD820-B270-4F39-A926-1EC876DB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A79E6-83F6-4A47-A2E0-05A0127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A5471-6EF6-42A8-8B39-20D55BEF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57efa64b34e72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3346D-9145-4400-9F77-30B6F0C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src/course_services/github_service.py의 책임을 찾고 pr_target.json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7EEF2-4713-4461-8B7C-E6821B4F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 Target과 Fixture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9402687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FE1A0-C9C9-4BC1-B881-C262743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28430-F305-45A6-9781-E805D0C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DFB74-C323-485D-BA3A-B3F3EF45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EEF54-8A88-4DAB-84CE-E70CEAAE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8512A-2E97-4097-96C6-D76CC9E5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F8867-0E59-4E16-8D65-CD55BD46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B5392-0F4F-4063-ADC6-98DF4873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0DF2E-80CA-4ED3-A518-52154C1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A7B5-66B6-4509-BB1A-55F69831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loader에 필수 field·workspace path test를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E3A87-2035-44D1-B712-1066E89C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64494-B2B3-4014-B19F-A46E7A99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80BEC-4AFF-4342-943C-51DBA857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7139F-FACD-454B-A85E-14495919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6FB42-052C-4F41-8A0D-8AF032F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22A2E-B2D9-465F-B7FC-3B39689D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CE491-93E5-4906-A71B-5AF0E099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FB0A0-127A-4305-A8CF-DBE2C7E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0C29B-37B4-4400-A040-2FF22E36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969055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04813-7D75-468A-B1F1-B04C218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A2881-F270-4FF0-AF4C-20E15D6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C231E-A044-434C-B64B-C8870336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3CA43-7D81-47C1-A552-4C289906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13171-D604-4F77-B6AE-879C9922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E8A2D-2ACD-4B7D-9F1D-A0D1632D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9549B-70F3-4E39-9A84-59B9F1D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ADB97-C764-46AC-826C-39092635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BEA50-2D47-4DFA-97E3-247B1EB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17391-BB6E-4C86-B98F-8579FAF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8F23F-9C0D-4644-B567-7E86416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FDA6D-0206-4AE2-9405-8A4A3A9D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74824-4A67-4D76-87B1-58815B3C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0F59F-3FD0-472A-88F5-B23F051A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3D57F-61BB-47AD-8859-5D7500BA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35262-F32F-4C22-A470-676C4708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22B03-3A67-4532-8D78-0A91E906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EEE23-1631-41DB-BD83-F996A9A5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935C9-1242-436D-9210-8234B1E8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CDE53-154E-422D-A164-B8A22CF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70CAD-C029-472E-A679-EC31D52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93CC9-D05D-4B81-9EF7-8CA262B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69108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89101-6A9D-473B-8447-24669A9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71337-90F7-493E-8B08-585BD5A1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1CCC8-3C11-4841-B929-829F5B04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0825-1983-4051-B70D-C84EC1B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B385D-1530-4F95-97E3-A8FDBA3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0C954-B5E6-4959-8794-55B89D4D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8D09C-05AF-470A-A91C-6C58C74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E601D-87BA-406A-8B7D-70CFD07D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45C4-0222-48FD-B142-76142BA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data/day4_github/pr_fixture.json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25663-B882-4BC5-8CEB-5B717CA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6FA2A-6159-4394-9846-E34CD883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D18CE-80D9-4288-944C-6C292C2D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A22DD-22E5-408D-A7E4-7A7F8360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93B66-76AF-4792-9A3D-10A86AFC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A88A5-ACA4-46FF-972C-4D2A1242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2E8CD-F685-4E86-B097-4826B1BF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58BEA-35BB-4CB4-A223-F3D3CED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0A0C4-382F-4281-B013-08D61AD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synthetic fixture가 PullRequestTarget으로 validate된다.</a:t>
            </a:r>
          </a:p>
        </p:txBody>
      </p:sp>
    </p:spTree>
    <p:extLst>
      <p:ext uri="{BB962C8B-B14F-4D97-AF65-F5344CB8AC3E}">
        <p14:creationId xmlns:p14="http://schemas.microsoft.com/office/powerpoint/2010/main" val="7718155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2B197-ABEA-4D77-8F5C-A4AA5140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3FE77-33B1-4BB3-A4C0-FF3DD7A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2E293-4CBE-4F72-AE4A-1B04774F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0D4C7-EB19-4F87-9F96-24EBE46E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B2C4A-9C82-47D4-BD5D-FB22CA2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BD4AF-6245-4D2A-AE8F-2254E546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3139E-A962-4BDF-B305-7336F61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AFED6-1FD5-4FA1-845E-27362AC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2A7DC-E7D1-4C46-998F-73D267BC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github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BB5DE-504B-46E3-982F-64233AB4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BFF58-F51B-4583-BD4A-F26024E3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6406341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0A981-0AC2-40B0-B3DC-358FBA44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01_pr_target.json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ACDB0-8BEC-41D6-A327-F84EB05A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83670-F769-4F01-B885-FA619CF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C4661-E04E-4E61-8349-BA36333C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73ACB-2B03-430B-8EC8-6C4E6D72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71618-EDC1-4EC1-A3D2-1C47984C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F63E-DA89-4405-84B6-B39B6549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470CF-5B1D-40FB-8466-71ACC4C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"repository": "classroom-owner/agent-sandbox",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"number": 17,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"head_sha": "7c83e8fce9a24d90b6d4a6c9123aa90817b65b1a"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54063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CF50C-1679-4A85-AD8B-D2C859F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4FCFF-2993-47D9-8243-F66ECFD3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DC86B-5AFD-4B0D-AC24-5CC284F5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1F347-2917-434C-80D1-C8932ADA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08FB8-7544-40C9-959D-195FBBEF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46689-9D0C-4AA3-9B70-4A6CD8A2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EB23-2FB4-4CEB-A013-AF7979D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0D79C-A51A-4868-95FF-7D44F2EE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78934-DE2A-462B-B568-7D4C5D15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A268A-7C2F-484B-AF17-7AFD01F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40511-F889-42AB-A204-31F8D808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쓰기 전 target 세 필드를 payload와 승인 화면에 다시 표시한다.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49F82-8F41-460A-AC21-BA726B19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필드 누락이나 workspace 밖 fixture는 구조화 오류다.</a:t>
            </a:r>
          </a:p>
        </p:txBody>
      </p:sp>
    </p:spTree>
    <p:extLst>
      <p:ext uri="{BB962C8B-B14F-4D97-AF65-F5344CB8AC3E}">
        <p14:creationId xmlns:p14="http://schemas.microsoft.com/office/powerpoint/2010/main" val="11565345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E6F84-F040-41F2-A4EC-662429AD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9E06F-9A0B-4313-962B-6494CD19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F7ADB-FFB8-4D15-9555-31F90D9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A03FE-C742-4915-9752-C5DBCAA2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F64BD-A267-4DCC-9D65-3042109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B5B16-C54E-48BB-AF26-348E1F0A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9E789-5B7F-476B-9DC8-A52EB7BE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0F66B-76FE-4E66-A192-22E92621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A6FB-CDD7-4B1A-AB35-EFE77BFD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B26B9-D4C1-46E7-9AE6-826F71E6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FF772-F096-4651-9535-46485B1C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A029F-0AB0-463B-8779-0C1730F4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저장</a:t>
            </a:r>
          </a:p>
        </p:txBody>
      </p:sp>
    </p:spTree>
    <p:extLst>
      <p:ext uri="{BB962C8B-B14F-4D97-AF65-F5344CB8AC3E}">
        <p14:creationId xmlns:p14="http://schemas.microsoft.com/office/powerpoint/2010/main" val="7483356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71A20-479D-4081-BAD9-67C9EE3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BB7C0-7319-4104-ACAD-CDAD3854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1A615-EADC-494C-B3E3-806A053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35976-7C5B-4090-BFDB-9BEF85F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E0034-4C6A-4187-8BF6-E266217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6CE16-088C-48A1-986E-79D13A8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A6E16-4079-4372-900D-C3A2D9CD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1차시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FC0B9-057F-436E-B143-270733F0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EE45F-3E79-4510-BEEB-B5B0A06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src.course_services.github_service import load_pr_fixture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fixture = load_pr_fixture(ROOT / "data/day4_github/pr_fixture.json", workspace_root=ROOT)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 = {key: fixture[key] for key in ("repository", "number", "head_sha")}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save_json("01_pr_target.json", target)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18636078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0DFA6-AF32-48B3-A488-91859926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39307-C38F-4199-BADB-124BA93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A9F98-7AEA-4702-93A1-8541927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313D-4962-4DC6-8B3E-033A7AC4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C2535-4298-4D85-8F33-B1325B59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94836-9667-438A-A985-C07D828E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E1D3D-88AB-4F56-82A6-ECB4DAEF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686EE-4453-4D83-BFE5-D175BB19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9FEAB-DA21-4D8F-AC20-79E9982F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output/course-labs/day4/01_pr_target.json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F7434-2A81-4618-9DC5-C5720555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pr_target.json의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4114752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9D040-B6E3-49B9-B1CB-4FD0F1E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4935E-7497-41A5-831D-417DB9B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F3CEE-C307-43CE-B2CA-6A076B9F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E6B0F-E3D2-40B9-8DBD-0952F891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96F90-08A8-40FB-B93E-6503962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B3D06-09CC-4CAA-A56C-A0FFBD3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19BDD-2895-41C5-A5DC-3B742B9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02E34-9CAD-441E-9D51-A7F92B87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5C19A-6404-458E-A8AB-493DF8D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"output/course-labs/day4/01_pr_target.json"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A43DC-A2B7-46CC-991B-20128CDD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7369175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E2AC2-E5EF-4496-8DB6-245B14AC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93A52-B3BC-4690-B539-27CC908E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B13BD-CA19-4D78-B36B-43A7D75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399ED-A513-4832-A4BD-3A483B2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7DADC-0AF5-4D35-BEA9-97E72090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A06C6-77BB-42C5-B3FD-37CB09B2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B8637-C7D3-45E7-9B27-0C9E3B2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00BCB-FE0C-4B43-A228-761FE6C8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91041-8AFB-4DF2-8130-ABAB6C9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synthetic fixture가 PullRequestTarget으로 validate된다.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19B22-4811-44D4-BCB0-0F7B6EE2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4F80B-247B-4F91-B3A6-385FABCE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ED280-8F61-4730-B727-235B6A20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data/day4_github/pr_fixture.json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6F9EC-43A5-4EAA-93FB-A19DB88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50138-390F-47DA-BB20-E58446C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F71AC-4D2B-4937-A62F-AD9CAE14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85167-3419-4258-ACCD-6D781419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A9E85-4ED5-4B54-8FD8-634F48EE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00CD2-2660-4F6B-8C1C-C05F008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0265699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4D69D-6DD4-4789-98D3-76E2949B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C17BA-D57B-4B9C-A02D-D7632271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589BF-6996-4942-A6C8-171007F5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3DD4A-9C6B-472B-B228-47862E7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1DADC-02F9-4F00-9AB0-E5378AD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E1233-7D4E-428A-AA52-799E0886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23E6B-25FF-44B9-8A06-9DA472D5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36A3F-DA22-4DD1-B96D-C22BF10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389AA-F33E-4DD8-9C02-58AB4F6A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8736B-EE46-4FB5-AEC4-77041D99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0DAEC-08FF-463B-925F-97F0705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8DC0C-78E9-4669-915E-84167A9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20955-DE15-426E-A142-06C53056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59A2B-4F50-49E2-8D18-BDD651D7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A7C4E-6420-4044-ACB1-D0AC522A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35778-8461-4E32-9DC3-6A83B61E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6A769-D0A2-46BC-B6B0-415D1673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87FC2-0308-4E95-90CD-5F9541A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필드 누락이나 workspace 밖 fixture는 구조화 오류다.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7411515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6BD3D-4A01-428D-8457-76A69321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627F8-335B-40C5-ABE2-782816BB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EF58B-93DE-4608-BA5A-4C71A3D3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408D5-1ECA-4FBC-A161-BC11EC53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B253E-5EF8-4433-9781-DC4B3BE2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65072-DAD6-443D-98AE-FF480580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69AB5-B92F-4DF1-9091-1376A4B9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사내 repo PR을 읽어 검토 대기열을 만드는 read-only 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66F33-F65A-4C86-9A8F-DFCF7745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EEEF6-D664-4D3D-8DC1-BBBF413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D0593-5416-4796-B26B-943F8B5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0F452-651E-4702-A2A9-CC4325BB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F884A-A4BC-48B0-A182-4A29A93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0B7BB-F70E-4DA1-B997-04AA3AF2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사내 repo PR을 읽어 검토 대기열을 만드는 read-only bot의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49888-8E47-43BD-9241-0DF46E8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F88D6-749D-4A85-8B35-36775CFA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0961F-EB57-4108-9256-8ADFC25C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1D091-8B82-4FB8-A117-F13BD065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711E5-357F-4D60-94B2-8E4590BC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B15F8-254F-4D22-91E8-C273AFA3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7492061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D8F15-2CB8-4176-9453-B17703C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ACEF2-3C51-4C54-8D95-16735182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832C-3F38-43F0-B521-542E4FE3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FB993-2B54-47EB-91F4-422DD298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57A5E-83D8-48FF-A18E-79265C4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8A770-FEE5-4EC2-9E69-08A45412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06707-C8F0-41E0-8C5B-ED2CFBD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C2CE6-5494-462F-97D3-DF8D4C09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4F133-7486-4798-BCAF-9F13E8C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23E19-2377-4AE4-BBDB-CA8E767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화면에 보이는 PR 제목만 믿고 repo·number·SHA를 확인하지 않는다.의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BA3A9-7D9A-44B1-A29A-2D9FE344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8DFD3-0920-4ECD-A072-5CA73332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221A0-F1A8-41A2-8941-84BDD74F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F8FBA-E76F-4F65-8091-E396145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C8170-920C-46A2-8A70-E3C2992B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4FC9A-82B8-470A-AC7C-FAAA77A7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loader에 필수 field·workspace path test를 추가한다.의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71E94-E1E3-4C09-9E53-8CD3762A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8D34E-AF77-4861-9CE3-9EDEF24F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FE25C-B08C-42A0-957B-675C04D2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7091048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D1AE1-DF61-4428-9116-12CAC614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D525B-7F4E-4B60-A28F-BB78A933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68A7B-585F-4CBD-8DC7-8B205BC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321F6-A534-46B8-BA67-A1B7724A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109DE-B82F-4D0C-834A-ACA84820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3942E-B766-40D3-BE12-DC8797E2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02A61-1137-4F00-8633-293C01AC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8CA32-D34B-4D0E-8376-A4E964C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A50AC-C996-4FF6-A669-482D7DF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synthetic fixture가 PullRequestTarget으로 validate된다.로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589EB-3B57-46C2-9F2B-3545A25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0B5F4-5D9E-4F65-9EBC-B61F4CA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EB35C-4F0D-4972-B2AA-08F60023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Target과 Fixture의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EAA97-5BED-4437-B045-18E6347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9FEE1-31BA-4691-9761-6DBC374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C4BA2-0E40-4E6B-B01F-273755B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화면에 보이는 PR 제목만 믿고 repo·number·SHA를 확인하지 않는다. 발생 시 pr_target.json에서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04479-8044-4A28-BB38-756A535A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8782F-6645-45D1-8E2F-4F063F9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CBAF8-5C78-4FCB-827C-ECBD23F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5150738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C4461-41F3-45ED-85E9-C09D6531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AF2E1-EE0B-444F-A9ED-1735EC8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7BB36-6475-4E90-B43C-169D43B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62FEE-DECD-421B-81B7-643F8C0D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C8FA9-1126-47D0-A007-8CB2969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0CB70-616F-45A8-B849-941A8FAF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1992E-AD90-44E1-8B9B-051BE2FC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3E641-CB2D-4A54-B38E-AF3A39C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F2224-0EE1-478F-BBAE-736DAD9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PR Target과 Fixture이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97E1D-A901-496E-954E-AAFA0284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E2AC4-855F-4A22-8CEE-9BCBB2A2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F2E99-09F6-456E-BF2D-87E2AA43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github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814D9-125F-430D-AD97-78C62112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F0181-1CCC-4418-A7AC-43402FFB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1CB06-9E8B-4611-ABFC-F1E60D4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pr_target.json과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F6844-B8E7-4FC6-9969-0FFB53F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GitHub 인증과 최소 권한</a:t>
            </a:r>
          </a:p>
        </p:txBody>
      </p:sp>
    </p:spTree>
    <p:extLst>
      <p:ext uri="{BB962C8B-B14F-4D97-AF65-F5344CB8AC3E}">
        <p14:creationId xmlns:p14="http://schemas.microsoft.com/office/powerpoint/2010/main" val="3055765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49C17-1680-4C8E-A9AF-D5A893E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3BEE4-FE6E-48BE-A5E0-BEF89669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GitHub 인증과 최소 권한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ACE77-7212-4727-AA1B-5E8E5964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2차시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CFE15-AE42-4E69-B5CB-95E248D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09:50-10:40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7887C-E627-469A-9EAF-53AEB21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PAT · Fine-grained · .env.sample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E3DCA-C8A7-4B5D-AA62-2A55D7E3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197A7-2638-4DF9-944A-EB6AE912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C5196-7237-43DA-80B6-E8ECCC0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GitHub 인증과 최소 권한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FDAB2-7C1A-45F8-AA85-B9BE013A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287AA-0E75-4B29-8596-236469E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.gitignore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43D4E-905A-4F41-89ED-1DDB5F2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AD39-9D8A-4D54-8C5D-EF7C935E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7F59F-A36D-47DD-A157-4F7ABCF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2차시</a:t>
            </a:r>
          </a:p>
        </p:txBody>
      </p:sp>
    </p:spTree>
    <p:extLst>
      <p:ext uri="{BB962C8B-B14F-4D97-AF65-F5344CB8AC3E}">
        <p14:creationId xmlns:p14="http://schemas.microsoft.com/office/powerpoint/2010/main" val="12662608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BCB26-D52B-4C0B-BB7E-6391EB39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125DE-A6C1-46C3-B311-4C63128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D7110-9BB5-4772-8471-63D1839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83F9C-3186-4CD2-A342-E0DB42E4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0842C-0B9E-417E-86DF-47A51D4E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78FB1-AA90-4206-BA74-68E26892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900CE-6818-4935-9B2E-6B51A7D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140B8-AAC8-4245-B0A4-DB777882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A40D4-1A64-46F4-8A84-23CA8C4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pr_target.json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6189E-676A-4D44-8274-24817F2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B6F5C-E071-488F-B5D6-A7AA976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EB9B1-E892-4323-B6D4-A823605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4EEB2-9F7B-4C24-A16D-49F1B7E4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74217-A2CF-42D8-8E99-EC0487DC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C84CF-A3E7-4066-B913-7D9F46F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BCDF7-3235-4948-A403-70099DDA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B3CC5-D384-42DF-8067-BB30FB3B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8FB0E-0AA7-4535-B317-DBC8F0BA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</a:t>
            </a:r>
          </a:p>
        </p:txBody>
      </p:sp>
    </p:spTree>
    <p:extLst>
      <p:ext uri="{BB962C8B-B14F-4D97-AF65-F5344CB8AC3E}">
        <p14:creationId xmlns:p14="http://schemas.microsoft.com/office/powerpoint/2010/main" val="960964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08186-5081-4710-BFFF-D3BA7C9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C24C8-381F-438F-8590-1530D6AC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FD60-C776-475C-8662-8584D2E6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89850-0E18-423A-9E7C-5F09100A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02401-CE93-439D-B4B8-0FB877D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2C0F6-5F78-4A68-AA10-50A49605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교육용 token 하나가 실수로 commit되면 저장소 전체 위험으로 번진다.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0184-6F8F-4E1D-98A9-E5E1A25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권한 목록에서 .env.sample까지,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93894-FD8D-435B-8ECE-F5EB62F8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9C22E-5A80-405D-A56C-B1A0147A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.env.sample</a:t>
            </a:r>
          </a:p>
        </p:txBody>
      </p:sp>
    </p:spTree>
    <p:extLst>
      <p:ext uri="{BB962C8B-B14F-4D97-AF65-F5344CB8AC3E}">
        <p14:creationId xmlns:p14="http://schemas.microsoft.com/office/powerpoint/2010/main" val="409637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1F3DC-4BFB-4E9D-A907-665D6316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EF845-E5E2-445F-9EB1-707D0B5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1A534-FCDA-4296-9F75-1CE34E5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C69CB-5964-49A5-9664-9578F10B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7883C-C161-4DB9-A6D6-61A9ED5B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CC20E-D136-4D48-842E-6D186FD5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55644-3C97-4758-B339-B4EB30B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42E28-7C8F-4569-9754-B2A8664C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fine-grained token과 최소 repository permission을 설명한다.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3BF1A-580B-4013-A799-942B4E4E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B548E-EDDF-4119-9FA1-C30C6C11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796E4-662C-4744-B69A-FF2965B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 값을 notebook output이나 screenshot에 노출한다.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31A08-37A3-4D47-84A5-039A94D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CF1C5-0992-4034-BEBA-0E6C3B0F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B9C0F-3F48-4BB2-9E6B-3FDBD892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0010671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C5855-0A04-41C7-8A93-94D36AA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F6DFF-1C40-492B-B6F2-3A3E0A9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CFD88-7D2F-48F9-8E11-2590211A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62D02-C40E-4F61-B679-A32B9B8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0529E-50B2-4A92-83DE-44F23DE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9F40C-3684-47EC-A4CD-52CBE2CF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C5E51-2A5D-4A99-BD48-DEBBB93D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447CB-C1B2-4D95-B758-1B869F15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8609C-E9BE-4F1F-879E-AE2F33A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C48E0-D9BF-4F5D-8FBC-4944720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DBC51-DDB2-48DB-850A-2DA1F65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219F3-9DC2-4718-98C0-343904DC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5EB2B-4367-45AB-8A8E-DD0C1F2B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D3A7-6E09-45F0-9676-5A65EAA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개인 API 접근 토큰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0EE4C-6B3F-4FB8-93AC-F31C7E79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D3F7A-1E00-4261-B538-CA392238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Fine-grained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60348-8753-4C76-9266-49A30515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D275D-FF68-4FFD-93C6-5410C102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대상과 권한을 좁힌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60FE1-525E-44A6-A00B-8868C95F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EEC89-E486-4C4E-9FBE-D82B2292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Secret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F2A5F-6AE4-4F45-9BCA-0773A89A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B4192-965E-4137-8ABA-22B928D8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소스·로그에 남기면 안 되는 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F5604-E057-4895-84BB-E50AEDD4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4EF44-8D2B-4F33-A6F8-0880A88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Least privilege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190FFF-70C4-4DE3-B0ED-91B7AB5C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9758B-24B1-49EA-AB17-DE29102F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필요한 최소 권한만 부여</a:t>
            </a:r>
          </a:p>
        </p:txBody>
      </p:sp>
    </p:spTree>
    <p:extLst>
      <p:ext uri="{BB962C8B-B14F-4D97-AF65-F5344CB8AC3E}">
        <p14:creationId xmlns:p14="http://schemas.microsoft.com/office/powerpoint/2010/main" val="18755869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FEFB3-57AB-4D9B-9B6A-E6D53311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E5CA7-24C5-42E1-9D97-148906D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A9B8B-8626-474A-8061-7D259654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A2AAB-67BC-4649-A012-86BB505A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E6F16-F438-4033-94D0-6FB317F6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7E4A0-151F-440B-B595-BD18D521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EE45D-61F8-4A7C-9CD8-3A125D6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5D0D-F4A1-4221-BB81-E49B80D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8ED0A-7068-4D9B-89D8-EE1659E0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94A74-CF7E-49EC-ABA4-CBA07514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6D0A8-F4AC-458A-A2BE-A6C3422F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권한 목록 → sandbox repo → .env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25556-EE20-465A-B6D7-083A9F81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DB23B-2F3B-4680-A571-42FAE8C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C49B7-3371-4886-B086-9C75FF12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C6272-1A6A-4A13-A679-D4CFD256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E3B24-2B18-4886-81BB-DF547B4F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17E53-53A4-46ED-A88B-7CC52AE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</a:t>
            </a:r>
          </a:p>
        </p:txBody>
      </p:sp>
    </p:spTree>
    <p:extLst>
      <p:ext uri="{BB962C8B-B14F-4D97-AF65-F5344CB8AC3E}">
        <p14:creationId xmlns:p14="http://schemas.microsoft.com/office/powerpoint/2010/main" val="10040806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B7D25-544F-48BE-8734-E396ABB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46728-32AA-48C1-B030-B66D7324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F4099-F98E-4E24-A17B-255614FB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A506B-2C4B-470B-BA13-AD460FE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9F55C-1C37-46B2-81F6-E614A2A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15805-4998-44DB-845A-2553CFAA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378A9-592E-4E43-BA55-4DD9D5B0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540B8-8517-40C1-A83D-A94A56A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7492B-3670-4FCF-A40F-D98CC56F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권한 목록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9CD28-9A8F-492B-A281-EEA0CC45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191C7-D69E-4ED6-8B49-822E9A7D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57551-8905-46C4-A2BF-DDB6E951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880F-2D64-4BA2-8177-B8C1A9DA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68770-161F-46B7-96B7-8817963F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249A2-6888-40B9-A2BD-A2C3C918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BD3AD-C3BD-4B8F-AB8D-EB67383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B42C0-59FE-475D-9522-4359F720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60BB2-40BC-48DF-8B60-3E46F4AB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.gitignore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9A56D-3AC9-41A5-9086-008CA421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E6D91-49F9-451D-825D-D9092C4A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1D242-0908-4B84-AC8C-7708CBDB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만료·폐기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9E77DA-EC66-4122-A80F-82F860A5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.env.sample에서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266284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44A17-0F8B-474F-BE4B-B77998FE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26DB7-8E28-48F0-953E-BC01940E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FF426-8CFB-4DD7-AF8D-1BEAB554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5972-9946-46F7-9E73-C2DFB31B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4A5C9-BA3B-4354-99A9-6D33846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4E34-6A3A-4E35-8F32-D1881D79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9D7EC-5840-4535-8372-D954A3B5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65015-E4D1-4F3E-860A-B7157DC0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A25CB-8CF5-4AB4-87AF-E5644CD2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93FA5-3F45-4B58-BB3D-F93BB592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9B242-1BA0-4000-B8A6-963B44C0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9D932-93CB-4EEC-9C09-7339BDBE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B682D-3D33-4BC2-99DC-4380C75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003A0-8CF2-4640-8D14-729B3C8C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B2D1F-5C71-4B32-90AF-1280F29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DF6B7-ED5C-4235-97CE-13572932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44511-6374-46CF-9B3A-4C0DA4A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식별자·.env.sample</a:t>
            </a:r>
          </a:p>
        </p:txBody>
      </p:sp>
    </p:spTree>
    <p:extLst>
      <p:ext uri="{BB962C8B-B14F-4D97-AF65-F5344CB8AC3E}">
        <p14:creationId xmlns:p14="http://schemas.microsoft.com/office/powerpoint/2010/main" val="12635300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3262C-9DE2-46A6-A105-51C384E9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3A7E2-CAD8-4D10-BB51-95F3A8C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FF443-C429-450D-B2CD-F2DF4BF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EF835-603D-4B00-BF60-069F228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91875-3E8B-4E2B-AE61-23F4889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01B2F-2AA4-4695-AE3A-CDA7E0AE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400B5-1080-4C41-9CE4-C7F8B59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8E1E2-3A7E-4156-B0F0-0EB5835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4AFE7-CF70-4693-9860-EBA30EF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9A9B0-95C6-47E9-B743-E730A52F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86FD4-962D-4628-8077-8146799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B0E72-112A-4110-A993-11BC6800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6C876-7728-4AA8-8654-F37CD8A2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374CF-E2FB-4364-BADE-ABDEDAA5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8A8BF-9B86-4BEF-9DFD-FF4BF04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5F2DB-E86E-4FED-9F2A-8453690A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BE5D9-C08B-49CA-B9C5-E56B95FB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C2C14-1CB0-465E-B95B-C47EB465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data/day4_github/pr_fixture.json</a:t>
            </a:r>
          </a:p>
        </p:txBody>
      </p:sp>
    </p:spTree>
    <p:extLst>
      <p:ext uri="{BB962C8B-B14F-4D97-AF65-F5344CB8AC3E}">
        <p14:creationId xmlns:p14="http://schemas.microsoft.com/office/powerpoint/2010/main" val="7296949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E9E6A-7519-4197-8FF4-5B9B1130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153D-C75C-4B5E-B210-F076D68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CFEE4-931C-41FF-9FC7-D5B1FB1D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79C6C-8FCE-484F-8906-72BF63D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18EEE-377D-4881-8CC4-1D010DC3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23A7D-376D-4C7A-A967-7CEC2ED0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1A39B-005D-4B80-B9A5-4ADD3743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88D8D-453F-4F59-8841-C5A9FC04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개인 API 접근 토큰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3C1D7-5968-4159-8D0A-3B2996E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1C08A-22DA-4077-8550-C6D21672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.env.sample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6C4A4-E9AA-4106-A214-F85D799E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Fine-grained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A14F7-15D5-4385-93C3-0E70C05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대상과 권한을 좁힌 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C1136-CB83-41BD-AF14-52501FB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D6A29-3187-41A3-8814-41AA80F1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.gitignore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31B1F-CFB9-400C-8A40-B6583F3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Secret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17665-0068-43F6-AAD8-9CF5462F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소스·로그에 남기면 안 되는 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DE6FA-FE49-405B-B98C-B2C7119A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6766F-2D6A-4422-9C9B-18E6F66A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C1568-497D-498D-91E1-60F5195F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Least privilege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5D26A-7B9D-4609-BD4B-B73AA78C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필요한 최소 권한만 부여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FF045-9442-4917-BDED-8220040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8D844-C1C4-491F-B5C6-E2366704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data/day4_github/pr_fixture.json</a:t>
            </a:r>
          </a:p>
        </p:txBody>
      </p:sp>
    </p:spTree>
    <p:extLst>
      <p:ext uri="{BB962C8B-B14F-4D97-AF65-F5344CB8AC3E}">
        <p14:creationId xmlns:p14="http://schemas.microsoft.com/office/powerpoint/2010/main" val="18144996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D75121-3493-476C-93CB-FB4C9D7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7D022-A9A7-4470-956B-BC283C22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FC513-87B7-460C-BABC-76C4BF9A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8B2B2-1442-4C70-9A1E-724806E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721F-47A1-4AA9-9C47-3520F53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6CB75-FF70-4FDF-A947-C0F0749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91EF7-3A48-4E3A-8EC9-0F4C299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813D4-0E08-4A4B-8339-5BB610E2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10312-A960-4A0B-B73D-22856B8C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EEDA9-5BD4-4820-8386-FCD28CB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C642E-D667-40FD-963B-8D5D52C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47B17-07EA-4D4E-84FD-4F186E94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311E8-DAF0-4544-BAB2-A4F2CE93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7B2CB-6E91-4841-9561-F7A6AE4C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A7AE3-ED90-4BC2-8EB4-1E463985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358CE-0EEF-4755-9A03-524D5A25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권한 목록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CB3B9-204F-4AE3-BD34-82356CC6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B2B34-2010-48A4-8FC2-C9371970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16623-2B44-42F6-B8F7-49C01B35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22462-2FED-48DD-8C1D-4B776FC7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Fine-grained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E33FA-B89C-409A-A7E7-2AE86D6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1D2D2-B442-4E98-9A99-9D400409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repo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10D36-2EC0-4EF4-8B26-E88A40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CDAE2-335F-4C38-9909-9495407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6A061-429A-4897-A434-DA80F54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A24BD-0C05-4970-80FC-E5A3E7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Secret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DBD4B-67C2-4641-A391-FB3CD2C9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37601-21BD-436E-8512-3A054CE6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local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71252-B39A-43FE-8E12-282D194D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EEE6F3-E1D5-4345-BE26-5849D6D8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340460-8B23-4FA5-BDC1-0C77EE55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4C6ED-A1B1-4D8F-830A-4E54C9BF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Least privilege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22059E-A02D-42F7-99C3-3CD6DE73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40EFE-2F1B-487A-9127-4F72B4B4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.gitignore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51E7B-F123-4F81-8349-260A497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ABE5D-FA04-4F18-89EE-C516CA05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3575842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57066-9254-4CC5-8E78-8B174E2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01993-33A4-408E-8389-CE5D1ED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F1F3D-D4D8-498E-9537-66F6C9C1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1259F-09F1-4B86-9531-EEF9B225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BA4C1-B26A-478C-9462-6B011BA5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BD249-8E21-47F5-A4BE-B7D81767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86CF9-FC47-4691-A920-7AC82DAD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39722-8C65-41B8-A39E-82BD4AB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7DD48-AD78-4D51-BC1B-1EB1D60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token 값을 notebook output이나 screenshot에 노출한다.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A419B-36E1-401F-828E-61B0808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236C-6A6B-4E54-903F-5C84AE6B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 값을 notebook output이나 screenshot에 노출한다. 상태에서는 .env.sample을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B4F9B-D2AA-4FEF-BBC7-7401DF2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709238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CD4D6-1839-46B6-8B53-68595CDB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AB3F1-2A7F-47B2-85E4-FC5C69F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37217-A1DD-4B2B-B6C9-604EF45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4DAFC-625D-49AB-BB6E-2B068DE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97393-3F82-47CE-87D7-2B8BBF49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71650-D8F4-4AC0-95EC-BE05B113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3DAA-8B18-4988-89A5-CABFBE5C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68DC2-1E8E-4961-8C34-F3F716AA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1769F-F04D-4026-B7DD-8032D7E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token이 없으면 401을 재시도하지 않고 실행을 중단한다.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27DF0-4F8C-4470-933D-C78165A6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0DDA0-FCDC-4D53-891C-B850B34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2EFD3-5C24-47DE-A7CB-C3411EC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token 값을 notebook output이나 screenshot에 노출한다.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35289-408F-48F8-8391-09FAE18A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DA4E2-93F2-434D-90A1-114BF930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DBF7A-12E2-4D66-8FF4-D75CF4B4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존재 여부만 bool로 확인하고 노출된 token은 즉시 폐기·재발급한다.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176B7-59A0-46FC-BA8C-2ECFFB5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8EDC5-2D2C-49FA-B611-E9428C4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4335F-75F8-4E8A-B1B1-263F16FA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.env.sample과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99878837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A2AF5-E907-490A-8044-AF20437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BFBB6-B1B2-4800-907A-3ED9FF5E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92BF1-81B0-4BC3-8A89-8EC53FB4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B7B28-8B8D-4C70-B223-5929098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668B0-F669-4597-8EBC-587744C2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F77B6-9E07-4720-ABE8-601BD80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05c45f36e41f5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894FC-A01D-422B-BBBC-B3D854F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.gitignore의 책임을 찾고 .env.sample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5FBC3-7A07-4EBA-A413-EA6483F9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GitHub 인증과 최소 권한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4140743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8205A-53FC-45CB-9B03-E10F6A17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08DB8-9F3E-45F3-9F43-B94E731A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DDEC6-3F0D-42CF-B3B8-F7CE9D66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F97AE-031E-4F8D-B226-4EF48AB5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3C033-5FC0-4E14-95DD-D60F3E85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2B54B-5618-43FB-87FA-A878F61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98F82-6AB3-4068-AC0B-D84E2C16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109D4-EA0E-4102-B1A4-4B8F83BF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DBCC3-BAB0-4921-85ED-75629130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secret을 읽거나 출력하지 않는 범위에서 config validation만 구현한다.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4BAAE-F450-4CB7-86C7-DEB0F64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FE183-2BA1-4897-BD06-81E2CDB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13BC3-B69A-423B-98A3-2C0B11BF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.gitignore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6959F-B714-47F8-983B-780224A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D8D9A-A65B-4765-AFE2-D6A971DC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2C9B2-582F-46F1-8955-3317FABA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4AC3F-A3C8-4C3E-92B2-B15136AC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6818E-78C1-453C-A2E5-8C964B03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AF6CD-3C3C-4A32-8A05-651451C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1646654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3E630-8579-4D5D-A2F2-CDFAB2E4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8FDA2-C462-48BF-9360-E9A4D92D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B54A4-98E2-4A50-8DED-BC36FD7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1E7BE-93B0-4523-AAAD-88CB5486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F89A9-FB70-462B-ACE6-8405D02B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91071-4920-4DB6-AE66-8B4E782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82C09-EB47-4435-B15B-52F59B6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E6821-EA31-4205-B01D-042D1E2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5CB23-715B-4D11-B69E-355AFCFF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F9A0D-CA03-49A4-9EF9-03F46D10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791FC-CCB5-4916-9FC0-868938AE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D5966-B952-48AB-B23D-72911BEA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74EEC-887E-4750-A4F3-AA2AA0F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A75F6-0B91-4ABD-A961-E9A19EF8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838DF-087E-4D83-BFE3-C14C58B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CC631-9ABE-4903-964E-6C93432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3B1FC-E16B-4DBA-97EF-D5254454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19B5A-0F47-4BAB-82AD-D0328B5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8046C-899F-4AC8-830C-797FD111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F3013-3B21-4323-9CB7-571C67AE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A7E27-0FEB-40F4-B49E-54AE8BD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7CC41-E78C-4F8D-8F2D-BCD6145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8135874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2B904-6F1C-4D44-B538-29331BA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73CA9-84C8-4A15-8EE9-E47A79D0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3ED0A-8F4F-4942-8F44-2336D041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6B6A8-17EE-43D3-AD18-646A9EE6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32889-546D-4753-A5BD-F59E21F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85CF0-4469-4107-AABE-582A7F55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03B5E-C8A9-4AFD-B77B-12CE91F2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F3B8B-C74A-4A1F-97FD-AD8A732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88279-0D1D-4BA1-99B9-AE737AB2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.env.sample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A8418-1115-46C4-AEC3-FF35E42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B8A30-0B88-48E8-9C4A-628675D0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0F44F-6C20-494F-9F5F-43C2A95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.gitignore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BE2D0-0BE4-4B55-AF57-CA160832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DFD06-6AB3-4F32-9D1B-F055478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6ED87-F903-4054-97BB-7FE99DD6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git check-ignore -v .env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07B55-AE14-4AE1-99F0-03A12318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D96FA-BC18-4D86-BC63-1C7DD64F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0C6E7-181E-4703-931B-E5661BF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.env는 ignore되고 .env.sample만 추적된다.</a:t>
            </a:r>
          </a:p>
        </p:txBody>
      </p:sp>
    </p:spTree>
    <p:extLst>
      <p:ext uri="{BB962C8B-B14F-4D97-AF65-F5344CB8AC3E}">
        <p14:creationId xmlns:p14="http://schemas.microsoft.com/office/powerpoint/2010/main" val="8439593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7BBEA-7E54-4B88-BEA2-EA0A9888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056AC-3340-42DA-913D-B69E9491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F7DD5-DF01-4B6A-AA24-2DB56CF9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BF899-6FF0-4A81-AB5E-8B735CF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12F05-CC3E-4B0D-9647-68904472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06CBB-17A5-423F-8B0C-AA39389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067B-15DD-45C0-AFA3-18A18681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70F1A-5AA7-4513-96FC-5C7A667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1F4AB-7A30-43F2-8F9E-1D885A1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git check-ignore -v .env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6C563-2D01-4FC2-B17C-D15D23A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157EE-B82A-4FD4-A32B-1CA8FF0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6910503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6688C-FBA6-42F6-B8D0-DBB57E77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02_auth_status.json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746FC-FF6C-4996-8CAC-07D07C98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0EED9-C868-4474-9017-6E71B46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C9625-678B-4AC9-AA48-AA4A35E4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19633-6241-4DF6-B71A-91F91B25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ED365-FF01-4BC3-83C8-CB3B98F5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5B8D-43A9-486E-9638-BA36067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48F96-14E6-4BA7-867F-DA428CB9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"env_ignored":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"github_token_configured":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"token_value_printed":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"recommended_scope": "read-only until explicit sandbox approval"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277105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310C4-F1F8-4BE4-9E5A-B353EBDC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D18A1-9FD8-41F3-A278-3934DE65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2AB05-70F9-456F-AA88-29B5F3CC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57087-311D-4AFE-954D-30ED9EF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C62FB-4695-4E50-9AEF-780CC48C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52E3F-7E01-44D8-ACD2-0BCEB6A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C9AA0-84F5-4CF7-BA2C-E4D5764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BB274-496F-4E83-B05E-048FB8B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AEE1E-185E-4E75-902B-E50850B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89A92-6D79-4312-8300-3D3F42D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2159B-ABE1-4DB8-BAD5-5EF8C5E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존재 여부만 bool로 확인하고 노출된 token은 즉시 폐기·재발급한다.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FF95C-31BC-4705-9F2C-51E52DE1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token이 없으면 401을 재시도하지 않고 실행을 중단한다.</a:t>
            </a:r>
          </a:p>
        </p:txBody>
      </p:sp>
    </p:spTree>
    <p:extLst>
      <p:ext uri="{BB962C8B-B14F-4D97-AF65-F5344CB8AC3E}">
        <p14:creationId xmlns:p14="http://schemas.microsoft.com/office/powerpoint/2010/main" val="191571392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1B28A-6A05-481D-888F-D6B6502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F7B44-84CA-4060-BD65-F6618D4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CFA6A-DDD0-40C7-9E95-9FBF3EE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43139-6801-4966-B610-569E69B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C0059-1B17-4EFA-9300-4006727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D49F5-2F5E-4D4A-AC6A-63B08F86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E60B-8CD0-4448-A80B-CB66DD0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41862-3575-4CC7-A432-951528F8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.gitignore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9C8BB-6A4A-435E-BB8E-9700638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577EE-E08D-419A-9009-BE1F743F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AA055-EC85-4C3B-9653-40105A0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2946C-6EFC-48DF-BE14-54CF1938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저장</a:t>
            </a:r>
          </a:p>
        </p:txBody>
      </p:sp>
    </p:spTree>
    <p:extLst>
      <p:ext uri="{BB962C8B-B14F-4D97-AF65-F5344CB8AC3E}">
        <p14:creationId xmlns:p14="http://schemas.microsoft.com/office/powerpoint/2010/main" val="7742206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4E28C-0D20-4CB4-A012-F42CA4E3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DB80-EC4B-449F-938E-69F21BA0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C8288-5F89-479D-9B5D-36032BA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B3C61-88CD-4432-B7D2-FD24A7F1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AD063-E3BF-494C-858E-777F9E8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36B6A-B049-4414-B9D3-D064DD5C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2426C-A7F4-4680-AF74-8C0B07E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2차시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A136-A7D1-4A34-960F-1347FEF9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835C7-C3CF-4E82-A7B0-91E47F9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ignore_check = run_command("git", "check-ignore", "-v", ".env")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auth_status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"env_ignored": ignore_check["returncode"] == 0,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"github_token_configured": bool(os.getenv("GITHUB_TOKEN")),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"token_value_printed": False,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"recommended_scope": "read-only until explicit sandbox approval",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save_json("02_auth_status.json", auth_status)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auth_status</a:t>
            </a:r>
          </a:p>
        </p:txBody>
      </p:sp>
    </p:spTree>
    <p:extLst>
      <p:ext uri="{BB962C8B-B14F-4D97-AF65-F5344CB8AC3E}">
        <p14:creationId xmlns:p14="http://schemas.microsoft.com/office/powerpoint/2010/main" val="131838570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EBAFC-BCD3-4C90-AEA4-B19A0D2B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8B575-F622-4E42-9648-41E70CA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08428-41F2-4825-B31A-26BB9F6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4525B-4303-4591-BC1F-5E0F08D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049D2-E4F9-4A60-821D-B18BA64C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3BF8E-37B7-4C42-A2A0-E1C0A343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25B3C-5E11-4656-958E-1937C540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53B79-7BE4-4D0D-8EDF-BA743A8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check-ignore -v .env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03386-E5FB-4254-A9F3-1ACD8A8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output/course-labs/day4/02_auth_status.json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59747-6D40-4B7B-9A15-EB13E1A2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.env.sample의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91424643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871AB-BFB8-4435-9C03-6363891D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35FC1-2F0C-45B8-AFFC-1953AA6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0421A-7993-4548-9060-1D4844D4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379A4-074E-4C8D-81B6-0C5FC6CE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BDC08-E0A3-40D8-92D2-AC76A94C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D3A14-C7ED-41D0-A45D-26FA55F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BD4D7-6EC8-477D-8299-A70781E8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0098B-C38D-4421-BC8F-0905E954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8000E-49C2-4941-B363-65EE91A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"output/course-labs/day4/02_auth_status.json"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20420-3621-4F6B-8A81-640E4AB8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90236815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9AAC3-87ED-4812-B4A4-EB3C8102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A1FAA-AF2E-4EEB-8309-F874FB55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3B10E-3325-4DD9-9E66-822433A6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37486-4668-4546-96F2-5DEEE33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B574D-1C27-4353-8019-1BB04CD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7953F-77B5-4670-8068-91A879D4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4E5BC-9682-4B42-BFD5-B9083DEF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DB9D1-CC15-45D7-B83C-5A24DD04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CF1C0-35D2-4A25-98E6-E5097D5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.env는 ignore되고 .env.sample만 추적된다.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B268C-5CFE-4F49-8FC3-709EFE8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6FC4C-7130-45E7-B6DB-C6C5561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3A192-6464-46E5-8027-11A60420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E9974-E0CB-494C-8318-2678AF76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CEBB0-3649-46F7-AEA8-5A26392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179AC-1891-4667-A66A-D93732B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1A0E1-8F6E-4A9B-9581-F07FECC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BC083-D8B3-4294-A58D-22976C6F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97F2C-973F-4921-97CA-0E5CB5E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55798483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58780-66E4-4421-B7F2-E8751A3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33CA3-980B-4679-8142-A152BE1C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A18AB-3C65-4C12-85FD-2C7845D7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E36C2-C565-4CAE-8829-7BE97636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BADB6-97B4-45FE-92E7-BE92D33C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A3C2D-9383-4695-A088-FCF88BF3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67B68-AB3B-46B7-BD64-1197B1F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708F-97C1-4E69-B9DA-60E71B1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7EC1A-F889-446C-B661-A120D79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3B551-E50B-499E-8FC2-033CC75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9205B-1709-4597-B740-5F5CA0E1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D0574-9E68-47BD-BA8C-6ED995D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D191D-5F16-489F-9CC2-AF3525F2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1A748-22DA-4356-9E3F-1D8DDF1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A27E6-6D53-4C63-B0FE-F70C906A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FFF65-7B8F-4BCC-92A8-2AE08D5F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8158F-09CD-4C41-BBCE-3AF201A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314C2-7281-4EBC-8374-FA35C37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token이 없으면 401을 재시도하지 않고 실행을 중단한다.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48209204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5C978-1E59-47D0-8903-64BC436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ACE79-52F2-4BD5-8EA4-0396A48F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EAB39-9CFB-4651-A873-295F4200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2BDA4-5B12-4BEB-88B1-A5703B1B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6E71D-B251-4CF4-ADCA-E8EF41FB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1205F-CED0-4FDA-8158-35AEB84E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180D9-548B-4E5C-9A28-E8A93EB3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교육에서는 mock, 운영에서는 App token·short-lived credential 고려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D2765-FFB4-4131-8915-688BA6E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BDBF6-271B-44BC-A5B1-288DCC9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6AEEB-E6F4-464B-BED4-C1442F0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A8DA8-B556-4E0E-AF5E-4BB2057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D9948-6052-48AA-816C-25CFF80B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0626F-85AA-4419-AF8E-1DAFA74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교육에서는 mock, 운영에서는 App token·short-lived credential 고려의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C1835-3529-4522-8A27-54D0B3A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6F541-1A52-4CCE-889E-DBFCB9C2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C5BAC-9AEC-41F6-8C45-A1C57C9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ECE6D-C64F-4A77-B09B-0DAB9C1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E13C6-0F9E-4B44-A019-B972D415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F9B3D-90F2-4265-86C9-EABF91B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61765317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50F2E-BE62-436B-86F4-A5A0C72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360D3-50E3-480F-81E0-629BDB15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05D94-62DC-44B3-B647-C1CC97DC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4A373-8232-4710-AA6F-D07916B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615C1-2963-4968-83D3-2F6FDD16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F7211-F2C5-4C01-AFF4-0C19E1C6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77A3-FB9E-4665-8669-A5D92D37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D960-9095-473B-B139-15DCFAFF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4C3C4-CC76-4EE4-9DA6-CBB601A5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92020-4704-4320-BEB1-7687C7C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 값을 notebook output이나 screenshot에 노출한다.의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AB56D-AFCE-4876-9D5C-051264DE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71BC8-492A-45BF-BA95-57C24982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0DE04-4669-432A-ADF7-1413FB5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04C4-18C0-41A7-9B69-10B15241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D856D-1135-4F2B-A58E-83EF45E8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F81E4-B3A8-45C7-A89E-6995F87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secret을 읽거나 출력하지 않는 범위에서 config validation만 구현한다.의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F12B5-9C38-4FAB-AB49-51509B4F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1D49E-649B-4611-8C06-D24CA689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B0D6E-92E9-41B0-B259-FE263747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21923107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0902B-766E-48A6-9614-F373F01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0922B-920D-4BC5-A4AD-9F26914F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5E70C-2E8F-4884-A794-5BCFC5B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E814A-91C2-49DA-A00B-48EE5BE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7B8B6-6C53-442A-AACA-4BF1BC3D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B8F21-FC69-4036-B0B7-39B5E8E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05CC-F379-4DF4-BD6D-E82D9721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D9E8F-DC44-42E3-9FD6-A3A31553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73578-E171-4605-B7F2-009970F7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.env는 ignore되고 .env.sample만 추적된다.로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328AC-098F-4CC6-BFC6-BDA20121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8A2D7-897D-45D9-B394-5E5A46C9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38A8A-EBD8-4F8D-90EB-552B026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 인증과 최소 권한의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C8DA5-7FE9-4634-832B-AB80F87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D526B-75A6-49D6-BECB-547C7EE1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02AED-4F57-4B10-9342-C5142C51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 값을 notebook output이나 screenshot에 노출한다. 발생 시 .env.sample에서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B342E-480A-4495-BE18-C42EEC3C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96761-4F83-4A16-A1A0-3121B14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7568F-D4C3-47F8-A5A1-8F23121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81123627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BC25E-6794-42B0-80EA-8F5FA43A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DCDBD-709E-42E7-AEFF-374F65D9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36C3B-C0EB-4691-BF95-A06D7F1D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BA9B7-F72D-492B-9093-5C1DB85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23DD7-58CB-4934-947F-41D9C4F8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F0AA4-A104-4272-B3F6-BC7656BD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047B8-22B2-4A7E-B58C-7363BC6C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20BC3-8B93-43A4-92B6-D29CC11F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70B63-4850-44D3-B5E7-EEB7940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GitHub 인증과 최소 권한이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24D26-5A6B-4B67-A0CE-678FA315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43247-973B-45A7-90C7-EB050414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A2830-1204-4562-9FD5-3ADBD1A8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git check-ignore -v .env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46BB7-5D74-4040-BC05-AE0E29C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8770A-9BDC-4D79-BA0A-256EA210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E311A-5F35-4510-8FF4-C119097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.env.sample과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D7700-C38F-4E19-A848-FFC8E9F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REST 상태 코드와 복구</a:t>
            </a:r>
          </a:p>
        </p:txBody>
      </p:sp>
    </p:spTree>
    <p:extLst>
      <p:ext uri="{BB962C8B-B14F-4D97-AF65-F5344CB8AC3E}">
        <p14:creationId xmlns:p14="http://schemas.microsoft.com/office/powerpoint/2010/main" val="184323306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2BDA4-7CBA-40E9-953D-FE21E346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5FA2C-5A24-42A8-9717-99B4F6D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REST 상태 코드와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37136-28C2-402F-83DF-264B1F07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3차시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A12B0-D3A3-47A3-A91B-4E048423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10:40-11:30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43BE5-1F11-4DB4-A25F-AC173CD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REST · Pagination · github_read_result.json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5E156-2336-47AA-8781-0996E74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DA9DC-9E56-4C21-A276-AD58FDBB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33FCD-64BA-4884-BB40-20792601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REST 상태 코드와 복구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F2570-29C1-469D-AA10-7BCB04E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1EE6E-9404-449E-8FB2-63EA7C97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3F2D8-45CB-43F6-9B42-352D678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07144-CFC6-435E-956F-2817037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github_read_result.json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42D97-EE24-4ED2-9B5A-DF3BA84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3차시</a:t>
            </a:r>
          </a:p>
        </p:txBody>
      </p:sp>
    </p:spTree>
    <p:extLst>
      <p:ext uri="{BB962C8B-B14F-4D97-AF65-F5344CB8AC3E}">
        <p14:creationId xmlns:p14="http://schemas.microsoft.com/office/powerpoint/2010/main" val="160652441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505D2-BAFC-41EA-BB91-82325334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4821F-0702-4455-8A48-E5B15E44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897AD-6694-466A-9CFB-B899347C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73990-DAF4-49C8-A07E-A8A35C30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3B71B-EB53-40BE-BB7A-1E2DC9C7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D9F90-B823-4B0B-B848-9E41FCA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D9CC5-B568-4D50-BE68-AB3CAE3A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9529F-B569-4B2C-8BF3-0359C31C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7BEE7-5CF8-4971-A83B-BD6257D5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D1E2B-D725-4FBC-B140-B4A47E28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36393-B9F4-4EAD-BAB7-56E4993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A8AA4-8FB3-43ED-9316-3CBFCB9B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711EA-BC2A-4A85-B4A4-ABB1105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1931A-47D3-459C-8B25-17FB859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6CA9F-C545-431B-A63C-50FBDB2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E2C56-CC9E-4C85-8FCA-7381121D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CB460-F732-459B-A44C-AF2504F8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475C5-E275-4C4A-9976-67FB805F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</a:t>
            </a:r>
          </a:p>
        </p:txBody>
      </p:sp>
    </p:spTree>
    <p:extLst>
      <p:ext uri="{BB962C8B-B14F-4D97-AF65-F5344CB8AC3E}">
        <p14:creationId xmlns:p14="http://schemas.microsoft.com/office/powerpoint/2010/main" val="129947494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539CD-E105-4D40-9F33-1447AE43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51A62-9509-4450-8FAD-852DBA80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B1540-3F96-481D-A77B-D3962B5A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B459B-48D8-4103-8BD3-1FAFFF69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0DC51-DB14-4882-8F70-F45BF0A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2260E-E76A-4204-816E-FB72CD45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모든 오류를 같은 retry로 처리하면 인증 문제와 rate limit이 장애를 키운다.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BF0AA-9E5F-48B1-A9A6-EA04DF14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GET request에서 github_read_result.json까지,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758FB-89B5-416A-AFBD-F6A576EB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D4D22-6506-4D87-A97A-1C6904A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github_read_result.json</a:t>
            </a:r>
          </a:p>
        </p:txBody>
      </p:sp>
    </p:spTree>
    <p:extLst>
      <p:ext uri="{BB962C8B-B14F-4D97-AF65-F5344CB8AC3E}">
        <p14:creationId xmlns:p14="http://schemas.microsoft.com/office/powerpoint/2010/main" val="175483160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986AD-1427-49C7-91BC-7189DEE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D49FB-D043-4963-AB39-67E7AF7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20CA1-DF72-4000-B065-6D0EC24C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1AB6-F412-4EDB-8F2C-2DA9298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CB773-3E83-40EC-81AB-B0F07F9C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75FE7-9B70-4AC2-B990-88F9E8C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F301C-A54E-4D6D-BAA3-6D52973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8E7F4-20F6-40CB-A191-E23F9A81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read-only PR 조회와 pagination·rate limit 계약을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77BAF-EC9F-4EF8-93DA-F5E48A7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32D24-FFF6-4914-BB4A-F3ED15E1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19E5A-4801-488D-872C-67ACFBB7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401·403·404·422·429를 모두 세 번 retry한다.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87672-0F37-4758-A98E-3832F9E6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2B4B0-79DA-4007-97BB-DA0EFCD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774BD-31A1-4C45-91A8-1D4B8706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0227315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0E535-937F-42A4-88CC-BA5C44F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EB268-C350-4A38-8100-F3694225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F3B9D-4E4E-4D9F-B2F0-27E93A28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19836-E73A-4821-ADAD-540B2644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FA348-0E4A-4330-96C6-1ECEE205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D1BBD-1960-4E81-8B3A-341910D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06E8-DC10-4312-A4A3-DCB7070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13A6F-5086-487A-BFC3-81F01550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FE660-9DCE-485C-B639-8CF2693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2FDD5-A2CE-4F67-91D0-DECE521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22510-9ADA-463F-BD3A-5186DA31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9337D-74B5-4E05-BB71-7D12F9E8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BAB50-06DC-4C79-B564-18EEDD7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BB833-FEA5-4A86-A3D2-5FE4410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HTTP resource 단위 API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DBBBE-5542-46B6-B2EF-4EBDA27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5BB1A-5E0F-47DF-AD53-76B27860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Pagination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F6BCF-CADB-4ADC-84CF-65739253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AB4F7-0BE6-4BB6-9517-2841D1F1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여러 페이지로 결과를 나눔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351D3-AD23-40D3-83D3-4A8581AF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99D76-5FD5-4A93-BE81-5CF7BDAC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Rate limit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4DD3E-162B-46D9-B7A7-80F34625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BD331-B629-4176-B18A-7FB5C85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시간당 요청 제한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3E8CA-5F4A-4FBC-BD3F-962703F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E8389-C509-4212-A7C8-E15C1BB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Retry-After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7880A-B076-4A17-BFEE-F1D3FFC8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875F5-CB85-4159-ABA7-819700AB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다시 요청 가능한 시각 힌트</a:t>
            </a:r>
          </a:p>
        </p:txBody>
      </p:sp>
    </p:spTree>
    <p:extLst>
      <p:ext uri="{BB962C8B-B14F-4D97-AF65-F5344CB8AC3E}">
        <p14:creationId xmlns:p14="http://schemas.microsoft.com/office/powerpoint/2010/main" val="103966601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CECD3-A638-4CE3-9A9B-D7DE62DE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86504-9945-4168-983E-ED9AFE08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B8689-5593-44AE-B471-16D5C30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223E0-EEEA-4281-8F10-560B91CE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25E94-8BE0-4F7C-970D-4589A757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04AD2-50D0-4FB6-A900-2B23421D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B2741-A94C-4400-B8D9-84FA1F0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0C773-164A-417E-A7BE-B54B0CAC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2C6D0-53E4-4CC9-A82A-43C66378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2994-7E69-4956-918C-DA7AA740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4ABBA-7C60-4249-BC43-6E80BE2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GET request → status classify → pagination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6E676-6D8D-4586-A902-99F526D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7544D-5E87-48D8-BE6C-4E6F2201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6765A-9AEE-44D1-9ED7-7FF83CD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D7176-3F13-4053-9AD8-F781A61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F4FB1-AD45-4FED-8516-61851AE4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5BFA2-D8A4-45F9-B276-C45F36E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</a:t>
            </a:r>
          </a:p>
        </p:txBody>
      </p:sp>
    </p:spTree>
    <p:extLst>
      <p:ext uri="{BB962C8B-B14F-4D97-AF65-F5344CB8AC3E}">
        <p14:creationId xmlns:p14="http://schemas.microsoft.com/office/powerpoint/2010/main" val="135564340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BA9E7-8B77-4B7B-85B5-BE85A465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F46FB-27C0-4B66-B2E0-A6521127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D5EF1-FC46-4165-8429-5297BB2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53C5A-B397-4238-915F-09F151EB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CF483-EBD9-43E0-9F99-2F6D1750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3F947-8E4E-4282-94F5-3D0A59F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FC0A7-AFC8-4889-8F48-F0B972DB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5C2BF-BD9E-4A57-97A1-D83BAD5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E75F6-AB15-4073-B094-62E0AFC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GET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6961B-94DD-4357-B3F8-BED0F65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04552-4BDC-4F09-BEE9-42C7C997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29603-3949-433E-ACB9-9981B3FD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 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D8BFD-A062-439D-A3FA-BD23EB7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CEE75-CBCB-45DA-A21E-65EEC116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24A18-B417-4D93-89BA-C7FF4CA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pagination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DF3BF-B2FC-4C86-AF26-3DEDC05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E52BD-6DD2-48B1-BA98-0D44603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1E0EC-AA42-4E24-93EC-63170068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bounded backoff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04EEE-A9AD-491D-8BF6-5CE2C22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80BB2-97E8-4E1F-B5F5-0391FE6B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6CB51-7D58-4496-A833-EBBBC940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structured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64788-6AFF-4B92-B3E8-37A17424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github_read_result.json에서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2761099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2B17B-D46D-41A7-892D-0F6C335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3F6A-F83F-4F58-B9C9-D01E401B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68909-D282-42D2-8A7C-80E68496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65992-FF2D-4BFD-8813-20940A84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23375-6D82-49F1-AAAB-182E4F25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6CC7B-AEDC-47CC-B316-1021866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06072-0257-4456-B0D5-3CEC84D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DC5E5-81D4-4E0D-99FE-15C1959B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E28C8-9FF2-4A21-A8CD-F74CE8FA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6281A-C31A-40F6-ADEE-5749414F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7339F-9854-468B-A7EB-82F14D9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7D8CA-AE16-4512-92AC-5A0B6644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A2F55-6EFD-4BB4-BA1F-B0CF7B28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4ED89-0CEC-4BF9-9ACC-B2E679FF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E54AE-3B82-47B0-814B-CC3970E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BF796-0BBE-454F-B32C-6BE55CA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76F4E-A3BA-4976-AC8B-DB97987D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식별자·github_read_result.json</a:t>
            </a:r>
          </a:p>
        </p:txBody>
      </p:sp>
    </p:spTree>
    <p:extLst>
      <p:ext uri="{BB962C8B-B14F-4D97-AF65-F5344CB8AC3E}">
        <p14:creationId xmlns:p14="http://schemas.microsoft.com/office/powerpoint/2010/main" val="46809682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9F37B-E360-4A0D-BBD2-24EA184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45506-0BA2-44EF-B11E-53B7ECD2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35948-14E6-4C02-AD04-A684FDD6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6F7C1-423E-4137-99DA-AF67C495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0C14E-756E-4742-BBAE-5B740354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F5DF3-DBAB-4641-88FB-0A79B7A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CBA5C-53E4-42C7-8B0C-F03E4E2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2902F-396A-44EC-B540-64D224F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FBAA7-BCB5-4703-8B41-FEB45307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CD364-F4E3-41B1-8004-B2910F8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0B83B-DB11-4B0C-902E-6C8F1CBA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16571-BDE6-4AF6-8BB9-E1ABFC1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8FBEC-4F7B-4595-A003-FD13E6F1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BD05B-07C7-4AE7-92FC-0A268DA8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E2194-1FC8-42F4-B5FF-9D299E9B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21909-AC25-4A79-A9BB-B84BA900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27D92-E9BB-4439-B51A-A95BADC0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4C338-5EA5-4B2E-9217-7BA776F7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output/day4-github/read-result.json</a:t>
            </a:r>
          </a:p>
        </p:txBody>
      </p:sp>
    </p:spTree>
    <p:extLst>
      <p:ext uri="{BB962C8B-B14F-4D97-AF65-F5344CB8AC3E}">
        <p14:creationId xmlns:p14="http://schemas.microsoft.com/office/powerpoint/2010/main" val="206645540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5AEB5-0111-463C-9B23-08B5F54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04979-192C-4744-BC60-F57FF54F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4F103-F743-4173-A2D4-DD4ABFC3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CFAE0-4B9F-4D66-B8B5-D4A4AFE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39472-8D14-427C-82FD-851CAB0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A696D-A3CE-40DE-BBBE-862BB4FA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24B51-9164-4328-A2BF-1BA22F6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55F13-A2EC-4536-A1AB-6637D86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HTTP resource 단위 API 방식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100BB-8D6E-46B8-881E-7150054A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73512-78A7-4274-B647-7E1C2D0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E4ABB-A87A-453B-BC28-4C0D015F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Pagination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96AE9-2764-4796-B1A4-118987B9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여러 페이지로 결과를 나눔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92C74-A291-4732-8898-3AA3B9D2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EB7A7-BC44-458F-AAB7-10F70911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6A562-7FD6-426B-8411-67937A9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Rate limit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9FCEF-95EB-45A9-8095-2BA34CE9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시간당 요청 제한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B9071-AFF8-4AE7-8181-25FA4D7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9D1EA-B069-4084-978C-273B2CA3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EFA47-4A7A-4448-BAA9-2493829F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Retry-After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E9D7D-3268-465B-8B17-3F59470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다시 요청 가능한 시각 힌트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0C810-3094-4FE6-B1E8-555D19C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A456E-68C6-4357-BD86-BD0D36E2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output/day4-github/read-result.json</a:t>
            </a:r>
          </a:p>
        </p:txBody>
      </p:sp>
    </p:spTree>
    <p:extLst>
      <p:ext uri="{BB962C8B-B14F-4D97-AF65-F5344CB8AC3E}">
        <p14:creationId xmlns:p14="http://schemas.microsoft.com/office/powerpoint/2010/main" val="127719842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509348-B4EA-42EE-A676-8E8699D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7672E-4BC9-49EF-9A4F-F22C819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FA07A-A230-43A2-BA43-8BD27C1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BA6B8-0749-4E6B-B0D9-BBEF718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D820F-9920-4DF9-B834-13C4D43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A63B-8842-477C-970F-8CAB513C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77426-1DCF-4A56-95EE-B19562C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8D6A2-7DC3-48F2-982C-5853532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4C358-EF87-4032-B5F0-8A0C133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DDFAB-7CB4-4A09-B74C-0681BF0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FF078-910F-4F7D-B5D0-85E0C47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3C7CD-A39A-4D19-8120-9FDEF3B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49792-9E20-40D8-8B9D-B522ACF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83A39-6F07-4F62-91E2-0EF3D7DC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8B031-B855-413F-B083-7F6C849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31870-7B96-4B33-981F-372F2F5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GET request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ADCB1-D8AB-4B7D-AA60-5BB1672C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376F1-C67E-4166-90D1-0629079F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130F1-9235-4546-B6B6-9022990C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0BE96-6DE7-44EA-87D2-179A56D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Pagination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E61F3-E8CD-439B-8199-2A5F9045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8862D-3200-4C17-8128-A0B6346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 classify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CADD0-9442-4E4B-B013-24144CBF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49BEA-2D7D-44FB-A72C-3187A86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78BF4-048D-4E23-A892-4E32603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A74C2-BE0D-4545-A621-C0EBFC4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Rate limit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AD571-AD23-40D1-8998-9134FB30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D6F3D-80C1-4C29-8B8C-CD6D573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pagination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8E4D01-E329-4247-85A8-332B552A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760D72-0214-4A57-9F33-41A76BB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BD5A63-BD53-410F-8217-8B4512BD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A99D0A-34F5-42DC-B507-2E0852FC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Retry-After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950498-D2D1-4586-A497-B0308C5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5B15A-1E28-465D-97C3-48593C90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bounded backoff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3020AF-13A0-4CEC-A196-3BCF1F84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E3B0CA-2F0D-42EE-9B06-16F8A4CC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81166584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93EF3-B000-4B67-82E3-978D1C8B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FCC41-463B-49F9-B406-CBBD9C0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3A1E4-96FB-4500-B846-52AD5820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7BEA7-B8A5-4E12-AFB7-5E57EB5E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AC394-2DDF-4253-9413-4E98505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3E29A-763E-47F5-BA86-BC5E2AF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0681E-2887-4EE5-AB32-F8CD74B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98F35-FBE9-4925-8ECC-7A11DBDE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D96D-783B-4C21-B4DC-41D4B43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401·403·404·422·429를 모두 세 번 retry한다.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9F560-12C5-4150-82B2-164E063B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23AF6-506A-4657-9D32-EC0B713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401·403·404·422·429를 모두 세 번 retry한다. 상태에서는 github_read_result.json을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6370B-0A98-4247-8C03-0DE61AD7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2235694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242FE-054D-418D-AE48-A650A7D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A3AD4-ECED-469A-9FAF-687D290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48A0-55ED-4B3D-BE34-D46225ED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2D644-9C1D-4DB5-8989-E63086AC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33666-2F24-4782-AC35-F00783A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7D14E-0424-4844-86B6-9D2DA514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E658D-DE65-431E-B82B-E67E00B3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3033D-0EED-4D1F-AD29-B252C2B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2F8D-8721-4FC2-8A3A-458B961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429만 Retry-After와 최대 횟수 안에서 재시도한다.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8F71B-D012-4D82-8517-A38191B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6BF30-F119-4B32-AD95-32F7B45C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00F55-CE46-459B-88BF-33F4DCD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401·403·404·422·429를 모두 세 번 retry한다.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BF18-0E6B-4D16-9D53-984B21E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9DDBB-B7B9-4387-8C20-516F2BF3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C8C51-635E-46B7-A48C-BF330506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재인증·권한 확인·target 확인·diff 갱신·대기 경로를 error code별로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19DC3-B31E-4439-AB51-11776CD8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AF0B6-039E-4E15-8D3C-C3219DB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384C0-B018-4501-AA36-3EBF6A1C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github_read_result.json과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52998027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A466D-A8F3-4C52-8F91-1FDBDD4D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F3FE7-19F4-4ADD-B4AB-61C71164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459D7-3B99-48D0-BDD1-AF9C8EE9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AE75E-0A4C-4EC5-A60D-95A940B4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E3111-992E-4EF2-86A2-6F562B59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2C7C3-08EA-4CF2-B02E-7D487415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24fdc184a4127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E86EC-0831-495B-95AD-83C945E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materials/day4/day4_service_lab.ipynb의 책임을 찾고 github_read_result.json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D7EB0-BC99-4ED9-A588-24174589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REST 상태 코드와 복구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77468543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DEF3D-AC3C-4A4C-AE85-9E23810C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7E094-B3A8-41D0-B694-F045FBAC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4AAE-D5ED-4992-BED4-061D67C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A6E98-21F4-4E2C-9946-455861E5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AB730-E7ED-45FC-A5CD-A20139B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C1390-626F-43D0-935D-93EAA06D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6B9A4-B402-4C4F-8140-E09826F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551BF-F3DC-450C-B243-FFEB0BE1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5832F-FA7B-4635-8C71-11827B75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HTTP response로 각 status code의 결정론 test를 작성한다.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3FE81-7983-4BEA-85B8-0DB5499A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74184-B61D-4B5E-A5A0-646FFEE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3921-DB41-48C9-AFFD-708445AF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BDCED-AA70-487C-B2FF-6CC7E13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77FAA-04A1-4D57-8FC5-77007C73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9F068-050D-475A-AB4D-F9E5BB1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AF686-2C3A-427C-B31F-C0A38C44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EC801-8C8C-472E-BE9D-DF29581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9E7DD-1C8C-4D7E-92A8-A3D3884B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64616171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A9328-56D8-40EF-849B-394A694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622CD-DCEE-4A86-AA74-2929FBBF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9FA02-5E57-4B61-9CD2-B8EF16C2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14843-0231-4498-A2D3-B0259684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F41A1-0F3D-4C63-B8F3-98ADA3D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361A7-5DBE-4AB2-9ED5-16CC855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FFCAC-105A-48EE-9E28-FFFC61E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CCE7A-0746-4312-826D-621727D0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7F9E1-98F9-476A-9703-299B0F49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D9AB1-89D6-4986-BD85-50E2EAD0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1564B-2665-4CD0-B66F-B2C400A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2FF5F-19EE-4BE9-8A5E-9C703DD7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5008D-9F61-4B25-937A-8FF4CD4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A5B5D-63E7-4CE5-B449-7E59EFA4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4AF15-DDC1-4B12-B0A8-17E9949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E99F8-9784-4660-9168-EBA188C2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E1C98-C379-436F-AF23-6D51492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B823D-4803-44B9-97A6-9175506C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1B77E-C23C-4D60-B0A1-42534ACE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8914E-77FC-44D9-9ED5-ECEA22D9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68A69-D7AE-4177-B3AB-76414EF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575A0-7BFD-407B-A5D0-8180AFE5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1671552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26D19-7E0F-4054-A291-11B8EFBB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989F5-0450-455B-96C1-E9B96E2A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3D665-3BB0-45C8-ACA1-0506109C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EAB11-038E-49D2-8AFE-03A49D3D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DABA4-C7C8-4F4D-AAAD-02AB7493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6C2F7-8909-4394-9849-FE426090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010B8-DFA9-4C27-BAB4-53E3341F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FF270-0110-4FC2-9849-29705600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720C-4A0C-4893-93EC-52B8B7E6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E7707-960E-400B-B0F4-FBAFADE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A6C95-F940-489D-9BC4-7C2C53CF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F7357-EA76-497C-9884-FACB3015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materials/day4/day4_service_lab.ipynb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A37F-F961-455E-8341-3B5559E2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F704F-C331-442D-8ACB-C0E348ED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C32DA-1D58-4B2B-9916-6392F2B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12B60-B83E-4905-82F7-0E994F0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10324-9FF3-413A-82DA-1C87BF7D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C7C16-9ACA-4D8C-97A2-88440657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200 응답은 target·diff·rate metadata를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172271452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ACD2E-283F-486D-BAB4-CF2F42EE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266BE-013A-4447-B906-2AC0780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8A00-2A04-4C75-9CAE-ACBD0928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B7E0-658A-4E06-A3C0-E58668B5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5C13D-67E7-4F2F-BB0E-55818652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99C97-5103-4BB7-88FA-0FD00876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BC5F8-56FD-4871-BE2A-8851B616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E7666-EE1F-4604-B538-2CFC0C3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56586-BF66-4E98-9B03-A3731AF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8952E-67DD-4B4C-B199-7C30ECFD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FF7D8-3BCA-43CA-8F87-CC2A58C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92582763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0152B-A9B3-42DE-8C98-24403BFE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03_github_response_contracts.json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6EA6-6BE5-4949-AFFB-47F0E7EC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A3EC8-50FB-418E-9141-62145C2F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6C5EC-2801-436E-AD25-3A814DCF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7077B-7975-44C3-AA76-01D0EC4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2B9C0-C864-4892-BBAB-4EA68132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AE7F8-4438-4C3C-9C4E-53A0242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FC5B6-D804-4B8F-B4C9-F4110C33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"200":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"status_code": 200,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"action": "USE_RESPONSE",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"retryable":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"retry_after_seconds":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"error_code": null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"401":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"EXPECTED_FAILURE",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"status_code": 401,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"action": "STOP_AND_REAUTHENTICATE",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"retryable":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"retry_after_seconds":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"error_code": "GITHUB_AUTH_REQUIRED"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"403":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"EXPECTED_FAILURE",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"status_code": 403,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"action": "STOP_AND_CHECK_PERMISSION",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"retryable":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"retry_after_seconds":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"error_code": "GITHUB_PERMISSION_DENIED"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83170635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3D718-EAA3-4672-A965-B67A5429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1C19B-E0FE-47D4-92AA-A180B90A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DB491-C7C0-4304-BBB7-6E28631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39774-3F77-4A6C-A0DD-BB0EB5B9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900C9-B1E7-4E0E-9DCE-E61935E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67107-86F9-4DB0-BCD3-8D03273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52BD-CBAF-40DF-828C-8B33550F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AD769-039D-4020-9764-09B79B5D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890F4-E6EB-4AA7-B991-3F8C127B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3355C-0189-4AC0-9C34-8F4E4C3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356EB-AA8F-47EC-B913-AAF9DED4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재인증·권한 확인·target 확인·diff 갱신·대기 경로를 error code별로 나눈다.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4EF18-14EC-4066-9B20-52A3FD9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429만 Retry-After와 최대 횟수 안에서 재시도한다.</a:t>
            </a:r>
          </a:p>
        </p:txBody>
      </p:sp>
    </p:spTree>
    <p:extLst>
      <p:ext uri="{BB962C8B-B14F-4D97-AF65-F5344CB8AC3E}">
        <p14:creationId xmlns:p14="http://schemas.microsoft.com/office/powerpoint/2010/main" val="15630147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D29D7-2F6B-45D4-AA8F-408DF22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B82FE-6BA8-41D2-91AC-9E620D47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8B836-1B6A-495C-A3CB-A0718F3F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6DDCE-1BDD-40B2-A61C-2D8EBA4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CF4FC-E5C4-4BA9-B3DB-1C476657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0A22B-B9AC-4354-98BF-9A43B879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49259-B897-44F7-9ED0-979BFAE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A05DA-9972-4503-B16B-CDC0BA4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5BE0F-60DA-407B-9DA8-C39E6B7D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CDF39-DC13-4AF7-B506-2E6AF572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1FAA8-4288-450E-A547-215C1BF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CBEA0-5FAF-4B82-8867-2515D3CA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저장</a:t>
            </a:r>
          </a:p>
        </p:txBody>
      </p:sp>
    </p:spTree>
    <p:extLst>
      <p:ext uri="{BB962C8B-B14F-4D97-AF65-F5344CB8AC3E}">
        <p14:creationId xmlns:p14="http://schemas.microsoft.com/office/powerpoint/2010/main" val="189953473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00469-460B-4568-94DE-A58979B4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E22C3-198E-4DC4-8078-DBDCF72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EA19D-2F67-4F41-A0E0-37FB27B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91D43-9F71-4C10-AB65-468D091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5AFA2-1853-4250-BDFC-0D7E123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E1353-C68C-4E1F-BC4C-1A6A68D5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89CCD-E2B6-48F0-8B03-56A59A8C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3차시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5BEEF-EA6C-4568-8D7C-3DB44552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B2183-8410-4F9A-ABE1-63420205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src.course_services.github_service import classify_github_response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response_contracts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str(status): classify_github_response(status, retry_after_seconds=3)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status in (200, 401, 403, 404, 422, 429, 500)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response_contracts["429"]["retryable"] is True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all(not response_contracts[str(status)]["retryable"] for status in (401, 403, 404, 422, 500))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save_json("03_github_response_contracts.json", response_contracts)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response_contracts</a:t>
            </a:r>
          </a:p>
        </p:txBody>
      </p:sp>
    </p:spTree>
    <p:extLst>
      <p:ext uri="{BB962C8B-B14F-4D97-AF65-F5344CB8AC3E}">
        <p14:creationId xmlns:p14="http://schemas.microsoft.com/office/powerpoint/2010/main" val="200789353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0DD62-29D1-4775-9F08-5ACA5C5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6BFDF-F811-4774-BA0A-782D558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9AEDE-441C-4738-9CD6-D0A17DF9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C1246-2ABF-43D5-BEC7-3AC5D6CD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FCD41-F890-4B04-A672-C461E70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7DAA6-0C37-4CB5-97FC-28BEBC2C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74F3A-A337-4996-B9A4-2744A4D2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96803-DD4E-448B-BC2B-01B198BE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1EEE0-993A-4FB4-8186-D4522E35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output/course-labs/day4/03_github_response_contracts.json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C1A8A-1058-4D7B-BC5E-4B5A95C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github_read_result.json의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77617544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2E16E-68BD-44EF-94E4-2D7F7FDB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2D79A-506A-4031-B7DB-AC1F424E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3A7E4-5767-4020-A1ED-421561D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59E3B-0917-439D-9DDC-E8ECB15C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8811F-DFC0-4C78-BC3D-CC488CB8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281D2-537D-463E-BEDF-67B20E1F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56BF6-230B-44BD-A035-0DA26D8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D6CBD-B9F3-474C-986A-BF106E6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61149-0A68-4976-8E5D-828FEA74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"output/course-labs/day4/03_github_response_contracts.json"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B0A36-F50E-401D-87E1-9B7F09E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34435995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A1734-EE46-4334-AD0E-A1D71BDA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61D0D-C579-4602-97D1-DD6DDDDF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11D6C-5A98-4982-A7AD-99D092C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1F3C2-E771-490A-8FF8-AA493C8D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8122-6AA7-414C-BC16-C0CFD9B5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340AD-2A6D-4048-A952-AA0A98CE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831C4-C16A-4050-99AE-9B6F259B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5FD30-EF32-4FBB-8E89-08E5BD96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F7C5C-1105-44E4-A330-5E0B9D97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200 응답은 target·diff·rate metadata를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8B405-4E63-4554-A5B1-0B9F174C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E9F0F-310E-4160-8078-7AD3EA9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1F2E8-CE87-4DDB-8597-778A9AAF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E1349-A7D6-4D61-A263-5CCFE81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37693-736F-4459-BC57-1DC3FBB5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B25E2-9453-48D6-A16B-99177D5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7B3C4-AA68-4D51-829C-84826891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C054C-0E6D-4380-B933-987E942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82D00-12AE-4C43-849C-7856F947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8970888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AA27D-9AEA-4B92-BE82-FE4D1AF8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55FF1-75C4-4DD9-9C83-8870525F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798B5-B591-455A-A03D-CF947EF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6C344-AA2F-4B4E-A3BD-F8BB6EC2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41B13-E0B0-4D97-8843-DE111CC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BD6E5-7810-492C-A788-66800F6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9473-ED41-4F74-B764-183BE8A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E7BF4-C940-47F2-84FF-03EF515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636A1-E10C-4571-AFDC-E2735C7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7D673-2BC9-4A92-9E81-1450646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4209D-4A0B-4826-9529-592E88CA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BA0AD-9CF5-4158-A6C3-D7EEF78A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CA7F9-A9EA-4151-9EDE-8DECB79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B9AF-62E0-4082-8412-499F080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60102-837E-4831-925D-FBE29A4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227B3-7F1C-44D3-9598-AF9EEC2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6FD05-FE34-433B-A36F-1D6638A3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42122-D8A9-4225-97D1-46A725E7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429만 Retry-After와 최대 횟수 안에서 재시도한다.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85186851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0582B-AD2D-4438-BDAD-F7FD216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A6A55-6787-4C9D-B506-106BE29E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80613-13E2-4C46-B5D3-F124E9E7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FFCF1-1D8F-48C4-ABFC-7152EBD4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38511-105F-44C2-B739-6E0AEC12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FFC8C-D9B5-4D69-895A-F205E42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8F450-D278-4E1B-B8B6-FE60FCE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정보를 안전하게 수집하는 ingestion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4BC90-9737-40D9-9ADE-D5B4311B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9DBC0-AB7F-44FD-A47E-BB6A916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9A18C-1730-4288-859F-BE0876B4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A73F0-543B-44B9-8268-347CC44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09230-BEA8-4FE2-8B16-8525733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D861B-032C-4D94-AE47-FC65D6A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정보를 안전하게 수집하는 ingestion adapter의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0DD82-62D2-4352-9AC0-9B8B176F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B8E4C-AB1A-4FBD-99C8-356D5CF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5C578-15C4-4D29-ABDA-854D51FD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3051F-0D50-4B5B-9C12-900C1E1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7A6B0-EC35-4389-B01B-9ECBAD9C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FBE9A-62FD-47D0-8958-D1D35F7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92293866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20061-A729-4412-8204-D0A856CD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CEA7A-3C61-46CC-A1B0-539A704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45E59-1058-41D3-A04A-E5A9D00A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D045E-D3FD-45DC-930C-FD17D3F2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73AAA-63C8-4762-B836-2C359708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D2296-1D8F-4592-BE5E-109593C5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434B5-B34B-4172-82B5-512DBA9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4B7DF-49D7-452C-BF97-5F01329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27153-D0EF-4A7D-8F95-C4ACEED2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41581-D709-4843-8E25-E000E8CF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401·403·404·422·429를 모두 세 번 retry한다.의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32E40-FC25-4CFB-B9B6-8A73D6A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7F3C3-0CF4-4223-9B6B-1C3EC49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D34C3-57A7-4246-910D-2B9FBD29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EE30C-5A1D-4430-83C9-1F738C5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686F5-BA20-45E7-A2C7-94DB980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F3279-EFB1-4954-8876-03A6FA3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HTTP response로 각 status code의 결정론 test를 작성한다.의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523D5-2811-42E0-972C-F5C2F34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17CAE-1168-448D-AC3F-8267A50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0A81D-CE74-47DC-B7C3-053A0E5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596078535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311E1-B672-4F5A-BF42-DD3352E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474D1-F291-453E-B2E2-7BA5FE5F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03923-A0C5-4762-9F5E-E1375281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D2A79-E733-4BC1-A9C8-FAF6E5B2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5191-890E-4B5E-B981-E732996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E6C78-A357-48B6-B210-C611F93F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5450-047D-49D9-AF83-A578A0B5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A5DAE-B071-4A51-A08A-FEEB5E39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F7464-77EA-4793-B095-06E22D9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200 응답은 target·diff·rate metadata를 반환한다.로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FA1CA-A8F6-4794-AD48-9D748EF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14DEA-A628-492D-A132-57E2B7E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9E262-CE93-4D67-B718-F4D9AE9E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REST 상태 코드와 복구의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1EB24-863A-4269-9FF5-F89073D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F5E98-C288-4922-9687-3FF12F6F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841D8-0BC1-4536-96FC-49A474D0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401·403·404·422·429를 모두 세 번 retry한다. 발생 시 github_read_result.json에서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64E14-75B7-4683-B711-1B33E3A0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9C7C5-DD88-4409-BE98-7CCE68BD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60FAB-E14C-42F7-8F23-4190D72E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73952408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B8142-583A-4C80-AE22-F2F19BCA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4661-8D06-439A-AB55-4F2ABD2B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16D87-F008-47DB-B496-98FD46B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C5891-1D3F-424B-9574-286DD9B8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1916E-2E82-43A7-9C8E-979439F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FE2E8-386B-44B4-9273-2DA5F8FB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B8FDF-0DF2-499A-850C-FDC12A48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BF8D7-D1AB-4BC6-8340-C65393E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25857-E701-4693-8DB9-F7DC37A1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REST 상태 코드와 복구이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1F15D-1AED-4EB6-8B88-FF55BF7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9FBE9-F047-4EC2-AFDF-F08B73E1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B23CB-CFAE-4C98-A544-777806A1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1646B-2931-49A6-94D4-4D0445D8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818B2-4ADC-4478-9102-7FDF480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09E9D-1C68-4788-A13E-804E8A8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github_read_result.json과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A9D01-B660-4AE2-B3F9-778F8DB4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LangGraph State와 분기</a:t>
            </a:r>
          </a:p>
        </p:txBody>
      </p:sp>
    </p:spTree>
    <p:extLst>
      <p:ext uri="{BB962C8B-B14F-4D97-AF65-F5344CB8AC3E}">
        <p14:creationId xmlns:p14="http://schemas.microsoft.com/office/powerpoint/2010/main" val="150170922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7970D-6F88-4EA2-820C-53186BC0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4C093-B296-4A78-AB60-58C627F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LangGraph State와 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03BE6-8019-4484-B42A-2069D62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17070-A14E-4519-84C3-3D79CA4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12:00-12:50  (쉬는 시간 13:40-14:00)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6A410-6865-427A-8E1B-17631D78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State · Node · compiled_review_graph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1F91E-4B9B-40A6-9225-5BA75CEC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19BEE-7081-4833-8252-9A711E1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CEAC6-BD1E-44FB-A311-573F6731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LangGraph State와 분기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6494A-3BB3-40CC-827C-1ECAFEF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0DF3E-C763-4163-801E-BF07571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FAFAD-EDFB-40E7-B98A-4A6CE21A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543BF-7357-4E9A-9184-184BA01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compiled_review_graph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E4775-5B42-4145-A61A-E6023708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4차시</a:t>
            </a:r>
          </a:p>
        </p:txBody>
      </p:sp>
    </p:spTree>
    <p:extLst>
      <p:ext uri="{BB962C8B-B14F-4D97-AF65-F5344CB8AC3E}">
        <p14:creationId xmlns:p14="http://schemas.microsoft.com/office/powerpoint/2010/main" val="3789361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1CCF6-BEE2-4593-B2FD-150E948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1713-E730-4FC3-9270-80389E59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D3F30-EE6B-4C71-90C9-79CCF5D0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E390F-0DFC-448F-9F15-BAE90BFB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FC63A-3FE3-45E9-8A9D-13C326FD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8F236-FAD6-46A9-89D6-1528FDD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FEAB5-386C-4E60-B650-0341CF8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DE254-A556-44AA-A4B0-1E7EE848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50DA2-183A-4D4E-AC25-F3ABFECC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github_read_result.json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6A0EA-D693-4D04-AB89-79C181DF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D6695-6CA5-4FCC-BEB0-24215C9B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F46A9-7859-46A7-8876-F9656A1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D7DA9-C510-42AB-99F6-2A34085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0F4FE-5083-4A0A-A08B-E8A5D94F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78890-2489-495A-ADAA-6944E556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746FA-D9A8-4DB9-84AA-11F1B239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05B6E-B59F-44A6-BF5A-477C7E6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B91C8-C77F-45EE-BD8C-0A75807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</a:t>
            </a:r>
          </a:p>
        </p:txBody>
      </p:sp>
    </p:spTree>
    <p:extLst>
      <p:ext uri="{BB962C8B-B14F-4D97-AF65-F5344CB8AC3E}">
        <p14:creationId xmlns:p14="http://schemas.microsoft.com/office/powerpoint/2010/main" val="69921661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A0996-CB1A-4579-8099-7061A18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5240C-60DA-45BF-9CD8-85DC536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AC365-4582-47A5-99D3-5DAED4D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4FA51-0689-4818-85C3-FBB6F83F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64A63-BDCD-4C57-83B3-AD836AC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7DA41-F263-40D6-9F89-43BF71B6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모든 원문과 client 객체를 state에 넣으면 checkpoint와 재시작이 불안정해진다.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4D320-DF04-4DB8-A920-C3AAD7D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validate target에서 compiled_review_graph까지,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42119-77AD-4E25-B70F-C4992290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F1206-AD0F-462B-BBF1-A23B0700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compiled_review_graph</a:t>
            </a:r>
          </a:p>
        </p:txBody>
      </p:sp>
    </p:spTree>
    <p:extLst>
      <p:ext uri="{BB962C8B-B14F-4D97-AF65-F5344CB8AC3E}">
        <p14:creationId xmlns:p14="http://schemas.microsoft.com/office/powerpoint/2010/main" val="103115601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DEA2A-EB68-461E-8DBE-4F017551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6D16F-06D1-458F-A65F-DAFFB26C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D7758-36B5-4BFA-8C82-D3EC7308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F2EBB-1BC5-4AE0-A92D-EA23C0E9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E81A4-5160-40C7-A2A1-0BF0EB85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D3187-E7F7-4FC9-8D38-02AEF53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4177A-1D79-4F95-BCD8-8EFDE02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DA680-81C6-4EC1-8143-A2D8DA92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review의 node·edge·conditional edge를 조립한다.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F2D0F-1FB8-4201-BA6F-B44159A9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3584F-3B8E-4763-93C0-617DC629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F34EC-5734-42BC-95EB-5838E22F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state에 token·client·raw audio를 넣어 checkpoint에 남긴다.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95958-41D8-4A4D-80CB-492A7A0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C56DB-3914-4C10-8A58-181283F1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867E9-36BE-4F09-8325-88156C9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07295689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29EDE-B2C6-4114-9D7A-B84F9D9E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2CB6B-6D77-4442-90ED-E364A33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1AD67-0B28-4E79-8334-2DD40EB7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991A8-C102-4D8A-A8A6-E497DC2D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F84DA-0486-43DB-80DA-DC4361E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A208A-A259-4E7D-92AD-277F952C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93EF2-C38D-48C9-A8E1-06D96323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7E154-EA4A-4717-B845-CB96B65B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B6CE2-ECE6-4A96-AE46-337871D6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5B59B-84CC-4196-8951-14EEC327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CD1BC-D6B1-4D1E-B2A8-31BA56D5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5D9C0-D7A5-49FA-ABFC-D4CCAF83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87F34-392D-4686-B8CD-0A1D110C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A7CDC-565F-47C9-88EE-1A4F914B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 사이에 전달할 명시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306E9-368A-4608-BB78-AA058278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A223C-F3DB-4843-8C6C-16B833D7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328D8-EFDD-4286-BE3B-CD2ED738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408F1-9410-402E-B69B-DF0C031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책임을 실행하는 함수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1DFA0-6636-4526-A9C2-B9DB9771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275AD-280A-4A1B-9AD9-358B742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4A88E-0975-4CBB-B362-5A51462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FAEF4-C642-499E-8798-03BABC91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실행 순서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0D10E-E307-480B-86A1-799E89D9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8A24E-6E88-4D2F-BDD2-36162E90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Conditional 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308F6-DDF9-4D40-8877-20B7B85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192ED-FBFD-437D-A683-FD5BE1CF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상태에 따른 분기</a:t>
            </a:r>
          </a:p>
        </p:txBody>
      </p:sp>
    </p:spTree>
    <p:extLst>
      <p:ext uri="{BB962C8B-B14F-4D97-AF65-F5344CB8AC3E}">
        <p14:creationId xmlns:p14="http://schemas.microsoft.com/office/powerpoint/2010/main" val="10185254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D0004-448C-49E8-A3E0-431AB66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70FDD-98FE-471D-800A-0F85EF68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935AD-02E5-4916-BABA-192776E3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5191D-D92E-4D21-987A-0C3C790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1B67B-3B4A-4471-85F2-FC8FD8E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12B69-9733-44D7-9829-E79FF0FE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D6414-4E36-441E-B4F4-F1583DBF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6DC05-DAD3-438D-A0DD-1A946F1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A2486-2757-4425-A45B-2DA6AB2D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C35AD-DC76-47FB-8843-B018A5D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C0377-2213-4D2A-B5E5-8F0BBA1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validate target → load diff →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A4DA6-B3B4-456E-8FA4-516A8118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DD8F3-55FC-40E4-A111-39D8B30C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096F5-021C-46BD-BDA2-93FDB9A5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68E65-6E34-4E50-A8F5-DD7445C9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D1A25-D91E-4B43-A405-AB0D093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8179F-6140-41E8-94EA-7367C5B1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99442273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82EBE-1357-42F5-9AA3-A2108919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056FC-C700-4E36-BF2C-38B91BDF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E1CD-A6F7-49BA-90C5-4F8CAF5C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2EF49-5032-423B-A8FE-928C775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8CB67-7D85-4E2D-98C1-A7A3B406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DF86D-3B65-4329-B72E-6F3A8E17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211CB-26BB-42ED-96EA-7B6BDF1B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7F35E-E150-4521-8197-69754EA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C00E8-DD17-4A93-9903-83394801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validate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21887-8C6E-4331-9F84-8C40F7C5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F72EB-C286-46D6-A142-47EDA4D6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D226E-5F01-42F9-BFB5-C3A78E7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load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BB289-09BE-406D-8D95-53F5496F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83055-2668-46A4-AB83-E1C9D173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8877E-82B3-4025-8FCA-20AF615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9C566-A93F-4F81-977E-20342007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0BE0E-06C3-4500-986D-BB537DDE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43009-604B-4B31-94CD-CEEC39F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887C7-65FB-4506-9D12-3BC24AE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618EE-F09B-47E4-91C3-E52E3E3E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E380E-419C-4678-8511-B96C5D4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08098-AD5C-46E2-A14E-CD3F11C9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compiled_review_graph에서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1006515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8B556-1D06-4B0B-B4C3-7874EC11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6303C-DB6B-43B6-B91F-823BB1E5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E700F-7802-4FF6-9E48-1D8B9BF2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D99D3-8F7E-4201-BD69-FDE387E6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589E2-F522-4ED4-92E8-2026E5D2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D4943-D589-413F-97AD-999460EE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6F19B-9D32-436C-9F6E-B349ADDC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67BDC-C109-4E58-83AE-7E284DF1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A8553-F148-467C-834D-77793D2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481BD-E2F9-4DFA-84B3-6CDFC1E0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1B6A6-B00F-4BA7-BB5C-194777F8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DF510-7CEF-4889-B08A-EA45713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66608-1C75-43F3-9C5A-8D2982D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F40A2-CA8E-47C5-B3E3-A8C5A00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3C8B0-72C0-488D-86CD-986C7C9E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2850E-0A69-4B2F-A48C-CFE49DEA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90273-C7CC-4669-BF71-50C739F4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식별자·compiled_review_graph</a:t>
            </a:r>
          </a:p>
        </p:txBody>
      </p:sp>
    </p:spTree>
    <p:extLst>
      <p:ext uri="{BB962C8B-B14F-4D97-AF65-F5344CB8AC3E}">
        <p14:creationId xmlns:p14="http://schemas.microsoft.com/office/powerpoint/2010/main" val="93043491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0A05A-DCF7-498D-9B4A-2FA384C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3326D-71C2-428C-953A-500694FF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54319-1B08-4819-8B4A-F12B77B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3226-CA4D-4A31-844E-2A7D7700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33698-F019-401D-8D64-FF07205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148E6-978B-4BD0-8D46-DA5D5FB5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D46B7-FE7F-4890-A5F3-E2E9173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C34C-B19F-40EE-9C35-ABE665C5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0473E-2E19-4507-82BB-3E70E422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388CE-FEC6-41E7-8890-A868761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BFB25-E84F-4C4B-A9AC-BB0E919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CA1CB-0B7B-4B2E-8ABB-A13A7E8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62844-0BA4-4A3B-87EE-BD0E0F3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8299F-47D8-4C93-98DB-71B82629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EB816-BC16-4FA2-A1C1-6E8C3193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50A81-3C58-4FB8-B9FA-F884463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EF166-F1DE-44FA-A055-4EE3CDD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B3A97-7C02-4B30-BD5A-584657EB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575120569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0B5A4-915C-4F83-8665-9947D35A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24013-8D0E-4AF5-A5A2-10909F5D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F36EF-A7B1-465A-8BA5-47B92280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0FD26-ACD3-4889-9404-E560B1F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CF2C-3F39-4D44-845C-34304664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8C817-F397-48F0-AFB3-BB3A9F9D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38926-9679-4B70-B6D0-37890FC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D92CD-65B3-4BD7-8C3C-653733FE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node 사이에 전달할 명시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EA4A5-1D34-4435-B22B-9C82E0B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7D6E0-6F3D-4E96-85CB-7A9C748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src/langgraph_lab.py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00439-FBBA-4984-871E-005FDE3D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3ED24-9C7E-46CA-8BAA-12D0CF8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한 책임을 실행하는 함수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F857F-25AE-433D-B24E-C7335B0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7AB0C-6B22-4DF2-8D18-37B7D48B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src/meeting_agent_workflow.py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314D0-B5F2-4EDD-B25D-02B52AF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C8D91-F2EE-4EE0-B169-E3CBEE9D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실행 순서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248DE-D1D5-4B62-9A9D-3676620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082DF-A54B-4C96-9398-351F67D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src/course_services/github_service.py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0A444-CD33-473E-BC73-4A2C8DB5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Conditional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AF6F6-8117-4333-ABB9-97D14FE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상태에 따른 분기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80D1A-03AE-4AD4-A890-6AFA5E0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E6B91-3E01-4A39-8F7F-F992357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80880742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2CB28E-8D04-4AF4-9F1E-B3F6123C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FA91A-D5C2-4271-A4EE-9E4D5553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09745-570F-490A-85D3-A502DF20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B6A3A-DC29-41E0-9C71-04FD44F9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26C23-AE3B-4AC7-AF08-9AC17E4D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4CB63-0119-4FA9-96B6-69633844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C09D0-389E-4F2C-B275-9A65FE0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88ABA-A7BE-4D9A-9913-BCA75AE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2108A-A421-4F31-9D7E-A4C5AA23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71F1E-8264-48DF-958B-697F6882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FEB52-EFB3-4CCD-AA55-BF288497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6380C-4302-4FBA-A8A0-BEDD389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DA26E-BB55-4BDD-BFC1-AD7FCA6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9F5CC-2DFA-4660-BEE2-E095410B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6A5B2-AF08-42FE-83FD-244C57C8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81A73-4A80-42C9-BA4B-AE217D1D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validate target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F1308-B013-41DF-9963-4D82F3CB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FCF30-EB7C-4640-967E-F62B872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11DA2-EF90-4A5B-A38C-EEA617A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B9A77-3F98-4D32-A2AD-EC265B9C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9DC3A-11EA-4326-BC70-0DC6623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B24FF-7F63-4AAB-B5D5-FCE0CD6F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load diff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28B1A-F225-47E8-8C53-836FD6D2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D3F95-B384-4400-8C23-6FDC10F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5F0EA-1A0C-4A73-AD80-13E13764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27359-EA5E-4CDC-AB97-84AB2DA6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EB102-F547-4C7F-A23E-8189EF5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73E62-F5E6-4C92-A73E-266E4FCC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673B1-7390-4575-8C8A-DBB5FEA0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95463-6FE9-4CA5-8A11-EE619DEC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654CC-7953-466B-BEA5-67D3584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5D0F2-109D-4EDE-8C71-B8C31DE2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Conditional edge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22458-2A67-4E53-90DD-1BFDBCE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8485E-B728-44FD-81BD-E7F3C0D8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review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EF093-1922-4723-8DE5-3F6D83E6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FA76D9-420D-4797-A29A-2DCCB7C6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64557397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022D9-BDC6-43A0-B485-454FC686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05A6-A4EF-4F2F-A67F-71ADF355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31B99-4D8D-4101-9F20-E3845D3A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E9CC8-0892-4D4C-9C33-B37F6E1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92B58-EAC2-402B-8C8A-4F3DF68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016B4-885D-47A3-B0D9-0D2BE85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83444-16B4-45E2-86B1-57144B28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FD126-4451-4C1A-8C86-A654D12B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4D29F-509C-4ED6-A52C-1B6BB1C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state에 token·client·raw audio를 넣어 checkpoint에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49E4D-1A28-4944-890E-6C19634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0DC04-7FB1-41B0-8300-D02ABF57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state에 token·client·raw audio를 넣어 checkpoint에 남긴다. 상태에서는 compiled_review_graph을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02B08-0107-48C0-8A62-42A21CC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09361391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AFE4A-BC00-4DFB-9894-EBE18E8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F5BC5-5110-4390-AF67-51EF259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FC773-ECDC-40F9-AFEC-3CCDC038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4ACFC-A99D-428E-BA7C-85D49059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41AE8-2209-4520-B64F-D319CF10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37BF7-9EA9-4F5F-9C5C-0518BC3B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71148-233D-40D9-A6A5-37FA8B5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22CCC-9EE3-4F61-A093-1234F61A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4B2AB-25B1-4DD3-AC08-AB5058E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validation error는 publish node에 도달하지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7CC99-F76B-4B83-84BA-59CAA67A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B5A9F-F7DF-40A9-8632-ECCEBA39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BDC84-3A70-4CA1-B181-F7E09FB5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state에 token·client·raw audio를 넣어 checkpoint에 남긴다.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C41D5-97E7-4BCE-840F-A976663E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0FA75-747C-49A0-A2A1-D362F514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46DE0-E763-4207-B0E3-23527FB0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ID·status·검증 결과만 state에 두고 외부 자원은 adapter 경계에서 주입한다.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646E4-BF09-4EF1-A2A8-9A72355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BBEC1-141D-43E8-8F15-96E36C9C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07CA5-B344-4204-B9F4-DF6706EE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compiled_review_graph과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954062030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91469-8548-423B-A54C-B4116FB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D64F6-352C-48DA-8ADE-4D495921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06F80-2C8E-43D0-8E84-5FB9F739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AEFD8-F2FE-4E1D-88DC-E72CA02D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62996-0008-4439-87BB-50721968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DE46B-03BC-4B51-9698-AD0AFF31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488b780ac4a8c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F63A-4BD5-4DEB-AE85-27AC4350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src/meeting_agent_workflow.py의 책임을 찾고 compiled_review_graph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1423C-A6F3-45DA-B9B8-71EE5AD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LangGraph State와 분기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569695560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9C531-FA25-45E5-A365-C6DC7435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C02CA-CCEB-41E6-A490-D5851A5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6DA66-993B-4FC2-9BB0-8457C64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E2876-244A-40C0-B920-849604E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BE1EE-30CE-4DAE-918A-16E7F075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ECA65-EFAF-4EE4-8857-8D120924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F019D-9D74-4CD7-B787-344CC9F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093A4-A533-4533-B3EB-979472F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42D5B-FA57-4F81-A702-749EB52A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기존 service 함수를 node로 감싸되 contract를 바꾸지 않게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EEF4A-1449-4A2B-A578-EA60F418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05035-164C-4771-98B8-52823A50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51124-9046-4271-B381-096ABA7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819F1-BDAF-46E7-868A-0FB4C086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AA235-7D6A-4885-8D78-B41451B6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3B417-15E4-4133-B8F0-4397E65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CA041-3CD5-4F03-8F28-34E8EE22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B8532-148B-4A5F-9541-EE71B6A8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89734-65B9-4247-9C80-EE35411E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976529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BB071-BABD-4227-BADD-1683033B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62111-B033-4215-89D0-6994D6BF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55990-59B1-4382-BFC0-14C5503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94CCC-3093-4637-82B3-E62C4B54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24E31-B8EE-46AC-85CE-E7C7A55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A394A-270A-4F02-9F89-FB59539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C08A8-8948-4B17-9C62-FA8AAC90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67AEA-98B8-46D0-A289-6E03BF22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A507C-BB0E-4DA2-9A0E-F3F4F3A0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35495-A665-4268-BDB2-1DAF7BD5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808FA-B0C8-43BD-98D9-9B6CBD73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77A36-4F23-4C77-BF97-5E8D355E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E8575-CD6E-4D8E-8357-8DE4525B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23D58-6B7B-4EED-AC32-7C6089D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BF475-E0A3-48D1-9A8C-2B0CDC72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A9713-94CE-4F4C-ADA7-5A96E73F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B5E69-2197-4727-9AE0-32D4F5A7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B89C3-2F02-48C7-A5DA-3005A23B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DB9D7-B79D-4C47-8846-256AAB4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71526-FFB3-4593-A2A5-49047D67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3BEAA-097E-488A-AC69-467A4D0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BD7E3-F219-4A61-9C0E-1CDC88CD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967250343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277C8-5500-4A6D-A34C-A59FAF95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A7213-BB2C-4D32-8571-1905BA97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6CC76-E1E1-4F3A-8FE8-6504C516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15E88-D2E6-47CA-BB19-E4A9B404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FAE46-4801-4CBC-89A8-80AAAACC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41143-2489-417A-9C8A-32BD572F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07724-37E3-4246-ADC0-3ABFA822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D4F71-4579-47A0-A8C5-EFD2B96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CE04F-DB31-45F3-B06A-ADF41CD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1B7A4-AA9F-4DC5-8842-1B7DCD42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47654-F7A1-4D80-ACB8-1300899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C6A85-02DB-45DB-97A4-66FBAA46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B4D0C-FCD8-49B7-A5BD-0D784F3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E3E15-2C4D-4145-8B65-3B91501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5349A-5FB3-4AD3-807D-D8F689B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src.langgraph_lab --decision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672D1-1179-4DC6-9AA8-D56901E6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3A9E1-D407-4538-B8E2-3C00DA6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FA668-3950-4EE0-BABD-5B2763C8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approve·edit·reject가 서로 다른 terminal state로 간다.</a:t>
            </a:r>
          </a:p>
        </p:txBody>
      </p:sp>
    </p:spTree>
    <p:extLst>
      <p:ext uri="{BB962C8B-B14F-4D97-AF65-F5344CB8AC3E}">
        <p14:creationId xmlns:p14="http://schemas.microsoft.com/office/powerpoint/2010/main" val="325179853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65BBC-FF40-4A72-96CF-4E2B87CA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EBEE2-97E5-48EE-9065-652F273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7B954-D78E-4DE0-B911-042492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297F5-456D-496D-BCCA-1D6AA24F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DA6D1-B32A-4B28-8A4D-A2EF7618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A4B12-2C16-4F8B-8AB3-19DA142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0DA21-F7DF-4DC0-AF9D-DD0E8F5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F348F-9481-4A1D-9368-EA542F2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B862B-4B62-42B1-94CC-EE3A83DA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src.langgraph_lab --decision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9FBC2-0B49-4D83-91B3-19E9D13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B654E-D5C4-434B-BB5B-2F2309EA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509081840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AFB0D-A9FA-4038-9BB9-7C6AC62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04_graph_states.json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A44E7-121E-4D7A-9E3B-F9B64D3E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A5203-D9C6-4410-96AE-E1A5EBA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846F7-B950-48CF-B211-DD6C7175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D84C5-E2FF-4A9B-9531-27074DAA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B8ABD-9D7D-4559-A0A1-D87A0B4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0BF2F-1C56-46B4-83AE-2D0D42A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22DB4-7A36-43DA-81BA-9FBF1CB8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"approve":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"READY_FOR_EXPORT",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"framework": "LangGraph",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"request_id": "day4-approve",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"thread_id_reused":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"interrupted":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"interrupt_payload":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"question": "회의 결과를 승인·수정·거절하시겠습니까?",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"request_id": "day4-approve",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"summary": "배송 지연과 반품 절차 안내만 1차 자동화 범위로 정하고, 외부 발행 전 사람이 검토한다.",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"action_items":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"task": "공개 FAQ 30건 비식별 샘플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"owner": "서연",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"evidence_ids":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"s18"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"task": "응답 JSON Schema와 실패 테스트 작성",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"owner": "준호",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"due_date": "2026-08-28",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7791239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4B308-B012-4F95-A0D1-3112FC47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ED801-E33A-427B-9A40-5F2DF77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9C6C6-ACB2-4794-B790-704AD955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2E551-C56B-444F-B924-F8D37F06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7484B-C9B0-4EC8-9154-0DB66A8A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96ED5-2F06-407B-9F50-AF838E99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F47DD-CA13-4110-8004-242F35A6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4175-A859-43DB-9E8B-0FE407A6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EC14F-D00E-4382-9AEF-2E44F000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AA67D-C132-4B84-8368-2ED35546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F89D6-391E-4DD5-A4D0-E5CD276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ID·status·검증 결과만 state에 두고 외부 자원은 adapter 경계에서 주입한다.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B8A62-14BE-40F4-A323-CF626071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validation error는 publish node에 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8977164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DE911-1D53-487C-8F3B-44CBAE7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1CF45-DF17-498B-9817-1811789C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D5454-EE85-4B89-926F-755E3865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19A77-D1BD-4161-89EF-7CE0F7C6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D84B9-05DE-471C-9CDB-F3DE0DCC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64D5C-349B-4AC8-804A-7DC651B2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44223-3C48-44E2-9AC1-8007092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93AF3-8BEF-45A0-9DB5-8E2CECDC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DEA3-73AE-4F93-9502-65BC9633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73497-478C-439F-8988-A214173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734D3-F708-42EA-929D-02DC852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AB969-D4C2-43E1-BF97-A926789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저장</a:t>
            </a:r>
          </a:p>
        </p:txBody>
      </p:sp>
    </p:spTree>
    <p:extLst>
      <p:ext uri="{BB962C8B-B14F-4D97-AF65-F5344CB8AC3E}">
        <p14:creationId xmlns:p14="http://schemas.microsoft.com/office/powerpoint/2010/main" val="118777988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E54D1-5ED5-45BB-8DD9-79A79C48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DC419-E5BC-439F-938A-802063A3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7CCAD-20AF-46F0-B9D1-D7742EB9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BB13-3F5A-4B6E-8B5D-7E4586FD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CB51D-71E0-41B6-A76A-66D9505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FA614-EC54-4509-B831-5A6225BD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ED2C-7C05-4A48-878D-96351AEB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4차시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0BD18-76A2-4F89-9D5C-317357E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B82D8-08B8-4941-B4C5-9C749EF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src.langchain_lab import fixture_payload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src.langgraph_lab import run_langgraph_lab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draft = fixture_payload()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graph_results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decision: run_langgraph_lab(draft, decision=decision, request_id=f"day4-{decision}")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decision in ("approve", "edit", "reject")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terminal_states = {key: value["final_state"]["status"] for key, value in graph_results.items()}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terminal_states["reject"] == "REJECTED"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save_json("04_graph_states.json", graph_results)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terminal_states</a:t>
            </a:r>
          </a:p>
        </p:txBody>
      </p:sp>
    </p:spTree>
    <p:extLst>
      <p:ext uri="{BB962C8B-B14F-4D97-AF65-F5344CB8AC3E}">
        <p14:creationId xmlns:p14="http://schemas.microsoft.com/office/powerpoint/2010/main" val="30600071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E25E7-7A08-4DE3-BF3C-66E444B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BAFF8-102B-427B-A9A8-8D62C4CD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21A34-2918-4CBC-B316-C05AF71A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6BC27-E271-4995-9E50-14A0B50B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DF31E-4C36-4678-A61E-5D44A2E2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D86C0-528E-4A39-8FA7-75119CE3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B1F02-0A07-403D-8DB6-146A592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91D96-373F-4D8F-A1D9-8804CD76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src.langgraph_lab --decision 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57B69-8E74-43C5-AAE6-52EB493F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output/course-labs/day4/04_graph_states.json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6BE84-7F62-4DFF-A1F6-994C419F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compiled_review_graph의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58622824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B2858-54C3-453C-9765-9F170C83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AC6EF-452E-4FE9-A129-30296138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A5975-B533-4231-B761-A203859C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330B7-8631-4E20-A79D-B80691D7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178CD-2B8B-4211-9E02-265EEF24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E4250-3791-4D52-BB0D-FE47FB6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D4334-D573-4419-B1A5-9112D516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F65C3-E73D-49F6-A517-E9A1898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E5236-7322-45C2-A844-273BD9DE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"output/course-labs/day4/04_graph_states.json"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5C114-BAED-45F2-ADEF-3A171ED3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938414973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8F042-3301-4FAA-811B-C8E33227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8E58A-AD25-4812-87FA-04E7CEE3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183CD-F8F8-4D59-BB28-3B99489B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655BA-8520-4582-A797-AA82387B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07F08-0307-4291-B06A-3E4B457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04C5-4BA6-4C36-82DE-65D37C1E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CA0D-9FD6-4B61-9A80-80DFCDD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52B2C-0D26-4DB3-8CDD-27A400A9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CA1F9-0D80-4AAA-8652-EDFF9B8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approve·edit·reject가 서로 다른 terminal state로 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D7699-92FE-4FE1-B679-E507F55B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5F8E6-97DC-4D11-9CB4-F0984510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CD435-A4DA-4235-8EB4-791571F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A2B8-290C-47B2-AE07-0D7B6F10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03D02-65C8-4A9B-9216-5FCB9866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74CA7-78BC-41B4-B539-6DA696B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AA7A5-0BE5-4E94-AED9-FE035A0B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78F42-3C70-45C9-B6D2-39CAAFF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D311B-80BA-42CB-802E-95F28074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6717260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E4468-8220-4567-BD3A-D91C0619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476D7-D7B7-45A5-808D-01E6D5D9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CDC1C-C59D-47A6-8CAE-F9AAA52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AB698-5D0F-4465-8756-050DF401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9D400-B74D-49FE-98CB-6EBD10E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D63A2-8F1E-4CA6-A56E-0AA5DF6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114CA-4CD8-4BFD-9F1E-09BA127E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73CF2-8530-420E-B756-5229F08B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8BAF1-5CA6-4D7E-8654-6CA23A7D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B2BE1-DA4C-4630-B183-5E8E4EC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BCB57-0A5E-4CDB-A037-A81F5F38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368F5-CC96-4886-A001-3574245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A7F3B-2F91-4F6C-BD81-C5FB1B0B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15125-FE4D-4ED8-9F66-1BF6F3BA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DE193-1159-4CDB-B47B-57BB6DC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6AD47-0D69-4091-B3B5-1FCDC8F3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D3DDE-3CF0-4958-8419-52B11CF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EC88F-2C4E-480F-87CC-D2F5B6E3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validation error는 publish node에 도달하지 않는다.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686356755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2B380-AF93-422A-AF87-9186E640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E0F24-281C-49FF-B297-E932912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81476-3AFD-4EBC-8F03-8423864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CBF4F-9260-4F90-A217-7252239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27394-BE93-49BB-B392-34F88A52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5ED92-8316-44D5-A66F-2F9E5BD8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2E8BF-9CE6-4088-A32F-497ECCF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 Agent와 PR Agent가 같은 승인 패턴을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54617-23D7-4871-913D-8E35A8A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35BD5-4595-4640-A72A-237D821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7E587-5214-4FD2-BFB7-3262A7E0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A6F39-D851-4BAF-A76E-2EEA8462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299D7-87B5-43A2-AA89-086694C5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3C599-15A0-417D-A91D-890FC5AF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 Agent와 PR Agent가 같은 승인 패턴을 재사용의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95199-B941-416F-8494-918CFE92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2A4B3-0763-4D81-A4F5-BCDA035B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9B5B1-32B5-4544-8D77-562D5C99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023A7-755E-48CA-90E9-C9FA476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78A9A-B9FD-4A2F-9EDA-043DB751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3CB60-381A-4C6C-AACA-D08BA28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47851254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53174-4C8D-4865-833C-97871E7D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E4174-0A5A-44EB-AE4C-AE7494D7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FA7D8-6BA1-4A30-BBDD-46458A1A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63AFF-5289-4EA0-95BC-BED221D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4EB2F-602D-4B77-9B33-F06B9D39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1FDE7-3940-489A-85A7-7870DDB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D12F7-B04E-4A42-A686-CA335AD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4E7B3-56D8-4F25-B057-E30E7CED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88A5C-81C4-4E09-84B2-5A3D4712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5F956-6733-4677-A15C-E3759D1D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state에 token·client·raw audio를 넣어 checkpoint에 남긴다.의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8A855-B5E1-49FC-9905-FD20BB61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F3E77-920E-46BA-AFB3-F27CEFFA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7185D-902D-4C05-82E8-E80A7F8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A1A53-743E-4AD0-BCCD-E963DAD3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61450-2747-4BD3-A0E5-821D3852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4A39F-C6E1-435B-B806-0F4353ED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기존 service 함수를 node로 감싸되 contract를 바꾸지 않게 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E7D28-016A-473F-A364-07A2FFD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40D35-2215-41EB-BDD2-C85DB4DE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DD4AB-BBBE-4F30-ADEE-FF7031B9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164601054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1BC1F-2942-4223-819D-EA79BC10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E90A7-B91C-440C-B945-20E8CC3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7692A-F561-44ED-84A6-5DA9F3D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5FAFD-46A9-4D00-81FA-B06DF52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8C8BB-3552-43AF-B663-0B92CA2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D02FF-A303-43BE-9F7F-1346B220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A87EF-4E20-4F99-AE60-1D46EBF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85A44-3EF5-42E5-B06B-03235B9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ACE85-32AC-48DC-937E-2DC047DE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approve·edit·reject가 서로 다른 terminal state로 간다.로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357D6-8282-4C07-AD99-0A81C11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AFEF4-3B41-466C-B6D2-62216A17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2A629-3989-44BD-940A-D1E3D7A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LangGraph State와 분기의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DD4D3-BCDB-4DFE-AB48-F795CFB9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97FA9-A3B3-4330-8F5D-C32B0AFE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D3573-4B7D-47F0-AFBF-E56141DD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state에 token·client·raw audio를 넣어 checkpoint에 남긴다. 발생 시 compiled_review_graph에서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1B7E5-DB87-459A-9FB4-EA6178B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88F6E-9721-4DB1-9057-08D529C4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CC751-D031-4579-8672-8E779B28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3314370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49602-DE24-46B1-8355-29C753CC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2D9BC-FD61-470D-A3DD-B1DB9816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03EBA-5304-4D45-A996-576288ED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7D29A-A5BF-434F-9748-76B45113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CCC25-36FB-48D0-8137-7E45B0D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69A81-7898-466A-B9FB-DC681949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647E0-F792-4BAD-B3C7-BFC14BD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5ED0E-6BFE-4D01-A9F6-6454FF82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3D058-58A8-4292-AEDC-415154FF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LangGraph State와 분기이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AC893-54C2-44C5-9A0F-7684690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F6F4F-BBC2-4717-BBF1-3E862184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C1BA0-6FCD-4CA8-A0B8-8A7E4A1F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src.langgraph_lab --decision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6FEBA-2849-4706-846F-23636F3B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2B688-EBC8-493F-954C-BEF6DC99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C27E1-197C-4ECD-A2D9-9E6191D2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compiled_review_graph과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7043C-CF95-483E-8CA3-D8F1206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Checkpoint와 Idempotency</a:t>
            </a:r>
          </a:p>
        </p:txBody>
      </p:sp>
    </p:spTree>
    <p:extLst>
      <p:ext uri="{BB962C8B-B14F-4D97-AF65-F5344CB8AC3E}">
        <p14:creationId xmlns:p14="http://schemas.microsoft.com/office/powerpoint/2010/main" val="162907784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57215-954F-4E2A-8932-6418CCC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A90B0-BF7E-4C90-AE26-ECCB0836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Checkpoint와 Idempotency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56F51-FC5D-4B41-A5E5-22CCA72E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5차시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EA773-9BA0-4547-858C-DF7BC1CB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12:50-13:40  (쉬는 시간 13:40-14:00)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264EE-0F2E-4E1C-8619-56C970C8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Checkpoint · Thread ID · checkpoint_and_audit.json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820D1-E916-47EE-9C36-39DD9F27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45FF0-84CB-47CF-8496-62EB3441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E1487-723B-4E18-8DE3-1AB07D88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Checkpoint와 Idempotency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F0160-4693-4CC7-AE8A-721ADB66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15D51-AB23-4A1D-91D9-26894802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97B5-7E1D-40A1-9E6F-659BBF52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8EC50-ED7D-45CB-9350-7424EE6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checkpoint_and_audit.json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37FD9-03AE-4086-AE0D-786F47C3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5차시</a:t>
            </a:r>
          </a:p>
        </p:txBody>
      </p:sp>
    </p:spTree>
    <p:extLst>
      <p:ext uri="{BB962C8B-B14F-4D97-AF65-F5344CB8AC3E}">
        <p14:creationId xmlns:p14="http://schemas.microsoft.com/office/powerpoint/2010/main" val="22751507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0DEAF-7910-41FD-950E-FA5FCB00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28C44-133A-45C0-8583-6D0B76FA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1CFBC-046F-471D-BFDA-19F02E0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0A33A-5B98-4B08-B21F-9D2BAF1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7A718-1BD2-43AB-870A-FB31D114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2CB8C-5EC4-4F38-AE83-3F13691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51CF6-EA4A-4249-929A-86F30CD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D65C-294E-4598-9A75-E80533B3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B35A9-7B48-499D-AB9E-63FB00E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compiled_review_graph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AD1EE-7051-419F-85B0-40F7EEB3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B56B8-0697-4A55-9538-E07DD451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EAA9C-357D-4BBB-8D43-AE37E8A3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9EEF1-D065-4152-90D1-C9C7615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5A49B-D23E-453D-AA7D-F85BDDA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D396D-8A13-43F5-9B84-02E4318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6AE0E-703E-4F45-9871-20B0EDA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B5DE5-E799-4EFA-AAFA-5F99AF6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E9CF9-2016-4F04-A852-BBB8CC5D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</a:t>
            </a:r>
          </a:p>
        </p:txBody>
      </p:sp>
    </p:spTree>
    <p:extLst>
      <p:ext uri="{BB962C8B-B14F-4D97-AF65-F5344CB8AC3E}">
        <p14:creationId xmlns:p14="http://schemas.microsoft.com/office/powerpoint/2010/main" val="1604988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B4A81-4BB4-4EC2-8897-6522545A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119B-4222-4555-8586-5877FA2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3BF0-BECD-4BBD-9257-CA57B6A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B4B61-CF8F-47F0-BA25-05312645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5B841-4B57-4775-B93B-920EE438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4B143-7DB9-4BDD-BA6A-324E62F1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 전후 node가 다시 실행돼도 외부 쓰기는 한 번이어야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E63FF-F48D-40EC-AFDC-75D5AD8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request ID에서 checkpoint_and_audit.json까지,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98546-5A7B-49BC-9710-BB5294FD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B6781-023D-4372-B4AE-B635F02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checkpoint_and_audit.json</a:t>
            </a:r>
          </a:p>
        </p:txBody>
      </p:sp>
    </p:spTree>
    <p:extLst>
      <p:ext uri="{BB962C8B-B14F-4D97-AF65-F5344CB8AC3E}">
        <p14:creationId xmlns:p14="http://schemas.microsoft.com/office/powerpoint/2010/main" val="198505803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B15C6-0391-4D00-8922-016AFA5F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B9A98-FCDF-4F21-93E7-01EFC53F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4B50A-7A87-4618-9C6D-D0A49A5D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1A193-3453-4EA8-AAD7-F21E5E12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52C50-EBDA-497F-9E18-B8AE64E5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D2D2E-C7A7-40B7-8687-EE10C4D3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5DA8-4389-4B65-A723-1FBA12F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61916-0305-4C9D-B690-5FA49B76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retry·checkpoint·request ID·idempotency를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32921-42CE-4A6E-A63D-F5DFA1A2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3F040-7A9B-476F-A979-337059D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26EBA-2019-4A9D-9F2C-DA0219D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timeout 뒤 동일 comment를 다시 게시한다.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23DF4-9D07-4A09-BCD4-0EE2EA8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6BF5A-39DA-43BF-B52F-993FD23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D6109-AC3E-4F95-A4AE-979AC158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5686163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EBA79-D796-4AF4-B1A5-B86709E9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EDFDD-08BD-4BDF-9C34-BFCFC63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096CF-9B4E-4E95-81BA-554C9DF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38F58-5B10-4D2B-8352-12AC192D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11777-86C4-4977-B18B-9992C06E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C6807-1C38-4430-BBF7-261C22D2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CB6CE-E6E2-451F-A475-10A0D1E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8BB80-ABDD-4C75-95BB-D4253079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C6677-2EBC-4705-A5AA-B6D1AF65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1F4B1-2C1E-4F43-811C-46B2AA3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16352-441D-4AB0-9A2C-6B065347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3300A-6501-4F30-823D-F4F2E0C3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A5D7C-464C-4F25-9A78-04368B1A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9E3EE-D06B-4CC6-A40B-0C9E833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 시 state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1AF6E-435F-4021-AAAC-9158990C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B483A-4E42-41D2-827B-5E42B0FA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Thread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E91E7-DDED-4711-9883-2C29ED05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215F9-B123-430B-A4BD-286FF839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실행을 이어 가는 식별자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3A2D2-0C98-41D0-9E98-9C1B3047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4C45A-7AFD-4CA7-9122-D3F32A03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Idempotency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012C8-9EE7-4E8B-BF15-A9861743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4F940-584A-4A61-A62B-943DC77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요청을 반복해도 결과가 한 번인 성질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6A6B8-21EE-48F9-B99E-9C396FE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0245A-A137-481C-BE10-C021EFC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Backoff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47044-9994-4340-A9D4-D02CC1C9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20D09-BF9B-4314-8D14-07429B8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재시도 간격을 점차 늘림</a:t>
            </a:r>
          </a:p>
        </p:txBody>
      </p:sp>
    </p:spTree>
    <p:extLst>
      <p:ext uri="{BB962C8B-B14F-4D97-AF65-F5344CB8AC3E}">
        <p14:creationId xmlns:p14="http://schemas.microsoft.com/office/powerpoint/2010/main" val="210243717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2F203-A405-4F50-8B2B-197932F6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73ED3-D6E9-49B2-8879-46F6D188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FF076-9E2B-4246-9D49-69CE39E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C9A4C-9066-47BB-81E6-4EAE346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055A9-DA46-4090-B95B-21F71B55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E6F8F-816F-4334-B15B-A5786FD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71EA-E3A4-487A-A0AD-691B257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80130-3ABF-4025-91A6-B05D7687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62287-C088-42AB-877E-3528B6B1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7B8ED-CC63-43BB-8271-FB11DCE0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BAE71-47F0-43A4-BCD9-FE87D137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request ID → checkpoint → 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E7240-B27E-4F1F-863D-659D96ED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66105-CD4B-4B76-B872-619AE1D7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69319-DCD6-42E3-92E2-61A8A40E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55613-B902-466C-AF55-F4E75D3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6A9A6-83AB-4A8B-9146-9464985E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F2326-EDBC-4AC6-8DFF-A00EA8FA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</a:t>
            </a:r>
          </a:p>
        </p:txBody>
      </p:sp>
    </p:spTree>
    <p:extLst>
      <p:ext uri="{BB962C8B-B14F-4D97-AF65-F5344CB8AC3E}">
        <p14:creationId xmlns:p14="http://schemas.microsoft.com/office/powerpoint/2010/main" val="6394320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F34B7-0B99-46E8-BED5-83BA1C3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C6DB9-9C4E-4BEA-BC4B-C7BAB30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49ED5-5BC2-4C82-B473-8258AB6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2D245-A76F-4A48-8B53-B7FF868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0F27D-F9C2-4CDC-8F02-C6A62F38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86C0C-9A34-42A7-9943-F1F81BF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C70F0-0866-4070-B639-68E7EE6E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08C67-E6C3-4A36-9C7D-DDB4A45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9E0C8-7560-4BDE-B0F8-50F8EBF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request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725D0-72DB-4DE7-8575-068A8D9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F4B45-5B42-4E04-92E2-A3978F5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F39C6-D291-44D5-8978-9609B198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1C1-AFB2-4E8E-84AB-FF31AE06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42863-5E62-4DE8-A3BF-74684843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8422B-75FF-4B18-B868-0F2EBE7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bounded retry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6ABD8-93A6-452C-8E00-63852C6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0407F-A48E-49D9-A566-64EFD00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A6EB2-4F2C-41BE-8E19-716A996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idempotency lookup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9987B-818C-41F3-B8A4-46C6278F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DD477-8412-4193-9867-C9F14346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8B927-E99A-4F64-966A-339A7811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reuse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4A40D-5BAD-4964-AEB6-19382CED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checkpoint_and_audit.json에서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69485005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EE6A1-880F-49C9-94AF-FCB11D1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94112-5053-4C00-99AD-B9A6EF11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FABED-343F-4E43-B946-BF87C1E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9A5B-5D94-469F-A1FA-E3A2C2C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C892A-93EA-4BFD-AE23-DD5FD00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F52DB-B791-421D-AA8F-83F0D13C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52A6D-5226-405E-8FB0-08562C4A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1BBBF-0755-4405-9679-DC6E845D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BF4D3-851B-4FEB-A88E-1CCCD943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C8D37-5BFD-4136-8F74-A6622FE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71EE3-52C0-41A5-BEC8-742448C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1F4BB-6F0F-4D9A-9FF0-122ED987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0C99-B03E-4433-B545-73EB92D8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AC2E4-58C2-4B64-A3BB-DEE9816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50F54-D41A-48F9-AD1B-B31FE37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02720-E52C-4CFC-864A-35F4F1A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93901-6AB9-41DA-8D67-C8026F10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식별자·checkpoint_and_audit.json</a:t>
            </a:r>
          </a:p>
        </p:txBody>
      </p:sp>
    </p:spTree>
    <p:extLst>
      <p:ext uri="{BB962C8B-B14F-4D97-AF65-F5344CB8AC3E}">
        <p14:creationId xmlns:p14="http://schemas.microsoft.com/office/powerpoint/2010/main" val="97820601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EDD6F-0E83-44DE-B6E7-B5552494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1C06C-BC34-4D64-9213-59374BCE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62EE9-10CE-490E-A5C9-24AEAAA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A894F-0358-4755-BEE5-FDF0012E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09CDF-885B-4D85-9DCC-528A5BF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DBE4D-5340-4D05-A5B1-A3DC30E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FECB2-B8F9-49C0-9F7A-ACB42668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52621-A73C-46F4-AED6-50B847E4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02325-0C75-4FD5-BC4C-624795D3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60604-A7F3-44FB-8830-FFB97FC0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98C10-41DC-40CA-9538-617CEE0C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5F30A-2158-44C3-BA56-BF7AA0C4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62C84-EB25-4E2B-8D0B-A34B7B08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A2690-568D-48BB-90DD-DCF26B15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1D7CF-5650-4832-A0F3-FC0BCFF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13464-CE6C-4D17-922E-7431D2BC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BAB76-08BD-43D0-8BE5-FEDF2037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0CAF7-B53C-4F2D-B846-70FE0AC9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97194568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08E3E-DFAF-4AF8-8416-F385DA9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615D6-6962-4853-8E19-880E1CD6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13C11-4DE2-4D18-BAA2-D3A2690A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D3147-6F15-4105-A057-31E6986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19C4A-A67B-4C6D-95D7-B9852388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E718C-B41A-47B3-912A-8B63FE6B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5A9A6-6C58-4A8F-9FA2-E165407D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B6C98-CC4F-4E98-9B2B-2B238CB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중단 시 state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CFB9D-39EE-4B29-B888-2B5A02F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54F08-E662-4A27-B31B-F617B039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ACEC6-852A-47EF-982C-5EAAE969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Thread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0571F-A7B1-4504-BF6B-B08BA03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같은 실행을 이어 가는 식별자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4DBDA-7C56-4C01-B2B5-C2010BC1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DE0F3-4BBF-427E-AD74-A4865543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src/langgraph_lab.py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7011A-7C0B-4E73-8263-D5CF67E5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Idempotency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52AD6-B9CA-495B-9524-C94DED07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같은 요청을 반복해도 결과가 한 번인 성질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4E691-6824-42CE-A24A-3FF2823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914FB-B023-4087-BC8B-FF3A8328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0248C-0880-492C-996E-C168C17A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Backoff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394EB-0DAF-46BB-A8E9-07238F75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재시도 간격을 점차 늘림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37A61-356C-446D-86C7-28C2317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745B3-6B59-43ED-A08E-4310C6A2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729218601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116EF-A9A4-4C99-8D31-1D0A4EFB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EEE1B-2BB5-4FFD-8D91-4D9C7E6D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531D7-D64E-416B-9A58-D96DB489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9B2AB-6279-40F6-BC9E-C4D806B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085C8-2793-4FBF-928C-9242620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0708F-F706-4E3C-9193-1EAE8F6E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1E62F-2D6A-488A-B0BB-5ABA86BB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C37CF-AA02-4D66-9F7B-59B75A08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84031-D61F-4032-BDFF-91CE827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B7E2A-EE7B-4977-856C-A0A3A36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EB6F7-9E7A-4D4A-B087-B8E8FE6F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503D4-4DB9-4EFE-A83B-782C0B8D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62935-CDFB-40B5-AB6B-FF41020E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519BA-D1F3-4FF9-B227-C2528F25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6FDD6-FB7E-4C82-850E-897AF985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E1884-C350-427E-A036-7A9AC06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request ID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EA4EC-5B5A-4831-AC1B-AEE42108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C0444-F486-4D92-9985-8AB44A3E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8813B-E55E-41D8-B618-BB318CF0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F050E-6615-4BAC-9D12-962F550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Thread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F0608-94DA-4B4B-8C96-0B825E0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D09BE-E96A-4DC8-B966-56066EB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8B05B-E750-4443-972F-64B13FF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49555-EC2E-494B-90A0-EF53ED41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EDD88-B763-47BA-8E6D-6A38B44B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D532B-EE00-445E-89E6-3D30411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Idempotency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820535-8BAB-450A-99A9-4D0F9000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3C1A0E-F33A-4546-AEF0-EFC2F04F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bounded retry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026E1-E55E-4634-9FC1-993B1F1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FCF7BB-B0A3-4796-81B3-B64B77CB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0C979-19A5-4FD5-B892-4F5C481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5C255-7C07-4A25-AA81-F132DE0F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Backoff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E4B2D3-2EE9-4CEF-ABBD-0787307E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9C4F8C-0562-41DB-B0A9-93EB498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idempotency lookup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15A41C-160A-464B-908F-CA1251F8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A71F77-7402-4FA9-AFA2-4CF525F2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34790477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F270F-8AC4-4E57-BA41-4F4C5767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A1BE8-0FFD-424C-9FAC-29A5D826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CB7CE-BCA4-4EBF-876A-8EC11D9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419F4-BB53-44BF-84F4-872D7B11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75BD5-4B01-46BE-B603-175B9EA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A6A9E-285A-43B9-BBA2-9DB53DC6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E88F5-D991-4A74-B501-7EF2EF0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FC477-2189-4F12-A19E-4769C704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11412-7893-4CA8-B998-23FB619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timeout 뒤 동일 comment를 다시 게시한다.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9BD73-4199-4ED0-BA7E-85DE2EA4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A4AA9-D18A-4664-8133-97F28B88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timeout 뒤 동일 comment를 다시 게시한다. 상태에서는 checkpoint_and_audit.json을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3D987-824F-4DC2-94E0-FA7EE59A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64482175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95690-0373-4C17-B2BE-1AC53FE7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AE7C-0BE9-4D6A-8AB0-F538AA1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2E4AC-E805-4C85-B86D-8FA881D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7ACB2-6EA4-4A16-8336-2D5F44B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13D56-1963-4E8F-A9B5-FCA06B7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EED9D-9D44-4B1B-AE90-D2F04BB0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C06B9-8407-4027-A974-88F8375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453A1-2F70-4106-8899-C31325A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36D40-D096-488D-9517-66ABE41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body나 head SHA가 달라지면 새 승인 대상으로 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93FE7-46E6-4918-B749-FBA58C6B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203BC-144F-4184-AD19-A694E911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42A6F-6BB8-4747-A1EE-37AFFC8D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timeout 뒤 동일 comment를 다시 게시한다.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767E4-D805-4742-820A-42306E2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107EA-6A30-4471-951E-FF5D6F25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9BD01-CC1C-4527-A065-7A1D997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target·SHA·body hash를 idempotency key로 저장하고 기존 remote result를 재사용한다.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6C925-16B4-4A60-AB8F-A7D1C61F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DBBDF-6FB5-43D2-B188-21477998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57322-50AE-447E-8FC3-FF45E0F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checkpoint_and_audit.json과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92221176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5D723-9ECB-46B7-A9C0-3DCDF76E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542B7-FC79-48BB-A206-82124EEC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D9743-17BD-4BCA-9472-E24C338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3DDD-4B12-43D5-B918-9C77CAC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09667-D676-486A-8593-CA8474C5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AED1F-DF8B-4792-8F8E-EB415E2F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4cacf54594fc5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42664-73B3-41A3-81F5-0F192605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src/langgraph_lab.py의 책임을 찾고 checkpoint_and_audit.json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F06BB-1572-4A56-9BF6-8E0FC6C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Checkpoint와 Idempotency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524634716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5C14A-B616-470C-A7BD-E76F65B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9BE47-2652-4C16-8AD0-F081F53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D8F8A-543E-497E-A469-435B020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9B88A-7FAA-46FC-9129-BB3E9AD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D1C14-9220-4508-99CE-84DFC785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DE287-A3F9-44B2-A9A4-010FD4DD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46E4A-BE51-49C2-AA20-E334E979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F5EE1-35C2-419A-87AF-116C0361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2D1A7-B5B2-4FFA-B4C6-6723A0F9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plan을 두 번 실행해 publisher call이 1회인지 test한다.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4D2F0-77E5-4161-94A8-4DFFF32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772A8-6071-484C-AC94-ACAF6B3C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7E589-E4F0-4340-98C5-DB957D7F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75942-7172-49CD-9701-E83555EB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F26C8-1CE7-4423-8923-273B3D3B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0E22C-3FB6-46E0-B5C2-37CA63A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3767D-BBE0-43EB-9B69-B9111F3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D7464-7BF6-4383-B8CC-07ED8E4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CFE02-11C8-450A-BC2A-989E0C4F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4053235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EB6A5-E090-413D-96D3-ADE57746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E7EE6-BBE1-457D-AA84-DEA7D347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6591D-3F38-46A2-AAD3-D4B790D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4DEB7-E433-4D9C-9098-00DACE4F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156FE-761F-40D7-AC27-FA5B9563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5ED90-D26B-46C4-978E-7DC187F9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C55A1-4A36-4638-BDB5-BA6A5E0A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EA47A-25D3-460A-93A4-7D92564A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FE723-B9BB-4245-B559-E87F75C5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D0A03-6C86-48D0-B9FE-5DB39F02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AEA4F-6781-4E5D-8EAE-176349A5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5F9BD-ABB8-4172-B241-752ABB91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47D2E-6E3F-47B6-9847-222EFEC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A0A76-E3D7-49C3-B3C1-88A7CBD7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132FA-054B-488E-9CCC-382803C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BD28F-CCD0-44C6-BB68-601FBF0D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0B1F6-FF64-470F-B2F2-DCE2F4D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184F2-A5BB-4875-B21D-786D379D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31A9D-9C3A-4B82-80C9-16FC73C5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034B5-3408-4B84-AB94-EEE9F0D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7E5FD-E0B0-4CF1-BA2B-42E374C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939C8-2F5B-4FBE-A0D0-447AE22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413916824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05986-8DF9-41D8-BACE-8491F2C2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213F0-725D-473F-9C0C-D57D7D7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909E0-FBD1-4ACD-BEC9-57FA9FE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C77BF-22D6-4D50-8106-9DCCBCE2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D3525-7FF5-4AEA-B113-5464232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2D89B-E720-4ADB-B3B4-9198167B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D1007-49F2-49EB-BA23-DD4AE8E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28AC5-1810-41F9-9C06-A03C8B3C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8B541-54A6-47AA-B6C7-7B6E86A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68282-D2E3-404B-9F2B-89BD0D58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0F264-2FB1-4B7F-906A-2337B27B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E5E64-A7BA-463B-981C-3E932BF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D44AE-48BB-4031-A236-19E87CE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F922F-6D5B-4EA4-998A-45D4B42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A9DC3-553D-433B-89F8-181D4E4C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D8AF8-8844-4593-9B4E-108CB14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7358F-29F1-47AF-832A-B48EFE1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37EA3-C193-4D43-BFF9-45DB7200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첫 실행은 reused=false, 두 번째는 true다.</a:t>
            </a:r>
          </a:p>
        </p:txBody>
      </p:sp>
    </p:spTree>
    <p:extLst>
      <p:ext uri="{BB962C8B-B14F-4D97-AF65-F5344CB8AC3E}">
        <p14:creationId xmlns:p14="http://schemas.microsoft.com/office/powerpoint/2010/main" val="1389154183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0C42-4033-4912-A513-43F56E65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E8E4B-2548-45B8-9684-0F01044F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D8D91-E59F-4BCB-8473-8EF2D806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6CDB-DA05-4C21-8CBF-DB7841EE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CB34-2B82-47CE-96F2-B93F43B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C4F94-5392-467A-B60B-3A75403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4D6CB-ACEE-47A7-9642-897C7E80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CE46F-DF4F-48C8-B9C1-F481DDC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52ADD-2CCF-465D-896C-D4380CDF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idempotent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9F646-FE30-44EA-9344-8A91881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8E4A3-7C2D-4CED-AECF-AB939F2D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03833470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AEBA-680F-4B04-BB16-F1671BCE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05_idempotency.json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36BD2-2EBA-4F92-ADBE-4885C3DD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0578-B9A9-4011-A51A-9FE4C910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30CC7-01F5-4622-B290-73AA8104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2963D-F7C4-46AD-B5D2-51928FD7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8C877-B566-4323-9351-078D9B85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BC5DC-FC53-40DA-97AF-FC6306B8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AD864-0392-47C0-A09B-E61C9CA4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0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"first":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"PUBLISHED",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"target":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"repository": "classroom-owner/agent-sandbox",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"number": 17,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"head_sha": "7c83e8fce9a24d90b6d4a6c9123aa90817b65b1a"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"body": "## 교육용 코드 리뷰 초안\n\n- **P0 · 검증되지 않은 문자열이 코드로 실행될 수 있음**\n  - 위치: `src/payment_job.py:9`\n  - 근거: `result = eval(command)`\n  - 제안: 허용된 명령이나 파서만 호출하는 명시적 registry로 교체하세요.\n- **P1 · 외부 쓰기 전에 사람 승인 경계가 보이지 않음**\n  - 위치: `src/payment_job.py:11`\n  - 근거: `requests.post(\"https://example.invalid/jobs\", json=payload)`\n  - 제안: dry-run payload, 대상 확인, human_approved 조건을 쓰기 호출 앞에 두세요.\n- **P2 · 넓은 예외 처리가 실패 계약을 지움**\n  - 위치: `src/payment_job.py:12`\n  - 근거: `except Exception:`\n  - 제안: 복구 가능한 예외만 잡고 구조화된 error_code를 반환하세요.\n\n자동 게시하지 않았습니다. 대상과 내용을 사람이 확인해야 합니다.",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"idempotency_key": "c97ba39c959d7fda585b86c3",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"human_approval_required":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"error_code":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"remote_result":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"id": 101,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"url": "https://example.invalid/reviews/101",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"second":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"PUBLISHED",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"target":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"repository": "classroom-owner/agent-sandbox",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"number": 17,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"head_sha": "7c83e8fce9a24d90b6d4a6c9123aa90817b65b1a"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408722297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F18DE-0108-4D1C-A4F5-DFBF655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532C7-1ADC-4AEE-B34D-83F95C7A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02540-67AC-4E33-94E2-F41429C6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14CBE-4F02-4E03-B783-78DC567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08918-A30A-42DF-938B-0FBDC36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553FC-7C34-4496-B381-B0E324DA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69E63-A00C-491B-AC1F-4B4F6F4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85199-C3FD-4D31-9043-B2D48D8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C43C-457A-44C9-B1DF-9716A584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B2986-CB0B-4A4A-9FA3-A68913B7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8A1F9-5103-4D32-BB2B-23EFC6A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target·SHA·body hash를 idempotency key로 저장하고 기존 remote result를 재사용한다.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FDF89-F8A1-4196-94A5-7C3097F3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body나 head SHA가 달라지면 새 승인 대상으로 본다.</a:t>
            </a:r>
          </a:p>
        </p:txBody>
      </p:sp>
    </p:spTree>
    <p:extLst>
      <p:ext uri="{BB962C8B-B14F-4D97-AF65-F5344CB8AC3E}">
        <p14:creationId xmlns:p14="http://schemas.microsoft.com/office/powerpoint/2010/main" val="1421070196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1C228-D033-4A59-9DA4-71005733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83A07-08DA-4A99-966B-5952892B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634EF-55F3-43C4-BE35-D50DF2D3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5273A-56E8-40D9-ADA3-EA8750D3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7E5E6-FA72-4AA6-8BEB-AF25862F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3B967-0C7E-4F7B-90EB-66F9072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BAA92-E0B4-42CB-A46D-8AEEED74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073C0-87B3-4802-A9D5-25F8D3E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548EE-53AC-4BFC-9FB5-CCC9D2FA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6B6C9-6F02-4F33-ABA9-98B6188A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5464C-FB1F-4C39-9DDA-E1754A44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C09EB-390A-4811-883D-DC207965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저장</a:t>
            </a:r>
          </a:p>
        </p:txBody>
      </p:sp>
    </p:spTree>
    <p:extLst>
      <p:ext uri="{BB962C8B-B14F-4D97-AF65-F5344CB8AC3E}">
        <p14:creationId xmlns:p14="http://schemas.microsoft.com/office/powerpoint/2010/main" val="162166343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8CA74-1D25-4189-854D-0118A3BF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EB1F7-7E90-4E1A-A0ED-CEE83ECF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D659A-27FB-4194-8D69-10DACDC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B74B4-C026-4C70-BDED-955039FC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0D0F2-859A-41BF-AE46-20A2F060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3693A-FE80-4279-81FF-411B2FC2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46688-D499-4C28-86BD-4F60BC6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5차시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A56D6-F05E-4C4D-8EAB-E8C5199F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475D0-3A00-46AF-9B8A-815E45B2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src.course_services.github_service import InMemoryIdempotencyStore, prepare_review_comment, publish_review_comment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src.course_services.review_service import run_review_service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diff_text = (ROOT / fixture["diff"]).read_text(encoding="utf-8")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report = run_review_service(diff_text)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approval_plan = prepare_review_comment(report=report, target=target, dry_run=False)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store = InMemoryIdempotencyStore()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calls = []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fake_publisher(pr_target, body):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calls.append({"target": pr_target.model_dump(), "body_length": len(body)})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{"id": 101, "url": "https://example.invalid/reviews/101"}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publish_review_comment(plan=approval_plan, human_approved=True, publisher=fake_publisher, store=store)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publish_review_comment(plan=approval_plan, human_approved=True, publisher=fake_publisher, store=store)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idempotency_result = {"first": first, "second": second, "call_count": len(calls)}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len(calls) == 1 and second["remote_result"]["reused"] is True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save_json("05_idempotency.json", idempotency_result)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{"call_count": len(calls), "duplicate_reused": second["remote_result"]["reused"]}</a:t>
            </a:r>
          </a:p>
        </p:txBody>
      </p:sp>
    </p:spTree>
    <p:extLst>
      <p:ext uri="{BB962C8B-B14F-4D97-AF65-F5344CB8AC3E}">
        <p14:creationId xmlns:p14="http://schemas.microsoft.com/office/powerpoint/2010/main" val="683696953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4C47-82C3-481C-84A2-AED6256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18258-80C3-4974-9333-75EA6D43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EEDB-DA0C-4480-A4AB-C14C146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94F43-5D9F-4DC8-87FB-7AEF3DD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3FA37-D244-4CE8-8718-95B463B2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3C6BE-6119-4150-932A-FE77459E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F7030-E977-4697-98B8-0DFCC477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09AA0-5E16-48C7-B909-DF85740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idempotent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16E5D-EA45-4DA2-BE81-88EC42C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output/course-labs/day4/05_idempotency.json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45878-19C0-4AE8-8792-FCA9F96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checkpoint_and_audit.json의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75809132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34650-0037-418E-B0E6-A4FB171D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BF26-64D9-4821-AE6D-6EAF935F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243E2-9683-437E-9D6D-47A9FB1C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25016-0ECE-4B1D-8274-BED28D4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827F6-EBCB-44F0-946C-07FBBE25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98B0B-9011-44BB-ADEE-A89F9577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C04CB-AC78-4983-9309-7FA4106A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87EDE-7DA1-45FC-B433-C4FDD640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19E91-9288-480C-A817-B62E04D5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"output/course-labs/day4/05_idempotency.json"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3E8AA-6169-435B-89BE-B937B30A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346375931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21280-28A9-4A1D-9789-F5671FC4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394D0-FC94-4E5E-B4B1-A97DB4F2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F70D3-4FA8-4A25-95F1-0582E31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0E75D-7067-4C48-9C9B-B4C23F1F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B7B57-6F17-4F30-A31F-919861A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A95E2-D997-4571-8EDE-23EC14C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70AC9-BB22-45B0-93DA-CDCEFFBE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5F060-9F17-43B0-8659-C41E23A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CF3DB-6348-4FC5-B7DA-3A41566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첫 실행은 reused=false, 두 번째는 true다.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6DDA2-D8B8-431C-B067-75253675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1F4DC-F631-4C7A-A719-77A0AA0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215B3-D79F-4677-88AD-6E4B366C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34027-A2CA-4054-9922-C7191C11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5F58-164C-4F26-9DE0-884142E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426D6-C468-4B32-8F80-0E9F490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77DA4-B330-4CF1-82CC-58775A36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A4897-10F6-4A23-A29E-EF077FA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562FC-2570-40B7-BC33-E6C5466F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11650142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39B73-6EE2-42DD-9E76-629F942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C5E75-063F-43EC-B70D-EB36B53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22446-0A41-41A9-A077-07A0DDD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6DBF2-FFB3-43FC-8E65-99A17B0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60B05-6B87-4A53-BA73-D2FF52AD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7EAF6-9750-445D-8DFA-FF7D322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ED52-A99E-4E3E-B0C7-5D104ED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005C1-61DF-40AF-9105-D864EB60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00CDB-6716-4C5D-A933-67426630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917A8-71BB-4F2A-9482-7C66CE7D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DD7F4-049B-475C-AD2C-7BCFF3E3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F17CC-E729-4FD0-AE2E-591C9EE4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BF851-612E-46AC-A893-6E461DA6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EE386-A09D-4E85-9F7D-39BAB74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AA36F-6BA6-4560-A56A-E05315B5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19A8C-C853-425E-AA8C-DEA9D1FA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EDF5B-809E-42EF-B838-0A1354C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606DE-5821-4CDE-B480-73D06F6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body나 head SHA가 달라지면 새 승인 대상으로 본다.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5926906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5698E-B52E-47AB-8D63-A1E0D30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6F030-D454-4000-A875-6DD526D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FC777-D50E-4159-93C4-F62F7458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9F66D-22B5-4EAA-AC60-902CDAD3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621BF-B644-4FAD-8A36-66E2D9EE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5DDB8-5706-4A72-B4CB-35278B8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D7877-3F42-4ECF-AA58-AB7D542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네트워크가 불안한 CI bot의 중복 comment 방지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F1E7B-6CF6-4B44-AF05-1A1C881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0B30E-7AFA-4B07-9DA6-7294B60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BF70D-F495-40AA-9204-53145A8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5F934-E9E9-40FE-8DC7-FC5B6D2B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BB348-408F-45D2-B386-9F6B73E5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98823-44FA-4A91-A67F-D331EE8E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네트워크가 불안한 CI bot의 중복 comment 방지의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EF311-EC67-42C2-B809-83783922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59618-1BE9-45B7-92B3-DBB8A497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80EA5-838E-4C06-8430-91D759D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EF38F-D278-4A17-84D9-09D0D65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D8939-92D9-4369-8C10-280DCF2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86436-8510-440E-B161-50234A7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96653790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5B4A2-4CDC-479A-BFC0-3CE62B28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860D1-4748-4309-8DE5-66A9D0CF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BDCA1-0B56-4D55-828B-ED3FFAF5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CE4D0-DE3D-4D70-AF90-BB849743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D130-7AD0-4007-8EB0-434001FA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49C0-A752-40E0-B943-0AFB2D6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8171A-163F-4AA0-A303-B77F980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8A473-37A4-4603-8D6B-9BF29877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A7D4D-9E33-4C78-817E-2087337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788BA-FC13-40E3-B16D-F271A60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timeout 뒤 동일 comment를 다시 게시한다.의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81AB4-66D5-4134-A25C-AE164DA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A6EA7-BFC3-4471-BF1C-FA8C05B1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A4357-0A7A-46B4-9560-465F8138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087ED-6132-48C2-9BC9-4900D80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418B8-9FA8-4C25-98E9-037294D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F91CC-671F-428B-953F-88C3F207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plan을 두 번 실행해 publisher call이 1회인지 test한다.의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86DBC-0BFC-4EF8-9C14-EC9A835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490CC-B14C-4D30-B8CB-B1451FAD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378E6-A7D0-424C-8492-D47FA0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57633635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DFCBC-495F-4394-A635-C8BC7653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7DC53-05D1-4A25-9964-72E9DC2A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A088C-375A-43EE-9F1D-00EE9DA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0414B-3835-4F45-8974-EE967CDA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5DA67-7775-4602-9282-E7421A65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DA182-1000-4134-8014-E909D93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001F4-3044-45B2-9931-4D1B20F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BE0A0-A045-4150-872A-230CD588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0AD04-8CBB-40D5-8036-6E7B4075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첫 실행은 reused=false, 두 번째는 true다.로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2703D-EDB0-4BB0-9EB1-141BE8F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657B6-6E2F-4024-81CC-1E863C1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6FD5A-8E7E-479C-8EE8-E4FB3A4D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Checkpoint와 Idempotency의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1D33B-C345-4F7A-AE50-73182D3A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2CA27-55B7-49D8-ACFA-EE10B92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FD311-471F-4C89-BC0C-E95C3CE4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timeout 뒤 동일 comment를 다시 게시한다. 발생 시 checkpoint_and_audit.json에서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80BBB-3621-4855-8B12-DC403969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3EB8A-5D63-46E3-8FB7-F3F42ED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DC5F8-9426-47E1-B5A4-ABE4802B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090354927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D74A1-4A4C-43CF-9F15-F7460A04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1C00B-8D09-4FBF-AA2F-E4520634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577C4-DDE2-408E-B1AD-E02637F6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66ABF-E004-4E51-9BB9-F1C6BE7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E1F7B-3111-4EC1-82B9-E405024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2A32B-1405-4183-A46B-0629065C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8AED3-28C6-4086-944D-961082B3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36B30-3620-4C70-B155-E76F3CAC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0DD67-478E-49CB-A3CD-2CF9644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Checkpoint와 Idempotency이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402E7-67F2-4DF0-A390-481661D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D4FFE-EA18-4F5C-BCAE-90523C96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6EC2E-E5D7-4235-A37B-51E4D39F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idempotent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F3C1B-71EC-4479-AA60-07D03AB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041F2-ED00-478F-AF95-68A5B4D5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572DA-4BC7-4FC0-91D9-7F4367E0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checkpoint_and_audit.json과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30F5A-B6D0-4A05-8D5A-07AD70B2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Human Approval과 Interrupt</a:t>
            </a:r>
          </a:p>
        </p:txBody>
      </p:sp>
    </p:spTree>
    <p:extLst>
      <p:ext uri="{BB962C8B-B14F-4D97-AF65-F5344CB8AC3E}">
        <p14:creationId xmlns:p14="http://schemas.microsoft.com/office/powerpoint/2010/main" val="42970584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A793B-BEF4-477D-BDCB-A57DBE6C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8CFFE-61BD-4EBF-A295-9300A3A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Human Approval과 Interrupt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B8A0C-2E1B-4057-8056-4434B30D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6차시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C54AA-90DC-4785-BC18-F37177A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15:00-15:50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69C5B-E201-455D-9ED8-33DF8965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Interrupt · Approve · review_decision.json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993C6-996B-4467-BA5F-5A2C915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0EF2A-E945-46BC-BD21-A5F26C24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5376C-F1E4-46A2-8DC0-5EDD1BF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Human Approval과 Interrupt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93262-BAF5-43C8-BF73-885709D3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1BD0A-6341-4924-AD68-6B3F670C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FF368-97C3-40BA-88EF-53C55177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09A55-F5B9-49EE-B339-C901001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review_decision.json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87CED-1780-4FF8-B8F2-C2F74894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6차시</a:t>
            </a:r>
          </a:p>
        </p:txBody>
      </p:sp>
    </p:spTree>
    <p:extLst>
      <p:ext uri="{BB962C8B-B14F-4D97-AF65-F5344CB8AC3E}">
        <p14:creationId xmlns:p14="http://schemas.microsoft.com/office/powerpoint/2010/main" val="143909257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D557A-43B6-4D56-8EFA-539A39F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6차시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531C9-BC02-4F8D-BD39-96BBE4F3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4EC8E-C1F5-456B-B04F-8F05865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7DC20-CACD-418F-A186-6833991A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9794-FE38-4747-9160-45B2EC80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E5BBD-404F-4BA8-97D7-8C4C5F4A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75411-7957-4201-9394-65E921EA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8E4AD-24D7-4EA6-BF8F-3BB83642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9C8D7-CAC6-47E9-9BEE-A8B6EF7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checkpoint_and_audit.json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4EC9-D1C7-4AEC-A9A2-FB312F5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A4EFD-5577-4C3D-B56D-C1DDACC5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0647D-4A08-4F8A-9DA8-D423721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A4844-E69F-438B-A6C6-EB7E0CAE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C605C-0433-40CF-9CA5-89064A64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D6ECE-0CAC-4B38-8C95-AE23F2A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FAB8B-E3B5-4D3D-B96C-60B40296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6E891-4A86-44B9-91AB-619312CD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7EC78-0C01-4804-8BE1-EC1F2986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</a:t>
            </a:r>
          </a:p>
        </p:txBody>
      </p:sp>
    </p:spTree>
    <p:extLst>
      <p:ext uri="{BB962C8B-B14F-4D97-AF65-F5344CB8AC3E}">
        <p14:creationId xmlns:p14="http://schemas.microsoft.com/office/powerpoint/2010/main" val="2024719976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B6D8F-4DE4-48F8-8745-FE72C6B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171F7-0721-4529-B343-0A6CF8E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A734D-9A81-4E47-8BFB-3274621F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92EC8-66AB-4169-8BD8-9572262F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29526-70B6-4717-B266-75DC88E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DE82D-3B6C-42A5-AF51-592DE0D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초안만 보여주고 대상과 근거를 숨기면 사람은 사실상 승인할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90CD1-A6C6-48C3-9C10-A61F476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초안 생성에서 review_decision.json까지,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3D6F8-83CB-4813-8B5B-5DC29AA0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E4F60-CDA3-44F1-8B55-60A1E701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review_decision.json</a:t>
            </a:r>
          </a:p>
        </p:txBody>
      </p:sp>
    </p:spTree>
    <p:extLst>
      <p:ext uri="{BB962C8B-B14F-4D97-AF65-F5344CB8AC3E}">
        <p14:creationId xmlns:p14="http://schemas.microsoft.com/office/powerpoint/2010/main" val="1098544599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94036-D7F2-4CFB-A1CD-0AD834ED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9E70B-1CAE-4C65-8B0F-5CC331A8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2EA3E-2ED9-431D-820F-DD4C568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481C3-0BDA-4763-9D49-489EC0F4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DE17F-16A5-4C60-AAE2-DFDA2A47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5D8C6-6058-4A2A-A9CD-EA092738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99B0B-B637-445F-B86B-45DCBFB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29CF7-C2AD-4F20-B1A7-EB3203E4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 interrupt payload를 설계한다.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9C953-04C1-4BD8-844C-61DBBAA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C63C3-EB1F-4FF7-97D7-2978228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58C03-B65A-4B52-8531-40C78B23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interrupt를 일반 Exception으로 잡아 자동 진행한다.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9CB3D-D51A-4BD4-82C5-697F78C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C7BC8-701C-4D62-A33B-AC274DB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2DC2D-BF9F-482B-88E1-82F30952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1971564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E40E2-A594-43AD-ACAD-D80B055D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9D893-450B-4625-80CA-D000A942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685E4-110A-479A-AF7A-23FAC250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CFD87-E1BA-47E8-862A-4ACE2F39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F9597-4F00-43ED-B50E-C4C23D53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BDA25-BB13-4949-BA05-51C394D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EC9DE-CDBA-4374-AD7A-66095849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0125C-1ECB-4DE6-88EC-5E101DCE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2B8F8-7AD1-4B6C-BAD6-AE9F8730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AD209-1BB3-49F7-8BCD-A900C26C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4D86C-72EB-4A40-9F2A-FD6F44C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6C52D-A5B0-4DAF-BD54-BD3A20F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C8F2D-2FC8-474E-924D-A9648F0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FFCFA-BDDA-40C7-BFC0-21149DF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workflow를 멈추고 입력을 기다림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0A7D1-E70D-4615-96DE-B480C5FF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69A0A-D925-43B7-95FD-6F629B7D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CDA72-4866-4051-8737-ECB972C4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771A5-B3DC-458B-9460-7A4BA4FF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초안을 그대로 허용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933DB-CE47-44BB-ABAF-C9E430FE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285FF-FE92-4FD0-AD7F-FB221E89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F486A-42D8-4A34-AFEE-578CB9AE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13E6E-7A39-4036-954B-5DE35FB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사람이 수정 후 허용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1F714-7367-4D60-A4E0-0C3AB4E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D9761-19BD-4398-BEF8-E28F6BEF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8BDD8-A49A-46E6-AC54-1D58655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ECFB5-62A7-4100-85D0-1C1BE8D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외부 쓰기 없이 종료</a:t>
            </a:r>
          </a:p>
        </p:txBody>
      </p:sp>
    </p:spTree>
    <p:extLst>
      <p:ext uri="{BB962C8B-B14F-4D97-AF65-F5344CB8AC3E}">
        <p14:creationId xmlns:p14="http://schemas.microsoft.com/office/powerpoint/2010/main" val="2070211132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39866-D244-43EE-9761-B675E23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B4D75-583B-4080-A883-B30C09ED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E03A9-325D-4381-A093-A0336CE5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F3E18-896F-4516-BD88-9BA0274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7DF37-D608-40C7-BC35-1DE1E7F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EBAFF-5079-4BDF-8368-6BFFEA8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ED24D-C110-4E5D-80D5-EA470903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97D3-D72F-4364-B47A-8007051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30E7D-F24C-4146-A161-8B080F18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E2DA8-61CD-4410-98B4-68A80520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551DB-7AF4-4FAC-AFF8-9C81117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초안 생성 → target 표시 → finding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84A94-FC64-410F-B9B9-9AE7BD0B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6439C-B5FC-4E2A-9C35-A17E0CC7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C4FEF-6127-410E-B15F-3FEA9310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E161F-B84D-48DB-B0E8-5873BB2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A6376-5F4F-487A-BFA3-D24DE75A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9A7E0-BB45-463C-87A1-090AD026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reject는 external_write=false와 REJECTED로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1089802814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1EE7F-1176-468B-8864-E4F5E182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1AF73-4028-4943-92CF-4A62FC7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6B283-D5C3-49EB-A244-7C3F4407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96BB6-B69A-4F98-B7BD-C773CC9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60BBA-7525-40A5-A8BF-6C7C7CDD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EE14-5301-4BCA-8D5B-C15FD799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04B88-D488-4DFA-AB5C-74A56A7D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5D497-5E61-4548-896F-A7353F4B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35F44-0FB7-4865-88DB-88CE6434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초안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C08CF-4C38-4CBC-8609-14E2FF4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A729E-1757-4523-A131-BFEBDFA7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9F9CB-6E13-4473-8AC8-23FA5F62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9E6B6-B651-4126-B2E1-21EFDFD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3B948-68AD-4E28-B5D4-5228687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1E8D3-DBB9-41CE-845B-39C431F8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 근거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5D8D0-30D5-449A-AFC8-A894287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1C1C6-3B83-4149-B565-75CB6B6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5B7E8-0B2A-4CD1-B914-43B06B8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73EA9-3CF4-416D-B6D5-3943083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942B8-F176-49C7-B847-F8241A40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91424-F87F-4710-8D33-19C68CB1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thread 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0D1E7-8983-4C85-9010-FE48728C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review_decision.json에서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89495957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5CEC0-0C6E-4DD0-8B8E-C8CA62B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816F5-A3A5-4DFD-A07A-B81CB61E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3EA9-6B1C-4869-BB5B-AA299FF1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75C87-C86F-4C37-8306-8F96EB74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EA157-E44F-4790-AB15-EEEB64B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77A7B-3F1E-4153-AF21-47BFFD75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5D38A-4830-4F12-BA15-F0F5C8BC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21091-A97B-424D-9EDD-030273C9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82230-7BAD-4AB3-B222-BE3CF4D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FDF52-E13C-406C-95BA-FA2789A0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3251D-F604-4E26-86B0-738C85A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reject는 external_write=false와 REJECTED로 끝난다.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84413-C24C-45D0-B646-FB06D58D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A599B-E09C-4BE1-805E-914B681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548AE-9C79-454E-8B66-CCBC16E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5E3A8-7A5F-49F0-ACB3-04397809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0EEC1-E60C-4912-9668-C755C76B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D6947-728F-4753-A915-629FEF0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식별자·review_decision.json</a:t>
            </a:r>
          </a:p>
        </p:txBody>
      </p:sp>
    </p:spTree>
    <p:extLst>
      <p:ext uri="{BB962C8B-B14F-4D97-AF65-F5344CB8AC3E}">
        <p14:creationId xmlns:p14="http://schemas.microsoft.com/office/powerpoint/2010/main" val="550127904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D0C1F-AAE9-4F41-A34F-2DB49D5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C935B-56FF-4720-BF29-93B2CBE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7120-37FF-41D9-BD47-4387A82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D5E2D-40C3-43B0-901D-23187790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F09D5-D5E5-423B-82FA-C3ABCE87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12DFF-3088-4EFD-A92A-521D6C8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475FB-8861-4447-B08C-AEA1275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21EE5-2CCF-4E45-984B-E99D565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1ADCB-9C7B-41D3-88D4-FD44A6D6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CBA12-C982-41C4-A2DD-A5113AAA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EB76A-A593-408C-8D16-93ED7377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52404-D337-4EE3-93C8-1A57A738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BC6B8-0880-4518-8CC8-DEA5619E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7DD6A-3CA7-440F-9825-49B7054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05309-01B8-4C9A-81D5-2760F4C1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web-demo/app.js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C6E7D-F090-4EDA-8FFD-D41EA94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8426F-F32E-48BD-9BA2-A4B064F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90098-AD4A-4736-8A70-3D496877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12853814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8D5BF-0F9A-4555-8872-EF8E889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8743F-6CD1-4C44-A2F1-73A689F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5FBE0-2E4A-4B98-A094-C9204A2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F63DF-4FFD-4B45-91D0-90697D53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081A3-99DD-487F-BEC0-10B94082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3E887-47EE-4C8F-A8D7-F0C2C458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A9887-6F37-4747-BB2F-FD33918E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5A816-572F-440D-932C-863E0BE6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workflow를 멈추고 입력을 기다림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74221-FE3F-4AA9-A979-C67E1C7D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9EC28-9AD1-44B0-BC64-BD64A3A5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src/langgraph_lab.py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51077-F138-465A-B8CB-4EC63917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8E12B-778D-4FAC-B561-318BEE0F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초안을 그대로 허용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18901-26FA-4A1C-9D1E-CF117D5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BBBD1-B112-4262-9777-AA5E1013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src/meeting_agent_workflow.py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9D912-CA95-4CE0-8DEE-21C74EBC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6237D-C4B2-40EE-9B8E-6D0623ED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사람이 수정 후 허용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383AB-94DE-474A-924A-E3644C7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C0C2B-E5BD-408B-9CAF-23307B9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web-demo/app.js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A281C-FF52-408F-A201-A85E200F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29ABE-B7EE-4170-B5F0-EDAC880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 없이 종료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34EA5-64E7-4D72-8E48-1953D61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93245A-3729-4D68-9140-65869E7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334482144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0E2A62-C652-4F95-BCB0-C2FF4C19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27533-4442-46FE-B32F-CE0D0764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A11CB-1EAC-4C5E-A423-618DF8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C1E67-24B7-4680-96C8-5A07FA7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3D9F1-2C48-4DC2-AEF2-CF1880C8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1FF4-B171-470F-AC9A-D3B3895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4AF2-EB43-49BE-BA41-69314485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A0088-A70C-49F1-BE95-340AA08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4345B-03F8-4351-BB08-4F1A5CF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6EF3C-9424-4479-BA9F-08CA4193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FC695-B762-4382-AF97-568C6B2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84F9F-236D-4887-8AAC-1B5DDAFC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C7CA6-2460-477B-A429-CD34EBC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F165F-7FBC-4154-ABC9-B1767555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BFF2B-BEF5-486B-A83D-BC69F6F9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D2A1D-2DD6-453D-B506-BADFDFE7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초안 생성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CE573-6A5D-46D7-AA08-77E8A82B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734B1-EC46-452E-AE03-ACF7BF30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2EBF8-DFF3-43B5-A18B-F53BB95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DD85B-6B7D-4D32-B9DB-086BDE1C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E9B46-8E9E-4FDC-AB6C-7E6B4CE7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7F704-57B5-4DB5-A545-CF0943F8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 표시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0D578-A9C8-4CF7-B0F1-AAAD5BB3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65D9F-2070-48EC-B396-39FC9214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F2869-427D-45DC-9270-D71E5005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B38B7-BFBB-40CF-8D3C-6952428B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42543-ABE2-4E01-9C32-FFDD0833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06626-8B36-4126-BE5C-3C2D2B81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 근거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E986F-0F28-4FA6-A994-DEE0F210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A9FD72-8C76-403A-AF94-088D98E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9548F-792F-4D0F-83E1-5C561993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68642-DAB9-42C4-850D-BA093E2A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C645C-5D2B-4957-A912-03CD2991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DF2AC-E9D6-4E4A-8FD2-C2878981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결정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1EBE0D-9FC4-43EC-AFC4-B440704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4A58A7-F8D1-4D6A-9FA1-E8BEA1D1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99837366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84A66-1EB7-4ED7-B356-2075D4C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C43DF-B8D8-49CA-ADAB-0EC1B85D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7BE4C-0F61-439D-A3FB-D32139F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D3FE7-5655-43E9-BB72-9CAE0861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1E0A-77B8-42E8-87FA-2FBCB8B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8A169-6485-4DFA-AACB-E9B34C8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15C7A-6ADF-4726-BA73-48BC5148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42E1B-D6C6-4851-9132-27B14A89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0FD95-4066-41C3-923A-26F9C816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interrupt를 일반 Exception으로 잡아 자동 진행한다.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B1A74-DE5B-4E04-91F7-5AC0BCED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D55A6-6372-4813-BFE7-B282416D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interrupt를 일반 Exception으로 잡아 자동 진행한다. 상태에서는 review_decision.json을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7ED7B-E736-4377-A387-958327C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97666158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25AF6-6BCA-402B-AE99-E00EFAD6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7368C-122B-4CDD-9A18-C2204FCB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DFBCF-A9DD-4A92-98AC-4D7154C2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AB248-31DF-43D7-9C69-84FDF601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CF006-71D7-40E5-9AA4-53E4FD09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640F6-6C55-4473-BAED-6A64ABD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1D07B-4A63-4C01-AC19-AF2443B8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74507-921B-4AF1-AFC6-C0716FF9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2748E-2448-40BC-9EAE-8695C094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reject는 external_write=false와 REJECTED로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BE81-AD19-4498-8DB6-CCA89008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80C1A-1189-441B-A8FD-A1E6F71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7A84B-2E83-4AEC-9C85-C5E8E78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interrupt를 일반 Exception으로 잡아 자동 진행한다.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BBCD2-CE25-4B8F-8944-88F6FA2B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6B8BB-DC38-4824-9BC5-C0B9E04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D7D8A-8A0E-48F1-A0C0-132D9C72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interrupt를 workflow event로 두고 같은 thread_id와 JSON decision으로 resume한다.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0D79E-CED9-408C-BF60-4E261DC4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00B97-6316-4385-9A28-0DE0C65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2FD80-8D29-434F-8A25-CF007A12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review_decision.json과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59794767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AF62D-3DEC-42E4-9869-AD82B42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049CE-BC28-41CD-A516-95341CA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28A4C-4F38-4453-8F0C-8E13E4A2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EA374-9F3F-490D-B872-0FBA1CC1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F509A-8024-4612-86A1-88989970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EF6C9-E14F-4A89-95C4-D748839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69788ef644df0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2F565-C3A7-4809-89E2-B8E27F6F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src/meeting_agent_workflow.py의 책임을 찾고 review_decision.json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DEC8A-D7B9-4CE6-A4E2-049261A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Human Approval과 Interrupt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385027701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A0BCB-CDE6-4173-9187-C101197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E3F06-0E14-4355-A41C-EF579100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30801-FD93-4628-885E-3A8698E6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16C61-D90A-4D7B-904A-F3C6324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92D80-7E34-4E9E-9820-B30CBF4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1B779-7D5E-4786-B12A-2F01085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65C6E-8FCC-4E4C-AF86-D1EEA11D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4E812-770E-412B-9DDA-5760A011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2067A-46F3-4712-95B3-E0425AD4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승인 node 전에 외부 쓰기 호출이 존재하지 않는지 diff review한다.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79E03-FAF9-4851-B7D0-0A6A13D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7FACA-E34F-429D-9260-C84D72F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FB472-3E37-4C5F-968E-7394F27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web-demo/app.js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37639-3CD2-438E-8882-2F2F411C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0AF05-79C0-4BD8-9A36-DBFD59B6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F6F55-6514-4CBF-BC6E-661800E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reject는 external_write=false와 REJECTED로 끝난다.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01878-DDF1-4C70-8398-882E60E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A37FE-639D-48CF-BDFD-59243E1E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CD3E1-5B93-4085-B9DD-26F2ADDB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39562810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95304-F440-43B0-B809-50F0ED1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346D4-84BF-4636-8615-7455C4B6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8A47F-E609-482F-87FD-1262D59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23555-74E1-44CA-9FD9-8D727F7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603B1-8CC5-4B98-A31E-DED7A55E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02C2B-4115-469A-AE86-1E9723EA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139C3-ECA1-4B01-962F-A7F2B4C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1FF0E-BD95-4794-AC51-05CD230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F637F-2370-406C-87D5-F6B41B3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8543F-DBAF-40CD-8909-2B5FF233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27C92-80C0-406C-BC69-45AC932A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BD5C8-7171-4D3D-9802-609A41AC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C4954-1F87-4306-9D42-C04124C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0306A-C635-4C90-8927-747999D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53FC1-F1A2-4513-AE2F-AD4DF30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60FCF-01C5-4CBB-AC64-07E8980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8539B-81FB-4806-99F6-ACA28623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DEBA6-AD67-462C-88BA-3D5B3C56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127C8-1684-4CF6-A92C-F591E87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4DCB7-5946-4F2A-B176-C521FE2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B8E71-6AB2-4ABF-87B8-1EC7D2D8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C070E-E240-4007-97E5-3401647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6207057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F8725-5FFB-4A74-9062-78A10F34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03451-2B8E-4D0E-9654-07E6460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49D33-5F29-4647-A6C5-F2F7170D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9AEC9-3B54-4341-9392-C61C4268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4C68F-77A0-4A6E-81B5-DC8A4F2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80A84-12BC-4002-96AE-6FF19E3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62ECB-FB8E-4653-9D0A-D9B68C11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373AB-4200-46A4-96A9-697A093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68837-7FC2-4D12-A7B1-E7EFD3C7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EBA10-4CC9-49E6-AF95-52F5091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3A369-09DD-4278-815A-FE3A92DC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C9FE7-D08B-424B-BC07-B44E93A2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D9D1A-F253-4A66-ADD5-A5F66BA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57822-E4CC-4686-B8EB-090C5EED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6C069-8278-4782-8811-F5EE606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src.langgraph_lab --decision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75526-251B-4607-8C0A-8B0B4FB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D10D1-296A-4E7A-A4E9-B42BF1ED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AD394-8921-4EF8-83B0-65BC8543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approve가 READY_FOR_EXPORT로 간다.</a:t>
            </a:r>
          </a:p>
        </p:txBody>
      </p:sp>
    </p:spTree>
    <p:extLst>
      <p:ext uri="{BB962C8B-B14F-4D97-AF65-F5344CB8AC3E}">
        <p14:creationId xmlns:p14="http://schemas.microsoft.com/office/powerpoint/2010/main" val="2123281917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43CF1-AB92-4BC2-9F2B-2026892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D3966-20AE-4BF0-9E55-CE87010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DE968-7DDC-416F-8FB4-2D05DD29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7B164-37BF-4E47-BF6B-0EF11C03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8CFC9-2174-4F77-8F04-75650281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25D5C-7353-4AD9-B2CC-3C97C43C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9723-D230-4248-902D-99080EE7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88962-BD29-4AC1-80C2-FFCEC4BD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E0FF2-801C-4412-9060-D943864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src.langgraph_lab --decision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08CF3-6646-45E2-9436-492E467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B02A3-36B7-43B5-8A83-9D2A433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06601442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EC95A-1BE0-4EE1-8826-2C38C7A3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06_review_decision.json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F754D-DA6C-4C3C-AEBD-0569D464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CB17B-8F52-4547-817B-32EE234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90A73-8B4C-45D6-B1B4-164C6084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3B2C6-8AD8-4DAC-BE2B-8B0C109F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3D79C-3D21-413D-919E-F1268EA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13E94-CC3C-489C-9825-2091CCE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6AAEE-3382-4300-BD16-EBC90DA1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"approve":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"PUBLISHED",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"publisher_mode": "fake"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"reject":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"target":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"repository": "classroom-owner/agent-sandbox",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"number": 17,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"head_sha": "7c83e8fce9a24d90b6d4a6c9123aa90817b65b1a"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"body": "## 교육용 코드 리뷰 초안\n\n- **P0 · 검증되지 않은 문자열이 코드로 실행될 수 있음**\n  - 위치: `src/payment_job.py:9`\n  - 근거: `result = eval(command)`\n  - 제안: 허용된 명령이나 파서만 호출하는 명시적 registry로 교체하세요.\n- **P1 · 외부 쓰기 전에 사람 승인 경계가 보이지 않음**\n  - 위치: `src/payment_job.py:11`\n  - 근거: `requests.post(\"https://example.invalid/jobs\", json=payload)`\n  - 제안: dry-run payload, 대상 확인, human_approved 조건을 쓰기 호출 앞에 두세요.\n- **P2 · 넓은 예외 처리가 실패 계약을 지움**\n  - 위치: `src/payment_job.py:12`\n  - 근거: `except Exception:`\n  - 제안: 복구 가능한 예외만 잡고 구조화된 error_code를 반환하세요.\n\n자동 게시하지 않았습니다. 대상과 내용을 사람이 확인해야 합니다.",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"idempotency_key": "c97ba39c959d7fda585b86c3",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"human_approval_required":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"error_code": "HUMAN_APPROVAL_REQUIRED",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"remote_result": null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0279618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6291-E7C4-4A9B-8F16-753AD382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2AB97-67FD-4F42-A8F8-28BC026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8136A-988C-44F4-80E1-A3876170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F5433-C298-47A4-B3D2-573F99B5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365B5-CF40-41BC-AF65-4430BEED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F98A2-3C67-4996-903D-81FFF2F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1F8DA-A82F-4ABB-83AE-C7D8BE8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593B5-B60E-4090-8CC8-7B94131F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reject는 external_write=false와 REJECTED로 끝난다.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40F91-383F-4C63-A281-EC8B40F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3B438-12F4-417A-9B14-138503F6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43640-646A-48B3-915A-1631EF59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interrupt를 workflow event로 두고 같은 thread_id와 JSON decision으로 resume한다.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A708-6A70-4AF7-A587-60B3890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reject는 external_write=false와 REJECTED로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777713378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BA6E8-C383-4D1F-82CD-50E2E9A4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F42CB-56AB-40DD-A2D1-2008AF63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2FBE8-9D6A-4D4A-B8F3-9D39321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E63C5-5B48-48E9-B678-D0B2397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0C958-61BD-4ABB-A7E5-953A2B2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4349D-26EF-42B7-AE0E-B250B93B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94938-F35E-4232-99D2-39E07042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31CF-EDCB-4BA9-942A-70B55E6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web-demo/app.js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C49CF-7AA2-4065-8884-B737C3EF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B20E7-85D3-44D5-8043-10F0B2A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DD52D-BA19-4DD1-978B-9FA2A5C6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8DF60-2615-48A5-BBBC-B8ADF9F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저장</a:t>
            </a:r>
          </a:p>
        </p:txBody>
      </p:sp>
    </p:spTree>
    <p:extLst>
      <p:ext uri="{BB962C8B-B14F-4D97-AF65-F5344CB8AC3E}">
        <p14:creationId xmlns:p14="http://schemas.microsoft.com/office/powerpoint/2010/main" val="1354939471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33096-1F31-4E49-8320-A894134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F8A9D-2C21-45D9-8E48-712BBE5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40443-0A03-440B-98D2-12770F0D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DE453-C8AA-4703-9955-4B412845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B7617-0BFF-423D-8F24-3A26772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C1A3F-083B-4F39-B6C0-B2D36586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03D02-2B68-4FC8-B5AC-7AEDEA19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6차시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5969D-9C1B-40EB-9D46-DE6BEB95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236A4-EEB6-447C-8588-BC202B8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rejected = publish_review_comment(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plan=approval_plan, human_approved=False, publisher=fake_publisher, store=InMemoryIdempotencyStore(),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human_decisions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"approve": {"status": first["status"], "external_write": first["external_write"], "publisher_mode": "fake"},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"reject": rejected,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rejected["error_code"] == "HUMAN_APPROVAL_REQUIRED"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save_json("06_review_decision.json", human_decisions)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human_decisions</a:t>
            </a:r>
          </a:p>
        </p:txBody>
      </p:sp>
    </p:spTree>
    <p:extLst>
      <p:ext uri="{BB962C8B-B14F-4D97-AF65-F5344CB8AC3E}">
        <p14:creationId xmlns:p14="http://schemas.microsoft.com/office/powerpoint/2010/main" val="1070345346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27FF1-BCBE-45F5-A6A3-BA9227C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B856-EAE7-4329-96CD-824D51A0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79206-D119-4EC7-96D2-FEB8F46C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29216-C3B7-4061-A624-82100D93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7372D-65EE-4FBB-AC07-B2662DF9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02EE4-B3DD-440F-BAFF-ABF80B11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19C56-4EDF-4AEC-9DD6-94C5139A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72214-16A4-4BB7-ADDD-0FEE61B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src.langgraph_lab --decision 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BFB31-3736-4B6F-9081-ADDDB2C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output/course-labs/day4/06_review_decision.json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AC322-504A-4696-B337-08BE2854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review_decision.json의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029310628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38E58-4E37-42AD-B689-E847869F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60468-9233-4348-A375-F3941DA2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573B7-7686-4D5F-8B58-35D3AF7C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F2273-3669-47ED-9299-E8BE0B82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7127-8AC9-4837-AC92-9554E4C5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4AE64-1A25-4156-92C2-0D6159A4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FACD6-B9B0-4E93-BA30-A9C23CA8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reject는 external_write=false와 REJECTED로 끝난다.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9ACE5-FC71-4DD5-852F-0F5AE224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05112-A96F-41D7-BF6B-652DB3FC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"output/course-labs/day4/06_review_decision.json"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02D7A-FAD0-4177-8F86-C2A3CFDF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975727217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4BED4-E63A-4FC2-A699-2389140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B705E-AE15-4B68-973B-87A0FA2F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9B198-851D-41F9-B327-810B492F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580FD-334C-4D93-94C1-306AC478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FE74D-1A49-45EE-B32B-644F20B7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BC392-7191-4B90-AFBB-9AD27B59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5C23-4108-47D2-8A2D-E9197F47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FEAA4-FF2C-43BE-AD18-590307D2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0FB5D-4F06-4B8A-8328-1DAE419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approve가 READY_FOR_EXPORT로 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29837-2D95-418F-8EC6-2B5FCC7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BC269-67D2-4BF6-9860-6FD5259D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5D67F-6F7A-4702-B5BF-518EC41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F4639-5764-44E5-B090-D16108FE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2E23D-20F2-43F2-9502-03BE1C10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9B6B8-7A2B-4A28-8395-06A7FB3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134F4-31B7-4908-9C6C-0733B98C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5C39A-0E03-4332-BAA4-E9F67E0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CB097-3678-49D4-886B-FC7183E8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629625925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05A6A-C389-4237-9498-A3B93B7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8229-B2B4-4018-AD9F-F1D00C07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FAF46-1A49-4564-8A05-4030CA2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0A964-730F-4743-9D75-98661D1E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21D29-2517-4A36-BC3E-75DDB44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AC14A-F09F-47AB-9EA8-2D0DCA90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25B04-6970-46B2-AF6A-6F7A59A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88EEE-47A1-43E1-8D29-124ED2B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72A1C-37C1-4CC0-BD7A-12CD5C4F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reject는 external_write=false와 REJECTED로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9AC68-327D-4361-93D3-AE59EB58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1AAB4-FE86-4150-B39D-E30D37F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F00FA-C3B7-4906-8AD8-8A24FC8E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AD572-C1FE-4526-A008-7D06F76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8F652-4141-4109-8BB6-DAA02B05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36D59-F318-45A6-99EF-AED55C1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AAD80-F360-4E81-863D-91DB15B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5919B-532A-4803-B548-99BD7664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7388-B384-45DE-AD73-46805718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reject는 external_write=false와 REJECTED로 끝난다.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2036521932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18FE0-496D-4348-AA57-4500CF11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2CEAD-18F4-434E-85F2-97B09FB3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1F03A-3873-4785-9778-BABBDF66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2A527-3192-437E-8E16-AE048A9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A0B89-7A9F-4E8B-8B64-434FC849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F976F-BE7A-415E-B44E-629D69B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27FEE-270C-4D25-BE5F-D82546F8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comment·메일·ticket 생성 전에 동일 승인 UI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5760D-46D0-439F-844F-E340065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36E2-D1E5-411B-B4C3-9C3B6DF1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C31AE-C1F0-4319-AC6E-4C0587E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BF176-391D-4EAB-971B-C73F2DC4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3EB63-8FFC-4CD5-833D-8A3897B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C4206-A820-4D95-B5B2-9856586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comment·메일·ticket 생성 전에 동일 승인 UI 사용의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DC2BC-084E-4EA0-A8D3-2F1EF81F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8B92C-865E-4E6C-8612-0E483EE8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C7546-BE33-4052-ADDF-EFB08476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CDF9B-1874-48FD-A04D-74D1F748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3DD7F-ED28-410B-B7C6-AA3F3400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AC6F4-EDB7-4235-8A14-25D47B8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2277238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18374-36D3-4E8A-9701-DB732FE7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A798A-AA1F-4E05-8FA7-B920ECC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9B877-C7D7-415B-ABE5-0EC5E69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655C7-A2E2-460F-B1CA-A4A2C902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564CD-32F2-4F32-AF41-E46B1CD5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7D0D3-BAEB-4F13-89C0-7792BE6F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6B8CB-76AF-4C02-AC07-F83B2579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5DA32-004F-458B-9ECF-ED63C2AC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49BB-65FE-4AE1-BC7B-0C3A09D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897A5-9887-4C48-A85F-8DD72D24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interrupt를 일반 Exception으로 잡아 자동 진행한다.의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7F27E-4853-4199-830D-A166FE49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16C0E-9784-46F9-9342-6D0AFD8D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8ECFE-4620-4BC2-B93C-61D2CE6A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379C0-96A4-44E0-ADF0-667741E6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B8FA0-9243-4841-B424-F5C1A385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1E6F2-A22F-4DB5-A6C8-59FA1D1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승인 node 전에 외부 쓰기 호출이 존재하지 않는지 diff review한다.의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CF210-95A2-448A-A2FE-85D06557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0348-AA66-468F-8E8B-0E4184FE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31BE7-797D-4224-9E0A-BFCEC89A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572270674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A9115-0782-4240-B686-83E091F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00CBA-6984-4CBF-9FDA-9A0AC10B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0444F-16E4-4CE2-8B78-8FD1925B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84BE-8839-4958-A696-42B8E4BE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ADDAA-C215-41D6-86ED-A07DDC3F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30AFE-D8C3-4DEC-AFEA-878797D2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9989B-38C5-4740-B559-EC42D8BB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A900E-D71A-4D94-8C30-DD5C076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C1F2-5BB8-4DE7-BA6E-B65AD649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approve가 READY_FOR_EXPORT로 간다.로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A783D-96B2-49F9-8CDE-7B2DC188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47E93-9D3E-4F77-80A2-DBA12C26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B8F08-0B54-46D1-9F84-657C12B4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Approval과 Interrupt의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8B935-68EA-43E5-B8B7-8CF4E9BB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45453-1F15-4777-A4C2-A4377DE7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A11CB-0903-4A2F-A5E4-235243DB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interrupt를 일반 Exception으로 잡아 자동 진행한다. 발생 시 review_decision.json에서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5B308-1CC3-47F1-BC4D-4215A83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F1E32-353D-4D16-9F7B-7F2EED2C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B1D88-8B3C-490D-9357-6F0CF03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886530880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387C7-5529-4CFC-863F-66875289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1FAE3-4723-4FDF-9480-CB5489D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73FA4-1BE9-43EC-91FB-B349DCE3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F9651-8886-4102-A1E0-BA4DC774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323AE-AA3F-4794-A566-604B0FFF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80D0E-4F25-4A9F-8ED1-15708819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17EB6-10EA-4CC2-B07F-B6E93926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0182F-E3BF-4929-B818-89F1AAE5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7A9D2-EA0A-4C6C-B227-F673884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Human Approval과 Interrupt이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B955A-2890-4DC0-B6BD-54F57BD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DB2F3-5FC9-4B20-B00E-AC5E7E9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D0848-F269-4176-BA7B-700426C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src.langgraph_lab --decision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671FB-63A5-4B42-9455-A2E975D1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EB512-01EA-431D-853A-4DC6E432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C8A30-C88A-457F-959F-0B703D2A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review_decision.json과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F4D9A-A79E-4D54-B3DE-688657CA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Dry-run Comment Payload</a:t>
            </a:r>
          </a:p>
        </p:txBody>
      </p:sp>
    </p:spTree>
    <p:extLst>
      <p:ext uri="{BB962C8B-B14F-4D97-AF65-F5344CB8AC3E}">
        <p14:creationId xmlns:p14="http://schemas.microsoft.com/office/powerpoint/2010/main" val="2106594207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EB568-B8D2-4679-9335-448AC0C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DD5E-CA96-43DC-A7BE-507F9476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Dry-run Comment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70C88-1C7D-4B1E-AC73-2B10B40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7차시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D7587-B2C8-4DCE-8767-F48F6186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15:50-16:40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EBC29-394B-4F78-967D-C3B4EEB6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Dry-run · Payload · review_comment_plan.json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112F8-7789-4FB8-A915-B905B93B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A970A-3343-4ABC-80F5-8E828FC7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5219-5D31-44E3-A194-CC5654E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Dry-run Comment Payload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42242-B510-4E57-89C3-1C9DFF18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908-DB74-47BC-98B8-AB5211C5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35CFB-0FBA-430F-A4A3-9F5C804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A179A-08F8-43BD-9D33-9C69C5B3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review_comment_plan.json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285E3-C92C-4AD3-9ADE-9A40C27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7차시</a:t>
            </a:r>
          </a:p>
        </p:txBody>
      </p:sp>
    </p:spTree>
    <p:extLst>
      <p:ext uri="{BB962C8B-B14F-4D97-AF65-F5344CB8AC3E}">
        <p14:creationId xmlns:p14="http://schemas.microsoft.com/office/powerpoint/2010/main" val="63088668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977CE-86C8-4B20-B3A5-41837601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7차시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FAFAE-CBBB-4B17-BE95-81EB27E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E7BA2-A5EC-4CC8-B498-BF62A89F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4FF13-1543-46CF-A582-D182E548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00128-1AFA-4A75-A7D9-553CD5A8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C7E61-328A-40AC-B6A7-D0DA6111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973C8-5E33-492C-BA61-3C179516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2E67B-07C1-409C-8BFA-2F0C0D8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80326-18D9-4A19-94E7-34AD451A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review_decision.json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CF0D0-1774-4C64-8E78-4B7A43D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EF975-9D3E-4567-9BC0-D250C85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83911-D23B-4AA7-A9A8-19A73A4A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9F92F-9261-45FC-B8F3-8937F8F2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83D3B-51CD-4F67-8F0C-C483145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11285-C6BD-4536-BBD3-0E581371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608D3-EC3C-43DF-BC41-9E6E250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A5D73-FA44-412D-9BC4-94BDD488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9F080-B878-46A3-93DD-D6627229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</a:t>
            </a:r>
          </a:p>
        </p:txBody>
      </p:sp>
    </p:spTree>
    <p:extLst>
      <p:ext uri="{BB962C8B-B14F-4D97-AF65-F5344CB8AC3E}">
        <p14:creationId xmlns:p14="http://schemas.microsoft.com/office/powerpoint/2010/main" val="835108510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E367F-EB53-4E54-8F08-E7DADFC8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B829D-6FF6-4A5B-8936-F1A8BCBB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0A657-1116-4A6F-9E57-3182B280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70AB8-2F6F-4C67-9BB5-855F09BC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DDB3-BDE1-466F-BB2B-E95F5933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E184F-0AE4-4881-B77C-C3403F09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대충 만든 preview는 실제 API payload와 달라 승인 증거가 되지 못한다.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66C-7B18-4986-B862-C2A970D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report validate에서 review_comment_plan.json까지,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6C438-5FFB-4777-B23B-D42BBAD9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91AF3-31DF-44C8-A63A-70F831AD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review_comment_plan.json</a:t>
            </a:r>
          </a:p>
        </p:txBody>
      </p:sp>
    </p:spTree>
    <p:extLst>
      <p:ext uri="{BB962C8B-B14F-4D97-AF65-F5344CB8AC3E}">
        <p14:creationId xmlns:p14="http://schemas.microsoft.com/office/powerpoint/2010/main" val="84595123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EAFA0-A457-455C-834E-4CB115F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0D974-8493-4A91-A6DE-38C8932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FD656-A62A-490E-ACBC-4577E42A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194CC-0826-44D8-B0DF-34112431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6E6DD-536E-4FCD-BAA5-38380CA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785A0-2E4C-4A6E-9DD4-1601F03E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41E97-9E93-44D0-A2A4-260FD53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1CF9F-165E-433D-B5C0-984D2104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comment body·target·idempotency key를 local JSON으로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E2B9A-FF82-4C3E-93F6-2E30AB8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FA772-E1CE-4C23-B83C-7908EA69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CF2CE-517E-4EDD-A478-27030EDA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dry_run=true인데 publisher가 호출된다.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3F67E-038E-4C99-9A35-6ECF3019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960AB-0A3E-40D7-B389-0A017F9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04907-98F1-489B-B4B2-55DE9070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38474856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2E9EA-294F-44AE-B593-6BDD7D92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87616-FCB7-4412-8FDE-408C0B4D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D33C0-8ADB-4B82-B7BA-48F14BBD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648B4-6F1B-4172-B8C4-C666E37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2799B-4AEF-454F-905D-DCC2688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23CE2-95A7-47B1-9F2B-D33EE56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91A56-ADC1-497F-A2E6-32B6CE75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8DF9E-FD80-4939-BD80-A48D56AF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24E7E-676A-46B9-B0EB-CF3D261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91D91-3FA1-4AF0-9E4D-5BEBF168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2C79E-19CE-4F6A-A4CD-2A3EFB74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B010C-9784-4741-B08C-95797B17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68438-51C7-4BF7-8C90-377BE43D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3460D-70CB-4B33-BB91-F974793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외부 쓰기 없이 동일 payload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A6D47-6835-435E-B858-389E250D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FD76F-266B-4DB8-8C19-CD2414B2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FFC63-5F40-42D0-94A0-A062083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A0A36-F2DA-470E-9365-5523529F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API에 보낼 구조화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44A09-152C-428F-9063-C085AF25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C8070-354E-4B26-9900-20B77B68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8BEBD-8FB6-4BBA-96E3-706A85A5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76994-5032-4FF0-856A-601C2C4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누가 무엇을 승인했는지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09B10-BD6F-4679-AF7E-861446C7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B0FDE-ABDA-4918-8BD7-009E048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External 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AB70D-5028-4A06-AD4C-BA2EE96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ACB07-E66D-4004-BBD0-6402BF1C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외부 시스템 상태를 바꾸는 호출</a:t>
            </a:r>
          </a:p>
        </p:txBody>
      </p:sp>
    </p:spTree>
    <p:extLst>
      <p:ext uri="{BB962C8B-B14F-4D97-AF65-F5344CB8AC3E}">
        <p14:creationId xmlns:p14="http://schemas.microsoft.com/office/powerpoint/2010/main" val="1482585531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EE688-EE07-4CDE-9D42-6BE8964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28911-D924-436C-9586-4AACBEF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73AA5-085E-48B9-B196-0A9A29B5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BF927-178C-4B97-8AE6-77346307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86968-C380-4A7F-8C0B-00FC8CD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4374B-DD7F-4415-90C3-A87D2AC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DEF65-C45C-4D86-8BE2-19C532CE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4D1D9-755B-428C-A732-967CD069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CF5C-80C1-42DA-8733-D15D9490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BF133-FD77-4C61-AD52-213134ED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D5A26-564B-46A9-8859-E298268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report validate → comment render → target bind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A9211-AC09-4E73-A870-EE51B05F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FBA12-08BF-4EF6-957C-A01D94D3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5F1AB-2F62-46A9-9D86-731AA7C5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C6410-8781-4E80-AC16-1985CEE1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3DF0F-2BCD-4DE6-AFA0-77D2BC5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E4EAE-1B52-46A2-BC9E-D2B0430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93846245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96E60-FF4A-40C4-AC1E-1D8DE770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BE964-DF0C-477B-8D2D-459DCB63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20F59-67F9-4449-88FD-A9B32048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FAA84-6430-4548-9067-FEE01BB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202C3-B225-4B9C-94AB-1A228578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92C5F-B7D7-4FDD-8048-FFE5B73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081C0-2431-4427-891C-E769B55F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555D0-20E9-4BC1-B8D6-E64715A6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C2EA6-D1BA-4826-8247-940C0C8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report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2995F-4310-4B68-9605-8DC82CDE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4B59B-443E-4CA1-98A5-B6C2A11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B99C5-0980-44D7-9BB0-0B63808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comment 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DC387-66C8-4A98-9DE8-48DF3A4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DC1D5-F2B8-4255-B3F0-12E7CB57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E20B9-9B1E-4F52-87B6-1B90FDEF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 bind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15C65-1D95-4621-9E9C-6C2499C8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C38B6-A2B7-40A3-8369-B69D21EC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27669-96C8-460B-BF9F-DE2157DB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hash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EA90-AD80-4F80-AB88-94CDE2FC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2FC7D-EF86-4346-8C5A-9C675E71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37DB2-8F35-43A2-9AFD-CD98BDA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READY_FOR_APPROVAL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672D6-2E9D-4B10-8327-7AC76C44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review_comment_plan.json에서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3850120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335DA-F82E-4B54-A04F-6BE99483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33770-93E5-40D1-8DFF-EBBA849E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5557D-88F7-4F18-B8C5-5F3C2AB4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98861-D829-40E0-AE25-2A2CFE3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6A3E3-8D08-4CE7-A390-FAE995E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6968C-88BE-46F7-9086-A80B40B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E577-E4B6-4864-8642-7F0539E4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77147-3A75-4CCC-B262-5D7ECA0F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C0F9B-27C7-4A1B-B906-27D9E90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A4C55-1E79-43A2-9FBA-8D0F1C25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C4D47-46BB-41B5-8A7A-8655CAD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6170C-C83A-4495-93A6-4CBA07B4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AEB61-ABCF-4950-9CE8-C0120B8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E91F5-0169-47AA-B566-B92E5DB0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BFD67-305C-4DC8-9F49-54B8C32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4CE7F-35A1-471B-9C32-62359575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58849-E35D-48C0-830B-2E47A8D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식별자·review_comment_plan.json</a:t>
            </a:r>
          </a:p>
        </p:txBody>
      </p:sp>
    </p:spTree>
    <p:extLst>
      <p:ext uri="{BB962C8B-B14F-4D97-AF65-F5344CB8AC3E}">
        <p14:creationId xmlns:p14="http://schemas.microsoft.com/office/powerpoint/2010/main" val="1476738695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70654-0BE5-41D1-88E3-7C74650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A4642-1B73-4989-B628-CFDED4A2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57A48-4750-43F0-88B7-72A31A92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9A69-E3E8-4466-94FF-7D41EAF9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F3B4F-ED32-4F0B-94C2-01C54F96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194C7-1679-4E0D-BD83-162AFCF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B373D-ED90-4ECA-AD69-00077B0B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68A5F-5002-4A84-9ECE-D5AF509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1370E-6E19-44F3-8FEA-FB110C65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651F2-8814-4ED7-AE32-C9785AD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CE7F7-2D6D-4201-89E1-C0857EA9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21D0-7B4B-4B81-9FB7-2012E2E3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9A1D7-2CA7-4A64-B1A8-333AB44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8F4C6-3080-4C93-9708-1B27334E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816AC-D6E1-48AF-8866-9F84BA0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64149-52F3-4D25-95FB-924B2AD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F0FF5-F80D-46B1-9838-4A88EA2E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DFD27-D7DA-4657-BA63-E531125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53843116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D57B9-383A-419F-935E-CAE9DDF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7C82C-5D3F-4211-9E43-85333FC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8BEFB-8271-43A0-A8D0-E05D0544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0F237-F5C8-44C6-83CB-62D11B8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6AE7B-5C50-406F-BD4B-16CD372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8106B-D3C8-4735-802C-17BC3BEC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A7DC3-B6E5-4B58-979E-35F8DA3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E0981-BA6D-4F18-8128-9254066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 없이 동일 payload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EC0D0-E400-4A20-A42D-0F25058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8F3F4-4BC0-4659-9624-DFF3641F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509F8-F648-490B-9390-B2206ED5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AE93A-7D09-400C-93B3-DE3590A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API에 보낼 구조화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CEB85-B15A-42EA-B921-1FC98DC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0D6A8-1616-4839-BE91-96530395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src/course_services/contracts.py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DB976-641A-4DE3-9FA2-81BDE1EA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1BAC2-1ED6-4C08-9B54-35FC4947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누가 무엇을 승인했는지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7FCF7-1C39-48D1-88B4-6AE267AA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A769F-7B15-4F22-A750-5EA0F9F3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ADA9E-8F4D-4732-AA13-52D1E540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External write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C08EC-4C1B-4C26-B229-FE79CCC6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시스템 상태를 바꾸는 호출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6C7ED-2C7C-442B-92EB-54ACB5AB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204BA-C71A-4221-8156-5F04796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019227863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E6CD8-48D7-4628-952E-EDC13F7F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5350B-4A80-4F44-B5C4-3BA9718C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A91DA-6499-4711-A334-90EC242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D374A-D71C-414A-BB8A-3E55BEC7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3AE8F-D84A-4165-BF06-A5F577B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9CC5E-E127-459D-927B-40AF55F6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075B3-54EF-49EB-AD04-8DA6B2FB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1DD40-9447-4BBD-AA0B-F41C4AAC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1F01C-1A79-4894-843E-A4591F09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BA9B4-CEDA-4C4A-8A66-7EB67947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4A27B-1A4B-4DF3-A8C1-A88FEB7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D5CEA-1615-4F96-8B3C-F59906B5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46E48-06E7-411E-B765-1A6483D2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49CBA-F291-425F-AD1E-E0D9FF3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EC5EC-8595-4E01-A3C2-02988D2F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65096-BC75-42E9-AFFC-3AA7AAF1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report validate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9C90C-4886-4B29-B85D-32BAD82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9994E-7B05-4A90-B8BC-06771A2C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C73A0-BA14-4548-AA2D-A8B5B68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D03A4-DCA2-4E4E-9886-530A62E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8F444-A69E-454C-A783-FCEBCEC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01572-EA03-4356-8B83-52D428B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comment render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E18B6-B8C0-41A3-AC4C-936D0B75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57C6A-7C89-46B6-9A2C-80283E94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9BDC3-CF0E-4502-BB8F-5E1CA86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C9063-2B3F-4D5F-8CD9-D4B9C774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09DF9-8685-4790-9705-ECF369E0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023A8B-D9C0-48CD-8384-4D6DCFB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target bind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0FCEE-E906-492A-8FA7-5634522B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41D7A1-DA61-4EE5-B56D-436845AD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20B9E0-9B01-4AA7-9E20-A24425C2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BD9B6-4274-4C33-8F1A-93D54ADF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External write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10BF6-0094-42D3-926A-4D1A6A63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6B7D2-954F-4786-B655-C8440C1E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hash key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554716-8890-4537-846B-C882697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5FCB3-E1A2-441A-A043-45A2D67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837500931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8A8E7-5E49-42D9-8A34-DCC664C3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DF1E2-C44C-47AD-8496-47392C77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0D030-B056-4BAC-828B-9B5C64DA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8BB56-D836-4729-AEB4-B20F604F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7F0D6-7EA1-4B3B-BE77-B8530453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93467-43E3-447F-926F-27EE594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E585A-DA1B-48A7-A5E0-1B11312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5407D-591D-4481-B66F-9839B520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D1177-9D41-497C-9335-A08715C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dry_run=true인데 publisher가 호출된다.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7AD6A-6703-47D4-9980-075773E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05E79-E775-4931-BFEE-C313154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dry_run=true인데 publisher가 호출된다. 상태에서는 review_comment_plan.json을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57D1A-C0BA-4EB6-BB48-DC28AA0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54147628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0B297-62A7-4653-970C-F49FC26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2C66F-4BBB-4164-9C47-15D95B4B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2E5C2-443E-456E-8905-651B5DF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7A2FB-A974-4E35-98DD-87DA711C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5EBE7-48FB-4DDB-A968-EEA8FE1D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D6C1C-4D8A-4F69-879F-F7DE4790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9B709-95FC-4462-92FD-AEA1225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575D1-D6F5-4A64-B35A-D1B5BF6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67679-EBE7-4C5D-838E-4FB7F78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dry-run plan은 approval=true여도 publish되지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75440-9FFE-411D-AF16-C48FC98E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92DC1-57DC-4DFD-B028-D2E1A61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AE788-ED4A-4F25-BD2E-BE644F7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dry_run=true인데 publisher가 호출된다.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3FAFD-E953-4229-990A-11459648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F06D8-DFEB-423C-906F-A3D40456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F4FCE-D4DA-41D5-92BE-14503960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DRY_RUN_CANNOT_PUBLISH를 contract로 고정하고 fake publisher call 수를 assert한다.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6A84C-09ED-401B-A895-1B4CBA05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A3AF7-F8E4-4B2B-9C3D-1D3D49D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00092-D2F2-4450-AEB6-25608A4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review_comment_plan.json과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753415556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651BF-27CB-4872-B18A-F842B44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C2668-B810-42C7-B218-EE1115F2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1624A-613A-4BDF-A4CB-800FB807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9A92C-C7CD-4EB0-8E77-16C1407F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A1BF8-26E9-4891-8DB2-702EF9C9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CF5C-10C3-476C-BBB9-7CC6F3B4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46a1d402a4311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81397-E864-42E4-BDDE-BB793DE6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src/course_services/contracts.py의 책임을 찾고 review_comment_plan.json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E5A5D-D047-45E1-A905-EBFC18C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Dry-run Comment Payload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31996412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998BB-94CE-4063-B562-44C3BAA4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3232F-0608-46ED-A0BA-BFC4ABD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9CD18-E9E8-4400-B580-D60B52E7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A97C-9609-42D1-9590-A7EEF2C8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79CC8-1B63-4CDF-B01A-1B09C2CC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B026A-281A-45D1-A293-61A1D295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DB90B-0E98-4F43-8953-B5C5AF70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7A186-AB80-4B44-9B42-DC16499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F0AB0-97DF-449B-8B48-A55F056C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경계를 건드리는 변경에는 boundary test 없이는 완료하지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7FA8C-7F90-4D6F-97E1-46E05E02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A0D8E-AF2E-4B9A-8320-344B689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39A05-8768-4608-B6BE-4AA52FFF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2FDED-5C12-4120-9BB4-B7785B7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D4D6B-88B7-4E7C-82EE-E170B81D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49B44-1A9A-4383-9714-19C87DE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79E11-E6ED-42ED-A506-200EFD0D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85A1D-392C-400C-8D4E-59A0D3C4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BB1BA-8C5E-49D0-95E3-92AE41F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759332890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A7E7F-507E-42BA-AD59-44631C2E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6F79E-2509-4E2E-8D31-01F258E1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93C9C-E331-455E-B8EF-AAD9EF22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34579-C5CD-42ED-B285-0D155ECD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F0EC4-A48F-4EF4-9270-A821E3ED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F3EFA-1DE5-4E10-B19C-1DF7E8F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21E6-9990-4256-A5DD-E17FAF3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93AD5-C249-4DDD-B36A-E354F638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6E9D9-2117-4D5F-A777-20C0CDB4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03887-9F88-43EA-AC1F-66F468E2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1A2E7-90A4-4EC7-9871-BA3F5506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62886-879B-4971-A3D9-B79DD098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58D15-25A2-483A-8446-BE28F575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A3DA8-E018-46E1-9BCD-FAE0BDA6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7854B-0251-4EAB-9730-724A3BBA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6F781-432E-4FE3-8826-B0A7F5C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5D72B-05F8-4ADE-B3D2-26B420E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27A10-F644-4E24-AA82-7606E5B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ACE3A-806B-4153-A390-2E97D377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BD4B5-62FE-4F9A-ADE7-83A93EA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9ADE3-7FB9-4190-AFB4-F336C45E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F283F-3FF0-4F5F-B7A3-87C5014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61180877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34E99-37AE-463F-8C31-B492DAC5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4A930-7883-4FB3-8B1E-F029F4B6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6DBC1-EC53-4666-A0B5-3888A7C7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2DD58-520B-4814-9D04-D0086EF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73CAA-E06F-4EED-B574-6D6BB1A1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51532-C1E7-4191-8E68-AFC9183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3336A-3329-43AB-90AC-2C0AB2CD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59F6-438A-4706-BFE4-C42D761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A1375-018D-4186-AA2F-2C926BB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EE8E2-D470-4BE2-9764-B4AB5FA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CAEEE-E415-4DFD-B9F1-7049B2D9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7B525-6BAB-4380-9B17-DB244C6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2E90F-6223-4F38-9DF6-18BA944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D5C21-7735-46F2-B747-3E544DAC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EB818-1318-49E6-A716-77DC0FBC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dry_run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821FC-03AC-4BE9-A448-1A326254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B1B46-68F4-4190-B3BF-F7EA7AA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D7F46-1BD5-4E12-89DA-E687C8A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payload에 repo·PR·SHA·body·key가 있다.</a:t>
            </a:r>
          </a:p>
        </p:txBody>
      </p:sp>
    </p:spTree>
    <p:extLst>
      <p:ext uri="{BB962C8B-B14F-4D97-AF65-F5344CB8AC3E}">
        <p14:creationId xmlns:p14="http://schemas.microsoft.com/office/powerpoint/2010/main" val="11606729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AD986-F6B8-457F-B38A-78FF315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8F93-3816-49DD-A2C8-63232E3F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4017D-28B6-48B6-8ED9-2E2AEDCD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484EC-7594-47BB-B3CB-F353EE9A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33DA2-F4EA-4929-8CAA-A361948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A8274-1709-4636-BCB8-9B9524EF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418BA-42B2-434C-A125-C9DCED6C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64B07-6D9C-452E-A540-F11C93F1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F7DE3-7D74-4FCD-9A42-014882EB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dry_run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AE8A6-D1FC-4597-AD23-F096C5F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EB92E-E727-4996-9B79-AAEF061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926691054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3F2F9-59A0-4D4D-A459-9508D399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07_review_comment_plan.json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EE024-F01F-429D-8445-D5FB8944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7122C-A128-4837-BA19-9FF8E01E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07A6F-5E71-4599-8ECE-5F56EA9A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8F304-8A99-409D-89CA-E34BDBE8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626FC-223A-4C5A-96B5-D97A495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CB7FD-88C0-4D0F-992A-D776630C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6CE84-AD65-4E5C-BE41-553A297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"DRY_RUN",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"target":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"repository": "classroom-owner/agent-sandbox",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"number": 17,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"head_sha": "7c83e8fce9a24d90b6d4a6c9123aa90817b65b1a"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"body": "## 교육용 코드 리뷰 초안\n\n- **P0 · 검증되지 않은 문자열이 코드로 실행될 수 있음**\n  - 위치: `src/payment_job.py:9`\n  - 근거: `result = eval(command)`\n  - 제안: 허용된 명령이나 파서만 호출하는 명시적 registry로 교체하세요.\n- **P1 · 외부 쓰기 전에 사람 승인 경계가 보이지 않음**\n  - 위치: `src/payment_job.py:11`\n  - 근거: `requests.post(\"https://example.invalid/jobs\", json=payload)`\n  - 제안: dry-run payload, 대상 확인, human_approved 조건을 쓰기 호출 앞에 두세요.\n- **P2 · 넓은 예외 처리가 실패 계약을 지움**\n  - 위치: `src/payment_job.py:12`\n  - 근거: `except Exception:`\n  - 제안: 복구 가능한 예외만 잡고 구조화된 error_code를 반환하세요.\n\n자동 게시하지 않았습니다. 대상과 내용을 사람이 확인해야 합니다.",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"idempotency_key": "c97ba39c959d7fda585b86c3",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"human_approval_required":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"error_code":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"remote_result": null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"publish_attempt":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"target":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"repository": "classroom-owner/agent-sandbox",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"number": 17,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"head_sha": "7c83e8fce9a24d90b6d4a6c9123aa90817b65b1a"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"body": "## 교육용 코드 리뷰 초안\n\n- **P0 · 검증되지 않은 문자열이 코드로 실행될 수 있음**\n  - 위치: `src/payment_job.py:9`\n  - 근거: `result = eval(command)`\n  - 제안: 허용된 명령이나 파서만 호출하는 명시적 registry로 교체하세요.\n- **P1 · 외부 쓰기 전에 사람 승인 경계가 보이지 않음**\n  - 위치: `src/payment_job.py:11`\n  - 근거: `requests.post(\"https://example.invalid/jobs\", json=payload)`\n  - 제안: dry-run payload, 대상 확인, human_approved 조건을 쓰기 호출 앞에 두세요.\n- **P2 · 넓은 예외 처리가 실패 계약을 지움**\n  - 위치: `src/payment_job.py:12`\n  - 근거: `except Exception:`\n  - 제안: 복구 가능한 예외만 잡고 구조화된 error_code를 반환하세요.\n\n자동 게시하지 않았습니다. 대상과 내용을 사람이 확인해야 합니다.",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"idempotency_key": "c97ba39c959d7fda585b86c3",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"human_approval_required":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577614931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E9C67-60CD-4AFB-9F20-F42B10C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15127-9EBE-419C-9427-225463E6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520BA-2C2E-409C-84D0-5AF3B7EB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51CD5-8D72-42DE-943B-BCCA7076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E57C0-A292-4FB2-BAD6-2DB35F83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3A997-C07C-4444-A9AC-7F2A6A9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EE7E4-1EB2-44E8-A9DD-E39FE927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BF1D9-CA06-4723-A73B-4D5C9F80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9549A-B669-459B-8EB6-C0C89ED1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36817-D891-48E4-B510-ED54E21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DC046-6AB4-49EC-AAE0-3762D844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DRY_RUN_CANNOT_PUBLISH를 contract로 고정하고 fake publisher call 수를 assert한다.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42D03-DB0D-46BB-83D8-8CD0AC2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dry-run plan은 approval=true여도 publish되지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51836880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5205C-CA7F-4688-857E-98347AAB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89F7D-2AAE-4436-8B03-5EB34AC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2CF25-E32B-4C62-B2A6-DE2485AF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3FABC-89DF-49FE-AE9E-F037772B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4719B-4DBB-4723-ACE4-F10F437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76E4D-14F5-41E5-B4F9-D1C9BCD9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CF3AF-6AC2-4AF5-86D8-3EDF4AF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E4C23-51AC-4845-8D3F-69710608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7F868-BF3F-44D3-AD56-5D714B8A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B069B-EE7B-410B-AB07-E3793507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37C88-634C-4DA7-BBCB-70A5FA3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9D87C-F3E5-4100-82BE-F19B1ACA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저장</a:t>
            </a:r>
          </a:p>
        </p:txBody>
      </p:sp>
    </p:spTree>
    <p:extLst>
      <p:ext uri="{BB962C8B-B14F-4D97-AF65-F5344CB8AC3E}">
        <p14:creationId xmlns:p14="http://schemas.microsoft.com/office/powerpoint/2010/main" val="623636606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5FA1B-4E30-4EDA-84B8-D36B570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3188C-90DE-4AB7-B274-23B4413B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2F997-7EBB-404B-83A1-BE7DAB1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3A48F-D7E9-40C0-BFE2-EC51B30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1EBFE-66E1-4920-9C73-91A02522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6D9CD-B00A-4076-A48E-78364C73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EB280-14A6-40C5-AEA3-F9563E6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7차시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450AF-EA20-400F-85C8-034497A0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9836F-8A56-4E3C-9BCB-F5B7AAA8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dry_run_plan = prepare_review_comment(report=report, target=target, dry_run=True)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blocked_dry_run = publish_review_comment(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plan=dry_run_plan, human_approved=True, publisher=fake_publisher, store=InMemoryIdempotencyStore(),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dry_run_plan["external_write"] is False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blocked_dry_run["error_code"] == "DRY_RUN_CANNOT_PUBLISH"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save_json("07_review_comment_plan.json", {"plan": dry_run_plan, "publish_attempt": blocked_dry_run})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{"status": dry_run_plan["status"], "publish_attempt": blocked_dry_run["error_code"]}</a:t>
            </a:r>
          </a:p>
        </p:txBody>
      </p:sp>
    </p:spTree>
    <p:extLst>
      <p:ext uri="{BB962C8B-B14F-4D97-AF65-F5344CB8AC3E}">
        <p14:creationId xmlns:p14="http://schemas.microsoft.com/office/powerpoint/2010/main" val="286824417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D52F1-6F6D-4C59-BBE7-CB8174E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CD0B2-F82D-4962-B67B-C151506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400BD-AB9C-45E5-943F-D6EB7C0C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FC7EA-8939-44B9-B888-624A48A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1F2B8-2CA1-4931-B076-2169421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E0C36-E729-42AB-936B-42B664AA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7E168-329F-4DD1-A8AB-26DBF9A8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38525-A56E-4406-A461-9C7D6E92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dry_run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41CC9-F8E0-4DD8-A217-C3AF0BE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output/course-labs/day4/07_review_comment_plan.json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7F245-16DA-4120-9A5A-5259039C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review_comment_plan.json의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855519668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20CE7-A0E8-4CFD-9D1F-21C692D0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FCC86-E1C6-41ED-BB6B-7F32F197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6D821-38E6-4452-936E-DC74D338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08451-D2D2-4EEC-8790-F49D149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DBEF-126F-40B4-93E3-CAE7B4E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FF5A2-162A-47A5-BE96-694B0BCE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2B01F-3182-45DD-85FB-AF05EA17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1FC9C-53BE-44B6-9CAA-EA3A8771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5460A-8A7C-4C9D-BF50-B530C9F1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"output/course-labs/day4/07_review_comment_plan.json"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A743D-1E75-4A63-B652-1C85A7C1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647847089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95BB1-BC7F-4114-B55C-22A614E9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7FF2-5790-4662-AF16-6C90B8D2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E1CEC-33D7-42C7-87DC-1FE75535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77708-C642-4AD1-B51B-B67CC507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03B3E-68DD-475A-A4EE-36DFDD47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815C7-15FD-4E4B-8581-71A9BFEF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BF241-BA3A-49EC-8F5A-DD187091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8354E-FD34-4302-99B7-CA546A9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06CB7-805E-4D43-80A2-448F579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payload에 repo·PR·SHA·body·key가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93581-6AFC-47C3-BFD0-9D6E1767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98274-5505-439F-BA04-42B624A3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A987E-9522-4C3B-BDA2-44EF26E8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A4A1A-B4E5-4A93-A104-96271FD6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DC28-9DDB-44FD-A5AD-3561B66E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4281A-BFA9-47A1-8475-88D2CAD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A8418-7877-471F-AD3F-3D9A0CD6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00041-C82D-4ACD-A23D-2E4E3DC6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2A48E-3210-4D42-8FCB-EB0A69A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33096339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7A9A9-7E95-4F88-B49F-F18332E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927CB-E176-4771-90CC-4DD09D3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6D7EB-BE91-48B6-8AEB-D393ED5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2768F-B54C-4FBD-8A5B-F604BB5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867C7-601B-4B90-83B0-CF28DFA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98847-302C-4760-924C-8C5EB307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AE337-44C1-4A5F-967D-8F077C3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EE1F2-B3B5-40BA-AB0E-F608D9C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5994B-0100-4807-900D-2CEE50CB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4DC24-DB38-446E-A9F6-641E3B0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F4542-75FB-46AE-970B-5D563F75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EF005-6959-4974-8BFA-4A73738A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7ED78-051A-4091-A460-5603F28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6891-7603-4B79-8E0A-80877D87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C691B-38A6-49C9-8D68-E6F8CDAE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3612F-45CF-4E71-847E-D8A6AD8B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77687-7D78-4E1E-9709-1C42FDFB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69B1E-8AAB-4E05-A247-60AD48E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plan은 approval=true여도 publish되지 않는다.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710778244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2F3E8-E82F-4BB7-BF1E-4FFDA1B5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D7340-4D78-47CA-B6AB-1162E766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DB34A-7AE8-4429-9C46-54729BCA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797CC-F853-443F-9651-FA32270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019A1-75C9-4EDB-919B-D645E17F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5CE47-22DE-4F8E-958B-87B9E428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A84C-A9FC-4AD3-99A5-DD2B308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운영자가 Slack/PR 화면에서 실제 게시 내용을 사전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8A597-F900-4BA3-BD5A-49980AA8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5A2A-9ACF-4558-8B7A-39A4CB5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7EFDE-C43C-4ACA-B571-1E64C15E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B18A8-E1DB-4970-83BA-8F3B5BB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867C2-C0F3-4451-B616-8A0C6B5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03656-919E-476D-9E21-BA50D253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운영자가 Slack/PR 화면에서 실제 게시 내용을 사전 검토의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0352-43BA-4FE6-965B-501154C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79824-E8E2-411F-9F27-6F244186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EE242-F6E0-43A1-89DD-25B3CDB7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2C2B4-4B6F-458A-809F-D205328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A6638-50BA-4301-ACFE-3D11596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A0765-6F5C-4A0F-8D7D-A686276E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038685107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A25C6-08DC-4D21-BEB4-D9A4ADC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D16FD-FEBA-41BF-8460-2CFBEBC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F7C65-4CDA-407B-AB18-B3456D1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5A20A-92B8-4F6E-99F8-AD898879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F6E08-D47A-46B6-860E-732B31FF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962F2-DA71-4038-8DAD-81E5762B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BAC61-7DFF-4253-96AE-3BBD44CA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17053-7852-4490-858D-64D86FC6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ECABD-1BD9-42F5-8A5B-17DD8BD1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949E8-5875-4375-B0C5-1B7ADA2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dry_run=true인데 publisher가 호출된다.의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8B459-3749-4027-9CF9-4DB277E5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FE5B4-FBAB-43BA-86AF-6E6E697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B4ABA-E78B-4384-9793-3FFF9EF6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1EB2C-9410-4256-AF24-51DB54D0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FCD60-B8A7-42FB-BCB2-1EA630A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125E4-DE72-434F-8A29-ED843F9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경계를 건드리는 변경에는 boundary test 없이는 완료하지 않는다.의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7FA89-A612-4CFF-B390-7459F6D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624AB-8597-416F-BAFE-5B728697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204F2-D1B6-4246-B0B6-5F50248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2139216096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6DBB1-2410-4EB3-A5A1-E034D9BF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A98C-5BFB-42FE-ACB0-E143FF2C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73802-AF00-4D5A-A39C-7214A6E1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198E2-A028-4B58-8161-28264F97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1EAE1-5BE5-48A5-9175-9640B7AC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972FC-E44D-40A3-9087-770867C6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74B23-4C8C-4E6C-8340-AF9B242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D58BB-952D-4BC1-B6C3-0400A6E2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3B7AB-297A-431C-A6BC-DC37AAD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payload에 repo·PR·SHA·body·key가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2357D-D8DD-4DBD-B693-D317EEE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25BE3-53DA-4C00-A7B8-AC4566A3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FD3EB-8801-47A5-9611-E836C97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Comment Payload의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A3FB7-DE85-4094-BEFB-035E626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2AB6-DD84-4B88-9491-B5020668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B9743-46F4-491A-A580-3AF13C8E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dry_run=true인데 publisher가 호출된다. 발생 시 review_comment_plan.json에서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43DBC-8074-4DB2-9B13-5760117C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D15D0-5DEE-4A68-B736-B7C08E8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2FF36-315E-4115-9255-F39BAD1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741544030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4201F-5AA8-4FAE-9288-B14DC98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1D3F-3DCE-4E4D-A802-760C8B4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FE274-7062-4BD2-AE8A-27888E3B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368A6-EDBC-44B5-BFA7-A5E9DE3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77320-3CD8-458B-AB69-0708DA1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2E8CA-DE43-4729-B1CF-086838B6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A1BC0-75F2-43DA-AEA9-C2939C73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AFFF5-713E-4E76-A9A2-9DDE09A0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38D63-91DF-4014-AD72-B42261AD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Dry-run Comment Payload이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29D4F-4E98-4B44-85C2-D33FC291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F2531-838F-45EC-934B-6B52A8D2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F9430-BCBA-4A4F-8E11-5DBDA796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dry_run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3FAF8-4245-4217-A80F-0E184738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AE582-DAF5-4CE0-9A99-4AD418E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B3082-839A-4125-ACB2-540D9130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review_comment_plan.json과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E01E0-72EA-4C2E-95A3-F336AB5C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Sandbox GitHub 게시</a:t>
            </a:r>
          </a:p>
        </p:txBody>
      </p:sp>
    </p:spTree>
    <p:extLst>
      <p:ext uri="{BB962C8B-B14F-4D97-AF65-F5344CB8AC3E}">
        <p14:creationId xmlns:p14="http://schemas.microsoft.com/office/powerpoint/2010/main" val="1161701932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A8950-F212-4D02-8D92-491C0E20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FF3A4-B819-4E23-AF80-DE5DA250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Sandbox GitHub 게시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30145-2D46-4368-B530-3E69634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4 · 8차시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EA88A-8D6F-4C7A-86DE-447E1351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16:40-17:30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41E39-910C-4BFC-9BEA-6F1CCF0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Sandbox repo · Publisher · day4_audit_record.json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7882B-29AB-410E-8542-A6BCC5D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02206-818D-4164-A859-22349A6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553EC-E243-4AAE-AB58-CD653458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Sandbox GitHub 게시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92505-CE53-49FB-911F-22761A57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1ACD8-DE28-4E1E-A3A0-B5E2814B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946CF-9084-41CD-8CF9-F828E78D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2D82F-6DC8-4E7B-8264-775D311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day4_audit_record.json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17FFD-E5A5-4485-BD9C-7F43271F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4 · GitHub PR 자동화 · 8차시</a:t>
            </a:r>
          </a:p>
        </p:txBody>
      </p:sp>
    </p:spTree>
    <p:extLst>
      <p:ext uri="{BB962C8B-B14F-4D97-AF65-F5344CB8AC3E}">
        <p14:creationId xmlns:p14="http://schemas.microsoft.com/office/powerpoint/2010/main" val="1306513737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72E43-99FB-4AD6-9EEF-A8F15C64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8차시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7EABA-4AEB-4107-BFDD-B3D72FBA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4A196-D3F8-4D13-ADB9-0F3AF487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E6F06-AF1B-4995-95DA-834D0502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AA178-4C24-4964-8E32-6490265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872EA-E51C-41E3-94BF-05EF74A1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888F1-9306-4946-8E2F-9F7F696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97D97-CCF1-4760-BD28-C684FCFE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94ACC-A56F-4404-A4C0-69829D2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review_comment_plan.json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6F8E1-4BF3-4FF6-AF57-FA68395A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92E1E-4B6B-4C62-86F0-904DB691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65443-D389-4132-B829-BDE1B27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E8FA1-A069-4BA2-A8E7-F1121E7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9D2BF-5813-475D-A6C4-626C5DDC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9B0F5-FD49-4D7A-B0B1-34884EDA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88FB2-0931-48AE-9F3E-7AD544BA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99D5A-5E56-4CA9-9839-9FB991B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56BA2-CB8F-4BC2-ABEF-6120F6F5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263819278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C86E-E285-4114-ACF9-C9314B83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6A4B0-37C4-4170-B719-74FFD414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554DF-92BC-44F7-9785-20E7C5D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E1B57-2491-4DC3-85FB-FCD6FD6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F5EB6-7718-4EA2-9A15-06163F44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9C375-287E-4D73-B096-7FE79760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실습이 타인 저장소나 업무 repo를 오염시키면 안 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B8EF7-9AFF-4D36-ABE4-479DD3D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sandbox 확인에서 day4_audit_record.json까지,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AF0C2-CA33-481B-99AA-0194EB4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B21FB-7DC5-4835-A2D4-9885B8F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day4_audit_record.json</a:t>
            </a:r>
          </a:p>
        </p:txBody>
      </p:sp>
    </p:spTree>
    <p:extLst>
      <p:ext uri="{BB962C8B-B14F-4D97-AF65-F5344CB8AC3E}">
        <p14:creationId xmlns:p14="http://schemas.microsoft.com/office/powerpoint/2010/main" val="137947523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DB77D-1048-4C05-9CEE-85E54BE4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D4F7-FE8F-48BF-A503-1EA16E2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9B77F-2F25-45B1-934B-C98ABC5B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3C7FC-285E-4AA8-A6E8-00109D3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832B7-0E13-454E-A427-AEBC0DD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3059-5CBF-4C79-9E64-3E2E1699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FD3FD-5401-44E8-8441-360A396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13056-4259-43E8-AC3B-18F1644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선택적으로 승인된 comment 한 건을 게시하고 audit ID를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0E9BA-4D83-41A0-9A4D-D59A3F92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3B6E0-29AF-49B7-950E-4E4BFA1C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33FCE-C0B9-4256-8528-29C695A4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코드에 live publisher와 token scope를 기본 포함한다.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D9707-06F4-46AF-946D-313CB82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779EF-9690-43FF-8C99-1F7A7951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DEA13-F21F-4D53-AF8D-16175F88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63284979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86B9D-B070-4942-8B70-E51033EF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09070-AE8D-4497-AB02-8DA2BFD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5AC22-C78A-4780-AF3D-8E0737E7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1D49A-2792-4A42-AFC6-A595B497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F51A9-F2EF-4AC6-A42C-B7F6CE6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0D613-DF75-4020-A9AD-DA15FD6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03B23-7EE0-4DE4-8228-A4968628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A7D5C-8A38-4D3B-80C5-616D779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68159-6526-4269-A40F-B0654D7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4254B-5B2D-40CE-BDF6-AA86C795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19F2C-E56F-4477-8EEC-CC786657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73104-45D5-419C-9550-0A350063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0F23-035C-4546-817E-EF8C5154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1C782-0D8F-40CD-9442-8B068FC1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실습 전용 본인 저장소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5FCF5-1214-4046-AAC2-C03F6BBC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D1783-37B6-43EF-90A0-79C721B0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E6563-4280-46DA-B6BF-CDB5AFC2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633DA-FC92-4D66-81BE-B95C5230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외부 API write adapter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C0F2E-5EAB-4AB2-9FE0-68BDEF22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99B38-12F2-472E-8E3A-BC29D904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Remote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3454D-C5CA-4C72-862B-47E88182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009B0-BC0A-438A-8AE2-03CEC65B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게시 결과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6D768-6E6A-49B4-B189-C5C860D3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DBFB9-1165-4011-B655-11BF55F6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E0AAC-AF7E-4CE5-807D-579A3082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2C8A8-0BD1-4F30-A7A3-B11CE94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comment 삭제 또는 commit revert</a:t>
            </a:r>
          </a:p>
        </p:txBody>
      </p:sp>
    </p:spTree>
    <p:extLst>
      <p:ext uri="{BB962C8B-B14F-4D97-AF65-F5344CB8AC3E}">
        <p14:creationId xmlns:p14="http://schemas.microsoft.com/office/powerpoint/2010/main" val="568715176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C6D0A-EEED-4A07-90CD-B7E4700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C8D06-C702-4700-9AC8-ED03978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F60CB-6ACB-41BB-9F8B-CBDB3421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B1C7-919C-4066-9A9F-C5DCEC7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1F461-CE48-4DFC-972B-200EC0DA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F79A7-BD0D-4E7C-8AB3-BF771A7B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5C9BC-DB34-4711-99B6-EE60A7D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8CBD2-BAE9-480F-9E58-4531079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DF3C1-1D48-43E9-ADCD-FAA0E48F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DBF38-A263-4F8D-87B9-B30C0FA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8321F-7081-4A42-87D6-1DFF2559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확인 → dry-run 검토 → 사람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E9F1E-2E72-4B57-84CE-4CA3E29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1490C-CB05-465B-B7D7-FA6A44AC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81EC7-E8D8-414A-B926-0827D2EC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67D4E-A688-46E7-B48F-565C1B6D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7AA65-75BE-46A7-8AD6-C285BA9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B7383-69CE-43AE-B188-A09DAE58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</a:t>
            </a:r>
          </a:p>
        </p:txBody>
      </p:sp>
    </p:spTree>
    <p:extLst>
      <p:ext uri="{BB962C8B-B14F-4D97-AF65-F5344CB8AC3E}">
        <p14:creationId xmlns:p14="http://schemas.microsoft.com/office/powerpoint/2010/main" val="1419046821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D59F6-49B3-426E-B9A0-DDF026D2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32860-6403-4C7B-9577-545FB1A7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8841E-B1F7-46BF-9B33-38E36C0D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B6050-610D-453B-8AFE-04787E74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CA3DC-233A-4F2F-9592-6B84832F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2990B-F90B-4628-9C2C-C317C523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7B957-21F2-4F21-9F98-08241E0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F2EF-6154-4810-A8B7-6EBDCD31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558A9-E28F-4F55-BEF9-3BC5587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0A354-68D2-4FC1-893F-6FDE4A27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AD6FF-D6A9-4761-8E8D-794208D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1E6CD-A91C-4A41-ABAB-3E472409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CC6D8-617C-4B10-B11E-1D0EF882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49D8E-2936-498D-8323-42CE2E9D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FE572-DB54-448C-A565-9E2CB44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9F723-49A8-4F14-8139-F73CDC31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13A9E-054E-48B3-A27F-E226494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28E40-1A57-4A47-B0F1-48905BAF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1회 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074A9-5BD1-4620-A417-4AE5241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615C3-69E8-4A44-AF8D-719FC48F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3BBE1-01B5-48D1-B3FD-5646942C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response ID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88A543-A332-434D-A7DC-E5A920C5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day4_audit_record.json에서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96074502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4D483-2996-42FB-AE15-694F19B4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11CCA-B5E2-4C93-A2DF-767E127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DF879-9824-4A39-BD34-742A0731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310F8-6920-41AD-A7C9-E4ED14C9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56AE-DF8F-4BFC-8B30-6908C4D5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16B52-4D48-4E3E-A292-05410027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2B01B-B63E-46A0-94D2-25B5CF7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A811D-5219-47E1-8A88-75F1C6E3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DA899-24DA-4B95-9EF8-7E3EECEB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76E03-2254-46F3-83FE-5E9BF8E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B4A9F-B9D5-4D18-8B46-2DB1D1C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0979D-6EB3-482A-A0B1-5F57E2F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892B4-3B0D-477C-9432-38263B5B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01C9B-54DE-4B61-9125-2EA4B13C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D07E7-6466-46B2-809D-6DC5DE91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C9B35-156F-4A51-A0B3-2BCC9C6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AB324-B024-4A9F-8682-1E62E2F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식별자·day4_audit_record.json</a:t>
            </a:r>
          </a:p>
        </p:txBody>
      </p:sp>
    </p:spTree>
    <p:extLst>
      <p:ext uri="{BB962C8B-B14F-4D97-AF65-F5344CB8AC3E}">
        <p14:creationId xmlns:p14="http://schemas.microsoft.com/office/powerpoint/2010/main" val="140336212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99D88-9648-4028-82D9-87A6D9AE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A1E62-7E77-4911-B2A7-86D696B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95DA9-D627-46CF-ADBC-835D4A70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8D1B3-1B42-4711-96BC-211C743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14ED4-D297-4C15-9508-EAD0A11F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5C641-98BC-4072-8107-8DF9878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E9507-601D-40E1-94BA-43D5B40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AE988-8CCF-4F69-BB43-D9678BE8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E1C4F-654A-4D39-B6CA-23A7A074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4E6A8-0F48-440F-B63B-9B0DF8B6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B10E6-9EF1-40A4-9704-6A045AFD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777C4-0FC5-4A76-88E5-11049AF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40C58-DF4A-45F6-914C-C6B4C0CF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CF84E-B762-44BF-AFA1-49F26FF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CFAE3-6972-40F6-915B-11174290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1DDB4-936B-49FC-AA2E-015AC924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A0A79-8A32-4491-8334-F94623FB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1934B-E98D-4A5D-A964-EFB8E541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</p:spTree>
    <p:extLst>
      <p:ext uri="{BB962C8B-B14F-4D97-AF65-F5344CB8AC3E}">
        <p14:creationId xmlns:p14="http://schemas.microsoft.com/office/powerpoint/2010/main" val="1733129779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44D4E-A7A3-444F-A068-1974404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C262D-5B1B-4D9B-9405-848BCFB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21DD6-EECF-415A-9287-4EC7E846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C4940-00FE-41DE-B19E-BD8A36A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87427-F650-450C-8B09-AEE51FE9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29F28-A29E-4531-BDF3-12F28CD8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E0980-227C-4ACE-8CBB-E86319EF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repo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6DA5B-0D7C-4216-A13A-5AAF971B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실습 전용 본인 저장소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95EF4-154D-4748-850B-F882F948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263AA-24C6-4904-A7A6-7BE13465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materials/day4/day4_service_lab.ipynb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CDF49-2D06-4D63-8ADA-A0EF5E6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37F75-7C05-4C4B-8D46-6F3A62B1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API write 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FA18F-048B-440D-8021-A83EEBDF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26351-6886-4832-ABB2-84100F0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src/course_services/github_service.py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D85AA-87FA-4677-B0E8-70841C1B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Remote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BA163-3857-4E7E-A577-707F84C8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게시 결과 식별자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CE71A-E02B-4254-887D-4206F3B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2423D-AC90-4379-8A79-C3068F0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.env.sample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3D3D9-2E25-4920-B68E-1CDDA21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Rollback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A9F78-84C6-4BEC-94F7-CD9F6CEE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comment 삭제 또는 commit revert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3FEE9-C481-42A2-A293-8B18FCEE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249D4-560F-4865-8AD2-33246CB8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</p:spTree>
    <p:extLst>
      <p:ext uri="{BB962C8B-B14F-4D97-AF65-F5344CB8AC3E}">
        <p14:creationId xmlns:p14="http://schemas.microsoft.com/office/powerpoint/2010/main" val="1281415494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5D037A-55D7-43B6-8E97-804AA4A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1819E-96D8-471C-B1AE-37236435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CC181-F998-480A-BCBA-66AD59C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B80CD-6333-41E3-AF63-F9FE434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F5FF2-1BF8-4448-BC71-B66DAF3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74A15-05C6-4BCB-A0A3-9E14F32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9BA2C-9FCE-4322-90D4-B7853A6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6C1E9-2ECF-4D45-A12F-F8609C2A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E6176-52B9-4B9A-894A-B2C4E12D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D0882-67BF-463E-BB8B-A08D748F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D882B-95AD-4F92-BF7F-2C064AC3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23B77-0B03-4452-A834-BAB4EC2F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DB263-3D91-49D5-9676-BAAC627D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77ED4-8CE0-489E-BE3D-A8B08047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repo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B8377-667B-4B09-B7B1-45C16645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1A1DE-292B-4C59-A8DC-CB9E3A43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확인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B81F9-A414-4AA7-A2ED-4672B7C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0C50F-FB2C-48F8-8E9D-B500243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52BF8-2640-4FB8-A631-9D126D4B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EE49E-F719-4A2C-BC9D-09916ED0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D19CA-0668-4F3C-95C3-496C0FEA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27E81-D2B9-42C3-BE41-AEC1E342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dry-run 검토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0914E-526B-4426-943F-CED979D5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6F363-5741-4CD2-89B7-22F05DA9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D29C4-9DC7-4157-82A8-812CAAE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CDE6A-2E46-400B-AF7C-AF24AA03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Remote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FF080-2984-4457-8319-97B5292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C7241-8AF4-41EB-A82D-E9EF4B46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승인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F114E-F3F8-4942-AC3F-116D66D2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1B7ED-16DC-49DA-B353-68EC129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CDBCB-8098-4BB1-9171-8865AB76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C3DE6-7046-48A9-B356-CF15DFE8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Rollback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518A0-390D-47B2-B636-7AC61670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14064-54D4-44D5-B587-7C65E39A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1회 POST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C45D6-51CA-4E64-AEC0-8F112CB1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3F14EA-FDD1-4E59-80A1-9C9E6877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434119269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BAED7-044E-4960-BB9E-1CD826D1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D8F21-741C-4989-96D9-13F7F149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9C4CC-7BA4-4DCD-A6CF-7D88EB2D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3B4F0-5FFD-4CE1-B4BF-9F70431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22BC9-CFC9-4E83-8538-E5D83A50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7370B-2F5D-4222-B916-B5514BB0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FF245-CAA5-4843-927A-76A28BB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82035-D33F-4DE9-B720-1E1447A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C7653-3FD1-44DA-B8A7-CEBB4B8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교육 코드에 live publisher와 token scope를 기본 포함한다.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FE0C5-5BC0-4EF6-830F-4B86B92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CDF7E-5333-4E40-8670-1D783DEB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코드에 live publisher와 token scope를 기본 포함한다. 상태에서는 day4_audit_record.json을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BA00A-9359-4B24-A8AC-4DC22E14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54208214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A5469-7152-473B-B87E-1DF05FC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0B6FC-4185-4C2E-8BBC-8A5353FA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FF881-F209-4078-833B-26C13D36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2842E-F299-42F6-87A4-E916B43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4A33D-F3B7-4DAC-9D48-D9299A9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201AC-B33A-45F7-84A4-A1B5D205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3D470-76EE-4744-8906-5B676C23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408ED-ABEF-4582-B4FE-8B91F2C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754F2-7513-44FC-A2C4-59AB117F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publisher 미설정·승인 없음·dry-run은 모두 BLOCKED다.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44AAD-A56F-43A2-9F76-D70E146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89DC6-32E7-4581-9325-954BA76C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0783D-CA2B-4CB2-A30C-58C70A6D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교육 코드에 live publisher와 token scope를 기본 포함한다.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FA152-C7C3-4F30-9478-D9AEE37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832F8-BC82-4699-9E7C-DC9F30A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BA1F7-5B2B-4391-B37B-E112D59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repo에는 fake publisher만 두고 live adapter는 강사 승인 후 별도 branch에서 연결한다.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E8EAF-7BE6-4EAC-AE79-DD2F6397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E0B93-DA07-4BC7-B145-5F2A2630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CDB1F-C256-4E1D-B53F-67FD0C0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day4_audit_record.json과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648605442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D94A7-CB89-49EB-9E96-F4803F7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5F335-B758-4D9F-942A-5E2D75E1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191DE-36CD-4367-94AA-985BEAAD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DE6F1-79AB-4CD5-9CE5-7918AA0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4354F-832B-4B10-A9D8-723484CA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7E231-CD3F-425E-9E1F-D9B32539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3db3f59fa491d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DDACF-3C28-41E8-91DC-543E79B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src/course_services/github_service.py의 책임을 찾고 day4_audit_record.json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0C9C3-66BF-4527-BF2F-238401DA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Sandbox GitHub 게시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43126456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30D54-492C-4A76-91D5-F8AB0D30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162C3-5D2A-4574-8E70-E93DFC78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59117-E12F-498E-8A57-EE8C75B3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FCC99-EFAF-4022-A952-D462BFF0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8E409-E396-42C6-9680-3DA7BE7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740E7-DC0E-48EE-B4CC-3FAEC7A2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FB3C8-70A5-416D-B09D-257E92B4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92A49-9D48-4A05-8AD5-9BF384C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E3748-7D33-4D8D-B1A0-C13FB17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생성·리뷰·test 수정은 돕되 merge와 외부 게시 결정은 사람에게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D9DBD-2D42-485D-B149-D2F1838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FA9CF-5AB1-4368-8DFE-BF34DA02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6495E-7296-4792-9CE2-DB892818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233FB-D217-47CA-8D34-E2ED80AE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21E93-B69C-4293-86D6-74089508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D590E-3181-4842-B6CA-165F9CDE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E297A-83EF-4D0C-8F4A-AA731208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B0AEB-DEED-452C-A959-09915FC3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15540-96FB-4450-BD93-26321C7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186836295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0C234-F387-42AC-9D3C-8A47E0A5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B55E2-A204-4259-9346-76C7033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9F40F-8EF6-4319-8A07-9B9F6FF0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3FF99-9ED3-49FF-BD52-55F677BD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F505D-D856-4FF3-8E06-9DD543A2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A222A-C2DB-4F6E-A576-612848A0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47387-60D7-498B-B8C8-5D4D8806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59D31-6FBE-4E9B-B7FB-A55BF94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65DD4-1D96-42BA-B7A6-0E9EEF1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1AA1C-5793-462C-BBA0-EEA81FE8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DA9A2-76B8-4985-BDB1-AC03CE22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4BE9D-89FE-4D8F-8701-50BB4A6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55C75-F2E6-492F-913A-A49D8E2A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B2CF1-D13E-4280-B523-1B59007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C9C1F-030C-444E-90A0-E8001E2E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6C974-0A68-4651-B298-FAD2F71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FFB7E-23C5-4B84-8653-BB71C2F9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453D3-B5D2-4955-9053-43371E60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D6E52-7D82-45FA-A6A8-C5D3FF1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BA638-3385-46E3-86B7-8D0FD414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86A15-9E67-4E3F-BE70-1AE7481F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78DFC-FD97-4261-B5D4-884D10DD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6927495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86B8C-7D29-4C1D-A414-B4AC5696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6006E-6CBC-4FFE-AA56-0236AEA6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CA150-1643-4237-8249-399337B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AF485-1CF3-436A-BBF7-66E35875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294A1-EAF1-45BC-A497-607D69F0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54980-630D-42E4-A83B-BA09E64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ECE77-8407-4947-85E3-D033D23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92D3D-8F9C-4039-B2AA-56C86088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8E35C-D09D-4085-9297-52CEF35A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materials/day4/day4_service_lab.ipynb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E97F7-15FD-48DA-8D60-7A9245E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7635A-ADEF-44BF-907B-E74FF4C7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27893-A391-4D80-80BC-7E4ED680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81744-ACC1-4851-B1C3-9C6DCE2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70113-6811-48FE-9470-E8A88C37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1321A-189C-4F0E-A48D-8BEB74E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7B179-3AB4-4B16-BC0D-3ED8B070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2C485-B0D6-4AC6-9958-44580890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2D4C3-BAAE-4253-8A6A-2E6EBEA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fake publisher가 한 번 호출되고 remote ID가 audit에 남는다.</a:t>
            </a:r>
          </a:p>
        </p:txBody>
      </p:sp>
    </p:spTree>
    <p:extLst>
      <p:ext uri="{BB962C8B-B14F-4D97-AF65-F5344CB8AC3E}">
        <p14:creationId xmlns:p14="http://schemas.microsoft.com/office/powerpoint/2010/main" val="645308099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8FBDF-03AC-4F87-B0FB-51E5DDF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B3E5E-54AA-4968-BBA9-E8C5028E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06EA5-278E-4B90-A1E1-893425BE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9096D-687B-4B7C-ACB6-9179F83D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CD6C5-60DC-4EF4-8BEC-7FEAA789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7C944-669B-4244-9BC6-1D6F5E7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0B326-3087-4FC5-92C9-857F27B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B42E2-8FC1-4B58-953D-03C1E1F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FAD46-6B22-4123-AA83-FDE8E4AC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04E19-509A-4D02-A49A-CD5D928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27387-EDB4-42F5-91CC-FEF3558F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734430079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C1E56-4886-4D53-BA71-AF78E54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08_day4_audit_record.json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C3B2E-50C0-40F1-9535-4A5F84EE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B1E71-08FB-49DF-80B5-E43014E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2E034-DDAD-46D0-A654-E7255512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54776-E19B-4F79-818B-B4012297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6B6A5-3B2F-46FA-B2F4-B9D5165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0C58B-5167-4BDB-A34F-BE5995F4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100D6-FFC1-4D74-B7F3-9C57CE86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"day": 4,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"service": "PR Review Automation",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"READY_FOR_SANDBOX_REVIEW",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"fixture": "data/day4_github/pr_fixture.json",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"synthetic":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"stages":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"target_validation",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"artifact": "pr_target.json"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"review_dry_run",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"DRY_RUN",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"artifact": "review_comment_plan.json"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"human_approval",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"RECORDED",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"artifact": "review_decision.json"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82475683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C8030-C14C-4D6A-B037-0F75B229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DC495-0CEE-490A-BD70-89F74252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F052A-1E8E-4243-BD97-704596FA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C22A0-22BD-4887-96E6-0666EF04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261C2-0918-49DC-A035-68E499E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A08A8-02D7-45F8-B780-B81B8B1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F14DF-3511-466B-BB0B-FC23AF2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61927-E97F-4662-8A9C-9E6B9C1B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9841E-6D14-4989-9A41-BB8A3515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70E22-BC25-48A6-80C6-7E393C4C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6FD98-BFB1-4FDB-AC18-6B55222D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repo에는 fake publisher만 두고 live adapter는 강사 승인 후 별도 branch에서 연결한다.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28DE0-B479-45BB-97B7-ED30DE0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publisher 미설정·승인 없음·dry-run은 모두 BLOCKED다.</a:t>
            </a:r>
          </a:p>
        </p:txBody>
      </p:sp>
    </p:spTree>
    <p:extLst>
      <p:ext uri="{BB962C8B-B14F-4D97-AF65-F5344CB8AC3E}">
        <p14:creationId xmlns:p14="http://schemas.microsoft.com/office/powerpoint/2010/main" val="103765731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D45A9-E090-4982-B0A2-F1F7BE33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8BBC1-C812-425B-BAD4-88B44EF3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D0AA1-C6A7-4EE2-8CA0-5A0CD178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0934-5BC1-4674-88A7-D4AD3744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78A59-018D-4ACE-89AE-478D5424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7F6EC-6CAC-4A28-BA7E-BB1550C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31336-ED26-4A30-85A6-33AFB28E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F5907-A813-4AF9-A7F8-CA7AE898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076E7-4B9F-49E2-8D51-34C13522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42AB1-BA9C-4D6D-BF4B-E3D5C35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62322-2C98-48DD-83A2-B57FBA8A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1C8D9-FE8E-4B86-A1E2-8644210E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저장</a:t>
            </a:r>
          </a:p>
        </p:txBody>
      </p:sp>
    </p:spTree>
    <p:extLst>
      <p:ext uri="{BB962C8B-B14F-4D97-AF65-F5344CB8AC3E}">
        <p14:creationId xmlns:p14="http://schemas.microsoft.com/office/powerpoint/2010/main" val="1637505006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7D992-9B94-408B-85A0-5C828190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5A918-C418-4914-9D81-A163D59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EE958-B7F7-411A-9654-47B695F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F0496-A2A2-4A73-AA21-4A7776BC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0A888-7D2C-4FAD-BBC1-18BA9594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10587-DE6F-47F1-BAAA-4987C2C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F3948-307F-4304-BC5C-21412C61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materials/day4/day4_service_lab.ipynb · 8차시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EF92E-E7A3-434D-A4F4-556D4497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279A3-61E4-4311-8E75-2B1DF386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src.course_services.course_demo import build_course_demo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day4_audit = build_course_demo(4, workspace_root=ROOT)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focused_test = run_command(sys.executable, "-m", "pytest", "-q", "tests/test_course_services.py", "-k", "github or dry_run or idempotent")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day4_audit["focused_test"] = focused_test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day4_audit["external_write"] is False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focused_test["returncode"] == 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save_json("08_day4_audit_record.json", day4_audit)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{"decision": day4_audit["decision"], "metrics": day4_audit["metrics"]}</a:t>
            </a:r>
          </a:p>
        </p:txBody>
      </p:sp>
    </p:spTree>
    <p:extLst>
      <p:ext uri="{BB962C8B-B14F-4D97-AF65-F5344CB8AC3E}">
        <p14:creationId xmlns:p14="http://schemas.microsoft.com/office/powerpoint/2010/main" val="2043281724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1982C-1862-48FD-A5B6-3ED756B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D1C2E-3C20-44F5-B727-4ED4376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C3CCB-2667-4679-8423-CC9DDB4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4D525-EA4F-484D-B27E-F2FC728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6547A-95E2-4310-BF0B-DD0A55E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0AD01-BA45-4475-9166-D1B821F1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5237F-B3FD-4DCC-BFC0-95C42C1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1CF75-5B80-41FC-BF94-F19E9C1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CD2AB-6CE3-4F85-BB3D-3C2C1708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output/course-labs/day4/08_day4_audit_record.json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3343B-20F9-439B-AD33-C5887B6E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day4_audit_record.json의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695540985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F204F-DCD7-4F09-91FB-69A732AF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72729-7759-4EC2-9C70-041487F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A9F8F-DD67-4DED-B489-4174FAF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089F-1A04-418B-8BC0-4C2EDA28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B22D2-00D0-4CF2-9698-1ADFD40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316B-B3F9-42DB-8677-6CCA7C53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4F8D9-7D13-4191-ADC5-7DC6CC72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F2136-EFD7-49BB-AAA0-1AE8D71F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98562-E833-4B84-85E7-08980159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"output/course-labs/day4/08_day4_audit_record.json"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2A8FA-2467-4654-8785-2670C18F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707455985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1E16B-D259-4943-ACBC-8927CAA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F68D6-57B9-4DDF-9D30-D48D82E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64285-8AFB-4ADA-ABA4-44E5CC8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9A39C-50E4-44B5-99D4-2F5EEC17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E1CF5-E5E2-41E1-AA4B-4ED487C6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9A16A-9D65-410C-9779-23B4F070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9659E-C027-4C4F-8A9E-758C9084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76629-F1AE-4F41-AED3-686D931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92F1E-5F8D-40AE-BE3C-C8E0795E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fake publisher가 한 번 호출되고 remote ID가 audit에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B1B7A-10E0-43F8-A971-15EFE995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A6554-736F-4E7E-8B24-976098F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A233F-9177-45BB-A5D9-9D4BF88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materials/day4/day4_service_lab.ipynb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AEB61-4AED-4256-9B7A-DF716C2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7834D-F3D9-4C22-9B1F-5E4F4D3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BB49B-B0D1-4B3B-955B-10C64A7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FBDF1-C580-43FC-97B4-BF45EBA0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2E176-2C32-4612-85A6-85F046D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D5EA8-25FB-4654-8669-564CB19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74435489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15E86-B02B-4AFE-8881-01904DD9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D4AD1-CC86-4ECB-806F-CA873952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B4494-812A-47F7-9DE4-AED173F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E9B74-085A-4980-8E30-310D37CD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7CE4F-24E2-41CE-91D4-5B78AFB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8B828-6BD9-4AA5-AA99-7D9027A0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AD70A-9D70-4FBA-BDBE-3EF850A7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37AF7-A004-47F1-ABA9-E909D64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EEAB9-3277-44A9-959E-DEF1D86D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65006-F6D6-42E1-9895-EEE83A5B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9D3CC-21F6-49F7-825F-BB57E666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EF178-C1DA-48D8-9F2D-BC6D57F3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29E59-E862-4F7B-B168-44F58B7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08184-4B34-4C6A-A02D-AFE87E2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1B61D-13A3-4E4C-BE76-3611B76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2A17C-20BA-4035-AF36-320928F6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68CB6-03A7-42A6-8138-F628C6A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11029-2CFF-46AA-83F0-7F08653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publisher 미설정·승인 없음·dry-run은 모두 BLOCKED다.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16213040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700BE-46DC-4C85-8CC6-1B1D1817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CEA37-EA75-4439-8597-FA63BDA5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AA2AE-EA65-4929-9E12-C3D79C4D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46488-0FD2-4B82-AD4E-C02BF779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E5FD1-ADBD-45E3-824E-657B2787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F9544-04FC-4727-8146-56518806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8C0E0-6315-4027-BDF3-6F6DB6D1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현업은 GitHub App과 protected branch, 구직자는 sandbox demo recording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563F6-DD99-4921-8D1C-1FB8F3E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02F5C-897D-49FD-ABFE-D35555A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CE149-2CA0-45DF-A0A8-82C33C55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D3895-66CD-427A-8444-25EC48D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BC29E-395A-424E-9D8B-E3CBD5A2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6DD62-F9D5-4CA9-9E69-EC15BB2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현업은 GitHub App과 protected branch, 구직자는 sandbox demo recording의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3AE3C-0C89-44D2-8CDE-A745C399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663A9-84C0-4201-B632-64C0BE8A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D7D4F-8A80-43A7-9AEA-B4F8D11F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5609F-87A6-4153-9292-EF6B1C3E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31872-D35B-4EEF-B257-370E8BB2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D9239-C0BB-4D0E-91F8-060A2F3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719722876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A645F-970B-4DCF-B965-28A47E1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33EA7-6CAE-4533-8FAF-3005E51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A3639-B103-46BD-9074-5D91EC2D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9F1FC-8EF0-4680-A749-DFE2F1D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2CF5C-5A16-4794-8320-7172617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DC375-5EC3-4B54-80D7-D3DB6FA0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505A6-89D0-40BE-AC4B-C1A99E5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BA497-4ABF-42A7-8AF6-04743522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93783-F0A4-474C-A562-7821B132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10368-A136-4957-8A88-C47E7EB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코드에 live publisher와 token scope를 기본 포함한다.의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40E7F-661B-412D-B3E9-EE3D54F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1BC70-7748-49E8-991E-4828B82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18EA1-78C3-4070-BB97-C7DEDC88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8CC93-1C1F-4E19-8F82-2D44C0A6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8695C-3707-4BA4-B36E-103C9AFE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70B37-36B8-4203-AD46-2846EB0D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 생성·리뷰·test 수정은 돕되 merge와 외부 게시 결정은 사람에게 남긴다.의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1ED1C-B37E-498E-99FB-E8900CC9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B1034-D13B-440D-9FC9-6AB0EAF9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57C25-0D6D-4275-AD4E-ABEC3ECA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53523148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2E594-05A7-4EB3-885F-3579C887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988D8-9218-45E1-9F89-D457A38C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0E5E-0EE5-46D3-A929-72F2112F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39B7D-021C-4DCE-B94F-929C0777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2DAAE-B076-40EC-ACAE-2259982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CFE93-0A0B-4EAE-A863-2CFC99F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6441D-2987-4756-91D2-9B845E0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26D10-392F-463B-AA3F-9999ED4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C9E0E-4907-4544-9FA1-9D95580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fake publisher가 한 번 호출되고 remote ID가 audit에 남는다.로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66539-09AB-49D8-8C6A-B14D8A7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263ED-5215-4983-949A-BC7AA44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ABD02-8700-49D2-A275-F707428D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Sandbox GitHub 게시의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4D894-A116-42C1-98A8-8E52326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2FC13-9163-4D4A-94B1-BBF8F0AE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55BD4-C9AC-48A8-BEFD-12B8115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코드에 live publisher와 token scope를 기본 포함한다. 발생 시 day4_audit_record.json에서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F82A4-F0A4-47F4-B51F-7B9302CB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8A81E-F7BA-4B0D-BF80-39ADC10F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81726-45E8-4912-B58D-26096578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009625919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C102F-FD27-4E75-86B2-079AA5E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day4_audit_record.json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2F5FB-01D4-4524-A8BB-0CA32FDE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ABA7F-3B1D-4F1C-9E34-5F600308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B0FBA-7E5B-489D-BDBE-C1769B5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D7694-3FF5-46D8-A52A-4CC2542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9F74-AE86-4A80-B8B2-E08FF9FF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38B52-4068-44B7-8FC9-6397B86D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5C06A-BC63-4C76-9F84-61A996D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A997F-ACFA-4F95-B6B7-4F00874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Sandbox GitHub 게시이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7D0BF-BD90-4607-B3DE-5C5F45CB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E56D0-ABD5-4A32-975C-233AE0B3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EC7E9-1B9D-452C-A998-F123654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A9A26-1B12-41EF-B94F-CF88D71C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76E08-7E59-4507-B873-568F475E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A21D3-E20F-4952-B013-4741D4F2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day4_audit_record.json과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83BDF-2724-43C4-968A-12033D0D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101953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2026-08-24T16:17:29.0450000Z</dcterms:created>
  <dcterms:modified xsi:type="dcterms:W3CDTF">2026-08-24T16:17:29.0450000Z</dcterms:modified>
</coreProperties>
</file>