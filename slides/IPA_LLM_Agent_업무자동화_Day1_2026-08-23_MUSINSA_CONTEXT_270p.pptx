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61.xml" ContentType="application/vnd.openxmlformats-officedocument.presentationml.notesSlide+xml"/>
  <Override PartName="/ppt/slides/slide62.xml" ContentType="application/vnd.openxmlformats-officedocument.presentationml.slide+xml"/>
  <Override PartName="/ppt/notesSlides/notesSlide62.xml" ContentType="application/vnd.openxmlformats-officedocument.presentationml.notesSlide+xml"/>
  <Override PartName="/ppt/slides/slide63.xml" ContentType="application/vnd.openxmlformats-officedocument.presentationml.slide+xml"/>
  <Override PartName="/ppt/notesSlides/notesSlide63.xml" ContentType="application/vnd.openxmlformats-officedocument.presentationml.notesSlide+xml"/>
  <Override PartName="/ppt/slides/slide64.xml" ContentType="application/vnd.openxmlformats-officedocument.presentationml.slide+xml"/>
  <Override PartName="/ppt/notesSlides/notesSlide64.xml" ContentType="application/vnd.openxmlformats-officedocument.presentationml.notesSlide+xml"/>
  <Override PartName="/ppt/slides/slide65.xml" ContentType="application/vnd.openxmlformats-officedocument.presentationml.slide+xml"/>
  <Override PartName="/ppt/notesSlides/notesSlide65.xml" ContentType="application/vnd.openxmlformats-officedocument.presentationml.notesSlide+xml"/>
  <Override PartName="/ppt/slides/slide66.xml" ContentType="application/vnd.openxmlformats-officedocument.presentationml.slide+xml"/>
  <Override PartName="/ppt/notesSlides/notesSlide66.xml" ContentType="application/vnd.openxmlformats-officedocument.presentationml.notesSlide+xml"/>
  <Override PartName="/ppt/slides/slide67.xml" ContentType="application/vnd.openxmlformats-officedocument.presentationml.slide+xml"/>
  <Override PartName="/ppt/notesSlides/notesSlide67.xml" ContentType="application/vnd.openxmlformats-officedocument.presentationml.notesSlide+xml"/>
  <Override PartName="/ppt/slides/slide68.xml" ContentType="application/vnd.openxmlformats-officedocument.presentationml.slide+xml"/>
  <Override PartName="/ppt/notesSlides/notesSlide68.xml" ContentType="application/vnd.openxmlformats-officedocument.presentationml.notesSlide+xml"/>
  <Override PartName="/ppt/slides/slide69.xml" ContentType="application/vnd.openxmlformats-officedocument.presentationml.slide+xml"/>
  <Override PartName="/ppt/notesSlides/notesSlide69.xml" ContentType="application/vnd.openxmlformats-officedocument.presentationml.notesSlide+xml"/>
  <Override PartName="/ppt/slides/slide70.xml" ContentType="application/vnd.openxmlformats-officedocument.presentationml.slide+xml"/>
  <Override PartName="/ppt/notesSlides/notesSlide70.xml" ContentType="application/vnd.openxmlformats-officedocument.presentationml.notesSlide+xml"/>
  <Override PartName="/ppt/slides/slide71.xml" ContentType="application/vnd.openxmlformats-officedocument.presentationml.slide+xml"/>
  <Override PartName="/ppt/notesSlides/notesSlide71.xml" ContentType="application/vnd.openxmlformats-officedocument.presentationml.notesSlide+xml"/>
  <Override PartName="/ppt/slides/slide72.xml" ContentType="application/vnd.openxmlformats-officedocument.presentationml.slide+xml"/>
  <Override PartName="/ppt/notesSlides/notesSlide72.xml" ContentType="application/vnd.openxmlformats-officedocument.presentationml.notesSlide+xml"/>
  <Override PartName="/ppt/slides/slide73.xml" ContentType="application/vnd.openxmlformats-officedocument.presentationml.slide+xml"/>
  <Override PartName="/ppt/notesSlides/notesSlide73.xml" ContentType="application/vnd.openxmlformats-officedocument.presentationml.notesSlide+xml"/>
  <Override PartName="/ppt/slides/slide74.xml" ContentType="application/vnd.openxmlformats-officedocument.presentationml.slide+xml"/>
  <Override PartName="/ppt/notesSlides/notesSlide74.xml" ContentType="application/vnd.openxmlformats-officedocument.presentationml.notesSlide+xml"/>
  <Override PartName="/ppt/slides/slide75.xml" ContentType="application/vnd.openxmlformats-officedocument.presentationml.slide+xml"/>
  <Override PartName="/ppt/notesSlides/notesSlide75.xml" ContentType="application/vnd.openxmlformats-officedocument.presentationml.notesSlide+xml"/>
  <Override PartName="/ppt/slides/slide76.xml" ContentType="application/vnd.openxmlformats-officedocument.presentationml.slide+xml"/>
  <Override PartName="/ppt/notesSlides/notesSlide76.xml" ContentType="application/vnd.openxmlformats-officedocument.presentationml.notesSlide+xml"/>
  <Override PartName="/ppt/slides/slide77.xml" ContentType="application/vnd.openxmlformats-officedocument.presentationml.slide+xml"/>
  <Override PartName="/ppt/notesSlides/notesSlide77.xml" ContentType="application/vnd.openxmlformats-officedocument.presentationml.notesSlide+xml"/>
  <Override PartName="/ppt/slides/slide78.xml" ContentType="application/vnd.openxmlformats-officedocument.presentationml.slide+xml"/>
  <Override PartName="/ppt/notesSlides/notesSlide78.xml" ContentType="application/vnd.openxmlformats-officedocument.presentationml.notesSlide+xml"/>
  <Override PartName="/ppt/slides/slide79.xml" ContentType="application/vnd.openxmlformats-officedocument.presentationml.slide+xml"/>
  <Override PartName="/ppt/notesSlides/notesSlide79.xml" ContentType="application/vnd.openxmlformats-officedocument.presentationml.notesSlide+xml"/>
  <Override PartName="/ppt/slides/slide80.xml" ContentType="application/vnd.openxmlformats-officedocument.presentationml.slide+xml"/>
  <Override PartName="/ppt/notesSlides/notesSlide80.xml" ContentType="application/vnd.openxmlformats-officedocument.presentationml.notesSlide+xml"/>
  <Override PartName="/ppt/slides/slide81.xml" ContentType="application/vnd.openxmlformats-officedocument.presentationml.slide+xml"/>
  <Override PartName="/ppt/notesSlides/notesSlide81.xml" ContentType="application/vnd.openxmlformats-officedocument.presentationml.notesSlide+xml"/>
  <Override PartName="/ppt/slides/slide82.xml" ContentType="application/vnd.openxmlformats-officedocument.presentationml.slide+xml"/>
  <Override PartName="/ppt/notesSlides/notesSlide82.xml" ContentType="application/vnd.openxmlformats-officedocument.presentationml.notesSlide+xml"/>
  <Override PartName="/ppt/slides/slide83.xml" ContentType="application/vnd.openxmlformats-officedocument.presentationml.slide+xml"/>
  <Override PartName="/ppt/notesSlides/notesSlide83.xml" ContentType="application/vnd.openxmlformats-officedocument.presentationml.notesSlide+xml"/>
  <Override PartName="/ppt/slides/slide84.xml" ContentType="application/vnd.openxmlformats-officedocument.presentationml.slide+xml"/>
  <Override PartName="/ppt/notesSlides/notesSlide84.xml" ContentType="application/vnd.openxmlformats-officedocument.presentationml.notesSlide+xml"/>
  <Override PartName="/ppt/slides/slide85.xml" ContentType="application/vnd.openxmlformats-officedocument.presentationml.slide+xml"/>
  <Override PartName="/ppt/notesSlides/notesSlide85.xml" ContentType="application/vnd.openxmlformats-officedocument.presentationml.notesSlide+xml"/>
  <Override PartName="/ppt/slides/slide86.xml" ContentType="application/vnd.openxmlformats-officedocument.presentationml.slide+xml"/>
  <Override PartName="/ppt/notesSlides/notesSlide86.xml" ContentType="application/vnd.openxmlformats-officedocument.presentationml.notesSlide+xml"/>
  <Override PartName="/ppt/slides/slide87.xml" ContentType="application/vnd.openxmlformats-officedocument.presentationml.slide+xml"/>
  <Override PartName="/ppt/notesSlides/notesSlide87.xml" ContentType="application/vnd.openxmlformats-officedocument.presentationml.notesSlide+xml"/>
  <Override PartName="/ppt/slides/slide88.xml" ContentType="application/vnd.openxmlformats-officedocument.presentationml.slide+xml"/>
  <Override PartName="/ppt/notesSlides/notesSlide88.xml" ContentType="application/vnd.openxmlformats-officedocument.presentationml.notesSlide+xml"/>
  <Override PartName="/ppt/slides/slide89.xml" ContentType="application/vnd.openxmlformats-officedocument.presentationml.slide+xml"/>
  <Override PartName="/ppt/notesSlides/notesSlide89.xml" ContentType="application/vnd.openxmlformats-officedocument.presentationml.notesSlide+xml"/>
  <Override PartName="/ppt/slides/slide90.xml" ContentType="application/vnd.openxmlformats-officedocument.presentationml.slide+xml"/>
  <Override PartName="/ppt/notesSlides/notesSlide90.xml" ContentType="application/vnd.openxmlformats-officedocument.presentationml.notesSlide+xml"/>
  <Override PartName="/ppt/slides/slide91.xml" ContentType="application/vnd.openxmlformats-officedocument.presentationml.slide+xml"/>
  <Override PartName="/ppt/notesSlides/notesSlide91.xml" ContentType="application/vnd.openxmlformats-officedocument.presentationml.notesSlide+xml"/>
  <Override PartName="/ppt/slides/slide92.xml" ContentType="application/vnd.openxmlformats-officedocument.presentationml.slide+xml"/>
  <Override PartName="/ppt/notesSlides/notesSlide92.xml" ContentType="application/vnd.openxmlformats-officedocument.presentationml.notesSlide+xml"/>
  <Override PartName="/ppt/slides/slide93.xml" ContentType="application/vnd.openxmlformats-officedocument.presentationml.slide+xml"/>
  <Override PartName="/ppt/notesSlides/notesSlide93.xml" ContentType="application/vnd.openxmlformats-officedocument.presentationml.notesSlide+xml"/>
  <Override PartName="/ppt/slides/slide94.xml" ContentType="application/vnd.openxmlformats-officedocument.presentationml.slide+xml"/>
  <Override PartName="/ppt/notesSlides/notesSlide94.xml" ContentType="application/vnd.openxmlformats-officedocument.presentationml.notesSlide+xml"/>
  <Override PartName="/ppt/slides/slide95.xml" ContentType="application/vnd.openxmlformats-officedocument.presentationml.slide+xml"/>
  <Override PartName="/ppt/notesSlides/notesSlide95.xml" ContentType="application/vnd.openxmlformats-officedocument.presentationml.notesSlide+xml"/>
  <Override PartName="/ppt/slides/slide96.xml" ContentType="application/vnd.openxmlformats-officedocument.presentationml.slide+xml"/>
  <Override PartName="/ppt/notesSlides/notesSlide96.xml" ContentType="application/vnd.openxmlformats-officedocument.presentationml.notesSlide+xml"/>
  <Override PartName="/ppt/slides/slide97.xml" ContentType="application/vnd.openxmlformats-officedocument.presentationml.slide+xml"/>
  <Override PartName="/ppt/notesSlides/notesSlide97.xml" ContentType="application/vnd.openxmlformats-officedocument.presentationml.notesSlide+xml"/>
  <Override PartName="/ppt/slides/slide98.xml" ContentType="application/vnd.openxmlformats-officedocument.presentationml.slide+xml"/>
  <Override PartName="/ppt/notesSlides/notesSlide98.xml" ContentType="application/vnd.openxmlformats-officedocument.presentationml.notesSlide+xml"/>
  <Override PartName="/ppt/slides/slide99.xml" ContentType="application/vnd.openxmlformats-officedocument.presentationml.slide+xml"/>
  <Override PartName="/ppt/notesSlides/notesSlide99.xml" ContentType="application/vnd.openxmlformats-officedocument.presentationml.notesSlide+xml"/>
  <Override PartName="/ppt/slides/slide100.xml" ContentType="application/vnd.openxmlformats-officedocument.presentationml.slide+xml"/>
  <Override PartName="/ppt/notesSlides/notesSlide100.xml" ContentType="application/vnd.openxmlformats-officedocument.presentationml.notesSlide+xml"/>
  <Override PartName="/ppt/slides/slide101.xml" ContentType="application/vnd.openxmlformats-officedocument.presentationml.slide+xml"/>
  <Override PartName="/ppt/notesSlides/notesSlide101.xml" ContentType="application/vnd.openxmlformats-officedocument.presentationml.notesSlide+xml"/>
  <Override PartName="/ppt/slides/slide102.xml" ContentType="application/vnd.openxmlformats-officedocument.presentationml.slide+xml"/>
  <Override PartName="/ppt/notesSlides/notesSlide102.xml" ContentType="application/vnd.openxmlformats-officedocument.presentationml.notesSlide+xml"/>
  <Override PartName="/ppt/slides/slide103.xml" ContentType="application/vnd.openxmlformats-officedocument.presentationml.slide+xml"/>
  <Override PartName="/ppt/notesSlides/notesSlide103.xml" ContentType="application/vnd.openxmlformats-officedocument.presentationml.notesSlide+xml"/>
  <Override PartName="/ppt/slides/slide104.xml" ContentType="application/vnd.openxmlformats-officedocument.presentationml.slide+xml"/>
  <Override PartName="/ppt/notesSlides/notesSlide104.xml" ContentType="application/vnd.openxmlformats-officedocument.presentationml.notesSlide+xml"/>
  <Override PartName="/ppt/slides/slide105.xml" ContentType="application/vnd.openxmlformats-officedocument.presentationml.slide+xml"/>
  <Override PartName="/ppt/notesSlides/notesSlide105.xml" ContentType="application/vnd.openxmlformats-officedocument.presentationml.notesSlide+xml"/>
  <Override PartName="/ppt/slides/slide106.xml" ContentType="application/vnd.openxmlformats-officedocument.presentationml.slide+xml"/>
  <Override PartName="/ppt/notesSlides/notesSlide106.xml" ContentType="application/vnd.openxmlformats-officedocument.presentationml.notesSlide+xml"/>
  <Override PartName="/ppt/slides/slide107.xml" ContentType="application/vnd.openxmlformats-officedocument.presentationml.slide+xml"/>
  <Override PartName="/ppt/notesSlides/notesSlide107.xml" ContentType="application/vnd.openxmlformats-officedocument.presentationml.notesSlide+xml"/>
  <Override PartName="/ppt/slides/slide108.xml" ContentType="application/vnd.openxmlformats-officedocument.presentationml.slide+xml"/>
  <Override PartName="/ppt/notesSlides/notesSlide108.xml" ContentType="application/vnd.openxmlformats-officedocument.presentationml.notesSlide+xml"/>
  <Override PartName="/ppt/slides/slide109.xml" ContentType="application/vnd.openxmlformats-officedocument.presentationml.slide+xml"/>
  <Override PartName="/ppt/notesSlides/notesSlide109.xml" ContentType="application/vnd.openxmlformats-officedocument.presentationml.notesSlide+xml"/>
  <Override PartName="/ppt/slides/slide110.xml" ContentType="application/vnd.openxmlformats-officedocument.presentationml.slide+xml"/>
  <Override PartName="/ppt/notesSlides/notesSlide110.xml" ContentType="application/vnd.openxmlformats-officedocument.presentationml.notesSlide+xml"/>
  <Override PartName="/ppt/slides/slide111.xml" ContentType="application/vnd.openxmlformats-officedocument.presentationml.slide+xml"/>
  <Override PartName="/ppt/notesSlides/notesSlide111.xml" ContentType="application/vnd.openxmlformats-officedocument.presentationml.notesSlide+xml"/>
  <Override PartName="/ppt/slides/slide112.xml" ContentType="application/vnd.openxmlformats-officedocument.presentationml.slide+xml"/>
  <Override PartName="/ppt/notesSlides/notesSlide112.xml" ContentType="application/vnd.openxmlformats-officedocument.presentationml.notesSlide+xml"/>
  <Override PartName="/ppt/slides/slide113.xml" ContentType="application/vnd.openxmlformats-officedocument.presentationml.slide+xml"/>
  <Override PartName="/ppt/notesSlides/notesSlide113.xml" ContentType="application/vnd.openxmlformats-officedocument.presentationml.notesSlide+xml"/>
  <Override PartName="/ppt/slides/slide114.xml" ContentType="application/vnd.openxmlformats-officedocument.presentationml.slide+xml"/>
  <Override PartName="/ppt/notesSlides/notesSlide114.xml" ContentType="application/vnd.openxmlformats-officedocument.presentationml.notesSlide+xml"/>
  <Override PartName="/ppt/slides/slide115.xml" ContentType="application/vnd.openxmlformats-officedocument.presentationml.slide+xml"/>
  <Override PartName="/ppt/notesSlides/notesSlide115.xml" ContentType="application/vnd.openxmlformats-officedocument.presentationml.notesSlide+xml"/>
  <Override PartName="/ppt/slides/slide116.xml" ContentType="application/vnd.openxmlformats-officedocument.presentationml.slide+xml"/>
  <Override PartName="/ppt/notesSlides/notesSlide116.xml" ContentType="application/vnd.openxmlformats-officedocument.presentationml.notesSlide+xml"/>
  <Override PartName="/ppt/slides/slide117.xml" ContentType="application/vnd.openxmlformats-officedocument.presentationml.slide+xml"/>
  <Override PartName="/ppt/notesSlides/notesSlide117.xml" ContentType="application/vnd.openxmlformats-officedocument.presentationml.notesSlide+xml"/>
  <Override PartName="/ppt/slides/slide118.xml" ContentType="application/vnd.openxmlformats-officedocument.presentationml.slide+xml"/>
  <Override PartName="/ppt/notesSlides/notesSlide118.xml" ContentType="application/vnd.openxmlformats-officedocument.presentationml.notesSlide+xml"/>
  <Override PartName="/ppt/slides/slide119.xml" ContentType="application/vnd.openxmlformats-officedocument.presentationml.slide+xml"/>
  <Override PartName="/ppt/notesSlides/notesSlide119.xml" ContentType="application/vnd.openxmlformats-officedocument.presentationml.notesSlide+xml"/>
  <Override PartName="/ppt/slides/slide120.xml" ContentType="application/vnd.openxmlformats-officedocument.presentationml.slide+xml"/>
  <Override PartName="/ppt/notesSlides/notesSlide120.xml" ContentType="application/vnd.openxmlformats-officedocument.presentationml.notesSlide+xml"/>
  <Override PartName="/ppt/slides/slide121.xml" ContentType="application/vnd.openxmlformats-officedocument.presentationml.slide+xml"/>
  <Override PartName="/ppt/notesSlides/notesSlide121.xml" ContentType="application/vnd.openxmlformats-officedocument.presentationml.notesSlide+xml"/>
  <Override PartName="/ppt/slides/slide122.xml" ContentType="application/vnd.openxmlformats-officedocument.presentationml.slide+xml"/>
  <Override PartName="/ppt/notesSlides/notesSlide122.xml" ContentType="application/vnd.openxmlformats-officedocument.presentationml.notesSlide+xml"/>
  <Override PartName="/ppt/slides/slide123.xml" ContentType="application/vnd.openxmlformats-officedocument.presentationml.slide+xml"/>
  <Override PartName="/ppt/notesSlides/notesSlide123.xml" ContentType="application/vnd.openxmlformats-officedocument.presentationml.notesSlide+xml"/>
  <Override PartName="/ppt/slides/slide124.xml" ContentType="application/vnd.openxmlformats-officedocument.presentationml.slide+xml"/>
  <Override PartName="/ppt/notesSlides/notesSlide124.xml" ContentType="application/vnd.openxmlformats-officedocument.presentationml.notesSlide+xml"/>
  <Override PartName="/ppt/slides/slide125.xml" ContentType="application/vnd.openxmlformats-officedocument.presentationml.slide+xml"/>
  <Override PartName="/ppt/notesSlides/notesSlide125.xml" ContentType="application/vnd.openxmlformats-officedocument.presentationml.notesSlide+xml"/>
  <Override PartName="/ppt/slides/slide126.xml" ContentType="application/vnd.openxmlformats-officedocument.presentationml.slide+xml"/>
  <Override PartName="/ppt/notesSlides/notesSlide126.xml" ContentType="application/vnd.openxmlformats-officedocument.presentationml.notesSlide+xml"/>
  <Override PartName="/ppt/slides/slide127.xml" ContentType="application/vnd.openxmlformats-officedocument.presentationml.slide+xml"/>
  <Override PartName="/ppt/notesSlides/notesSlide127.xml" ContentType="application/vnd.openxmlformats-officedocument.presentationml.notesSlide+xml"/>
  <Override PartName="/ppt/slides/slide128.xml" ContentType="application/vnd.openxmlformats-officedocument.presentationml.slide+xml"/>
  <Override PartName="/ppt/notesSlides/notesSlide128.xml" ContentType="application/vnd.openxmlformats-officedocument.presentationml.notesSlide+xml"/>
  <Override PartName="/ppt/slides/slide129.xml" ContentType="application/vnd.openxmlformats-officedocument.presentationml.slide+xml"/>
  <Override PartName="/ppt/notesSlides/notesSlide129.xml" ContentType="application/vnd.openxmlformats-officedocument.presentationml.notesSlide+xml"/>
  <Override PartName="/ppt/slides/slide130.xml" ContentType="application/vnd.openxmlformats-officedocument.presentationml.slide+xml"/>
  <Override PartName="/ppt/notesSlides/notesSlide130.xml" ContentType="application/vnd.openxmlformats-officedocument.presentationml.notesSlide+xml"/>
  <Override PartName="/ppt/slides/slide131.xml" ContentType="application/vnd.openxmlformats-officedocument.presentationml.slide+xml"/>
  <Override PartName="/ppt/notesSlides/notesSlide131.xml" ContentType="application/vnd.openxmlformats-officedocument.presentationml.notesSlide+xml"/>
  <Override PartName="/ppt/slides/slide132.xml" ContentType="application/vnd.openxmlformats-officedocument.presentationml.slide+xml"/>
  <Override PartName="/ppt/notesSlides/notesSlide132.xml" ContentType="application/vnd.openxmlformats-officedocument.presentationml.notesSlide+xml"/>
  <Override PartName="/ppt/slides/slide133.xml" ContentType="application/vnd.openxmlformats-officedocument.presentationml.slide+xml"/>
  <Override PartName="/ppt/notesSlides/notesSlide133.xml" ContentType="application/vnd.openxmlformats-officedocument.presentationml.notesSlide+xml"/>
  <Override PartName="/ppt/slides/slide134.xml" ContentType="application/vnd.openxmlformats-officedocument.presentationml.slide+xml"/>
  <Override PartName="/ppt/notesSlides/notesSlide134.xml" ContentType="application/vnd.openxmlformats-officedocument.presentationml.notesSlide+xml"/>
  <Override PartName="/ppt/slides/slide135.xml" ContentType="application/vnd.openxmlformats-officedocument.presentationml.slide+xml"/>
  <Override PartName="/ppt/notesSlides/notesSlide135.xml" ContentType="application/vnd.openxmlformats-officedocument.presentationml.notesSlide+xml"/>
  <Override PartName="/ppt/slides/slide136.xml" ContentType="application/vnd.openxmlformats-officedocument.presentationml.slide+xml"/>
  <Override PartName="/ppt/notesSlides/notesSlide136.xml" ContentType="application/vnd.openxmlformats-officedocument.presentationml.notesSlide+xml"/>
  <Override PartName="/ppt/slides/slide137.xml" ContentType="application/vnd.openxmlformats-officedocument.presentationml.slide+xml"/>
  <Override PartName="/ppt/notesSlides/notesSlide137.xml" ContentType="application/vnd.openxmlformats-officedocument.presentationml.notesSlide+xml"/>
  <Override PartName="/ppt/slides/slide138.xml" ContentType="application/vnd.openxmlformats-officedocument.presentationml.slide+xml"/>
  <Override PartName="/ppt/notesSlides/notesSlide138.xml" ContentType="application/vnd.openxmlformats-officedocument.presentationml.notesSlide+xml"/>
  <Override PartName="/ppt/slides/slide139.xml" ContentType="application/vnd.openxmlformats-officedocument.presentationml.slide+xml"/>
  <Override PartName="/ppt/notesSlides/notesSlide139.xml" ContentType="application/vnd.openxmlformats-officedocument.presentationml.notesSlide+xml"/>
  <Override PartName="/ppt/slides/slide140.xml" ContentType="application/vnd.openxmlformats-officedocument.presentationml.slide+xml"/>
  <Override PartName="/ppt/notesSlides/notesSlide140.xml" ContentType="application/vnd.openxmlformats-officedocument.presentationml.notesSlide+xml"/>
  <Override PartName="/ppt/slides/slide141.xml" ContentType="application/vnd.openxmlformats-officedocument.presentationml.slide+xml"/>
  <Override PartName="/ppt/notesSlides/notesSlide141.xml" ContentType="application/vnd.openxmlformats-officedocument.presentationml.notesSlide+xml"/>
  <Override PartName="/ppt/slides/slide142.xml" ContentType="application/vnd.openxmlformats-officedocument.presentationml.slide+xml"/>
  <Override PartName="/ppt/notesSlides/notesSlide142.xml" ContentType="application/vnd.openxmlformats-officedocument.presentationml.notesSlide+xml"/>
  <Override PartName="/ppt/slides/slide143.xml" ContentType="application/vnd.openxmlformats-officedocument.presentationml.slide+xml"/>
  <Override PartName="/ppt/notesSlides/notesSlide143.xml" ContentType="application/vnd.openxmlformats-officedocument.presentationml.notesSlide+xml"/>
  <Override PartName="/ppt/slides/slide144.xml" ContentType="application/vnd.openxmlformats-officedocument.presentationml.slide+xml"/>
  <Override PartName="/ppt/notesSlides/notesSlide144.xml" ContentType="application/vnd.openxmlformats-officedocument.presentationml.notesSlide+xml"/>
  <Override PartName="/ppt/slides/slide145.xml" ContentType="application/vnd.openxmlformats-officedocument.presentationml.slide+xml"/>
  <Override PartName="/ppt/notesSlides/notesSlide145.xml" ContentType="application/vnd.openxmlformats-officedocument.presentationml.notesSlide+xml"/>
  <Override PartName="/ppt/slides/slide146.xml" ContentType="application/vnd.openxmlformats-officedocument.presentationml.slide+xml"/>
  <Override PartName="/ppt/notesSlides/notesSlide146.xml" ContentType="application/vnd.openxmlformats-officedocument.presentationml.notesSlide+xml"/>
  <Override PartName="/ppt/slides/slide147.xml" ContentType="application/vnd.openxmlformats-officedocument.presentationml.slide+xml"/>
  <Override PartName="/ppt/notesSlides/notesSlide147.xml" ContentType="application/vnd.openxmlformats-officedocument.presentationml.notesSlide+xml"/>
  <Override PartName="/ppt/slides/slide148.xml" ContentType="application/vnd.openxmlformats-officedocument.presentationml.slide+xml"/>
  <Override PartName="/ppt/notesSlides/notesSlide148.xml" ContentType="application/vnd.openxmlformats-officedocument.presentationml.notesSlide+xml"/>
  <Override PartName="/ppt/slides/slide149.xml" ContentType="application/vnd.openxmlformats-officedocument.presentationml.slide+xml"/>
  <Override PartName="/ppt/notesSlides/notesSlide149.xml" ContentType="application/vnd.openxmlformats-officedocument.presentationml.notesSlide+xml"/>
  <Override PartName="/ppt/slides/slide150.xml" ContentType="application/vnd.openxmlformats-officedocument.presentationml.slide+xml"/>
  <Override PartName="/ppt/notesSlides/notesSlide150.xml" ContentType="application/vnd.openxmlformats-officedocument.presentationml.notesSlide+xml"/>
  <Override PartName="/ppt/slides/slide151.xml" ContentType="application/vnd.openxmlformats-officedocument.presentationml.slide+xml"/>
  <Override PartName="/ppt/notesSlides/notesSlide151.xml" ContentType="application/vnd.openxmlformats-officedocument.presentationml.notesSlide+xml"/>
  <Override PartName="/ppt/slides/slide152.xml" ContentType="application/vnd.openxmlformats-officedocument.presentationml.slide+xml"/>
  <Override PartName="/ppt/notesSlides/notesSlide152.xml" ContentType="application/vnd.openxmlformats-officedocument.presentationml.notesSlide+xml"/>
  <Override PartName="/ppt/slides/slide153.xml" ContentType="application/vnd.openxmlformats-officedocument.presentationml.slide+xml"/>
  <Override PartName="/ppt/notesSlides/notesSlide153.xml" ContentType="application/vnd.openxmlformats-officedocument.presentationml.notesSlide+xml"/>
  <Override PartName="/ppt/slides/slide154.xml" ContentType="application/vnd.openxmlformats-officedocument.presentationml.slide+xml"/>
  <Override PartName="/ppt/notesSlides/notesSlide154.xml" ContentType="application/vnd.openxmlformats-officedocument.presentationml.notesSlide+xml"/>
  <Override PartName="/ppt/slides/slide155.xml" ContentType="application/vnd.openxmlformats-officedocument.presentationml.slide+xml"/>
  <Override PartName="/ppt/notesSlides/notesSlide155.xml" ContentType="application/vnd.openxmlformats-officedocument.presentationml.notesSlide+xml"/>
  <Override PartName="/ppt/slides/slide156.xml" ContentType="application/vnd.openxmlformats-officedocument.presentationml.slide+xml"/>
  <Override PartName="/ppt/notesSlides/notesSlide156.xml" ContentType="application/vnd.openxmlformats-officedocument.presentationml.notesSlide+xml"/>
  <Override PartName="/ppt/slides/slide157.xml" ContentType="application/vnd.openxmlformats-officedocument.presentationml.slide+xml"/>
  <Override PartName="/ppt/notesSlides/notesSlide157.xml" ContentType="application/vnd.openxmlformats-officedocument.presentationml.notesSlide+xml"/>
  <Override PartName="/ppt/slides/slide158.xml" ContentType="application/vnd.openxmlformats-officedocument.presentationml.slide+xml"/>
  <Override PartName="/ppt/notesSlides/notesSlide158.xml" ContentType="application/vnd.openxmlformats-officedocument.presentationml.notesSlide+xml"/>
  <Override PartName="/ppt/slides/slide159.xml" ContentType="application/vnd.openxmlformats-officedocument.presentationml.slide+xml"/>
  <Override PartName="/ppt/notesSlides/notesSlide159.xml" ContentType="application/vnd.openxmlformats-officedocument.presentationml.notesSlide+xml"/>
  <Override PartName="/ppt/slides/slide160.xml" ContentType="application/vnd.openxmlformats-officedocument.presentationml.slide+xml"/>
  <Override PartName="/ppt/notesSlides/notesSlide160.xml" ContentType="application/vnd.openxmlformats-officedocument.presentationml.notesSlide+xml"/>
  <Override PartName="/ppt/slides/slide161.xml" ContentType="application/vnd.openxmlformats-officedocument.presentationml.slide+xml"/>
  <Override PartName="/ppt/notesSlides/notesSlide161.xml" ContentType="application/vnd.openxmlformats-officedocument.presentationml.notesSlide+xml"/>
  <Override PartName="/ppt/slides/slide162.xml" ContentType="application/vnd.openxmlformats-officedocument.presentationml.slide+xml"/>
  <Override PartName="/ppt/notesSlides/notesSlide162.xml" ContentType="application/vnd.openxmlformats-officedocument.presentationml.notesSlide+xml"/>
  <Override PartName="/ppt/slides/slide163.xml" ContentType="application/vnd.openxmlformats-officedocument.presentationml.slide+xml"/>
  <Override PartName="/ppt/notesSlides/notesSlide163.xml" ContentType="application/vnd.openxmlformats-officedocument.presentationml.notesSlide+xml"/>
  <Override PartName="/ppt/slides/slide164.xml" ContentType="application/vnd.openxmlformats-officedocument.presentationml.slide+xml"/>
  <Override PartName="/ppt/notesSlides/notesSlide164.xml" ContentType="application/vnd.openxmlformats-officedocument.presentationml.notesSlide+xml"/>
  <Override PartName="/ppt/slides/slide165.xml" ContentType="application/vnd.openxmlformats-officedocument.presentationml.slide+xml"/>
  <Override PartName="/ppt/notesSlides/notesSlide165.xml" ContentType="application/vnd.openxmlformats-officedocument.presentationml.notesSlide+xml"/>
  <Override PartName="/ppt/slides/slide166.xml" ContentType="application/vnd.openxmlformats-officedocument.presentationml.slide+xml"/>
  <Override PartName="/ppt/notesSlides/notesSlide166.xml" ContentType="application/vnd.openxmlformats-officedocument.presentationml.notesSlide+xml"/>
  <Override PartName="/ppt/slides/slide167.xml" ContentType="application/vnd.openxmlformats-officedocument.presentationml.slide+xml"/>
  <Override PartName="/ppt/notesSlides/notesSlide167.xml" ContentType="application/vnd.openxmlformats-officedocument.presentationml.notesSlide+xml"/>
  <Override PartName="/ppt/slides/slide168.xml" ContentType="application/vnd.openxmlformats-officedocument.presentationml.slide+xml"/>
  <Override PartName="/ppt/notesSlides/notesSlide168.xml" ContentType="application/vnd.openxmlformats-officedocument.presentationml.notesSlide+xml"/>
  <Override PartName="/ppt/slides/slide169.xml" ContentType="application/vnd.openxmlformats-officedocument.presentationml.slide+xml"/>
  <Override PartName="/ppt/notesSlides/notesSlide169.xml" ContentType="application/vnd.openxmlformats-officedocument.presentationml.notesSlide+xml"/>
  <Override PartName="/ppt/slides/slide170.xml" ContentType="application/vnd.openxmlformats-officedocument.presentationml.slide+xml"/>
  <Override PartName="/ppt/notesSlides/notesSlide170.xml" ContentType="application/vnd.openxmlformats-officedocument.presentationml.notesSlide+xml"/>
  <Override PartName="/ppt/slides/slide171.xml" ContentType="application/vnd.openxmlformats-officedocument.presentationml.slide+xml"/>
  <Override PartName="/ppt/notesSlides/notesSlide171.xml" ContentType="application/vnd.openxmlformats-officedocument.presentationml.notesSlide+xml"/>
  <Override PartName="/ppt/slides/slide172.xml" ContentType="application/vnd.openxmlformats-officedocument.presentationml.slide+xml"/>
  <Override PartName="/ppt/notesSlides/notesSlide172.xml" ContentType="application/vnd.openxmlformats-officedocument.presentationml.notesSlide+xml"/>
  <Override PartName="/ppt/slides/slide173.xml" ContentType="application/vnd.openxmlformats-officedocument.presentationml.slide+xml"/>
  <Override PartName="/ppt/notesSlides/notesSlide173.xml" ContentType="application/vnd.openxmlformats-officedocument.presentationml.notesSlide+xml"/>
  <Override PartName="/ppt/slides/slide174.xml" ContentType="application/vnd.openxmlformats-officedocument.presentationml.slide+xml"/>
  <Override PartName="/ppt/notesSlides/notesSlide174.xml" ContentType="application/vnd.openxmlformats-officedocument.presentationml.notesSlide+xml"/>
  <Override PartName="/ppt/slides/slide175.xml" ContentType="application/vnd.openxmlformats-officedocument.presentationml.slide+xml"/>
  <Override PartName="/ppt/notesSlides/notesSlide175.xml" ContentType="application/vnd.openxmlformats-officedocument.presentationml.notesSlide+xml"/>
  <Override PartName="/ppt/slides/slide176.xml" ContentType="application/vnd.openxmlformats-officedocument.presentationml.slide+xml"/>
  <Override PartName="/ppt/notesSlides/notesSlide176.xml" ContentType="application/vnd.openxmlformats-officedocument.presentationml.notesSlide+xml"/>
  <Override PartName="/ppt/slides/slide177.xml" ContentType="application/vnd.openxmlformats-officedocument.presentationml.slide+xml"/>
  <Override PartName="/ppt/notesSlides/notesSlide177.xml" ContentType="application/vnd.openxmlformats-officedocument.presentationml.notesSlide+xml"/>
  <Override PartName="/ppt/slides/slide178.xml" ContentType="application/vnd.openxmlformats-officedocument.presentationml.slide+xml"/>
  <Override PartName="/ppt/notesSlides/notesSlide178.xml" ContentType="application/vnd.openxmlformats-officedocument.presentationml.notesSlide+xml"/>
  <Override PartName="/ppt/slides/slide179.xml" ContentType="application/vnd.openxmlformats-officedocument.presentationml.slide+xml"/>
  <Override PartName="/ppt/notesSlides/notesSlide179.xml" ContentType="application/vnd.openxmlformats-officedocument.presentationml.notesSlide+xml"/>
  <Override PartName="/ppt/slides/slide180.xml" ContentType="application/vnd.openxmlformats-officedocument.presentationml.slide+xml"/>
  <Override PartName="/ppt/notesSlides/notesSlide180.xml" ContentType="application/vnd.openxmlformats-officedocument.presentationml.notesSlide+xml"/>
  <Override PartName="/ppt/slides/slide181.xml" ContentType="application/vnd.openxmlformats-officedocument.presentationml.slide+xml"/>
  <Override PartName="/ppt/notesSlides/notesSlide181.xml" ContentType="application/vnd.openxmlformats-officedocument.presentationml.notesSlide+xml"/>
  <Override PartName="/ppt/slides/slide182.xml" ContentType="application/vnd.openxmlformats-officedocument.presentationml.slide+xml"/>
  <Override PartName="/ppt/notesSlides/notesSlide182.xml" ContentType="application/vnd.openxmlformats-officedocument.presentationml.notesSlide+xml"/>
  <Override PartName="/ppt/slides/slide183.xml" ContentType="application/vnd.openxmlformats-officedocument.presentationml.slide+xml"/>
  <Override PartName="/ppt/notesSlides/notesSlide183.xml" ContentType="application/vnd.openxmlformats-officedocument.presentationml.notesSlide+xml"/>
  <Override PartName="/ppt/slides/slide184.xml" ContentType="application/vnd.openxmlformats-officedocument.presentationml.slide+xml"/>
  <Override PartName="/ppt/notesSlides/notesSlide184.xml" ContentType="application/vnd.openxmlformats-officedocument.presentationml.notesSlide+xml"/>
  <Override PartName="/ppt/slides/slide185.xml" ContentType="application/vnd.openxmlformats-officedocument.presentationml.slide+xml"/>
  <Override PartName="/ppt/notesSlides/notesSlide185.xml" ContentType="application/vnd.openxmlformats-officedocument.presentationml.notesSlide+xml"/>
  <Override PartName="/ppt/slides/slide186.xml" ContentType="application/vnd.openxmlformats-officedocument.presentationml.slide+xml"/>
  <Override PartName="/ppt/notesSlides/notesSlide186.xml" ContentType="application/vnd.openxmlformats-officedocument.presentationml.notesSlide+xml"/>
  <Override PartName="/ppt/slides/slide187.xml" ContentType="application/vnd.openxmlformats-officedocument.presentationml.slide+xml"/>
  <Override PartName="/ppt/notesSlides/notesSlide187.xml" ContentType="application/vnd.openxmlformats-officedocument.presentationml.notesSlide+xml"/>
  <Override PartName="/ppt/slides/slide188.xml" ContentType="application/vnd.openxmlformats-officedocument.presentationml.slide+xml"/>
  <Override PartName="/ppt/notesSlides/notesSlide188.xml" ContentType="application/vnd.openxmlformats-officedocument.presentationml.notesSlide+xml"/>
  <Override PartName="/ppt/slides/slide189.xml" ContentType="application/vnd.openxmlformats-officedocument.presentationml.slide+xml"/>
  <Override PartName="/ppt/notesSlides/notesSlide189.xml" ContentType="application/vnd.openxmlformats-officedocument.presentationml.notesSlide+xml"/>
  <Override PartName="/ppt/slides/slide190.xml" ContentType="application/vnd.openxmlformats-officedocument.presentationml.slide+xml"/>
  <Override PartName="/ppt/notesSlides/notesSlide190.xml" ContentType="application/vnd.openxmlformats-officedocument.presentationml.notesSlide+xml"/>
  <Override PartName="/ppt/slides/slide191.xml" ContentType="application/vnd.openxmlformats-officedocument.presentationml.slide+xml"/>
  <Override PartName="/ppt/notesSlides/notesSlide191.xml" ContentType="application/vnd.openxmlformats-officedocument.presentationml.notesSlide+xml"/>
  <Override PartName="/ppt/slides/slide192.xml" ContentType="application/vnd.openxmlformats-officedocument.presentationml.slide+xml"/>
  <Override PartName="/ppt/notesSlides/notesSlide192.xml" ContentType="application/vnd.openxmlformats-officedocument.presentationml.notesSlide+xml"/>
  <Override PartName="/ppt/slides/slide193.xml" ContentType="application/vnd.openxmlformats-officedocument.presentationml.slide+xml"/>
  <Override PartName="/ppt/notesSlides/notesSlide193.xml" ContentType="application/vnd.openxmlformats-officedocument.presentationml.notesSlide+xml"/>
  <Override PartName="/ppt/slides/slide194.xml" ContentType="application/vnd.openxmlformats-officedocument.presentationml.slide+xml"/>
  <Override PartName="/ppt/notesSlides/notesSlide194.xml" ContentType="application/vnd.openxmlformats-officedocument.presentationml.notesSlide+xml"/>
  <Override PartName="/ppt/slides/slide195.xml" ContentType="application/vnd.openxmlformats-officedocument.presentationml.slide+xml"/>
  <Override PartName="/ppt/notesSlides/notesSlide195.xml" ContentType="application/vnd.openxmlformats-officedocument.presentationml.notesSlide+xml"/>
  <Override PartName="/ppt/slides/slide196.xml" ContentType="application/vnd.openxmlformats-officedocument.presentationml.slide+xml"/>
  <Override PartName="/ppt/notesSlides/notesSlide196.xml" ContentType="application/vnd.openxmlformats-officedocument.presentationml.notesSlide+xml"/>
  <Override PartName="/ppt/slides/slide197.xml" ContentType="application/vnd.openxmlformats-officedocument.presentationml.slide+xml"/>
  <Override PartName="/ppt/notesSlides/notesSlide197.xml" ContentType="application/vnd.openxmlformats-officedocument.presentationml.notesSlide+xml"/>
  <Override PartName="/ppt/slides/slide198.xml" ContentType="application/vnd.openxmlformats-officedocument.presentationml.slide+xml"/>
  <Override PartName="/ppt/notesSlides/notesSlide198.xml" ContentType="application/vnd.openxmlformats-officedocument.presentationml.notesSlide+xml"/>
  <Override PartName="/ppt/slides/slide199.xml" ContentType="application/vnd.openxmlformats-officedocument.presentationml.slide+xml"/>
  <Override PartName="/ppt/notesSlides/notesSlide199.xml" ContentType="application/vnd.openxmlformats-officedocument.presentationml.notesSlide+xml"/>
  <Override PartName="/ppt/slides/slide200.xml" ContentType="application/vnd.openxmlformats-officedocument.presentationml.slide+xml"/>
  <Override PartName="/ppt/notesSlides/notesSlide200.xml" ContentType="application/vnd.openxmlformats-officedocument.presentationml.notesSlide+xml"/>
  <Override PartName="/ppt/slides/slide201.xml" ContentType="application/vnd.openxmlformats-officedocument.presentationml.slide+xml"/>
  <Override PartName="/ppt/notesSlides/notesSlide201.xml" ContentType="application/vnd.openxmlformats-officedocument.presentationml.notesSlide+xml"/>
  <Override PartName="/ppt/slides/slide202.xml" ContentType="application/vnd.openxmlformats-officedocument.presentationml.slide+xml"/>
  <Override PartName="/ppt/notesSlides/notesSlide202.xml" ContentType="application/vnd.openxmlformats-officedocument.presentationml.notesSlide+xml"/>
  <Override PartName="/ppt/slides/slide203.xml" ContentType="application/vnd.openxmlformats-officedocument.presentationml.slide+xml"/>
  <Override PartName="/ppt/notesSlides/notesSlide203.xml" ContentType="application/vnd.openxmlformats-officedocument.presentationml.notesSlide+xml"/>
  <Override PartName="/ppt/slides/slide204.xml" ContentType="application/vnd.openxmlformats-officedocument.presentationml.slide+xml"/>
  <Override PartName="/ppt/notesSlides/notesSlide204.xml" ContentType="application/vnd.openxmlformats-officedocument.presentationml.notesSlide+xml"/>
  <Override PartName="/ppt/slides/slide205.xml" ContentType="application/vnd.openxmlformats-officedocument.presentationml.slide+xml"/>
  <Override PartName="/ppt/notesSlides/notesSlide205.xml" ContentType="application/vnd.openxmlformats-officedocument.presentationml.notesSlide+xml"/>
  <Override PartName="/ppt/slides/slide206.xml" ContentType="application/vnd.openxmlformats-officedocument.presentationml.slide+xml"/>
  <Override PartName="/ppt/notesSlides/notesSlide206.xml" ContentType="application/vnd.openxmlformats-officedocument.presentationml.notesSlide+xml"/>
  <Override PartName="/ppt/slides/slide207.xml" ContentType="application/vnd.openxmlformats-officedocument.presentationml.slide+xml"/>
  <Override PartName="/ppt/notesSlides/notesSlide207.xml" ContentType="application/vnd.openxmlformats-officedocument.presentationml.notesSlide+xml"/>
  <Override PartName="/ppt/slides/slide208.xml" ContentType="application/vnd.openxmlformats-officedocument.presentationml.slide+xml"/>
  <Override PartName="/ppt/notesSlides/notesSlide208.xml" ContentType="application/vnd.openxmlformats-officedocument.presentationml.notesSlide+xml"/>
  <Override PartName="/ppt/slides/slide209.xml" ContentType="application/vnd.openxmlformats-officedocument.presentationml.slide+xml"/>
  <Override PartName="/ppt/notesSlides/notesSlide209.xml" ContentType="application/vnd.openxmlformats-officedocument.presentationml.notesSlide+xml"/>
  <Override PartName="/ppt/slides/slide210.xml" ContentType="application/vnd.openxmlformats-officedocument.presentationml.slide+xml"/>
  <Override PartName="/ppt/notesSlides/notesSlide210.xml" ContentType="application/vnd.openxmlformats-officedocument.presentationml.notesSlide+xml"/>
  <Override PartName="/ppt/slides/slide211.xml" ContentType="application/vnd.openxmlformats-officedocument.presentationml.slide+xml"/>
  <Override PartName="/ppt/notesSlides/notesSlide211.xml" ContentType="application/vnd.openxmlformats-officedocument.presentationml.notesSlide+xml"/>
  <Override PartName="/ppt/slides/slide212.xml" ContentType="application/vnd.openxmlformats-officedocument.presentationml.slide+xml"/>
  <Override PartName="/ppt/notesSlides/notesSlide212.xml" ContentType="application/vnd.openxmlformats-officedocument.presentationml.notesSlide+xml"/>
  <Override PartName="/ppt/slides/slide213.xml" ContentType="application/vnd.openxmlformats-officedocument.presentationml.slide+xml"/>
  <Override PartName="/ppt/notesSlides/notesSlide213.xml" ContentType="application/vnd.openxmlformats-officedocument.presentationml.notesSlide+xml"/>
  <Override PartName="/ppt/slides/slide214.xml" ContentType="application/vnd.openxmlformats-officedocument.presentationml.slide+xml"/>
  <Override PartName="/ppt/notesSlides/notesSlide214.xml" ContentType="application/vnd.openxmlformats-officedocument.presentationml.notesSlide+xml"/>
  <Override PartName="/ppt/slides/slide215.xml" ContentType="application/vnd.openxmlformats-officedocument.presentationml.slide+xml"/>
  <Override PartName="/ppt/notesSlides/notesSlide215.xml" ContentType="application/vnd.openxmlformats-officedocument.presentationml.notesSlide+xml"/>
  <Override PartName="/ppt/slides/slide216.xml" ContentType="application/vnd.openxmlformats-officedocument.presentationml.slide+xml"/>
  <Override PartName="/ppt/notesSlides/notesSlide216.xml" ContentType="application/vnd.openxmlformats-officedocument.presentationml.notesSlide+xml"/>
  <Override PartName="/ppt/slides/slide217.xml" ContentType="application/vnd.openxmlformats-officedocument.presentationml.slide+xml"/>
  <Override PartName="/ppt/notesSlides/notesSlide217.xml" ContentType="application/vnd.openxmlformats-officedocument.presentationml.notesSlide+xml"/>
  <Override PartName="/ppt/slides/slide218.xml" ContentType="application/vnd.openxmlformats-officedocument.presentationml.slide+xml"/>
  <Override PartName="/ppt/notesSlides/notesSlide218.xml" ContentType="application/vnd.openxmlformats-officedocument.presentationml.notesSlide+xml"/>
  <Override PartName="/ppt/slides/slide219.xml" ContentType="application/vnd.openxmlformats-officedocument.presentationml.slide+xml"/>
  <Override PartName="/ppt/notesSlides/notesSlide219.xml" ContentType="application/vnd.openxmlformats-officedocument.presentationml.notesSlide+xml"/>
  <Override PartName="/ppt/slides/slide220.xml" ContentType="application/vnd.openxmlformats-officedocument.presentationml.slide+xml"/>
  <Override PartName="/ppt/notesSlides/notesSlide220.xml" ContentType="application/vnd.openxmlformats-officedocument.presentationml.notesSlide+xml"/>
  <Override PartName="/ppt/slides/slide221.xml" ContentType="application/vnd.openxmlformats-officedocument.presentationml.slide+xml"/>
  <Override PartName="/ppt/notesSlides/notesSlide221.xml" ContentType="application/vnd.openxmlformats-officedocument.presentationml.notesSlide+xml"/>
  <Override PartName="/ppt/slides/slide222.xml" ContentType="application/vnd.openxmlformats-officedocument.presentationml.slide+xml"/>
  <Override PartName="/ppt/notesSlides/notesSlide222.xml" ContentType="application/vnd.openxmlformats-officedocument.presentationml.notesSlide+xml"/>
  <Override PartName="/ppt/slides/slide223.xml" ContentType="application/vnd.openxmlformats-officedocument.presentationml.slide+xml"/>
  <Override PartName="/ppt/notesSlides/notesSlide223.xml" ContentType="application/vnd.openxmlformats-officedocument.presentationml.notesSlide+xml"/>
  <Override PartName="/ppt/slides/slide224.xml" ContentType="application/vnd.openxmlformats-officedocument.presentationml.slide+xml"/>
  <Override PartName="/ppt/notesSlides/notesSlide224.xml" ContentType="application/vnd.openxmlformats-officedocument.presentationml.notesSlide+xml"/>
  <Override PartName="/ppt/slides/slide225.xml" ContentType="application/vnd.openxmlformats-officedocument.presentationml.slide+xml"/>
  <Override PartName="/ppt/notesSlides/notesSlide225.xml" ContentType="application/vnd.openxmlformats-officedocument.presentationml.notesSlide+xml"/>
  <Override PartName="/ppt/slides/slide226.xml" ContentType="application/vnd.openxmlformats-officedocument.presentationml.slide+xml"/>
  <Override PartName="/ppt/notesSlides/notesSlide226.xml" ContentType="application/vnd.openxmlformats-officedocument.presentationml.notesSlide+xml"/>
  <Override PartName="/ppt/slides/slide227.xml" ContentType="application/vnd.openxmlformats-officedocument.presentationml.slide+xml"/>
  <Override PartName="/ppt/notesSlides/notesSlide227.xml" ContentType="application/vnd.openxmlformats-officedocument.presentationml.notesSlide+xml"/>
  <Override PartName="/ppt/slides/slide228.xml" ContentType="application/vnd.openxmlformats-officedocument.presentationml.slide+xml"/>
  <Override PartName="/ppt/notesSlides/notesSlide228.xml" ContentType="application/vnd.openxmlformats-officedocument.presentationml.notesSlide+xml"/>
  <Override PartName="/ppt/slides/slide229.xml" ContentType="application/vnd.openxmlformats-officedocument.presentationml.slide+xml"/>
  <Override PartName="/ppt/notesSlides/notesSlide229.xml" ContentType="application/vnd.openxmlformats-officedocument.presentationml.notesSlide+xml"/>
  <Override PartName="/ppt/slides/slide230.xml" ContentType="application/vnd.openxmlformats-officedocument.presentationml.slide+xml"/>
  <Override PartName="/ppt/notesSlides/notesSlide230.xml" ContentType="application/vnd.openxmlformats-officedocument.presentationml.notesSlide+xml"/>
  <Override PartName="/ppt/slides/slide231.xml" ContentType="application/vnd.openxmlformats-officedocument.presentationml.slide+xml"/>
  <Override PartName="/ppt/notesSlides/notesSlide231.xml" ContentType="application/vnd.openxmlformats-officedocument.presentationml.notesSlide+xml"/>
  <Override PartName="/ppt/slides/slide232.xml" ContentType="application/vnd.openxmlformats-officedocument.presentationml.slide+xml"/>
  <Override PartName="/ppt/notesSlides/notesSlide232.xml" ContentType="application/vnd.openxmlformats-officedocument.presentationml.notesSlide+xml"/>
  <Override PartName="/ppt/slides/slide233.xml" ContentType="application/vnd.openxmlformats-officedocument.presentationml.slide+xml"/>
  <Override PartName="/ppt/notesSlides/notesSlide233.xml" ContentType="application/vnd.openxmlformats-officedocument.presentationml.notesSlide+xml"/>
  <Override PartName="/ppt/slides/slide234.xml" ContentType="application/vnd.openxmlformats-officedocument.presentationml.slide+xml"/>
  <Override PartName="/ppt/notesSlides/notesSlide234.xml" ContentType="application/vnd.openxmlformats-officedocument.presentationml.notesSlide+xml"/>
  <Override PartName="/ppt/slides/slide235.xml" ContentType="application/vnd.openxmlformats-officedocument.presentationml.slide+xml"/>
  <Override PartName="/ppt/notesSlides/notesSlide235.xml" ContentType="application/vnd.openxmlformats-officedocument.presentationml.notesSlide+xml"/>
  <Override PartName="/ppt/slides/slide236.xml" ContentType="application/vnd.openxmlformats-officedocument.presentationml.slide+xml"/>
  <Override PartName="/ppt/notesSlides/notesSlide236.xml" ContentType="application/vnd.openxmlformats-officedocument.presentationml.notesSlide+xml"/>
  <Override PartName="/ppt/slides/slide237.xml" ContentType="application/vnd.openxmlformats-officedocument.presentationml.slide+xml"/>
  <Override PartName="/ppt/notesSlides/notesSlide237.xml" ContentType="application/vnd.openxmlformats-officedocument.presentationml.notesSlide+xml"/>
  <Override PartName="/ppt/slides/slide238.xml" ContentType="application/vnd.openxmlformats-officedocument.presentationml.slide+xml"/>
  <Override PartName="/ppt/notesSlides/notesSlide238.xml" ContentType="application/vnd.openxmlformats-officedocument.presentationml.notesSlide+xml"/>
  <Override PartName="/ppt/slides/slide239.xml" ContentType="application/vnd.openxmlformats-officedocument.presentationml.slide+xml"/>
  <Override PartName="/ppt/notesSlides/notesSlide239.xml" ContentType="application/vnd.openxmlformats-officedocument.presentationml.notesSlide+xml"/>
  <Override PartName="/ppt/slides/slide240.xml" ContentType="application/vnd.openxmlformats-officedocument.presentationml.slide+xml"/>
  <Override PartName="/ppt/notesSlides/notesSlide240.xml" ContentType="application/vnd.openxmlformats-officedocument.presentationml.notesSlide+xml"/>
  <Override PartName="/ppt/slides/slide241.xml" ContentType="application/vnd.openxmlformats-officedocument.presentationml.slide+xml"/>
  <Override PartName="/ppt/notesSlides/notesSlide241.xml" ContentType="application/vnd.openxmlformats-officedocument.presentationml.notesSlide+xml"/>
  <Override PartName="/ppt/slides/slide242.xml" ContentType="application/vnd.openxmlformats-officedocument.presentationml.slide+xml"/>
  <Override PartName="/ppt/notesSlides/notesSlide242.xml" ContentType="application/vnd.openxmlformats-officedocument.presentationml.notesSlide+xml"/>
  <Override PartName="/ppt/slides/slide243.xml" ContentType="application/vnd.openxmlformats-officedocument.presentationml.slide+xml"/>
  <Override PartName="/ppt/notesSlides/notesSlide243.xml" ContentType="application/vnd.openxmlformats-officedocument.presentationml.notesSlide+xml"/>
  <Override PartName="/ppt/slides/slide244.xml" ContentType="application/vnd.openxmlformats-officedocument.presentationml.slide+xml"/>
  <Override PartName="/ppt/notesSlides/notesSlide244.xml" ContentType="application/vnd.openxmlformats-officedocument.presentationml.notesSlide+xml"/>
  <Override PartName="/ppt/slides/slide245.xml" ContentType="application/vnd.openxmlformats-officedocument.presentationml.slide+xml"/>
  <Override PartName="/ppt/notesSlides/notesSlide245.xml" ContentType="application/vnd.openxmlformats-officedocument.presentationml.notesSlide+xml"/>
  <Override PartName="/ppt/slides/slide246.xml" ContentType="application/vnd.openxmlformats-officedocument.presentationml.slide+xml"/>
  <Override PartName="/ppt/notesSlides/notesSlide246.xml" ContentType="application/vnd.openxmlformats-officedocument.presentationml.notesSlide+xml"/>
  <Override PartName="/ppt/slides/slide247.xml" ContentType="application/vnd.openxmlformats-officedocument.presentationml.slide+xml"/>
  <Override PartName="/ppt/notesSlides/notesSlide247.xml" ContentType="application/vnd.openxmlformats-officedocument.presentationml.notesSlide+xml"/>
  <Override PartName="/ppt/slides/slide248.xml" ContentType="application/vnd.openxmlformats-officedocument.presentationml.slide+xml"/>
  <Override PartName="/ppt/notesSlides/notesSlide248.xml" ContentType="application/vnd.openxmlformats-officedocument.presentationml.notesSlide+xml"/>
  <Override PartName="/ppt/slides/slide249.xml" ContentType="application/vnd.openxmlformats-officedocument.presentationml.slide+xml"/>
  <Override PartName="/ppt/notesSlides/notesSlide249.xml" ContentType="application/vnd.openxmlformats-officedocument.presentationml.notesSlide+xml"/>
  <Override PartName="/ppt/slides/slide250.xml" ContentType="application/vnd.openxmlformats-officedocument.presentationml.slide+xml"/>
  <Override PartName="/ppt/notesSlides/notesSlide250.xml" ContentType="application/vnd.openxmlformats-officedocument.presentationml.notesSlide+xml"/>
  <Override PartName="/ppt/slides/slide251.xml" ContentType="application/vnd.openxmlformats-officedocument.presentationml.slide+xml"/>
  <Override PartName="/ppt/notesSlides/notesSlide251.xml" ContentType="application/vnd.openxmlformats-officedocument.presentationml.notesSlide+xml"/>
  <Override PartName="/ppt/slides/slide252.xml" ContentType="application/vnd.openxmlformats-officedocument.presentationml.slide+xml"/>
  <Override PartName="/ppt/notesSlides/notesSlide252.xml" ContentType="application/vnd.openxmlformats-officedocument.presentationml.notesSlide+xml"/>
  <Override PartName="/ppt/slides/slide253.xml" ContentType="application/vnd.openxmlformats-officedocument.presentationml.slide+xml"/>
  <Override PartName="/ppt/notesSlides/notesSlide253.xml" ContentType="application/vnd.openxmlformats-officedocument.presentationml.notesSlide+xml"/>
  <Override PartName="/ppt/slides/slide254.xml" ContentType="application/vnd.openxmlformats-officedocument.presentationml.slide+xml"/>
  <Override PartName="/ppt/notesSlides/notesSlide254.xml" ContentType="application/vnd.openxmlformats-officedocument.presentationml.notesSlide+xml"/>
  <Override PartName="/ppt/slides/slide255.xml" ContentType="application/vnd.openxmlformats-officedocument.presentationml.slide+xml"/>
  <Override PartName="/ppt/notesSlides/notesSlide255.xml" ContentType="application/vnd.openxmlformats-officedocument.presentationml.notesSlide+xml"/>
  <Override PartName="/ppt/slides/slide256.xml" ContentType="application/vnd.openxmlformats-officedocument.presentationml.slide+xml"/>
  <Override PartName="/ppt/notesSlides/notesSlide256.xml" ContentType="application/vnd.openxmlformats-officedocument.presentationml.notesSlide+xml"/>
  <Override PartName="/ppt/slides/slide257.xml" ContentType="application/vnd.openxmlformats-officedocument.presentationml.slide+xml"/>
  <Override PartName="/ppt/notesSlides/notesSlide257.xml" ContentType="application/vnd.openxmlformats-officedocument.presentationml.notesSlide+xml"/>
  <Override PartName="/ppt/slides/slide258.xml" ContentType="application/vnd.openxmlformats-officedocument.presentationml.slide+xml"/>
  <Override PartName="/ppt/notesSlides/notesSlide258.xml" ContentType="application/vnd.openxmlformats-officedocument.presentationml.notesSlide+xml"/>
  <Override PartName="/ppt/slides/slide259.xml" ContentType="application/vnd.openxmlformats-officedocument.presentationml.slide+xml"/>
  <Override PartName="/ppt/notesSlides/notesSlide259.xml" ContentType="application/vnd.openxmlformats-officedocument.presentationml.notesSlide+xml"/>
  <Override PartName="/ppt/slides/slide260.xml" ContentType="application/vnd.openxmlformats-officedocument.presentationml.slide+xml"/>
  <Override PartName="/ppt/notesSlides/notesSlide260.xml" ContentType="application/vnd.openxmlformats-officedocument.presentationml.notesSlide+xml"/>
  <Override PartName="/ppt/slides/slide261.xml" ContentType="application/vnd.openxmlformats-officedocument.presentationml.slide+xml"/>
  <Override PartName="/ppt/notesSlides/notesSlide261.xml" ContentType="application/vnd.openxmlformats-officedocument.presentationml.notesSlide+xml"/>
  <Override PartName="/ppt/slides/slide262.xml" ContentType="application/vnd.openxmlformats-officedocument.presentationml.slide+xml"/>
  <Override PartName="/ppt/notesSlides/notesSlide262.xml" ContentType="application/vnd.openxmlformats-officedocument.presentationml.notesSlide+xml"/>
  <Override PartName="/ppt/slides/slide263.xml" ContentType="application/vnd.openxmlformats-officedocument.presentationml.slide+xml"/>
  <Override PartName="/ppt/notesSlides/notesSlide263.xml" ContentType="application/vnd.openxmlformats-officedocument.presentationml.notesSlide+xml"/>
  <Override PartName="/ppt/slides/slide264.xml" ContentType="application/vnd.openxmlformats-officedocument.presentationml.slide+xml"/>
  <Override PartName="/ppt/notesSlides/notesSlide264.xml" ContentType="application/vnd.openxmlformats-officedocument.presentationml.notesSlide+xml"/>
  <Override PartName="/ppt/slides/slide265.xml" ContentType="application/vnd.openxmlformats-officedocument.presentationml.slide+xml"/>
  <Override PartName="/ppt/notesSlides/notesSlide265.xml" ContentType="application/vnd.openxmlformats-officedocument.presentationml.notesSlide+xml"/>
  <Override PartName="/ppt/slides/slide266.xml" ContentType="application/vnd.openxmlformats-officedocument.presentationml.slide+xml"/>
  <Override PartName="/ppt/notesSlides/notesSlide266.xml" ContentType="application/vnd.openxmlformats-officedocument.presentationml.notesSlide+xml"/>
  <Override PartName="/ppt/slides/slide267.xml" ContentType="application/vnd.openxmlformats-officedocument.presentationml.slide+xml"/>
  <Override PartName="/ppt/notesSlides/notesSlide267.xml" ContentType="application/vnd.openxmlformats-officedocument.presentationml.notesSlide+xml"/>
  <Override PartName="/ppt/slides/slide268.xml" ContentType="application/vnd.openxmlformats-officedocument.presentationml.slide+xml"/>
  <Override PartName="/ppt/notesSlides/notesSlide268.xml" ContentType="application/vnd.openxmlformats-officedocument.presentationml.notesSlide+xml"/>
  <Override PartName="/ppt/slides/slide269.xml" ContentType="application/vnd.openxmlformats-officedocument.presentationml.slide+xml"/>
  <Override PartName="/ppt/notesSlides/notesSlide269.xml" ContentType="application/vnd.openxmlformats-officedocument.presentationml.notesSlide+xml"/>
  <Override PartName="/ppt/slides/slide270.xml" ContentType="application/vnd.openxmlformats-officedocument.presentationml.slide+xml"/>
  <Override PartName="/ppt/notesSlides/notesSlide27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7ed312d2e534ef6" /><Relationship Type="http://schemas.openxmlformats.org/officeDocument/2006/relationships/extended-properties" Target="/docProps/app.xml" Id="R6ec3e23cd87f43d8" /><Relationship Type="http://schemas.openxmlformats.org/officeDocument/2006/relationships/officeDocument" Target="/ppt/presentation.xml" Id="Ra4de213f3135402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c6d3c27918e4323"/>
  </p:sldMasterIdLst>
  <p:notesMasterIdLst>
    <p:notesMasterId xmlns:r="http://schemas.openxmlformats.org/officeDocument/2006/relationships" r:id="R4e791cc790164ade"/>
  </p:notesMasterIdLst>
  <p:sldIdLst>
    <p:sldId xmlns:r="http://schemas.openxmlformats.org/officeDocument/2006/relationships" id="256" r:id="Re319c2a30a8e47f8"/>
    <p:sldId xmlns:r="http://schemas.openxmlformats.org/officeDocument/2006/relationships" id="257" r:id="R7b7d500a8add4ae0"/>
    <p:sldId xmlns:r="http://schemas.openxmlformats.org/officeDocument/2006/relationships" id="258" r:id="R77b33a6f081f4bac"/>
    <p:sldId xmlns:r="http://schemas.openxmlformats.org/officeDocument/2006/relationships" id="259" r:id="Rc63c1e35055d43ae"/>
    <p:sldId xmlns:r="http://schemas.openxmlformats.org/officeDocument/2006/relationships" id="260" r:id="R4b29c6d522954984"/>
    <p:sldId xmlns:r="http://schemas.openxmlformats.org/officeDocument/2006/relationships" id="261" r:id="Rbe8289202ee04574"/>
    <p:sldId xmlns:r="http://schemas.openxmlformats.org/officeDocument/2006/relationships" id="262" r:id="R5d36bf001f5541a6"/>
    <p:sldId xmlns:r="http://schemas.openxmlformats.org/officeDocument/2006/relationships" id="263" r:id="R818a4853d32d4997"/>
    <p:sldId xmlns:r="http://schemas.openxmlformats.org/officeDocument/2006/relationships" id="264" r:id="Ra5210fd5c8b44a67"/>
    <p:sldId xmlns:r="http://schemas.openxmlformats.org/officeDocument/2006/relationships" id="265" r:id="Rab89a7b61b1b4588"/>
    <p:sldId xmlns:r="http://schemas.openxmlformats.org/officeDocument/2006/relationships" id="266" r:id="R61e96fd6a25e4a97"/>
    <p:sldId xmlns:r="http://schemas.openxmlformats.org/officeDocument/2006/relationships" id="267" r:id="R4441347e31034554"/>
    <p:sldId xmlns:r="http://schemas.openxmlformats.org/officeDocument/2006/relationships" id="268" r:id="R4cc41a806c834f2d"/>
    <p:sldId xmlns:r="http://schemas.openxmlformats.org/officeDocument/2006/relationships" id="269" r:id="R75d3aa78a82e4feb"/>
    <p:sldId xmlns:r="http://schemas.openxmlformats.org/officeDocument/2006/relationships" id="270" r:id="R0a60eb05e08444dd"/>
    <p:sldId xmlns:r="http://schemas.openxmlformats.org/officeDocument/2006/relationships" id="271" r:id="Rbe91fce2f5c745a9"/>
    <p:sldId xmlns:r="http://schemas.openxmlformats.org/officeDocument/2006/relationships" id="272" r:id="R89c4ba63a6334709"/>
    <p:sldId xmlns:r="http://schemas.openxmlformats.org/officeDocument/2006/relationships" id="273" r:id="R70b6237daf834014"/>
    <p:sldId xmlns:r="http://schemas.openxmlformats.org/officeDocument/2006/relationships" id="274" r:id="R800f0d9dc7e14c45"/>
    <p:sldId xmlns:r="http://schemas.openxmlformats.org/officeDocument/2006/relationships" id="275" r:id="R5ee3f952c7104596"/>
    <p:sldId xmlns:r="http://schemas.openxmlformats.org/officeDocument/2006/relationships" id="276" r:id="R81541c4a399f45b3"/>
    <p:sldId xmlns:r="http://schemas.openxmlformats.org/officeDocument/2006/relationships" id="277" r:id="Rfca9f1605b6f41c0"/>
    <p:sldId xmlns:r="http://schemas.openxmlformats.org/officeDocument/2006/relationships" id="278" r:id="R9c10fe17cac949f3"/>
    <p:sldId xmlns:r="http://schemas.openxmlformats.org/officeDocument/2006/relationships" id="279" r:id="Reab7396ed71e437b"/>
    <p:sldId xmlns:r="http://schemas.openxmlformats.org/officeDocument/2006/relationships" id="280" r:id="R905a7c7e9cc840b3"/>
    <p:sldId xmlns:r="http://schemas.openxmlformats.org/officeDocument/2006/relationships" id="281" r:id="R3bae269ba8ee4c02"/>
    <p:sldId xmlns:r="http://schemas.openxmlformats.org/officeDocument/2006/relationships" id="282" r:id="R303719e78fdf4ec8"/>
    <p:sldId xmlns:r="http://schemas.openxmlformats.org/officeDocument/2006/relationships" id="283" r:id="R1f1123824c254c42"/>
    <p:sldId xmlns:r="http://schemas.openxmlformats.org/officeDocument/2006/relationships" id="284" r:id="Rff49062f97a343d6"/>
    <p:sldId xmlns:r="http://schemas.openxmlformats.org/officeDocument/2006/relationships" id="285" r:id="Ra11e9001798c4f5c"/>
    <p:sldId xmlns:r="http://schemas.openxmlformats.org/officeDocument/2006/relationships" id="286" r:id="Rdac5cf8925e84b89"/>
    <p:sldId xmlns:r="http://schemas.openxmlformats.org/officeDocument/2006/relationships" id="287" r:id="R5863b8a9aba14170"/>
    <p:sldId xmlns:r="http://schemas.openxmlformats.org/officeDocument/2006/relationships" id="288" r:id="R9e21098cd03c41c4"/>
    <p:sldId xmlns:r="http://schemas.openxmlformats.org/officeDocument/2006/relationships" id="289" r:id="Rdd402acc9854466b"/>
    <p:sldId xmlns:r="http://schemas.openxmlformats.org/officeDocument/2006/relationships" id="290" r:id="R13b46d316e114243"/>
    <p:sldId xmlns:r="http://schemas.openxmlformats.org/officeDocument/2006/relationships" id="291" r:id="R1df61082ba494f16"/>
    <p:sldId xmlns:r="http://schemas.openxmlformats.org/officeDocument/2006/relationships" id="292" r:id="R9e5842f3ecb040f0"/>
    <p:sldId xmlns:r="http://schemas.openxmlformats.org/officeDocument/2006/relationships" id="293" r:id="R5069e68bcaa341ce"/>
    <p:sldId xmlns:r="http://schemas.openxmlformats.org/officeDocument/2006/relationships" id="294" r:id="Ra3c359bd0fc5460e"/>
    <p:sldId xmlns:r="http://schemas.openxmlformats.org/officeDocument/2006/relationships" id="295" r:id="Rfda4129eff124278"/>
    <p:sldId xmlns:r="http://schemas.openxmlformats.org/officeDocument/2006/relationships" id="296" r:id="R09b4500236d94a19"/>
    <p:sldId xmlns:r="http://schemas.openxmlformats.org/officeDocument/2006/relationships" id="297" r:id="R65d94891e50d4a4e"/>
    <p:sldId xmlns:r="http://schemas.openxmlformats.org/officeDocument/2006/relationships" id="298" r:id="Re43cfeb29cb24b5d"/>
    <p:sldId xmlns:r="http://schemas.openxmlformats.org/officeDocument/2006/relationships" id="299" r:id="Ra1e2cf7d9b96476a"/>
    <p:sldId xmlns:r="http://schemas.openxmlformats.org/officeDocument/2006/relationships" id="300" r:id="R3df928b41b714d9a"/>
    <p:sldId xmlns:r="http://schemas.openxmlformats.org/officeDocument/2006/relationships" id="301" r:id="R7f26d977795d413d"/>
    <p:sldId xmlns:r="http://schemas.openxmlformats.org/officeDocument/2006/relationships" id="302" r:id="R5470965e5bba4e7b"/>
    <p:sldId xmlns:r="http://schemas.openxmlformats.org/officeDocument/2006/relationships" id="303" r:id="R9011bec37be44cca"/>
    <p:sldId xmlns:r="http://schemas.openxmlformats.org/officeDocument/2006/relationships" id="304" r:id="Rda7513af2fe54f86"/>
    <p:sldId xmlns:r="http://schemas.openxmlformats.org/officeDocument/2006/relationships" id="305" r:id="R629e3caca2f04e30"/>
    <p:sldId xmlns:r="http://schemas.openxmlformats.org/officeDocument/2006/relationships" id="306" r:id="R0d4efd4907514c27"/>
    <p:sldId xmlns:r="http://schemas.openxmlformats.org/officeDocument/2006/relationships" id="307" r:id="R2e8b576c45fb40c4"/>
    <p:sldId xmlns:r="http://schemas.openxmlformats.org/officeDocument/2006/relationships" id="308" r:id="R6bf7e3ff71b74c58"/>
    <p:sldId xmlns:r="http://schemas.openxmlformats.org/officeDocument/2006/relationships" id="309" r:id="Rfb32fbf2f8bf40b8"/>
    <p:sldId xmlns:r="http://schemas.openxmlformats.org/officeDocument/2006/relationships" id="310" r:id="R0c468b112f0a4475"/>
    <p:sldId xmlns:r="http://schemas.openxmlformats.org/officeDocument/2006/relationships" id="311" r:id="R569064f36b7c44a2"/>
    <p:sldId xmlns:r="http://schemas.openxmlformats.org/officeDocument/2006/relationships" id="312" r:id="R1c7af3e9462347b0"/>
    <p:sldId xmlns:r="http://schemas.openxmlformats.org/officeDocument/2006/relationships" id="313" r:id="Re06f0b4e0d794b42"/>
    <p:sldId xmlns:r="http://schemas.openxmlformats.org/officeDocument/2006/relationships" id="314" r:id="Rf879c106229f4e20"/>
    <p:sldId xmlns:r="http://schemas.openxmlformats.org/officeDocument/2006/relationships" id="315" r:id="R74c06f811a0b444f"/>
    <p:sldId xmlns:r="http://schemas.openxmlformats.org/officeDocument/2006/relationships" id="316" r:id="Rfc234fdd5d544ac1"/>
    <p:sldId xmlns:r="http://schemas.openxmlformats.org/officeDocument/2006/relationships" id="317" r:id="Re70d3d67a0294e36"/>
    <p:sldId xmlns:r="http://schemas.openxmlformats.org/officeDocument/2006/relationships" id="318" r:id="R72b917ab417a4e7a"/>
    <p:sldId xmlns:r="http://schemas.openxmlformats.org/officeDocument/2006/relationships" id="319" r:id="Rcdb024daeee941d3"/>
    <p:sldId xmlns:r="http://schemas.openxmlformats.org/officeDocument/2006/relationships" id="320" r:id="R16c27739f9ed402a"/>
    <p:sldId xmlns:r="http://schemas.openxmlformats.org/officeDocument/2006/relationships" id="321" r:id="R71f0360e5f904ce5"/>
    <p:sldId xmlns:r="http://schemas.openxmlformats.org/officeDocument/2006/relationships" id="322" r:id="R402ac84c6f4e46bc"/>
    <p:sldId xmlns:r="http://schemas.openxmlformats.org/officeDocument/2006/relationships" id="323" r:id="R4e47ff80302d4967"/>
    <p:sldId xmlns:r="http://schemas.openxmlformats.org/officeDocument/2006/relationships" id="324" r:id="R96ae63f7c4a54b12"/>
    <p:sldId xmlns:r="http://schemas.openxmlformats.org/officeDocument/2006/relationships" id="325" r:id="Rf4cd9d6a9ec7425c"/>
    <p:sldId xmlns:r="http://schemas.openxmlformats.org/officeDocument/2006/relationships" id="326" r:id="R68de15c183e24a74"/>
    <p:sldId xmlns:r="http://schemas.openxmlformats.org/officeDocument/2006/relationships" id="327" r:id="R134e741f20c84072"/>
    <p:sldId xmlns:r="http://schemas.openxmlformats.org/officeDocument/2006/relationships" id="328" r:id="Rff62ad52859c412f"/>
    <p:sldId xmlns:r="http://schemas.openxmlformats.org/officeDocument/2006/relationships" id="329" r:id="Rd9482c6a823444c8"/>
    <p:sldId xmlns:r="http://schemas.openxmlformats.org/officeDocument/2006/relationships" id="330" r:id="R429ae149fa314869"/>
    <p:sldId xmlns:r="http://schemas.openxmlformats.org/officeDocument/2006/relationships" id="331" r:id="Rba0f2a7ef18f4db1"/>
    <p:sldId xmlns:r="http://schemas.openxmlformats.org/officeDocument/2006/relationships" id="332" r:id="R16516487cc1b4209"/>
    <p:sldId xmlns:r="http://schemas.openxmlformats.org/officeDocument/2006/relationships" id="333" r:id="R20dc7ed46ef24248"/>
    <p:sldId xmlns:r="http://schemas.openxmlformats.org/officeDocument/2006/relationships" id="334" r:id="R7214b68e05b54b30"/>
    <p:sldId xmlns:r="http://schemas.openxmlformats.org/officeDocument/2006/relationships" id="335" r:id="R9b2c35dc5ca64adf"/>
    <p:sldId xmlns:r="http://schemas.openxmlformats.org/officeDocument/2006/relationships" id="336" r:id="R7c59e515342249fc"/>
    <p:sldId xmlns:r="http://schemas.openxmlformats.org/officeDocument/2006/relationships" id="337" r:id="R51cf8a9560164fcd"/>
    <p:sldId xmlns:r="http://schemas.openxmlformats.org/officeDocument/2006/relationships" id="338" r:id="R4d40a53ea5b94f69"/>
    <p:sldId xmlns:r="http://schemas.openxmlformats.org/officeDocument/2006/relationships" id="339" r:id="R44e11fdcdccc4c0f"/>
    <p:sldId xmlns:r="http://schemas.openxmlformats.org/officeDocument/2006/relationships" id="340" r:id="Rd2936edefd9646c1"/>
    <p:sldId xmlns:r="http://schemas.openxmlformats.org/officeDocument/2006/relationships" id="341" r:id="R403ce5e6610f41f0"/>
    <p:sldId xmlns:r="http://schemas.openxmlformats.org/officeDocument/2006/relationships" id="342" r:id="R672c09e94cfd4cde"/>
    <p:sldId xmlns:r="http://schemas.openxmlformats.org/officeDocument/2006/relationships" id="343" r:id="R5ac6913854254eca"/>
    <p:sldId xmlns:r="http://schemas.openxmlformats.org/officeDocument/2006/relationships" id="344" r:id="R9fd7cf0f9490471d"/>
    <p:sldId xmlns:r="http://schemas.openxmlformats.org/officeDocument/2006/relationships" id="345" r:id="Rb04a9be1469545ac"/>
    <p:sldId xmlns:r="http://schemas.openxmlformats.org/officeDocument/2006/relationships" id="346" r:id="Re036d66de34f4d07"/>
    <p:sldId xmlns:r="http://schemas.openxmlformats.org/officeDocument/2006/relationships" id="347" r:id="R2dc42ee1fed44a02"/>
    <p:sldId xmlns:r="http://schemas.openxmlformats.org/officeDocument/2006/relationships" id="348" r:id="R357706e5a8b54a1a"/>
    <p:sldId xmlns:r="http://schemas.openxmlformats.org/officeDocument/2006/relationships" id="349" r:id="Rb23fae19bc8647a1"/>
    <p:sldId xmlns:r="http://schemas.openxmlformats.org/officeDocument/2006/relationships" id="350" r:id="Rcfe90bc0af404d28"/>
    <p:sldId xmlns:r="http://schemas.openxmlformats.org/officeDocument/2006/relationships" id="351" r:id="Ra6b35ca922244f31"/>
    <p:sldId xmlns:r="http://schemas.openxmlformats.org/officeDocument/2006/relationships" id="352" r:id="R42f4127ff77b4962"/>
    <p:sldId xmlns:r="http://schemas.openxmlformats.org/officeDocument/2006/relationships" id="353" r:id="Re9b2fc5b30234430"/>
    <p:sldId xmlns:r="http://schemas.openxmlformats.org/officeDocument/2006/relationships" id="354" r:id="Rb176d1ced6344849"/>
    <p:sldId xmlns:r="http://schemas.openxmlformats.org/officeDocument/2006/relationships" id="355" r:id="Re4db51df7bd84385"/>
    <p:sldId xmlns:r="http://schemas.openxmlformats.org/officeDocument/2006/relationships" id="356" r:id="Rd187e331288c4e8d"/>
    <p:sldId xmlns:r="http://schemas.openxmlformats.org/officeDocument/2006/relationships" id="357" r:id="R936f1ed5d908455e"/>
    <p:sldId xmlns:r="http://schemas.openxmlformats.org/officeDocument/2006/relationships" id="358" r:id="Rb0d4c11736c9418c"/>
    <p:sldId xmlns:r="http://schemas.openxmlformats.org/officeDocument/2006/relationships" id="359" r:id="Rdbf84f65d2144583"/>
    <p:sldId xmlns:r="http://schemas.openxmlformats.org/officeDocument/2006/relationships" id="360" r:id="Rcbdc1a450b9e4dd1"/>
    <p:sldId xmlns:r="http://schemas.openxmlformats.org/officeDocument/2006/relationships" id="361" r:id="Rff588b632c004843"/>
    <p:sldId xmlns:r="http://schemas.openxmlformats.org/officeDocument/2006/relationships" id="362" r:id="R1d21f3bd42ec477a"/>
    <p:sldId xmlns:r="http://schemas.openxmlformats.org/officeDocument/2006/relationships" id="363" r:id="R102d0376c89f43f2"/>
    <p:sldId xmlns:r="http://schemas.openxmlformats.org/officeDocument/2006/relationships" id="364" r:id="R46254db02b9a4bdc"/>
    <p:sldId xmlns:r="http://schemas.openxmlformats.org/officeDocument/2006/relationships" id="365" r:id="R4f771cde2a474481"/>
    <p:sldId xmlns:r="http://schemas.openxmlformats.org/officeDocument/2006/relationships" id="366" r:id="R376f2908f0c841ca"/>
    <p:sldId xmlns:r="http://schemas.openxmlformats.org/officeDocument/2006/relationships" id="367" r:id="R353fea71eeb64bd4"/>
    <p:sldId xmlns:r="http://schemas.openxmlformats.org/officeDocument/2006/relationships" id="368" r:id="R2639c23b94ca46e3"/>
    <p:sldId xmlns:r="http://schemas.openxmlformats.org/officeDocument/2006/relationships" id="369" r:id="Re68cf8d148bf483b"/>
    <p:sldId xmlns:r="http://schemas.openxmlformats.org/officeDocument/2006/relationships" id="370" r:id="Rd44b220b8fab4e9d"/>
    <p:sldId xmlns:r="http://schemas.openxmlformats.org/officeDocument/2006/relationships" id="371" r:id="Rfbe558956d5e4890"/>
    <p:sldId xmlns:r="http://schemas.openxmlformats.org/officeDocument/2006/relationships" id="372" r:id="R351d99679fa447df"/>
    <p:sldId xmlns:r="http://schemas.openxmlformats.org/officeDocument/2006/relationships" id="373" r:id="Re25bef193a064951"/>
    <p:sldId xmlns:r="http://schemas.openxmlformats.org/officeDocument/2006/relationships" id="374" r:id="R8f57a741ddcb446e"/>
    <p:sldId xmlns:r="http://schemas.openxmlformats.org/officeDocument/2006/relationships" id="375" r:id="Rb94aa53dcd5f47fc"/>
    <p:sldId xmlns:r="http://schemas.openxmlformats.org/officeDocument/2006/relationships" id="376" r:id="R04dad0705a7e43a3"/>
    <p:sldId xmlns:r="http://schemas.openxmlformats.org/officeDocument/2006/relationships" id="377" r:id="R7c3c0f20e59a47de"/>
    <p:sldId xmlns:r="http://schemas.openxmlformats.org/officeDocument/2006/relationships" id="378" r:id="Re05a27a0e8d4496d"/>
    <p:sldId xmlns:r="http://schemas.openxmlformats.org/officeDocument/2006/relationships" id="379" r:id="R32fa1617f5414af6"/>
    <p:sldId xmlns:r="http://schemas.openxmlformats.org/officeDocument/2006/relationships" id="380" r:id="R2f4271e1a72e40b3"/>
    <p:sldId xmlns:r="http://schemas.openxmlformats.org/officeDocument/2006/relationships" id="381" r:id="R02891e1cd0914649"/>
    <p:sldId xmlns:r="http://schemas.openxmlformats.org/officeDocument/2006/relationships" id="382" r:id="R33d52de7ef3f4eb1"/>
    <p:sldId xmlns:r="http://schemas.openxmlformats.org/officeDocument/2006/relationships" id="383" r:id="R1be80adcf0bd422e"/>
    <p:sldId xmlns:r="http://schemas.openxmlformats.org/officeDocument/2006/relationships" id="384" r:id="R9a02f7b9e6bb42f0"/>
    <p:sldId xmlns:r="http://schemas.openxmlformats.org/officeDocument/2006/relationships" id="385" r:id="R393c11deae48458e"/>
    <p:sldId xmlns:r="http://schemas.openxmlformats.org/officeDocument/2006/relationships" id="386" r:id="R9f5416c05a2c4d5a"/>
    <p:sldId xmlns:r="http://schemas.openxmlformats.org/officeDocument/2006/relationships" id="387" r:id="Rcff4f4625bb240e2"/>
    <p:sldId xmlns:r="http://schemas.openxmlformats.org/officeDocument/2006/relationships" id="388" r:id="Rf9f74e9ef9b84674"/>
    <p:sldId xmlns:r="http://schemas.openxmlformats.org/officeDocument/2006/relationships" id="389" r:id="R9a9769d3275a47a2"/>
    <p:sldId xmlns:r="http://schemas.openxmlformats.org/officeDocument/2006/relationships" id="390" r:id="R6a53250e87344b1c"/>
    <p:sldId xmlns:r="http://schemas.openxmlformats.org/officeDocument/2006/relationships" id="391" r:id="Rbef2d460b31b4949"/>
    <p:sldId xmlns:r="http://schemas.openxmlformats.org/officeDocument/2006/relationships" id="392" r:id="R594b543ba8284a86"/>
    <p:sldId xmlns:r="http://schemas.openxmlformats.org/officeDocument/2006/relationships" id="393" r:id="Rad6f44e494064fa7"/>
    <p:sldId xmlns:r="http://schemas.openxmlformats.org/officeDocument/2006/relationships" id="394" r:id="R6f9c363fd64f4750"/>
    <p:sldId xmlns:r="http://schemas.openxmlformats.org/officeDocument/2006/relationships" id="395" r:id="R303a018554e54c83"/>
    <p:sldId xmlns:r="http://schemas.openxmlformats.org/officeDocument/2006/relationships" id="396" r:id="R188f030a4cd04eb3"/>
    <p:sldId xmlns:r="http://schemas.openxmlformats.org/officeDocument/2006/relationships" id="397" r:id="Ra6baaf74e0a34710"/>
    <p:sldId xmlns:r="http://schemas.openxmlformats.org/officeDocument/2006/relationships" id="398" r:id="R0f23bda9f3fb4657"/>
    <p:sldId xmlns:r="http://schemas.openxmlformats.org/officeDocument/2006/relationships" id="399" r:id="R5b490d7e1fb045e7"/>
    <p:sldId xmlns:r="http://schemas.openxmlformats.org/officeDocument/2006/relationships" id="400" r:id="Raab1eb6c847046ba"/>
    <p:sldId xmlns:r="http://schemas.openxmlformats.org/officeDocument/2006/relationships" id="401" r:id="R569ee43abeeb4669"/>
    <p:sldId xmlns:r="http://schemas.openxmlformats.org/officeDocument/2006/relationships" id="402" r:id="R10effa2f6ca24eb3"/>
    <p:sldId xmlns:r="http://schemas.openxmlformats.org/officeDocument/2006/relationships" id="403" r:id="Rbd97cdd58d0245b8"/>
    <p:sldId xmlns:r="http://schemas.openxmlformats.org/officeDocument/2006/relationships" id="404" r:id="R5a8fd788cb6c4515"/>
    <p:sldId xmlns:r="http://schemas.openxmlformats.org/officeDocument/2006/relationships" id="405" r:id="Red8397ff4dd34d45"/>
    <p:sldId xmlns:r="http://schemas.openxmlformats.org/officeDocument/2006/relationships" id="406" r:id="Rf9bf4b471df24189"/>
    <p:sldId xmlns:r="http://schemas.openxmlformats.org/officeDocument/2006/relationships" id="407" r:id="Rbc5e2792e7934107"/>
    <p:sldId xmlns:r="http://schemas.openxmlformats.org/officeDocument/2006/relationships" id="408" r:id="R13daa6fe35ac419e"/>
    <p:sldId xmlns:r="http://schemas.openxmlformats.org/officeDocument/2006/relationships" id="409" r:id="R3e9499fca50d43b5"/>
    <p:sldId xmlns:r="http://schemas.openxmlformats.org/officeDocument/2006/relationships" id="410" r:id="R1c64a6682bf749c0"/>
    <p:sldId xmlns:r="http://schemas.openxmlformats.org/officeDocument/2006/relationships" id="411" r:id="R97e8ba558d3d4f1e"/>
    <p:sldId xmlns:r="http://schemas.openxmlformats.org/officeDocument/2006/relationships" id="412" r:id="Rd377219bbe8f451f"/>
    <p:sldId xmlns:r="http://schemas.openxmlformats.org/officeDocument/2006/relationships" id="413" r:id="Rfc4a351edf994538"/>
    <p:sldId xmlns:r="http://schemas.openxmlformats.org/officeDocument/2006/relationships" id="414" r:id="R8c86245a24e140fc"/>
    <p:sldId xmlns:r="http://schemas.openxmlformats.org/officeDocument/2006/relationships" id="415" r:id="Rc88f9c2624f4488d"/>
    <p:sldId xmlns:r="http://schemas.openxmlformats.org/officeDocument/2006/relationships" id="416" r:id="R33208cf0b2234642"/>
    <p:sldId xmlns:r="http://schemas.openxmlformats.org/officeDocument/2006/relationships" id="417" r:id="Rc1844223158f4bd2"/>
    <p:sldId xmlns:r="http://schemas.openxmlformats.org/officeDocument/2006/relationships" id="418" r:id="R77e6b12465b441ba"/>
    <p:sldId xmlns:r="http://schemas.openxmlformats.org/officeDocument/2006/relationships" id="419" r:id="Rc3981e40a68045b5"/>
    <p:sldId xmlns:r="http://schemas.openxmlformats.org/officeDocument/2006/relationships" id="420" r:id="R099c81f82cdf4b60"/>
    <p:sldId xmlns:r="http://schemas.openxmlformats.org/officeDocument/2006/relationships" id="421" r:id="R56b28e9095a44648"/>
    <p:sldId xmlns:r="http://schemas.openxmlformats.org/officeDocument/2006/relationships" id="422" r:id="Re6bf3c66f6ba4089"/>
    <p:sldId xmlns:r="http://schemas.openxmlformats.org/officeDocument/2006/relationships" id="423" r:id="R8358980b9e1b47c3"/>
    <p:sldId xmlns:r="http://schemas.openxmlformats.org/officeDocument/2006/relationships" id="424" r:id="R01f17b07dcfc41c6"/>
    <p:sldId xmlns:r="http://schemas.openxmlformats.org/officeDocument/2006/relationships" id="425" r:id="R8f799d258907491a"/>
    <p:sldId xmlns:r="http://schemas.openxmlformats.org/officeDocument/2006/relationships" id="426" r:id="R1557ba1aa9f5447d"/>
    <p:sldId xmlns:r="http://schemas.openxmlformats.org/officeDocument/2006/relationships" id="427" r:id="R7619019ef5784fa9"/>
    <p:sldId xmlns:r="http://schemas.openxmlformats.org/officeDocument/2006/relationships" id="428" r:id="Rf7a632f45ef34b9e"/>
    <p:sldId xmlns:r="http://schemas.openxmlformats.org/officeDocument/2006/relationships" id="429" r:id="Rd1b1d0ac2b2846d9"/>
    <p:sldId xmlns:r="http://schemas.openxmlformats.org/officeDocument/2006/relationships" id="430" r:id="Rfcdca3e95ebc40e6"/>
    <p:sldId xmlns:r="http://schemas.openxmlformats.org/officeDocument/2006/relationships" id="431" r:id="Rb07ecb46d8ec4750"/>
    <p:sldId xmlns:r="http://schemas.openxmlformats.org/officeDocument/2006/relationships" id="432" r:id="R6f1cee8bc2dd4983"/>
    <p:sldId xmlns:r="http://schemas.openxmlformats.org/officeDocument/2006/relationships" id="433" r:id="Rcf16aadee3894dcc"/>
    <p:sldId xmlns:r="http://schemas.openxmlformats.org/officeDocument/2006/relationships" id="434" r:id="R2fe11d78ae244754"/>
    <p:sldId xmlns:r="http://schemas.openxmlformats.org/officeDocument/2006/relationships" id="435" r:id="Rf4ef5364545b407b"/>
    <p:sldId xmlns:r="http://schemas.openxmlformats.org/officeDocument/2006/relationships" id="436" r:id="R293fec4ff0594431"/>
    <p:sldId xmlns:r="http://schemas.openxmlformats.org/officeDocument/2006/relationships" id="437" r:id="Rdda40651c767499e"/>
    <p:sldId xmlns:r="http://schemas.openxmlformats.org/officeDocument/2006/relationships" id="438" r:id="R43aa6bc8dbf0400b"/>
    <p:sldId xmlns:r="http://schemas.openxmlformats.org/officeDocument/2006/relationships" id="439" r:id="R9a292768ab56434e"/>
    <p:sldId xmlns:r="http://schemas.openxmlformats.org/officeDocument/2006/relationships" id="440" r:id="Rabfe817f45b04f29"/>
    <p:sldId xmlns:r="http://schemas.openxmlformats.org/officeDocument/2006/relationships" id="441" r:id="Ra3fcbf0237ca4ec8"/>
    <p:sldId xmlns:r="http://schemas.openxmlformats.org/officeDocument/2006/relationships" id="442" r:id="R4f98e78691c64b08"/>
    <p:sldId xmlns:r="http://schemas.openxmlformats.org/officeDocument/2006/relationships" id="443" r:id="R6ae2c6a172c24c86"/>
    <p:sldId xmlns:r="http://schemas.openxmlformats.org/officeDocument/2006/relationships" id="444" r:id="R84f271d5b99041da"/>
    <p:sldId xmlns:r="http://schemas.openxmlformats.org/officeDocument/2006/relationships" id="445" r:id="R67ab948b2e334eb9"/>
    <p:sldId xmlns:r="http://schemas.openxmlformats.org/officeDocument/2006/relationships" id="446" r:id="R7127cf67224343b0"/>
    <p:sldId xmlns:r="http://schemas.openxmlformats.org/officeDocument/2006/relationships" id="447" r:id="Ree1b57f64c624d61"/>
    <p:sldId xmlns:r="http://schemas.openxmlformats.org/officeDocument/2006/relationships" id="448" r:id="Rd1f6b9bf9b114b1e"/>
    <p:sldId xmlns:r="http://schemas.openxmlformats.org/officeDocument/2006/relationships" id="449" r:id="R640a4d7f3b0241d7"/>
    <p:sldId xmlns:r="http://schemas.openxmlformats.org/officeDocument/2006/relationships" id="450" r:id="Rb617f91dfc6c4494"/>
    <p:sldId xmlns:r="http://schemas.openxmlformats.org/officeDocument/2006/relationships" id="451" r:id="R7870e3bb281f4d6d"/>
    <p:sldId xmlns:r="http://schemas.openxmlformats.org/officeDocument/2006/relationships" id="452" r:id="Red0fe8af89504a27"/>
    <p:sldId xmlns:r="http://schemas.openxmlformats.org/officeDocument/2006/relationships" id="453" r:id="R4cc10863394c46d3"/>
    <p:sldId xmlns:r="http://schemas.openxmlformats.org/officeDocument/2006/relationships" id="454" r:id="Rbac4da4385f14494"/>
    <p:sldId xmlns:r="http://schemas.openxmlformats.org/officeDocument/2006/relationships" id="455" r:id="R8725b9c204a2437c"/>
    <p:sldId xmlns:r="http://schemas.openxmlformats.org/officeDocument/2006/relationships" id="456" r:id="R0463d71c05f84b2a"/>
    <p:sldId xmlns:r="http://schemas.openxmlformats.org/officeDocument/2006/relationships" id="457" r:id="R302ca9bc1d404a11"/>
    <p:sldId xmlns:r="http://schemas.openxmlformats.org/officeDocument/2006/relationships" id="458" r:id="R5ee92a4224d94d0d"/>
    <p:sldId xmlns:r="http://schemas.openxmlformats.org/officeDocument/2006/relationships" id="459" r:id="R84440833cafe4c1e"/>
    <p:sldId xmlns:r="http://schemas.openxmlformats.org/officeDocument/2006/relationships" id="460" r:id="R39cef6d6fe3a405b"/>
    <p:sldId xmlns:r="http://schemas.openxmlformats.org/officeDocument/2006/relationships" id="461" r:id="R49e4ddfa31224de6"/>
    <p:sldId xmlns:r="http://schemas.openxmlformats.org/officeDocument/2006/relationships" id="462" r:id="Rcb5c3a2a53174538"/>
    <p:sldId xmlns:r="http://schemas.openxmlformats.org/officeDocument/2006/relationships" id="463" r:id="R36a3b4d2b7ef44df"/>
    <p:sldId xmlns:r="http://schemas.openxmlformats.org/officeDocument/2006/relationships" id="464" r:id="R7cc8836c3ba0482d"/>
    <p:sldId xmlns:r="http://schemas.openxmlformats.org/officeDocument/2006/relationships" id="465" r:id="Rbdeecfc694014d88"/>
    <p:sldId xmlns:r="http://schemas.openxmlformats.org/officeDocument/2006/relationships" id="466" r:id="R38b9735f739e49b9"/>
    <p:sldId xmlns:r="http://schemas.openxmlformats.org/officeDocument/2006/relationships" id="467" r:id="R92486fa044fc49e7"/>
    <p:sldId xmlns:r="http://schemas.openxmlformats.org/officeDocument/2006/relationships" id="468" r:id="R827fd6c01aca41cb"/>
    <p:sldId xmlns:r="http://schemas.openxmlformats.org/officeDocument/2006/relationships" id="469" r:id="R0c94f1e12c054042"/>
    <p:sldId xmlns:r="http://schemas.openxmlformats.org/officeDocument/2006/relationships" id="470" r:id="Rc068b6d57dcd467b"/>
    <p:sldId xmlns:r="http://schemas.openxmlformats.org/officeDocument/2006/relationships" id="471" r:id="R3fdd36df7d4b4360"/>
    <p:sldId xmlns:r="http://schemas.openxmlformats.org/officeDocument/2006/relationships" id="472" r:id="Rd796b7fb4c524d52"/>
    <p:sldId xmlns:r="http://schemas.openxmlformats.org/officeDocument/2006/relationships" id="473" r:id="R8421f083c18f436f"/>
    <p:sldId xmlns:r="http://schemas.openxmlformats.org/officeDocument/2006/relationships" id="474" r:id="R6309523391fb4795"/>
    <p:sldId xmlns:r="http://schemas.openxmlformats.org/officeDocument/2006/relationships" id="475" r:id="R3bd0ffa16b2847bb"/>
    <p:sldId xmlns:r="http://schemas.openxmlformats.org/officeDocument/2006/relationships" id="476" r:id="R7a4f538d11c54da1"/>
    <p:sldId xmlns:r="http://schemas.openxmlformats.org/officeDocument/2006/relationships" id="477" r:id="Rc03fef33e65d4f34"/>
    <p:sldId xmlns:r="http://schemas.openxmlformats.org/officeDocument/2006/relationships" id="478" r:id="R5b8b0c8317e6446a"/>
    <p:sldId xmlns:r="http://schemas.openxmlformats.org/officeDocument/2006/relationships" id="479" r:id="R8090391b14744ae3"/>
    <p:sldId xmlns:r="http://schemas.openxmlformats.org/officeDocument/2006/relationships" id="480" r:id="Ra99009b27a3a4843"/>
    <p:sldId xmlns:r="http://schemas.openxmlformats.org/officeDocument/2006/relationships" id="481" r:id="R9839ecf485464fd8"/>
    <p:sldId xmlns:r="http://schemas.openxmlformats.org/officeDocument/2006/relationships" id="482" r:id="Ra9328959059f4695"/>
    <p:sldId xmlns:r="http://schemas.openxmlformats.org/officeDocument/2006/relationships" id="483" r:id="R424d8d17a1634742"/>
    <p:sldId xmlns:r="http://schemas.openxmlformats.org/officeDocument/2006/relationships" id="484" r:id="R68459a544fa84a18"/>
    <p:sldId xmlns:r="http://schemas.openxmlformats.org/officeDocument/2006/relationships" id="485" r:id="R82bceec853534721"/>
    <p:sldId xmlns:r="http://schemas.openxmlformats.org/officeDocument/2006/relationships" id="486" r:id="Rf1a17b3719f64392"/>
    <p:sldId xmlns:r="http://schemas.openxmlformats.org/officeDocument/2006/relationships" id="487" r:id="Rf8430b7f8f4f488c"/>
    <p:sldId xmlns:r="http://schemas.openxmlformats.org/officeDocument/2006/relationships" id="488" r:id="Rcb4c60a550e945da"/>
    <p:sldId xmlns:r="http://schemas.openxmlformats.org/officeDocument/2006/relationships" id="489" r:id="R789c2e17b739445c"/>
    <p:sldId xmlns:r="http://schemas.openxmlformats.org/officeDocument/2006/relationships" id="490" r:id="R092939ca94e94854"/>
    <p:sldId xmlns:r="http://schemas.openxmlformats.org/officeDocument/2006/relationships" id="491" r:id="R6870f1ed045d4987"/>
    <p:sldId xmlns:r="http://schemas.openxmlformats.org/officeDocument/2006/relationships" id="492" r:id="Rf25c584ce076461c"/>
    <p:sldId xmlns:r="http://schemas.openxmlformats.org/officeDocument/2006/relationships" id="493" r:id="Rb748ffe5d4aa4ea6"/>
    <p:sldId xmlns:r="http://schemas.openxmlformats.org/officeDocument/2006/relationships" id="494" r:id="R4a31fa7562374121"/>
    <p:sldId xmlns:r="http://schemas.openxmlformats.org/officeDocument/2006/relationships" id="495" r:id="R41337253b59d4d94"/>
    <p:sldId xmlns:r="http://schemas.openxmlformats.org/officeDocument/2006/relationships" id="496" r:id="Rd74a7aec8e834a52"/>
    <p:sldId xmlns:r="http://schemas.openxmlformats.org/officeDocument/2006/relationships" id="497" r:id="Rb904cd1b8060459e"/>
    <p:sldId xmlns:r="http://schemas.openxmlformats.org/officeDocument/2006/relationships" id="498" r:id="R2ee4223c76614c95"/>
    <p:sldId xmlns:r="http://schemas.openxmlformats.org/officeDocument/2006/relationships" id="499" r:id="Rba97bf7a066f4afc"/>
    <p:sldId xmlns:r="http://schemas.openxmlformats.org/officeDocument/2006/relationships" id="500" r:id="R4d46a386719943c6"/>
    <p:sldId xmlns:r="http://schemas.openxmlformats.org/officeDocument/2006/relationships" id="501" r:id="R3c6ba9918a244219"/>
    <p:sldId xmlns:r="http://schemas.openxmlformats.org/officeDocument/2006/relationships" id="502" r:id="R02984a0f37bd4927"/>
    <p:sldId xmlns:r="http://schemas.openxmlformats.org/officeDocument/2006/relationships" id="503" r:id="R4fa8d452e05f41ab"/>
    <p:sldId xmlns:r="http://schemas.openxmlformats.org/officeDocument/2006/relationships" id="504" r:id="R3a568374db54440a"/>
    <p:sldId xmlns:r="http://schemas.openxmlformats.org/officeDocument/2006/relationships" id="505" r:id="R68bb5252571743ae"/>
    <p:sldId xmlns:r="http://schemas.openxmlformats.org/officeDocument/2006/relationships" id="506" r:id="R3cc5ca3c53c84a41"/>
    <p:sldId xmlns:r="http://schemas.openxmlformats.org/officeDocument/2006/relationships" id="507" r:id="Rd20ac4c57aa44c9b"/>
    <p:sldId xmlns:r="http://schemas.openxmlformats.org/officeDocument/2006/relationships" id="508" r:id="Rf060e56ea8cc4fea"/>
    <p:sldId xmlns:r="http://schemas.openxmlformats.org/officeDocument/2006/relationships" id="509" r:id="Rda581097a2144d13"/>
    <p:sldId xmlns:r="http://schemas.openxmlformats.org/officeDocument/2006/relationships" id="510" r:id="R865a443f867e4c48"/>
    <p:sldId xmlns:r="http://schemas.openxmlformats.org/officeDocument/2006/relationships" id="511" r:id="R9e15004b591c4d56"/>
    <p:sldId xmlns:r="http://schemas.openxmlformats.org/officeDocument/2006/relationships" id="512" r:id="R8f89fc9483434dee"/>
    <p:sldId xmlns:r="http://schemas.openxmlformats.org/officeDocument/2006/relationships" id="513" r:id="Rdbffab0f8d244af4"/>
    <p:sldId xmlns:r="http://schemas.openxmlformats.org/officeDocument/2006/relationships" id="514" r:id="R510627b36bda4d3b"/>
    <p:sldId xmlns:r="http://schemas.openxmlformats.org/officeDocument/2006/relationships" id="515" r:id="R4565fc346cc94eaa"/>
    <p:sldId xmlns:r="http://schemas.openxmlformats.org/officeDocument/2006/relationships" id="516" r:id="Rcf8490455f3848e1"/>
    <p:sldId xmlns:r="http://schemas.openxmlformats.org/officeDocument/2006/relationships" id="517" r:id="Rf8134daf8f974e9d"/>
    <p:sldId xmlns:r="http://schemas.openxmlformats.org/officeDocument/2006/relationships" id="518" r:id="Rfc5445c8c286406b"/>
    <p:sldId xmlns:r="http://schemas.openxmlformats.org/officeDocument/2006/relationships" id="519" r:id="R335eba256b5145ad"/>
    <p:sldId xmlns:r="http://schemas.openxmlformats.org/officeDocument/2006/relationships" id="520" r:id="Raef00685b42641eb"/>
    <p:sldId xmlns:r="http://schemas.openxmlformats.org/officeDocument/2006/relationships" id="521" r:id="R21b542b7d28f4760"/>
    <p:sldId xmlns:r="http://schemas.openxmlformats.org/officeDocument/2006/relationships" id="522" r:id="R26e4dbdec97147b4"/>
    <p:sldId xmlns:r="http://schemas.openxmlformats.org/officeDocument/2006/relationships" id="523" r:id="R248ffcd797784c5c"/>
    <p:sldId xmlns:r="http://schemas.openxmlformats.org/officeDocument/2006/relationships" id="524" r:id="R545bd53d6ad54e19"/>
    <p:sldId xmlns:r="http://schemas.openxmlformats.org/officeDocument/2006/relationships" id="525" r:id="R6bcddb720de24bc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ae124f0dcda4326" /><Relationship Type="http://schemas.openxmlformats.org/officeDocument/2006/relationships/slideMaster" Target="/ppt/slideMasters/slideMaster1.xml" Id="R9c6d3c27918e4323" /><Relationship Type="http://schemas.openxmlformats.org/officeDocument/2006/relationships/notesMaster" Target="/ppt/notesMasters/notesMaster1.xml" Id="R4e791cc790164ade" /><Relationship Type="http://schemas.openxmlformats.org/officeDocument/2006/relationships/presProps" Target="/ppt/presProps.xml" Id="Raee877d04e4a41af" /><Relationship Type="http://schemas.openxmlformats.org/officeDocument/2006/relationships/tableStyles" Target="/ppt/tableStyles.xml" Id="Raa240d9b02a54cc0" /><Relationship Type="http://schemas.openxmlformats.org/officeDocument/2006/relationships/slide" Target="/ppt/slides/slide1.xml" Id="Re319c2a30a8e47f8" /><Relationship Type="http://schemas.openxmlformats.org/officeDocument/2006/relationships/slide" Target="/ppt/slides/slide2.xml" Id="R7b7d500a8add4ae0" /><Relationship Type="http://schemas.openxmlformats.org/officeDocument/2006/relationships/slide" Target="/ppt/slides/slide3.xml" Id="R77b33a6f081f4bac" /><Relationship Type="http://schemas.openxmlformats.org/officeDocument/2006/relationships/slide" Target="/ppt/slides/slide4.xml" Id="Rc63c1e35055d43ae" /><Relationship Type="http://schemas.openxmlformats.org/officeDocument/2006/relationships/slide" Target="/ppt/slides/slide5.xml" Id="R4b29c6d522954984" /><Relationship Type="http://schemas.openxmlformats.org/officeDocument/2006/relationships/slide" Target="/ppt/slides/slide6.xml" Id="Rbe8289202ee04574" /><Relationship Type="http://schemas.openxmlformats.org/officeDocument/2006/relationships/slide" Target="/ppt/slides/slide7.xml" Id="R5d36bf001f5541a6" /><Relationship Type="http://schemas.openxmlformats.org/officeDocument/2006/relationships/slide" Target="/ppt/slides/slide8.xml" Id="R818a4853d32d4997" /><Relationship Type="http://schemas.openxmlformats.org/officeDocument/2006/relationships/slide" Target="/ppt/slides/slide9.xml" Id="Ra5210fd5c8b44a67" /><Relationship Type="http://schemas.openxmlformats.org/officeDocument/2006/relationships/slide" Target="/ppt/slides/slide10.xml" Id="Rab89a7b61b1b4588" /><Relationship Type="http://schemas.openxmlformats.org/officeDocument/2006/relationships/slide" Target="/ppt/slides/slide11.xml" Id="R61e96fd6a25e4a97" /><Relationship Type="http://schemas.openxmlformats.org/officeDocument/2006/relationships/slide" Target="/ppt/slides/slide12.xml" Id="R4441347e31034554" /><Relationship Type="http://schemas.openxmlformats.org/officeDocument/2006/relationships/slide" Target="/ppt/slides/slide13.xml" Id="R4cc41a806c834f2d" /><Relationship Type="http://schemas.openxmlformats.org/officeDocument/2006/relationships/slide" Target="/ppt/slides/slide14.xml" Id="R75d3aa78a82e4feb" /><Relationship Type="http://schemas.openxmlformats.org/officeDocument/2006/relationships/slide" Target="/ppt/slides/slide15.xml" Id="R0a60eb05e08444dd" /><Relationship Type="http://schemas.openxmlformats.org/officeDocument/2006/relationships/slide" Target="/ppt/slides/slide16.xml" Id="Rbe91fce2f5c745a9" /><Relationship Type="http://schemas.openxmlformats.org/officeDocument/2006/relationships/slide" Target="/ppt/slides/slide17.xml" Id="R89c4ba63a6334709" /><Relationship Type="http://schemas.openxmlformats.org/officeDocument/2006/relationships/slide" Target="/ppt/slides/slide18.xml" Id="R70b6237daf834014" /><Relationship Type="http://schemas.openxmlformats.org/officeDocument/2006/relationships/slide" Target="/ppt/slides/slide19.xml" Id="R800f0d9dc7e14c45" /><Relationship Type="http://schemas.openxmlformats.org/officeDocument/2006/relationships/slide" Target="/ppt/slides/slide20.xml" Id="R5ee3f952c7104596" /><Relationship Type="http://schemas.openxmlformats.org/officeDocument/2006/relationships/slide" Target="/ppt/slides/slide21.xml" Id="R81541c4a399f45b3" /><Relationship Type="http://schemas.openxmlformats.org/officeDocument/2006/relationships/slide" Target="/ppt/slides/slide22.xml" Id="Rfca9f1605b6f41c0" /><Relationship Type="http://schemas.openxmlformats.org/officeDocument/2006/relationships/slide" Target="/ppt/slides/slide23.xml" Id="R9c10fe17cac949f3" /><Relationship Type="http://schemas.openxmlformats.org/officeDocument/2006/relationships/slide" Target="/ppt/slides/slide24.xml" Id="Reab7396ed71e437b" /><Relationship Type="http://schemas.openxmlformats.org/officeDocument/2006/relationships/slide" Target="/ppt/slides/slide25.xml" Id="R905a7c7e9cc840b3" /><Relationship Type="http://schemas.openxmlformats.org/officeDocument/2006/relationships/slide" Target="/ppt/slides/slide26.xml" Id="R3bae269ba8ee4c02" /><Relationship Type="http://schemas.openxmlformats.org/officeDocument/2006/relationships/slide" Target="/ppt/slides/slide27.xml" Id="R303719e78fdf4ec8" /><Relationship Type="http://schemas.openxmlformats.org/officeDocument/2006/relationships/slide" Target="/ppt/slides/slide28.xml" Id="R1f1123824c254c42" /><Relationship Type="http://schemas.openxmlformats.org/officeDocument/2006/relationships/slide" Target="/ppt/slides/slide29.xml" Id="Rff49062f97a343d6" /><Relationship Type="http://schemas.openxmlformats.org/officeDocument/2006/relationships/slide" Target="/ppt/slides/slide30.xml" Id="Ra11e9001798c4f5c" /><Relationship Type="http://schemas.openxmlformats.org/officeDocument/2006/relationships/slide" Target="/ppt/slides/slide31.xml" Id="Rdac5cf8925e84b89" /><Relationship Type="http://schemas.openxmlformats.org/officeDocument/2006/relationships/slide" Target="/ppt/slides/slide32.xml" Id="R5863b8a9aba14170" /><Relationship Type="http://schemas.openxmlformats.org/officeDocument/2006/relationships/slide" Target="/ppt/slides/slide33.xml" Id="R9e21098cd03c41c4" /><Relationship Type="http://schemas.openxmlformats.org/officeDocument/2006/relationships/slide" Target="/ppt/slides/slide34.xml" Id="Rdd402acc9854466b" /><Relationship Type="http://schemas.openxmlformats.org/officeDocument/2006/relationships/slide" Target="/ppt/slides/slide35.xml" Id="R13b46d316e114243" /><Relationship Type="http://schemas.openxmlformats.org/officeDocument/2006/relationships/slide" Target="/ppt/slides/slide36.xml" Id="R1df61082ba494f16" /><Relationship Type="http://schemas.openxmlformats.org/officeDocument/2006/relationships/slide" Target="/ppt/slides/slide37.xml" Id="R9e5842f3ecb040f0" /><Relationship Type="http://schemas.openxmlformats.org/officeDocument/2006/relationships/slide" Target="/ppt/slides/slide38.xml" Id="R5069e68bcaa341ce" /><Relationship Type="http://schemas.openxmlformats.org/officeDocument/2006/relationships/slide" Target="/ppt/slides/slide39.xml" Id="Ra3c359bd0fc5460e" /><Relationship Type="http://schemas.openxmlformats.org/officeDocument/2006/relationships/slide" Target="/ppt/slides/slide40.xml" Id="Rfda4129eff124278" /><Relationship Type="http://schemas.openxmlformats.org/officeDocument/2006/relationships/slide" Target="/ppt/slides/slide41.xml" Id="R09b4500236d94a19" /><Relationship Type="http://schemas.openxmlformats.org/officeDocument/2006/relationships/slide" Target="/ppt/slides/slide42.xml" Id="R65d94891e50d4a4e" /><Relationship Type="http://schemas.openxmlformats.org/officeDocument/2006/relationships/slide" Target="/ppt/slides/slide43.xml" Id="Re43cfeb29cb24b5d" /><Relationship Type="http://schemas.openxmlformats.org/officeDocument/2006/relationships/slide" Target="/ppt/slides/slide44.xml" Id="Ra1e2cf7d9b96476a" /><Relationship Type="http://schemas.openxmlformats.org/officeDocument/2006/relationships/slide" Target="/ppt/slides/slide45.xml" Id="R3df928b41b714d9a" /><Relationship Type="http://schemas.openxmlformats.org/officeDocument/2006/relationships/slide" Target="/ppt/slides/slide46.xml" Id="R7f26d977795d413d" /><Relationship Type="http://schemas.openxmlformats.org/officeDocument/2006/relationships/slide" Target="/ppt/slides/slide47.xml" Id="R5470965e5bba4e7b" /><Relationship Type="http://schemas.openxmlformats.org/officeDocument/2006/relationships/slide" Target="/ppt/slides/slide48.xml" Id="R9011bec37be44cca" /><Relationship Type="http://schemas.openxmlformats.org/officeDocument/2006/relationships/slide" Target="/ppt/slides/slide49.xml" Id="Rda7513af2fe54f86" /><Relationship Type="http://schemas.openxmlformats.org/officeDocument/2006/relationships/slide" Target="/ppt/slides/slide50.xml" Id="R629e3caca2f04e30" /><Relationship Type="http://schemas.openxmlformats.org/officeDocument/2006/relationships/slide" Target="/ppt/slides/slide51.xml" Id="R0d4efd4907514c27" /><Relationship Type="http://schemas.openxmlformats.org/officeDocument/2006/relationships/slide" Target="/ppt/slides/slide52.xml" Id="R2e8b576c45fb40c4" /><Relationship Type="http://schemas.openxmlformats.org/officeDocument/2006/relationships/slide" Target="/ppt/slides/slide53.xml" Id="R6bf7e3ff71b74c58" /><Relationship Type="http://schemas.openxmlformats.org/officeDocument/2006/relationships/slide" Target="/ppt/slides/slide54.xml" Id="Rfb32fbf2f8bf40b8" /><Relationship Type="http://schemas.openxmlformats.org/officeDocument/2006/relationships/slide" Target="/ppt/slides/slide55.xml" Id="R0c468b112f0a4475" /><Relationship Type="http://schemas.openxmlformats.org/officeDocument/2006/relationships/slide" Target="/ppt/slides/slide56.xml" Id="R569064f36b7c44a2" /><Relationship Type="http://schemas.openxmlformats.org/officeDocument/2006/relationships/slide" Target="/ppt/slides/slide57.xml" Id="R1c7af3e9462347b0" /><Relationship Type="http://schemas.openxmlformats.org/officeDocument/2006/relationships/slide" Target="/ppt/slides/slide58.xml" Id="Re06f0b4e0d794b42" /><Relationship Type="http://schemas.openxmlformats.org/officeDocument/2006/relationships/slide" Target="/ppt/slides/slide59.xml" Id="Rf879c106229f4e20" /><Relationship Type="http://schemas.openxmlformats.org/officeDocument/2006/relationships/slide" Target="/ppt/slides/slide60.xml" Id="R74c06f811a0b444f" /><Relationship Type="http://schemas.openxmlformats.org/officeDocument/2006/relationships/slide" Target="/ppt/slides/slide61.xml" Id="Rfc234fdd5d544ac1" /><Relationship Type="http://schemas.openxmlformats.org/officeDocument/2006/relationships/slide" Target="/ppt/slides/slide62.xml" Id="Re70d3d67a0294e36" /><Relationship Type="http://schemas.openxmlformats.org/officeDocument/2006/relationships/slide" Target="/ppt/slides/slide63.xml" Id="R72b917ab417a4e7a" /><Relationship Type="http://schemas.openxmlformats.org/officeDocument/2006/relationships/slide" Target="/ppt/slides/slide64.xml" Id="Rcdb024daeee941d3" /><Relationship Type="http://schemas.openxmlformats.org/officeDocument/2006/relationships/slide" Target="/ppt/slides/slide65.xml" Id="R16c27739f9ed402a" /><Relationship Type="http://schemas.openxmlformats.org/officeDocument/2006/relationships/slide" Target="/ppt/slides/slide66.xml" Id="R71f0360e5f904ce5" /><Relationship Type="http://schemas.openxmlformats.org/officeDocument/2006/relationships/slide" Target="/ppt/slides/slide67.xml" Id="R402ac84c6f4e46bc" /><Relationship Type="http://schemas.openxmlformats.org/officeDocument/2006/relationships/slide" Target="/ppt/slides/slide68.xml" Id="R4e47ff80302d4967" /><Relationship Type="http://schemas.openxmlformats.org/officeDocument/2006/relationships/slide" Target="/ppt/slides/slide69.xml" Id="R96ae63f7c4a54b12" /><Relationship Type="http://schemas.openxmlformats.org/officeDocument/2006/relationships/slide" Target="/ppt/slides/slide70.xml" Id="Rf4cd9d6a9ec7425c" /><Relationship Type="http://schemas.openxmlformats.org/officeDocument/2006/relationships/slide" Target="/ppt/slides/slide71.xml" Id="R68de15c183e24a74" /><Relationship Type="http://schemas.openxmlformats.org/officeDocument/2006/relationships/slide" Target="/ppt/slides/slide72.xml" Id="R134e741f20c84072" /><Relationship Type="http://schemas.openxmlformats.org/officeDocument/2006/relationships/slide" Target="/ppt/slides/slide73.xml" Id="Rff62ad52859c412f" /><Relationship Type="http://schemas.openxmlformats.org/officeDocument/2006/relationships/slide" Target="/ppt/slides/slide74.xml" Id="Rd9482c6a823444c8" /><Relationship Type="http://schemas.openxmlformats.org/officeDocument/2006/relationships/slide" Target="/ppt/slides/slide75.xml" Id="R429ae149fa314869" /><Relationship Type="http://schemas.openxmlformats.org/officeDocument/2006/relationships/slide" Target="/ppt/slides/slide76.xml" Id="Rba0f2a7ef18f4db1" /><Relationship Type="http://schemas.openxmlformats.org/officeDocument/2006/relationships/slide" Target="/ppt/slides/slide77.xml" Id="R16516487cc1b4209" /><Relationship Type="http://schemas.openxmlformats.org/officeDocument/2006/relationships/slide" Target="/ppt/slides/slide78.xml" Id="R20dc7ed46ef24248" /><Relationship Type="http://schemas.openxmlformats.org/officeDocument/2006/relationships/slide" Target="/ppt/slides/slide79.xml" Id="R7214b68e05b54b30" /><Relationship Type="http://schemas.openxmlformats.org/officeDocument/2006/relationships/slide" Target="/ppt/slides/slide80.xml" Id="R9b2c35dc5ca64adf" /><Relationship Type="http://schemas.openxmlformats.org/officeDocument/2006/relationships/slide" Target="/ppt/slides/slide81.xml" Id="R7c59e515342249fc" /><Relationship Type="http://schemas.openxmlformats.org/officeDocument/2006/relationships/slide" Target="/ppt/slides/slide82.xml" Id="R51cf8a9560164fcd" /><Relationship Type="http://schemas.openxmlformats.org/officeDocument/2006/relationships/slide" Target="/ppt/slides/slide83.xml" Id="R4d40a53ea5b94f69" /><Relationship Type="http://schemas.openxmlformats.org/officeDocument/2006/relationships/slide" Target="/ppt/slides/slide84.xml" Id="R44e11fdcdccc4c0f" /><Relationship Type="http://schemas.openxmlformats.org/officeDocument/2006/relationships/slide" Target="/ppt/slides/slide85.xml" Id="Rd2936edefd9646c1" /><Relationship Type="http://schemas.openxmlformats.org/officeDocument/2006/relationships/slide" Target="/ppt/slides/slide86.xml" Id="R403ce5e6610f41f0" /><Relationship Type="http://schemas.openxmlformats.org/officeDocument/2006/relationships/slide" Target="/ppt/slides/slide87.xml" Id="R672c09e94cfd4cde" /><Relationship Type="http://schemas.openxmlformats.org/officeDocument/2006/relationships/slide" Target="/ppt/slides/slide88.xml" Id="R5ac6913854254eca" /><Relationship Type="http://schemas.openxmlformats.org/officeDocument/2006/relationships/slide" Target="/ppt/slides/slide89.xml" Id="R9fd7cf0f9490471d" /><Relationship Type="http://schemas.openxmlformats.org/officeDocument/2006/relationships/slide" Target="/ppt/slides/slide90.xml" Id="Rb04a9be1469545ac" /><Relationship Type="http://schemas.openxmlformats.org/officeDocument/2006/relationships/slide" Target="/ppt/slides/slide91.xml" Id="Re036d66de34f4d07" /><Relationship Type="http://schemas.openxmlformats.org/officeDocument/2006/relationships/slide" Target="/ppt/slides/slide92.xml" Id="R2dc42ee1fed44a02" /><Relationship Type="http://schemas.openxmlformats.org/officeDocument/2006/relationships/slide" Target="/ppt/slides/slide93.xml" Id="R357706e5a8b54a1a" /><Relationship Type="http://schemas.openxmlformats.org/officeDocument/2006/relationships/slide" Target="/ppt/slides/slide94.xml" Id="Rb23fae19bc8647a1" /><Relationship Type="http://schemas.openxmlformats.org/officeDocument/2006/relationships/slide" Target="/ppt/slides/slide95.xml" Id="Rcfe90bc0af404d28" /><Relationship Type="http://schemas.openxmlformats.org/officeDocument/2006/relationships/slide" Target="/ppt/slides/slide96.xml" Id="Ra6b35ca922244f31" /><Relationship Type="http://schemas.openxmlformats.org/officeDocument/2006/relationships/slide" Target="/ppt/slides/slide97.xml" Id="R42f4127ff77b4962" /><Relationship Type="http://schemas.openxmlformats.org/officeDocument/2006/relationships/slide" Target="/ppt/slides/slide98.xml" Id="Re9b2fc5b30234430" /><Relationship Type="http://schemas.openxmlformats.org/officeDocument/2006/relationships/slide" Target="/ppt/slides/slide99.xml" Id="Rb176d1ced6344849" /><Relationship Type="http://schemas.openxmlformats.org/officeDocument/2006/relationships/slide" Target="/ppt/slides/slide100.xml" Id="Re4db51df7bd84385" /><Relationship Type="http://schemas.openxmlformats.org/officeDocument/2006/relationships/slide" Target="/ppt/slides/slide101.xml" Id="Rd187e331288c4e8d" /><Relationship Type="http://schemas.openxmlformats.org/officeDocument/2006/relationships/slide" Target="/ppt/slides/slide102.xml" Id="R936f1ed5d908455e" /><Relationship Type="http://schemas.openxmlformats.org/officeDocument/2006/relationships/slide" Target="/ppt/slides/slide103.xml" Id="Rb0d4c11736c9418c" /><Relationship Type="http://schemas.openxmlformats.org/officeDocument/2006/relationships/slide" Target="/ppt/slides/slide104.xml" Id="Rdbf84f65d2144583" /><Relationship Type="http://schemas.openxmlformats.org/officeDocument/2006/relationships/slide" Target="/ppt/slides/slide105.xml" Id="Rcbdc1a450b9e4dd1" /><Relationship Type="http://schemas.openxmlformats.org/officeDocument/2006/relationships/slide" Target="/ppt/slides/slide106.xml" Id="Rff588b632c004843" /><Relationship Type="http://schemas.openxmlformats.org/officeDocument/2006/relationships/slide" Target="/ppt/slides/slide107.xml" Id="R1d21f3bd42ec477a" /><Relationship Type="http://schemas.openxmlformats.org/officeDocument/2006/relationships/slide" Target="/ppt/slides/slide108.xml" Id="R102d0376c89f43f2" /><Relationship Type="http://schemas.openxmlformats.org/officeDocument/2006/relationships/slide" Target="/ppt/slides/slide109.xml" Id="R46254db02b9a4bdc" /><Relationship Type="http://schemas.openxmlformats.org/officeDocument/2006/relationships/slide" Target="/ppt/slides/slide110.xml" Id="R4f771cde2a474481" /><Relationship Type="http://schemas.openxmlformats.org/officeDocument/2006/relationships/slide" Target="/ppt/slides/slide111.xml" Id="R376f2908f0c841ca" /><Relationship Type="http://schemas.openxmlformats.org/officeDocument/2006/relationships/slide" Target="/ppt/slides/slide112.xml" Id="R353fea71eeb64bd4" /><Relationship Type="http://schemas.openxmlformats.org/officeDocument/2006/relationships/slide" Target="/ppt/slides/slide113.xml" Id="R2639c23b94ca46e3" /><Relationship Type="http://schemas.openxmlformats.org/officeDocument/2006/relationships/slide" Target="/ppt/slides/slide114.xml" Id="Re68cf8d148bf483b" /><Relationship Type="http://schemas.openxmlformats.org/officeDocument/2006/relationships/slide" Target="/ppt/slides/slide115.xml" Id="Rd44b220b8fab4e9d" /><Relationship Type="http://schemas.openxmlformats.org/officeDocument/2006/relationships/slide" Target="/ppt/slides/slide116.xml" Id="Rfbe558956d5e4890" /><Relationship Type="http://schemas.openxmlformats.org/officeDocument/2006/relationships/slide" Target="/ppt/slides/slide117.xml" Id="R351d99679fa447df" /><Relationship Type="http://schemas.openxmlformats.org/officeDocument/2006/relationships/slide" Target="/ppt/slides/slide118.xml" Id="Re25bef193a064951" /><Relationship Type="http://schemas.openxmlformats.org/officeDocument/2006/relationships/slide" Target="/ppt/slides/slide119.xml" Id="R8f57a741ddcb446e" /><Relationship Type="http://schemas.openxmlformats.org/officeDocument/2006/relationships/slide" Target="/ppt/slides/slide120.xml" Id="Rb94aa53dcd5f47fc" /><Relationship Type="http://schemas.openxmlformats.org/officeDocument/2006/relationships/slide" Target="/ppt/slides/slide121.xml" Id="R04dad0705a7e43a3" /><Relationship Type="http://schemas.openxmlformats.org/officeDocument/2006/relationships/slide" Target="/ppt/slides/slide122.xml" Id="R7c3c0f20e59a47de" /><Relationship Type="http://schemas.openxmlformats.org/officeDocument/2006/relationships/slide" Target="/ppt/slides/slide123.xml" Id="Re05a27a0e8d4496d" /><Relationship Type="http://schemas.openxmlformats.org/officeDocument/2006/relationships/slide" Target="/ppt/slides/slide124.xml" Id="R32fa1617f5414af6" /><Relationship Type="http://schemas.openxmlformats.org/officeDocument/2006/relationships/slide" Target="/ppt/slides/slide125.xml" Id="R2f4271e1a72e40b3" /><Relationship Type="http://schemas.openxmlformats.org/officeDocument/2006/relationships/slide" Target="/ppt/slides/slide126.xml" Id="R02891e1cd0914649" /><Relationship Type="http://schemas.openxmlformats.org/officeDocument/2006/relationships/slide" Target="/ppt/slides/slide127.xml" Id="R33d52de7ef3f4eb1" /><Relationship Type="http://schemas.openxmlformats.org/officeDocument/2006/relationships/slide" Target="/ppt/slides/slide128.xml" Id="R1be80adcf0bd422e" /><Relationship Type="http://schemas.openxmlformats.org/officeDocument/2006/relationships/slide" Target="/ppt/slides/slide129.xml" Id="R9a02f7b9e6bb42f0" /><Relationship Type="http://schemas.openxmlformats.org/officeDocument/2006/relationships/slide" Target="/ppt/slides/slide130.xml" Id="R393c11deae48458e" /><Relationship Type="http://schemas.openxmlformats.org/officeDocument/2006/relationships/slide" Target="/ppt/slides/slide131.xml" Id="R9f5416c05a2c4d5a" /><Relationship Type="http://schemas.openxmlformats.org/officeDocument/2006/relationships/slide" Target="/ppt/slides/slide132.xml" Id="Rcff4f4625bb240e2" /><Relationship Type="http://schemas.openxmlformats.org/officeDocument/2006/relationships/slide" Target="/ppt/slides/slide133.xml" Id="Rf9f74e9ef9b84674" /><Relationship Type="http://schemas.openxmlformats.org/officeDocument/2006/relationships/slide" Target="/ppt/slides/slide134.xml" Id="R9a9769d3275a47a2" /><Relationship Type="http://schemas.openxmlformats.org/officeDocument/2006/relationships/slide" Target="/ppt/slides/slide135.xml" Id="R6a53250e87344b1c" /><Relationship Type="http://schemas.openxmlformats.org/officeDocument/2006/relationships/slide" Target="/ppt/slides/slide136.xml" Id="Rbef2d460b31b4949" /><Relationship Type="http://schemas.openxmlformats.org/officeDocument/2006/relationships/slide" Target="/ppt/slides/slide137.xml" Id="R594b543ba8284a86" /><Relationship Type="http://schemas.openxmlformats.org/officeDocument/2006/relationships/slide" Target="/ppt/slides/slide138.xml" Id="Rad6f44e494064fa7" /><Relationship Type="http://schemas.openxmlformats.org/officeDocument/2006/relationships/slide" Target="/ppt/slides/slide139.xml" Id="R6f9c363fd64f4750" /><Relationship Type="http://schemas.openxmlformats.org/officeDocument/2006/relationships/slide" Target="/ppt/slides/slide140.xml" Id="R303a018554e54c83" /><Relationship Type="http://schemas.openxmlformats.org/officeDocument/2006/relationships/slide" Target="/ppt/slides/slide141.xml" Id="R188f030a4cd04eb3" /><Relationship Type="http://schemas.openxmlformats.org/officeDocument/2006/relationships/slide" Target="/ppt/slides/slide142.xml" Id="Ra6baaf74e0a34710" /><Relationship Type="http://schemas.openxmlformats.org/officeDocument/2006/relationships/slide" Target="/ppt/slides/slide143.xml" Id="R0f23bda9f3fb4657" /><Relationship Type="http://schemas.openxmlformats.org/officeDocument/2006/relationships/slide" Target="/ppt/slides/slide144.xml" Id="R5b490d7e1fb045e7" /><Relationship Type="http://schemas.openxmlformats.org/officeDocument/2006/relationships/slide" Target="/ppt/slides/slide145.xml" Id="Raab1eb6c847046ba" /><Relationship Type="http://schemas.openxmlformats.org/officeDocument/2006/relationships/slide" Target="/ppt/slides/slide146.xml" Id="R569ee43abeeb4669" /><Relationship Type="http://schemas.openxmlformats.org/officeDocument/2006/relationships/slide" Target="/ppt/slides/slide147.xml" Id="R10effa2f6ca24eb3" /><Relationship Type="http://schemas.openxmlformats.org/officeDocument/2006/relationships/slide" Target="/ppt/slides/slide148.xml" Id="Rbd97cdd58d0245b8" /><Relationship Type="http://schemas.openxmlformats.org/officeDocument/2006/relationships/slide" Target="/ppt/slides/slide149.xml" Id="R5a8fd788cb6c4515" /><Relationship Type="http://schemas.openxmlformats.org/officeDocument/2006/relationships/slide" Target="/ppt/slides/slide150.xml" Id="Red8397ff4dd34d45" /><Relationship Type="http://schemas.openxmlformats.org/officeDocument/2006/relationships/slide" Target="/ppt/slides/slide151.xml" Id="Rf9bf4b471df24189" /><Relationship Type="http://schemas.openxmlformats.org/officeDocument/2006/relationships/slide" Target="/ppt/slides/slide152.xml" Id="Rbc5e2792e7934107" /><Relationship Type="http://schemas.openxmlformats.org/officeDocument/2006/relationships/slide" Target="/ppt/slides/slide153.xml" Id="R13daa6fe35ac419e" /><Relationship Type="http://schemas.openxmlformats.org/officeDocument/2006/relationships/slide" Target="/ppt/slides/slide154.xml" Id="R3e9499fca50d43b5" /><Relationship Type="http://schemas.openxmlformats.org/officeDocument/2006/relationships/slide" Target="/ppt/slides/slide155.xml" Id="R1c64a6682bf749c0" /><Relationship Type="http://schemas.openxmlformats.org/officeDocument/2006/relationships/slide" Target="/ppt/slides/slide156.xml" Id="R97e8ba558d3d4f1e" /><Relationship Type="http://schemas.openxmlformats.org/officeDocument/2006/relationships/slide" Target="/ppt/slides/slide157.xml" Id="Rd377219bbe8f451f" /><Relationship Type="http://schemas.openxmlformats.org/officeDocument/2006/relationships/slide" Target="/ppt/slides/slide158.xml" Id="Rfc4a351edf994538" /><Relationship Type="http://schemas.openxmlformats.org/officeDocument/2006/relationships/slide" Target="/ppt/slides/slide159.xml" Id="R8c86245a24e140fc" /><Relationship Type="http://schemas.openxmlformats.org/officeDocument/2006/relationships/slide" Target="/ppt/slides/slide160.xml" Id="Rc88f9c2624f4488d" /><Relationship Type="http://schemas.openxmlformats.org/officeDocument/2006/relationships/slide" Target="/ppt/slides/slide161.xml" Id="R33208cf0b2234642" /><Relationship Type="http://schemas.openxmlformats.org/officeDocument/2006/relationships/slide" Target="/ppt/slides/slide162.xml" Id="Rc1844223158f4bd2" /><Relationship Type="http://schemas.openxmlformats.org/officeDocument/2006/relationships/slide" Target="/ppt/slides/slide163.xml" Id="R77e6b12465b441ba" /><Relationship Type="http://schemas.openxmlformats.org/officeDocument/2006/relationships/slide" Target="/ppt/slides/slide164.xml" Id="Rc3981e40a68045b5" /><Relationship Type="http://schemas.openxmlformats.org/officeDocument/2006/relationships/slide" Target="/ppt/slides/slide165.xml" Id="R099c81f82cdf4b60" /><Relationship Type="http://schemas.openxmlformats.org/officeDocument/2006/relationships/slide" Target="/ppt/slides/slide166.xml" Id="R56b28e9095a44648" /><Relationship Type="http://schemas.openxmlformats.org/officeDocument/2006/relationships/slide" Target="/ppt/slides/slide167.xml" Id="Re6bf3c66f6ba4089" /><Relationship Type="http://schemas.openxmlformats.org/officeDocument/2006/relationships/slide" Target="/ppt/slides/slide168.xml" Id="R8358980b9e1b47c3" /><Relationship Type="http://schemas.openxmlformats.org/officeDocument/2006/relationships/slide" Target="/ppt/slides/slide169.xml" Id="R01f17b07dcfc41c6" /><Relationship Type="http://schemas.openxmlformats.org/officeDocument/2006/relationships/slide" Target="/ppt/slides/slide170.xml" Id="R8f799d258907491a" /><Relationship Type="http://schemas.openxmlformats.org/officeDocument/2006/relationships/slide" Target="/ppt/slides/slide171.xml" Id="R1557ba1aa9f5447d" /><Relationship Type="http://schemas.openxmlformats.org/officeDocument/2006/relationships/slide" Target="/ppt/slides/slide172.xml" Id="R7619019ef5784fa9" /><Relationship Type="http://schemas.openxmlformats.org/officeDocument/2006/relationships/slide" Target="/ppt/slides/slide173.xml" Id="Rf7a632f45ef34b9e" /><Relationship Type="http://schemas.openxmlformats.org/officeDocument/2006/relationships/slide" Target="/ppt/slides/slide174.xml" Id="Rd1b1d0ac2b2846d9" /><Relationship Type="http://schemas.openxmlformats.org/officeDocument/2006/relationships/slide" Target="/ppt/slides/slide175.xml" Id="Rfcdca3e95ebc40e6" /><Relationship Type="http://schemas.openxmlformats.org/officeDocument/2006/relationships/slide" Target="/ppt/slides/slide176.xml" Id="Rb07ecb46d8ec4750" /><Relationship Type="http://schemas.openxmlformats.org/officeDocument/2006/relationships/slide" Target="/ppt/slides/slide177.xml" Id="R6f1cee8bc2dd4983" /><Relationship Type="http://schemas.openxmlformats.org/officeDocument/2006/relationships/slide" Target="/ppt/slides/slide178.xml" Id="Rcf16aadee3894dcc" /><Relationship Type="http://schemas.openxmlformats.org/officeDocument/2006/relationships/slide" Target="/ppt/slides/slide179.xml" Id="R2fe11d78ae244754" /><Relationship Type="http://schemas.openxmlformats.org/officeDocument/2006/relationships/slide" Target="/ppt/slides/slide180.xml" Id="Rf4ef5364545b407b" /><Relationship Type="http://schemas.openxmlformats.org/officeDocument/2006/relationships/slide" Target="/ppt/slides/slide181.xml" Id="R293fec4ff0594431" /><Relationship Type="http://schemas.openxmlformats.org/officeDocument/2006/relationships/slide" Target="/ppt/slides/slide182.xml" Id="Rdda40651c767499e" /><Relationship Type="http://schemas.openxmlformats.org/officeDocument/2006/relationships/slide" Target="/ppt/slides/slide183.xml" Id="R43aa6bc8dbf0400b" /><Relationship Type="http://schemas.openxmlformats.org/officeDocument/2006/relationships/slide" Target="/ppt/slides/slide184.xml" Id="R9a292768ab56434e" /><Relationship Type="http://schemas.openxmlformats.org/officeDocument/2006/relationships/slide" Target="/ppt/slides/slide185.xml" Id="Rabfe817f45b04f29" /><Relationship Type="http://schemas.openxmlformats.org/officeDocument/2006/relationships/slide" Target="/ppt/slides/slide186.xml" Id="Ra3fcbf0237ca4ec8" /><Relationship Type="http://schemas.openxmlformats.org/officeDocument/2006/relationships/slide" Target="/ppt/slides/slide187.xml" Id="R4f98e78691c64b08" /><Relationship Type="http://schemas.openxmlformats.org/officeDocument/2006/relationships/slide" Target="/ppt/slides/slide188.xml" Id="R6ae2c6a172c24c86" /><Relationship Type="http://schemas.openxmlformats.org/officeDocument/2006/relationships/slide" Target="/ppt/slides/slide189.xml" Id="R84f271d5b99041da" /><Relationship Type="http://schemas.openxmlformats.org/officeDocument/2006/relationships/slide" Target="/ppt/slides/slide190.xml" Id="R67ab948b2e334eb9" /><Relationship Type="http://schemas.openxmlformats.org/officeDocument/2006/relationships/slide" Target="/ppt/slides/slide191.xml" Id="R7127cf67224343b0" /><Relationship Type="http://schemas.openxmlformats.org/officeDocument/2006/relationships/slide" Target="/ppt/slides/slide192.xml" Id="Ree1b57f64c624d61" /><Relationship Type="http://schemas.openxmlformats.org/officeDocument/2006/relationships/slide" Target="/ppt/slides/slide193.xml" Id="Rd1f6b9bf9b114b1e" /><Relationship Type="http://schemas.openxmlformats.org/officeDocument/2006/relationships/slide" Target="/ppt/slides/slide194.xml" Id="R640a4d7f3b0241d7" /><Relationship Type="http://schemas.openxmlformats.org/officeDocument/2006/relationships/slide" Target="/ppt/slides/slide195.xml" Id="Rb617f91dfc6c4494" /><Relationship Type="http://schemas.openxmlformats.org/officeDocument/2006/relationships/slide" Target="/ppt/slides/slide196.xml" Id="R7870e3bb281f4d6d" /><Relationship Type="http://schemas.openxmlformats.org/officeDocument/2006/relationships/slide" Target="/ppt/slides/slide197.xml" Id="Red0fe8af89504a27" /><Relationship Type="http://schemas.openxmlformats.org/officeDocument/2006/relationships/slide" Target="/ppt/slides/slide198.xml" Id="R4cc10863394c46d3" /><Relationship Type="http://schemas.openxmlformats.org/officeDocument/2006/relationships/slide" Target="/ppt/slides/slide199.xml" Id="Rbac4da4385f14494" /><Relationship Type="http://schemas.openxmlformats.org/officeDocument/2006/relationships/slide" Target="/ppt/slides/slide200.xml" Id="R8725b9c204a2437c" /><Relationship Type="http://schemas.openxmlformats.org/officeDocument/2006/relationships/slide" Target="/ppt/slides/slide201.xml" Id="R0463d71c05f84b2a" /><Relationship Type="http://schemas.openxmlformats.org/officeDocument/2006/relationships/slide" Target="/ppt/slides/slide202.xml" Id="R302ca9bc1d404a11" /><Relationship Type="http://schemas.openxmlformats.org/officeDocument/2006/relationships/slide" Target="/ppt/slides/slide203.xml" Id="R5ee92a4224d94d0d" /><Relationship Type="http://schemas.openxmlformats.org/officeDocument/2006/relationships/slide" Target="/ppt/slides/slide204.xml" Id="R84440833cafe4c1e" /><Relationship Type="http://schemas.openxmlformats.org/officeDocument/2006/relationships/slide" Target="/ppt/slides/slide205.xml" Id="R39cef6d6fe3a405b" /><Relationship Type="http://schemas.openxmlformats.org/officeDocument/2006/relationships/slide" Target="/ppt/slides/slide206.xml" Id="R49e4ddfa31224de6" /><Relationship Type="http://schemas.openxmlformats.org/officeDocument/2006/relationships/slide" Target="/ppt/slides/slide207.xml" Id="Rcb5c3a2a53174538" /><Relationship Type="http://schemas.openxmlformats.org/officeDocument/2006/relationships/slide" Target="/ppt/slides/slide208.xml" Id="R36a3b4d2b7ef44df" /><Relationship Type="http://schemas.openxmlformats.org/officeDocument/2006/relationships/slide" Target="/ppt/slides/slide209.xml" Id="R7cc8836c3ba0482d" /><Relationship Type="http://schemas.openxmlformats.org/officeDocument/2006/relationships/slide" Target="/ppt/slides/slide210.xml" Id="Rbdeecfc694014d88" /><Relationship Type="http://schemas.openxmlformats.org/officeDocument/2006/relationships/slide" Target="/ppt/slides/slide211.xml" Id="R38b9735f739e49b9" /><Relationship Type="http://schemas.openxmlformats.org/officeDocument/2006/relationships/slide" Target="/ppt/slides/slide212.xml" Id="R92486fa044fc49e7" /><Relationship Type="http://schemas.openxmlformats.org/officeDocument/2006/relationships/slide" Target="/ppt/slides/slide213.xml" Id="R827fd6c01aca41cb" /><Relationship Type="http://schemas.openxmlformats.org/officeDocument/2006/relationships/slide" Target="/ppt/slides/slide214.xml" Id="R0c94f1e12c054042" /><Relationship Type="http://schemas.openxmlformats.org/officeDocument/2006/relationships/slide" Target="/ppt/slides/slide215.xml" Id="Rc068b6d57dcd467b" /><Relationship Type="http://schemas.openxmlformats.org/officeDocument/2006/relationships/slide" Target="/ppt/slides/slide216.xml" Id="R3fdd36df7d4b4360" /><Relationship Type="http://schemas.openxmlformats.org/officeDocument/2006/relationships/slide" Target="/ppt/slides/slide217.xml" Id="Rd796b7fb4c524d52" /><Relationship Type="http://schemas.openxmlformats.org/officeDocument/2006/relationships/slide" Target="/ppt/slides/slide218.xml" Id="R8421f083c18f436f" /><Relationship Type="http://schemas.openxmlformats.org/officeDocument/2006/relationships/slide" Target="/ppt/slides/slide219.xml" Id="R6309523391fb4795" /><Relationship Type="http://schemas.openxmlformats.org/officeDocument/2006/relationships/slide" Target="/ppt/slides/slide220.xml" Id="R3bd0ffa16b2847bb" /><Relationship Type="http://schemas.openxmlformats.org/officeDocument/2006/relationships/slide" Target="/ppt/slides/slide221.xml" Id="R7a4f538d11c54da1" /><Relationship Type="http://schemas.openxmlformats.org/officeDocument/2006/relationships/slide" Target="/ppt/slides/slide222.xml" Id="Rc03fef33e65d4f34" /><Relationship Type="http://schemas.openxmlformats.org/officeDocument/2006/relationships/slide" Target="/ppt/slides/slide223.xml" Id="R5b8b0c8317e6446a" /><Relationship Type="http://schemas.openxmlformats.org/officeDocument/2006/relationships/slide" Target="/ppt/slides/slide224.xml" Id="R8090391b14744ae3" /><Relationship Type="http://schemas.openxmlformats.org/officeDocument/2006/relationships/slide" Target="/ppt/slides/slide225.xml" Id="Ra99009b27a3a4843" /><Relationship Type="http://schemas.openxmlformats.org/officeDocument/2006/relationships/slide" Target="/ppt/slides/slide226.xml" Id="R9839ecf485464fd8" /><Relationship Type="http://schemas.openxmlformats.org/officeDocument/2006/relationships/slide" Target="/ppt/slides/slide227.xml" Id="Ra9328959059f4695" /><Relationship Type="http://schemas.openxmlformats.org/officeDocument/2006/relationships/slide" Target="/ppt/slides/slide228.xml" Id="R424d8d17a1634742" /><Relationship Type="http://schemas.openxmlformats.org/officeDocument/2006/relationships/slide" Target="/ppt/slides/slide229.xml" Id="R68459a544fa84a18" /><Relationship Type="http://schemas.openxmlformats.org/officeDocument/2006/relationships/slide" Target="/ppt/slides/slide230.xml" Id="R82bceec853534721" /><Relationship Type="http://schemas.openxmlformats.org/officeDocument/2006/relationships/slide" Target="/ppt/slides/slide231.xml" Id="Rf1a17b3719f64392" /><Relationship Type="http://schemas.openxmlformats.org/officeDocument/2006/relationships/slide" Target="/ppt/slides/slide232.xml" Id="Rf8430b7f8f4f488c" /><Relationship Type="http://schemas.openxmlformats.org/officeDocument/2006/relationships/slide" Target="/ppt/slides/slide233.xml" Id="Rcb4c60a550e945da" /><Relationship Type="http://schemas.openxmlformats.org/officeDocument/2006/relationships/slide" Target="/ppt/slides/slide234.xml" Id="R789c2e17b739445c" /><Relationship Type="http://schemas.openxmlformats.org/officeDocument/2006/relationships/slide" Target="/ppt/slides/slide235.xml" Id="R092939ca94e94854" /><Relationship Type="http://schemas.openxmlformats.org/officeDocument/2006/relationships/slide" Target="/ppt/slides/slide236.xml" Id="R6870f1ed045d4987" /><Relationship Type="http://schemas.openxmlformats.org/officeDocument/2006/relationships/slide" Target="/ppt/slides/slide237.xml" Id="Rf25c584ce076461c" /><Relationship Type="http://schemas.openxmlformats.org/officeDocument/2006/relationships/slide" Target="/ppt/slides/slide238.xml" Id="Rb748ffe5d4aa4ea6" /><Relationship Type="http://schemas.openxmlformats.org/officeDocument/2006/relationships/slide" Target="/ppt/slides/slide239.xml" Id="R4a31fa7562374121" /><Relationship Type="http://schemas.openxmlformats.org/officeDocument/2006/relationships/slide" Target="/ppt/slides/slide240.xml" Id="R41337253b59d4d94" /><Relationship Type="http://schemas.openxmlformats.org/officeDocument/2006/relationships/slide" Target="/ppt/slides/slide241.xml" Id="Rd74a7aec8e834a52" /><Relationship Type="http://schemas.openxmlformats.org/officeDocument/2006/relationships/slide" Target="/ppt/slides/slide242.xml" Id="Rb904cd1b8060459e" /><Relationship Type="http://schemas.openxmlformats.org/officeDocument/2006/relationships/slide" Target="/ppt/slides/slide243.xml" Id="R2ee4223c76614c95" /><Relationship Type="http://schemas.openxmlformats.org/officeDocument/2006/relationships/slide" Target="/ppt/slides/slide244.xml" Id="Rba97bf7a066f4afc" /><Relationship Type="http://schemas.openxmlformats.org/officeDocument/2006/relationships/slide" Target="/ppt/slides/slide245.xml" Id="R4d46a386719943c6" /><Relationship Type="http://schemas.openxmlformats.org/officeDocument/2006/relationships/slide" Target="/ppt/slides/slide246.xml" Id="R3c6ba9918a244219" /><Relationship Type="http://schemas.openxmlformats.org/officeDocument/2006/relationships/slide" Target="/ppt/slides/slide247.xml" Id="R02984a0f37bd4927" /><Relationship Type="http://schemas.openxmlformats.org/officeDocument/2006/relationships/slide" Target="/ppt/slides/slide248.xml" Id="R4fa8d452e05f41ab" /><Relationship Type="http://schemas.openxmlformats.org/officeDocument/2006/relationships/slide" Target="/ppt/slides/slide249.xml" Id="R3a568374db54440a" /><Relationship Type="http://schemas.openxmlformats.org/officeDocument/2006/relationships/slide" Target="/ppt/slides/slide250.xml" Id="R68bb5252571743ae" /><Relationship Type="http://schemas.openxmlformats.org/officeDocument/2006/relationships/slide" Target="/ppt/slides/slide251.xml" Id="R3cc5ca3c53c84a41" /><Relationship Type="http://schemas.openxmlformats.org/officeDocument/2006/relationships/slide" Target="/ppt/slides/slide252.xml" Id="Rd20ac4c57aa44c9b" /><Relationship Type="http://schemas.openxmlformats.org/officeDocument/2006/relationships/slide" Target="/ppt/slides/slide253.xml" Id="Rf060e56ea8cc4fea" /><Relationship Type="http://schemas.openxmlformats.org/officeDocument/2006/relationships/slide" Target="/ppt/slides/slide254.xml" Id="Rda581097a2144d13" /><Relationship Type="http://schemas.openxmlformats.org/officeDocument/2006/relationships/slide" Target="/ppt/slides/slide255.xml" Id="R865a443f867e4c48" /><Relationship Type="http://schemas.openxmlformats.org/officeDocument/2006/relationships/slide" Target="/ppt/slides/slide256.xml" Id="R9e15004b591c4d56" /><Relationship Type="http://schemas.openxmlformats.org/officeDocument/2006/relationships/slide" Target="/ppt/slides/slide257.xml" Id="R8f89fc9483434dee" /><Relationship Type="http://schemas.openxmlformats.org/officeDocument/2006/relationships/slide" Target="/ppt/slides/slide258.xml" Id="Rdbffab0f8d244af4" /><Relationship Type="http://schemas.openxmlformats.org/officeDocument/2006/relationships/slide" Target="/ppt/slides/slide259.xml" Id="R510627b36bda4d3b" /><Relationship Type="http://schemas.openxmlformats.org/officeDocument/2006/relationships/slide" Target="/ppt/slides/slide260.xml" Id="R4565fc346cc94eaa" /><Relationship Type="http://schemas.openxmlformats.org/officeDocument/2006/relationships/slide" Target="/ppt/slides/slide261.xml" Id="Rcf8490455f3848e1" /><Relationship Type="http://schemas.openxmlformats.org/officeDocument/2006/relationships/slide" Target="/ppt/slides/slide262.xml" Id="Rf8134daf8f974e9d" /><Relationship Type="http://schemas.openxmlformats.org/officeDocument/2006/relationships/slide" Target="/ppt/slides/slide263.xml" Id="Rfc5445c8c286406b" /><Relationship Type="http://schemas.openxmlformats.org/officeDocument/2006/relationships/slide" Target="/ppt/slides/slide264.xml" Id="R335eba256b5145ad" /><Relationship Type="http://schemas.openxmlformats.org/officeDocument/2006/relationships/slide" Target="/ppt/slides/slide265.xml" Id="Raef00685b42641eb" /><Relationship Type="http://schemas.openxmlformats.org/officeDocument/2006/relationships/slide" Target="/ppt/slides/slide266.xml" Id="R21b542b7d28f4760" /><Relationship Type="http://schemas.openxmlformats.org/officeDocument/2006/relationships/slide" Target="/ppt/slides/slide267.xml" Id="R26e4dbdec97147b4" /><Relationship Type="http://schemas.openxmlformats.org/officeDocument/2006/relationships/slide" Target="/ppt/slides/slide268.xml" Id="R248ffcd797784c5c" /><Relationship Type="http://schemas.openxmlformats.org/officeDocument/2006/relationships/slide" Target="/ppt/slides/slide269.xml" Id="R545bd53d6ad54e19" /><Relationship Type="http://schemas.openxmlformats.org/officeDocument/2006/relationships/slide" Target="/ppt/slides/slide270.xml" Id="R6bcddb720de24bc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457bee941ca433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20b81f79d2d43bf" /><Relationship Type="http://schemas.openxmlformats.org/officeDocument/2006/relationships/notesMaster" Target="/ppt/notesMasters/notesMaster1.xml" Id="R3094426d81624b0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11463d52ff14f4c" /><Relationship Type="http://schemas.openxmlformats.org/officeDocument/2006/relationships/notesMaster" Target="/ppt/notesMasters/notesMaster1.xml" Id="Rfdb6329f01f2472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4425a57679d4595" /><Relationship Type="http://schemas.openxmlformats.org/officeDocument/2006/relationships/notesMaster" Target="/ppt/notesMasters/notesMaster1.xml" Id="R4fb144582802477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62da94ed7e24fd1" /><Relationship Type="http://schemas.openxmlformats.org/officeDocument/2006/relationships/notesMaster" Target="/ppt/notesMasters/notesMaster1.xml" Id="R933a2fac4eea4d4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1d017dbcf5e4f28" /><Relationship Type="http://schemas.openxmlformats.org/officeDocument/2006/relationships/notesMaster" Target="/ppt/notesMasters/notesMaster1.xml" Id="R92108cdaec24449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e278074bf5c46ec" /><Relationship Type="http://schemas.openxmlformats.org/officeDocument/2006/relationships/notesMaster" Target="/ppt/notesMasters/notesMaster1.xml" Id="Rbb7ed5f49d0c46d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04018bb966342e6" /><Relationship Type="http://schemas.openxmlformats.org/officeDocument/2006/relationships/notesMaster" Target="/ppt/notesMasters/notesMaster1.xml" Id="R7ca5be21fd39489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fa35e7db4f64939" /><Relationship Type="http://schemas.openxmlformats.org/officeDocument/2006/relationships/notesMaster" Target="/ppt/notesMasters/notesMaster1.xml" Id="R2423491c0d8e47d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d83e7de513b47dc" /><Relationship Type="http://schemas.openxmlformats.org/officeDocument/2006/relationships/notesMaster" Target="/ppt/notesMasters/notesMaster1.xml" Id="Rfefc030ba4d24a6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903721fecce42f6" /><Relationship Type="http://schemas.openxmlformats.org/officeDocument/2006/relationships/notesMaster" Target="/ppt/notesMasters/notesMaster1.xml" Id="Rec68fc17c252451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c882033073a4168" /><Relationship Type="http://schemas.openxmlformats.org/officeDocument/2006/relationships/notesMaster" Target="/ppt/notesMasters/notesMaster1.xml" Id="R92023091d77c4be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6aec1bb361147de" /><Relationship Type="http://schemas.openxmlformats.org/officeDocument/2006/relationships/notesMaster" Target="/ppt/notesMasters/notesMaster1.xml" Id="R8fa6077cbad141d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203a836bb13440c" /><Relationship Type="http://schemas.openxmlformats.org/officeDocument/2006/relationships/notesMaster" Target="/ppt/notesMasters/notesMaster1.xml" Id="R68804e8fe35044d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a813fc3574d4dd0" /><Relationship Type="http://schemas.openxmlformats.org/officeDocument/2006/relationships/notesMaster" Target="/ppt/notesMasters/notesMaster1.xml" Id="R9a85f3ea080c435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8824e077d1641bb" /><Relationship Type="http://schemas.openxmlformats.org/officeDocument/2006/relationships/notesMaster" Target="/ppt/notesMasters/notesMaster1.xml" Id="R9b0dc68d764b4f6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ca554d44b1c4fc7" /><Relationship Type="http://schemas.openxmlformats.org/officeDocument/2006/relationships/notesMaster" Target="/ppt/notesMasters/notesMaster1.xml" Id="R4fe76347e6e54f7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74495e561eb4bd4" /><Relationship Type="http://schemas.openxmlformats.org/officeDocument/2006/relationships/notesMaster" Target="/ppt/notesMasters/notesMaster1.xml" Id="Rfdb34fae615a48b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f06d80529f34cec" /><Relationship Type="http://schemas.openxmlformats.org/officeDocument/2006/relationships/notesMaster" Target="/ppt/notesMasters/notesMaster1.xml" Id="R1ec75f2c85084bac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b08b77f3afe044eb" /><Relationship Type="http://schemas.openxmlformats.org/officeDocument/2006/relationships/notesMaster" Target="/ppt/notesMasters/notesMaster1.xml" Id="Rd249f751204c4829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4f5de0a455d048b4" /><Relationship Type="http://schemas.openxmlformats.org/officeDocument/2006/relationships/notesMaster" Target="/ppt/notesMasters/notesMaster1.xml" Id="Raaeb425aa6644bde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c98e67f262c2446e" /><Relationship Type="http://schemas.openxmlformats.org/officeDocument/2006/relationships/notesMaster" Target="/ppt/notesMasters/notesMaster1.xml" Id="R59756b6052ee4509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f992b71405fc4aa2" /><Relationship Type="http://schemas.openxmlformats.org/officeDocument/2006/relationships/notesMaster" Target="/ppt/notesMasters/notesMaster1.xml" Id="Rdf861deb4f044421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16fd17cee41f450a" /><Relationship Type="http://schemas.openxmlformats.org/officeDocument/2006/relationships/notesMaster" Target="/ppt/notesMasters/notesMaster1.xml" Id="Ra5003d55e9b1447a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e9072e68a9144159" /><Relationship Type="http://schemas.openxmlformats.org/officeDocument/2006/relationships/notesMaster" Target="/ppt/notesMasters/notesMaster1.xml" Id="R51c142610299425b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6f1b480a3d1a462e" /><Relationship Type="http://schemas.openxmlformats.org/officeDocument/2006/relationships/notesMaster" Target="/ppt/notesMasters/notesMaster1.xml" Id="R48c3955387c24e6f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a5dd83986cc34666" /><Relationship Type="http://schemas.openxmlformats.org/officeDocument/2006/relationships/notesMaster" Target="/ppt/notesMasters/notesMaster1.xml" Id="R3a0186668d334d41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2e43273d0dd941a4" /><Relationship Type="http://schemas.openxmlformats.org/officeDocument/2006/relationships/notesMaster" Target="/ppt/notesMasters/notesMaster1.xml" Id="R2ebba3e97b0a4ce2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9544576143bd4825" /><Relationship Type="http://schemas.openxmlformats.org/officeDocument/2006/relationships/notesMaster" Target="/ppt/notesMasters/notesMaster1.xml" Id="R1e9f4fb5433e4c7c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362593d98a324ac4" /><Relationship Type="http://schemas.openxmlformats.org/officeDocument/2006/relationships/notesMaster" Target="/ppt/notesMasters/notesMaster1.xml" Id="Rd7f7fba527604e9a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baafa74be047412d" /><Relationship Type="http://schemas.openxmlformats.org/officeDocument/2006/relationships/notesMaster" Target="/ppt/notesMasters/notesMaster1.xml" Id="R026fa2c00cf64ea7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ea2685d87d2f4cd7" /><Relationship Type="http://schemas.openxmlformats.org/officeDocument/2006/relationships/notesMaster" Target="/ppt/notesMasters/notesMaster1.xml" Id="Ref50783a2f304bd6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1e718250fa284dce" /><Relationship Type="http://schemas.openxmlformats.org/officeDocument/2006/relationships/notesMaster" Target="/ppt/notesMasters/notesMaster1.xml" Id="R9532e8b37f504f40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d6c5edf532514f28" /><Relationship Type="http://schemas.openxmlformats.org/officeDocument/2006/relationships/notesMaster" Target="/ppt/notesMasters/notesMaster1.xml" Id="R1ab7ce966e6044f9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d8559eeec8684dae" /><Relationship Type="http://schemas.openxmlformats.org/officeDocument/2006/relationships/notesMaster" Target="/ppt/notesMasters/notesMaster1.xml" Id="R18c8aa847b0d4793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d8ba1f02c9ba46d5" /><Relationship Type="http://schemas.openxmlformats.org/officeDocument/2006/relationships/notesMaster" Target="/ppt/notesMasters/notesMaster1.xml" Id="R835efc3108334c15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95a3c57ca37b43e1" /><Relationship Type="http://schemas.openxmlformats.org/officeDocument/2006/relationships/notesMaster" Target="/ppt/notesMasters/notesMaster1.xml" Id="R9b5c7ee1469a4c04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79fecf763d4c42e6" /><Relationship Type="http://schemas.openxmlformats.org/officeDocument/2006/relationships/notesMaster" Target="/ppt/notesMasters/notesMaster1.xml" Id="R06ed46aa1aea47c5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4af8b87d8f75488c" /><Relationship Type="http://schemas.openxmlformats.org/officeDocument/2006/relationships/notesMaster" Target="/ppt/notesMasters/notesMaster1.xml" Id="R33da5a803c2c4a9d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ea3492605e154a78" /><Relationship Type="http://schemas.openxmlformats.org/officeDocument/2006/relationships/notesMaster" Target="/ppt/notesMasters/notesMaster1.xml" Id="R90478fa7b1a24cdd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c69d394c458e4ad0" /><Relationship Type="http://schemas.openxmlformats.org/officeDocument/2006/relationships/notesMaster" Target="/ppt/notesMasters/notesMaster1.xml" Id="R520e3128512a43c4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18d29fbe7c6e416a" /><Relationship Type="http://schemas.openxmlformats.org/officeDocument/2006/relationships/notesMaster" Target="/ppt/notesMasters/notesMaster1.xml" Id="Rea8ecc8d5f764520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11f14a56503b4b91" /><Relationship Type="http://schemas.openxmlformats.org/officeDocument/2006/relationships/notesMaster" Target="/ppt/notesMasters/notesMaster1.xml" Id="R1261c104b3bb467f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5f02660131714428" /><Relationship Type="http://schemas.openxmlformats.org/officeDocument/2006/relationships/notesMaster" Target="/ppt/notesMasters/notesMaster1.xml" Id="R2017f6b521894961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72223723b00c4d55" /><Relationship Type="http://schemas.openxmlformats.org/officeDocument/2006/relationships/notesMaster" Target="/ppt/notesMasters/notesMaster1.xml" Id="R3756dc77eacb46df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ff2d1d5894074cb0" /><Relationship Type="http://schemas.openxmlformats.org/officeDocument/2006/relationships/notesMaster" Target="/ppt/notesMasters/notesMaster1.xml" Id="R938adcf3e48a4f61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62d7a8ae05194f6b" /><Relationship Type="http://schemas.openxmlformats.org/officeDocument/2006/relationships/notesMaster" Target="/ppt/notesMasters/notesMaster1.xml" Id="R90a61d905fdb4203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c981afe30df3447e" /><Relationship Type="http://schemas.openxmlformats.org/officeDocument/2006/relationships/notesMaster" Target="/ppt/notesMasters/notesMaster1.xml" Id="R37398b001b554a77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7dfe228457a74032" /><Relationship Type="http://schemas.openxmlformats.org/officeDocument/2006/relationships/notesMaster" Target="/ppt/notesMasters/notesMaster1.xml" Id="R903369c1feab4163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bc5a44580cec4572" /><Relationship Type="http://schemas.openxmlformats.org/officeDocument/2006/relationships/notesMaster" Target="/ppt/notesMasters/notesMaster1.xml" Id="R4a18225fee3c4d5c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ef667c9297ab4e71" /><Relationship Type="http://schemas.openxmlformats.org/officeDocument/2006/relationships/notesMaster" Target="/ppt/notesMasters/notesMaster1.xml" Id="R2b86460e05904844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3999021501bf4589" /><Relationship Type="http://schemas.openxmlformats.org/officeDocument/2006/relationships/notesMaster" Target="/ppt/notesMasters/notesMaster1.xml" Id="R81eec47e99914156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4fb3ffd74368499a" /><Relationship Type="http://schemas.openxmlformats.org/officeDocument/2006/relationships/notesMaster" Target="/ppt/notesMasters/notesMaster1.xml" Id="R9f8531c1014e467b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3ab10db8628047b3" /><Relationship Type="http://schemas.openxmlformats.org/officeDocument/2006/relationships/notesMaster" Target="/ppt/notesMasters/notesMaster1.xml" Id="Ree1bb6aa05d249eb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ec86cd287ed743c3" /><Relationship Type="http://schemas.openxmlformats.org/officeDocument/2006/relationships/notesMaster" Target="/ppt/notesMasters/notesMaster1.xml" Id="R04a7becbb6fd4809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43b8d7f613e94c2f" /><Relationship Type="http://schemas.openxmlformats.org/officeDocument/2006/relationships/notesMaster" Target="/ppt/notesMasters/notesMaster1.xml" Id="R19aafe4e07d343ea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58f190321df04766" /><Relationship Type="http://schemas.openxmlformats.org/officeDocument/2006/relationships/notesMaster" Target="/ppt/notesMasters/notesMaster1.xml" Id="Raafedd7261894e8c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ed2c65f6788a4081" /><Relationship Type="http://schemas.openxmlformats.org/officeDocument/2006/relationships/notesMaster" Target="/ppt/notesMasters/notesMaster1.xml" Id="R5fa6777f45634d5c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f7c95e37e51a46ee" /><Relationship Type="http://schemas.openxmlformats.org/officeDocument/2006/relationships/notesMaster" Target="/ppt/notesMasters/notesMaster1.xml" Id="R9f8dc935f1874e2d" /></Relationships>
</file>

<file path=ppt/notesSlides/_rels/notesSlide59.xml.rels>&#65279;<?xml version="1.0" encoding="utf-8"?><Relationships xmlns="http://schemas.openxmlformats.org/package/2006/relationships"><Relationship Type="http://schemas.openxmlformats.org/officeDocument/2006/relationships/slide" Target="/ppt/slides/slide59.xml" Id="Rfe85ac2a66ee43f4" /><Relationship Type="http://schemas.openxmlformats.org/officeDocument/2006/relationships/notesMaster" Target="/ppt/notesMasters/notesMaster1.xml" Id="Rd5ac99e9f269451b" /></Relationships>
</file>

<file path=ppt/notesSlides/_rels/notesSlide60.xml.rels>&#65279;<?xml version="1.0" encoding="utf-8"?><Relationships xmlns="http://schemas.openxmlformats.org/package/2006/relationships"><Relationship Type="http://schemas.openxmlformats.org/officeDocument/2006/relationships/slide" Target="/ppt/slides/slide60.xml" Id="Rec46ae5d7bc04e81" /><Relationship Type="http://schemas.openxmlformats.org/officeDocument/2006/relationships/notesMaster" Target="/ppt/notesMasters/notesMaster1.xml" Id="R1fd02e7e6a9348df" /></Relationships>
</file>

<file path=ppt/notesSlides/_rels/notesSlide61.xml.rels>&#65279;<?xml version="1.0" encoding="utf-8"?><Relationships xmlns="http://schemas.openxmlformats.org/package/2006/relationships"><Relationship Type="http://schemas.openxmlformats.org/officeDocument/2006/relationships/slide" Target="/ppt/slides/slide61.xml" Id="R9a8d6449d1124a42" /><Relationship Type="http://schemas.openxmlformats.org/officeDocument/2006/relationships/notesMaster" Target="/ppt/notesMasters/notesMaster1.xml" Id="R51900f9b540d4245" /></Relationships>
</file>

<file path=ppt/notesSlides/_rels/notesSlide62.xml.rels>&#65279;<?xml version="1.0" encoding="utf-8"?><Relationships xmlns="http://schemas.openxmlformats.org/package/2006/relationships"><Relationship Type="http://schemas.openxmlformats.org/officeDocument/2006/relationships/slide" Target="/ppt/slides/slide62.xml" Id="R54a9a703d71a4d66" /><Relationship Type="http://schemas.openxmlformats.org/officeDocument/2006/relationships/notesMaster" Target="/ppt/notesMasters/notesMaster1.xml" Id="R794d402194244b1a" /></Relationships>
</file>

<file path=ppt/notesSlides/_rels/notesSlide63.xml.rels>&#65279;<?xml version="1.0" encoding="utf-8"?><Relationships xmlns="http://schemas.openxmlformats.org/package/2006/relationships"><Relationship Type="http://schemas.openxmlformats.org/officeDocument/2006/relationships/slide" Target="/ppt/slides/slide63.xml" Id="R6442474ab96348fb" /><Relationship Type="http://schemas.openxmlformats.org/officeDocument/2006/relationships/notesMaster" Target="/ppt/notesMasters/notesMaster1.xml" Id="Ra687b5ce977f485d" /></Relationships>
</file>

<file path=ppt/notesSlides/_rels/notesSlide64.xml.rels>&#65279;<?xml version="1.0" encoding="utf-8"?><Relationships xmlns="http://schemas.openxmlformats.org/package/2006/relationships"><Relationship Type="http://schemas.openxmlformats.org/officeDocument/2006/relationships/slide" Target="/ppt/slides/slide64.xml" Id="R99eea5828d8a491e" /><Relationship Type="http://schemas.openxmlformats.org/officeDocument/2006/relationships/notesMaster" Target="/ppt/notesMasters/notesMaster1.xml" Id="R14322f58826c4722" /></Relationships>
</file>

<file path=ppt/notesSlides/_rels/notesSlide65.xml.rels>&#65279;<?xml version="1.0" encoding="utf-8"?><Relationships xmlns="http://schemas.openxmlformats.org/package/2006/relationships"><Relationship Type="http://schemas.openxmlformats.org/officeDocument/2006/relationships/slide" Target="/ppt/slides/slide65.xml" Id="Rfbf7b029d2bd4359" /><Relationship Type="http://schemas.openxmlformats.org/officeDocument/2006/relationships/notesMaster" Target="/ppt/notesMasters/notesMaster1.xml" Id="R15f9f53b9b4741df" /></Relationships>
</file>

<file path=ppt/notesSlides/_rels/notesSlide66.xml.rels>&#65279;<?xml version="1.0" encoding="utf-8"?><Relationships xmlns="http://schemas.openxmlformats.org/package/2006/relationships"><Relationship Type="http://schemas.openxmlformats.org/officeDocument/2006/relationships/slide" Target="/ppt/slides/slide66.xml" Id="Rc95314d37b4e491a" /><Relationship Type="http://schemas.openxmlformats.org/officeDocument/2006/relationships/notesMaster" Target="/ppt/notesMasters/notesMaster1.xml" Id="R1e09e26486a44231" /></Relationships>
</file>

<file path=ppt/notesSlides/_rels/notesSlide67.xml.rels>&#65279;<?xml version="1.0" encoding="utf-8"?><Relationships xmlns="http://schemas.openxmlformats.org/package/2006/relationships"><Relationship Type="http://schemas.openxmlformats.org/officeDocument/2006/relationships/slide" Target="/ppt/slides/slide67.xml" Id="R2be8b895d96e4576" /><Relationship Type="http://schemas.openxmlformats.org/officeDocument/2006/relationships/notesMaster" Target="/ppt/notesMasters/notesMaster1.xml" Id="R369844db3fba42f2" /></Relationships>
</file>

<file path=ppt/notesSlides/_rels/notesSlide68.xml.rels>&#65279;<?xml version="1.0" encoding="utf-8"?><Relationships xmlns="http://schemas.openxmlformats.org/package/2006/relationships"><Relationship Type="http://schemas.openxmlformats.org/officeDocument/2006/relationships/slide" Target="/ppt/slides/slide68.xml" Id="R788d7564ce6e4091" /><Relationship Type="http://schemas.openxmlformats.org/officeDocument/2006/relationships/notesMaster" Target="/ppt/notesMasters/notesMaster1.xml" Id="R3bb5ffb045b543c7" /></Relationships>
</file>

<file path=ppt/notesSlides/_rels/notesSlide69.xml.rels>&#65279;<?xml version="1.0" encoding="utf-8"?><Relationships xmlns="http://schemas.openxmlformats.org/package/2006/relationships"><Relationship Type="http://schemas.openxmlformats.org/officeDocument/2006/relationships/slide" Target="/ppt/slides/slide69.xml" Id="Rc35fa15703334e90" /><Relationship Type="http://schemas.openxmlformats.org/officeDocument/2006/relationships/notesMaster" Target="/ppt/notesMasters/notesMaster1.xml" Id="Rf5e7cd38f352428d" /></Relationships>
</file>

<file path=ppt/notesSlides/_rels/notesSlide70.xml.rels>&#65279;<?xml version="1.0" encoding="utf-8"?><Relationships xmlns="http://schemas.openxmlformats.org/package/2006/relationships"><Relationship Type="http://schemas.openxmlformats.org/officeDocument/2006/relationships/slide" Target="/ppt/slides/slide70.xml" Id="Rfe624a2256d54b95" /><Relationship Type="http://schemas.openxmlformats.org/officeDocument/2006/relationships/notesMaster" Target="/ppt/notesMasters/notesMaster1.xml" Id="Rc5f6c50d3139432e" /></Relationships>
</file>

<file path=ppt/notesSlides/_rels/notesSlide71.xml.rels>&#65279;<?xml version="1.0" encoding="utf-8"?><Relationships xmlns="http://schemas.openxmlformats.org/package/2006/relationships"><Relationship Type="http://schemas.openxmlformats.org/officeDocument/2006/relationships/slide" Target="/ppt/slides/slide71.xml" Id="R8e9f0e203eee47d0" /><Relationship Type="http://schemas.openxmlformats.org/officeDocument/2006/relationships/notesMaster" Target="/ppt/notesMasters/notesMaster1.xml" Id="R8adc55af677445b5" /></Relationships>
</file>

<file path=ppt/notesSlides/_rels/notesSlide72.xml.rels>&#65279;<?xml version="1.0" encoding="utf-8"?><Relationships xmlns="http://schemas.openxmlformats.org/package/2006/relationships"><Relationship Type="http://schemas.openxmlformats.org/officeDocument/2006/relationships/slide" Target="/ppt/slides/slide72.xml" Id="Rff2d6ccb4cc74fe6" /><Relationship Type="http://schemas.openxmlformats.org/officeDocument/2006/relationships/notesMaster" Target="/ppt/notesMasters/notesMaster1.xml" Id="Rfe244b2a07d2485e" /></Relationships>
</file>

<file path=ppt/notesSlides/_rels/notesSlide73.xml.rels>&#65279;<?xml version="1.0" encoding="utf-8"?><Relationships xmlns="http://schemas.openxmlformats.org/package/2006/relationships"><Relationship Type="http://schemas.openxmlformats.org/officeDocument/2006/relationships/slide" Target="/ppt/slides/slide73.xml" Id="R6f2de62b7b554118" /><Relationship Type="http://schemas.openxmlformats.org/officeDocument/2006/relationships/notesMaster" Target="/ppt/notesMasters/notesMaster1.xml" Id="R86a1c990ae5c4a07" /></Relationships>
</file>

<file path=ppt/notesSlides/_rels/notesSlide74.xml.rels>&#65279;<?xml version="1.0" encoding="utf-8"?><Relationships xmlns="http://schemas.openxmlformats.org/package/2006/relationships"><Relationship Type="http://schemas.openxmlformats.org/officeDocument/2006/relationships/slide" Target="/ppt/slides/slide74.xml" Id="R91224f709e974c9b" /><Relationship Type="http://schemas.openxmlformats.org/officeDocument/2006/relationships/notesMaster" Target="/ppt/notesMasters/notesMaster1.xml" Id="R6bbde45ba8d04c3f" /></Relationships>
</file>

<file path=ppt/notesSlides/_rels/notesSlide75.xml.rels>&#65279;<?xml version="1.0" encoding="utf-8"?><Relationships xmlns="http://schemas.openxmlformats.org/package/2006/relationships"><Relationship Type="http://schemas.openxmlformats.org/officeDocument/2006/relationships/slide" Target="/ppt/slides/slide75.xml" Id="Rd946d2f9bd5540c5" /><Relationship Type="http://schemas.openxmlformats.org/officeDocument/2006/relationships/notesMaster" Target="/ppt/notesMasters/notesMaster1.xml" Id="Reabb0a365b6f44c6" /></Relationships>
</file>

<file path=ppt/notesSlides/_rels/notesSlide76.xml.rels>&#65279;<?xml version="1.0" encoding="utf-8"?><Relationships xmlns="http://schemas.openxmlformats.org/package/2006/relationships"><Relationship Type="http://schemas.openxmlformats.org/officeDocument/2006/relationships/slide" Target="/ppt/slides/slide76.xml" Id="Rf390076a600c426c" /><Relationship Type="http://schemas.openxmlformats.org/officeDocument/2006/relationships/notesMaster" Target="/ppt/notesMasters/notesMaster1.xml" Id="R1157bc0b3d334052" /></Relationships>
</file>

<file path=ppt/notesSlides/_rels/notesSlide77.xml.rels>&#65279;<?xml version="1.0" encoding="utf-8"?><Relationships xmlns="http://schemas.openxmlformats.org/package/2006/relationships"><Relationship Type="http://schemas.openxmlformats.org/officeDocument/2006/relationships/slide" Target="/ppt/slides/slide77.xml" Id="R3b58aa5ff66b476d" /><Relationship Type="http://schemas.openxmlformats.org/officeDocument/2006/relationships/notesMaster" Target="/ppt/notesMasters/notesMaster1.xml" Id="R98c049bdb2834e60" /></Relationships>
</file>

<file path=ppt/notesSlides/_rels/notesSlide78.xml.rels>&#65279;<?xml version="1.0" encoding="utf-8"?><Relationships xmlns="http://schemas.openxmlformats.org/package/2006/relationships"><Relationship Type="http://schemas.openxmlformats.org/officeDocument/2006/relationships/slide" Target="/ppt/slides/slide78.xml" Id="Rddab2d14330f4efd" /><Relationship Type="http://schemas.openxmlformats.org/officeDocument/2006/relationships/notesMaster" Target="/ppt/notesMasters/notesMaster1.xml" Id="Ra523b052e1a34a6f" /></Relationships>
</file>

<file path=ppt/notesSlides/_rels/notesSlide79.xml.rels>&#65279;<?xml version="1.0" encoding="utf-8"?><Relationships xmlns="http://schemas.openxmlformats.org/package/2006/relationships"><Relationship Type="http://schemas.openxmlformats.org/officeDocument/2006/relationships/slide" Target="/ppt/slides/slide79.xml" Id="Rcf7d6c751ca94f1b" /><Relationship Type="http://schemas.openxmlformats.org/officeDocument/2006/relationships/notesMaster" Target="/ppt/notesMasters/notesMaster1.xml" Id="R7d2ba35e1ef64908" /></Relationships>
</file>

<file path=ppt/notesSlides/_rels/notesSlide80.xml.rels>&#65279;<?xml version="1.0" encoding="utf-8"?><Relationships xmlns="http://schemas.openxmlformats.org/package/2006/relationships"><Relationship Type="http://schemas.openxmlformats.org/officeDocument/2006/relationships/slide" Target="/ppt/slides/slide80.xml" Id="R00ab9c1fa5584095" /><Relationship Type="http://schemas.openxmlformats.org/officeDocument/2006/relationships/notesMaster" Target="/ppt/notesMasters/notesMaster1.xml" Id="Rc5254dd42dc54fc4" /></Relationships>
</file>

<file path=ppt/notesSlides/_rels/notesSlide81.xml.rels>&#65279;<?xml version="1.0" encoding="utf-8"?><Relationships xmlns="http://schemas.openxmlformats.org/package/2006/relationships"><Relationship Type="http://schemas.openxmlformats.org/officeDocument/2006/relationships/slide" Target="/ppt/slides/slide81.xml" Id="R6a3632e5e8f84acd" /><Relationship Type="http://schemas.openxmlformats.org/officeDocument/2006/relationships/notesMaster" Target="/ppt/notesMasters/notesMaster1.xml" Id="R3dd760004d5e46b5" /></Relationships>
</file>

<file path=ppt/notesSlides/_rels/notesSlide82.xml.rels>&#65279;<?xml version="1.0" encoding="utf-8"?><Relationships xmlns="http://schemas.openxmlformats.org/package/2006/relationships"><Relationship Type="http://schemas.openxmlformats.org/officeDocument/2006/relationships/slide" Target="/ppt/slides/slide82.xml" Id="R2aefcc39ef7045db" /><Relationship Type="http://schemas.openxmlformats.org/officeDocument/2006/relationships/notesMaster" Target="/ppt/notesMasters/notesMaster1.xml" Id="R9d24afc550f84e1c" /></Relationships>
</file>

<file path=ppt/notesSlides/_rels/notesSlide83.xml.rels>&#65279;<?xml version="1.0" encoding="utf-8"?><Relationships xmlns="http://schemas.openxmlformats.org/package/2006/relationships"><Relationship Type="http://schemas.openxmlformats.org/officeDocument/2006/relationships/slide" Target="/ppt/slides/slide83.xml" Id="R93c5fd01bc1e474b" /><Relationship Type="http://schemas.openxmlformats.org/officeDocument/2006/relationships/notesMaster" Target="/ppt/notesMasters/notesMaster1.xml" Id="R39619cc5dd4b4e7e" /></Relationships>
</file>

<file path=ppt/notesSlides/_rels/notesSlide84.xml.rels>&#65279;<?xml version="1.0" encoding="utf-8"?><Relationships xmlns="http://schemas.openxmlformats.org/package/2006/relationships"><Relationship Type="http://schemas.openxmlformats.org/officeDocument/2006/relationships/slide" Target="/ppt/slides/slide84.xml" Id="R1e538d57aa8b4199" /><Relationship Type="http://schemas.openxmlformats.org/officeDocument/2006/relationships/notesMaster" Target="/ppt/notesMasters/notesMaster1.xml" Id="R2a18a27df3eb4c49" /></Relationships>
</file>

<file path=ppt/notesSlides/_rels/notesSlide85.xml.rels>&#65279;<?xml version="1.0" encoding="utf-8"?><Relationships xmlns="http://schemas.openxmlformats.org/package/2006/relationships"><Relationship Type="http://schemas.openxmlformats.org/officeDocument/2006/relationships/slide" Target="/ppt/slides/slide85.xml" Id="R132b19cbc6e34b7b" /><Relationship Type="http://schemas.openxmlformats.org/officeDocument/2006/relationships/notesMaster" Target="/ppt/notesMasters/notesMaster1.xml" Id="R04fb169cfd4d41b3" /></Relationships>
</file>

<file path=ppt/notesSlides/_rels/notesSlide86.xml.rels>&#65279;<?xml version="1.0" encoding="utf-8"?><Relationships xmlns="http://schemas.openxmlformats.org/package/2006/relationships"><Relationship Type="http://schemas.openxmlformats.org/officeDocument/2006/relationships/slide" Target="/ppt/slides/slide86.xml" Id="R77aacdffb46a4ac5" /><Relationship Type="http://schemas.openxmlformats.org/officeDocument/2006/relationships/notesMaster" Target="/ppt/notesMasters/notesMaster1.xml" Id="R2a082da611924298" /></Relationships>
</file>

<file path=ppt/notesSlides/_rels/notesSlide87.xml.rels>&#65279;<?xml version="1.0" encoding="utf-8"?><Relationships xmlns="http://schemas.openxmlformats.org/package/2006/relationships"><Relationship Type="http://schemas.openxmlformats.org/officeDocument/2006/relationships/slide" Target="/ppt/slides/slide87.xml" Id="R61b7934857d44be4" /><Relationship Type="http://schemas.openxmlformats.org/officeDocument/2006/relationships/notesMaster" Target="/ppt/notesMasters/notesMaster1.xml" Id="R226e087b4ffe480e" /></Relationships>
</file>

<file path=ppt/notesSlides/_rels/notesSlide88.xml.rels>&#65279;<?xml version="1.0" encoding="utf-8"?><Relationships xmlns="http://schemas.openxmlformats.org/package/2006/relationships"><Relationship Type="http://schemas.openxmlformats.org/officeDocument/2006/relationships/slide" Target="/ppt/slides/slide88.xml" Id="R2e55ab6cba8242ae" /><Relationship Type="http://schemas.openxmlformats.org/officeDocument/2006/relationships/notesMaster" Target="/ppt/notesMasters/notesMaster1.xml" Id="R31d521becedd4ee6" /></Relationships>
</file>

<file path=ppt/notesSlides/_rels/notesSlide89.xml.rels>&#65279;<?xml version="1.0" encoding="utf-8"?><Relationships xmlns="http://schemas.openxmlformats.org/package/2006/relationships"><Relationship Type="http://schemas.openxmlformats.org/officeDocument/2006/relationships/slide" Target="/ppt/slides/slide89.xml" Id="R98c358ff71a3486a" /><Relationship Type="http://schemas.openxmlformats.org/officeDocument/2006/relationships/notesMaster" Target="/ppt/notesMasters/notesMaster1.xml" Id="R5996011cbe2d4e19" /></Relationships>
</file>

<file path=ppt/notesSlides/_rels/notesSlide90.xml.rels>&#65279;<?xml version="1.0" encoding="utf-8"?><Relationships xmlns="http://schemas.openxmlformats.org/package/2006/relationships"><Relationship Type="http://schemas.openxmlformats.org/officeDocument/2006/relationships/slide" Target="/ppt/slides/slide90.xml" Id="R5c13d4deac42483d" /><Relationship Type="http://schemas.openxmlformats.org/officeDocument/2006/relationships/notesMaster" Target="/ppt/notesMasters/notesMaster1.xml" Id="Re221e872b57c4e3e" /></Relationships>
</file>

<file path=ppt/notesSlides/_rels/notesSlide91.xml.rels>&#65279;<?xml version="1.0" encoding="utf-8"?><Relationships xmlns="http://schemas.openxmlformats.org/package/2006/relationships"><Relationship Type="http://schemas.openxmlformats.org/officeDocument/2006/relationships/slide" Target="/ppt/slides/slide91.xml" Id="Rd12138ddfbc941fc" /><Relationship Type="http://schemas.openxmlformats.org/officeDocument/2006/relationships/notesMaster" Target="/ppt/notesMasters/notesMaster1.xml" Id="Rf21da247dd0d4f2f" /></Relationships>
</file>

<file path=ppt/notesSlides/_rels/notesSlide92.xml.rels>&#65279;<?xml version="1.0" encoding="utf-8"?><Relationships xmlns="http://schemas.openxmlformats.org/package/2006/relationships"><Relationship Type="http://schemas.openxmlformats.org/officeDocument/2006/relationships/slide" Target="/ppt/slides/slide92.xml" Id="R18df4a4cf3544b0b" /><Relationship Type="http://schemas.openxmlformats.org/officeDocument/2006/relationships/notesMaster" Target="/ppt/notesMasters/notesMaster1.xml" Id="R750bbf1b76be4050" /></Relationships>
</file>

<file path=ppt/notesSlides/_rels/notesSlide93.xml.rels>&#65279;<?xml version="1.0" encoding="utf-8"?><Relationships xmlns="http://schemas.openxmlformats.org/package/2006/relationships"><Relationship Type="http://schemas.openxmlformats.org/officeDocument/2006/relationships/slide" Target="/ppt/slides/slide93.xml" Id="R2ae5f2f948ef448a" /><Relationship Type="http://schemas.openxmlformats.org/officeDocument/2006/relationships/notesMaster" Target="/ppt/notesMasters/notesMaster1.xml" Id="R13cba3bfdadd4ca6" /></Relationships>
</file>

<file path=ppt/notesSlides/_rels/notesSlide94.xml.rels>&#65279;<?xml version="1.0" encoding="utf-8"?><Relationships xmlns="http://schemas.openxmlformats.org/package/2006/relationships"><Relationship Type="http://schemas.openxmlformats.org/officeDocument/2006/relationships/slide" Target="/ppt/slides/slide94.xml" Id="R8489a2627fcc4b80" /><Relationship Type="http://schemas.openxmlformats.org/officeDocument/2006/relationships/notesMaster" Target="/ppt/notesMasters/notesMaster1.xml" Id="Re2b44f97a1db447d" /></Relationships>
</file>

<file path=ppt/notesSlides/_rels/notesSlide95.xml.rels>&#65279;<?xml version="1.0" encoding="utf-8"?><Relationships xmlns="http://schemas.openxmlformats.org/package/2006/relationships"><Relationship Type="http://schemas.openxmlformats.org/officeDocument/2006/relationships/slide" Target="/ppt/slides/slide95.xml" Id="R55e01479fd474b1e" /><Relationship Type="http://schemas.openxmlformats.org/officeDocument/2006/relationships/notesMaster" Target="/ppt/notesMasters/notesMaster1.xml" Id="Rfb198b9351114551" /></Relationships>
</file>

<file path=ppt/notesSlides/_rels/notesSlide96.xml.rels>&#65279;<?xml version="1.0" encoding="utf-8"?><Relationships xmlns="http://schemas.openxmlformats.org/package/2006/relationships"><Relationship Type="http://schemas.openxmlformats.org/officeDocument/2006/relationships/slide" Target="/ppt/slides/slide96.xml" Id="R7d18edfe9f3941ea" /><Relationship Type="http://schemas.openxmlformats.org/officeDocument/2006/relationships/notesMaster" Target="/ppt/notesMasters/notesMaster1.xml" Id="Rddee6ffd13324c44" /></Relationships>
</file>

<file path=ppt/notesSlides/_rels/notesSlide97.xml.rels>&#65279;<?xml version="1.0" encoding="utf-8"?><Relationships xmlns="http://schemas.openxmlformats.org/package/2006/relationships"><Relationship Type="http://schemas.openxmlformats.org/officeDocument/2006/relationships/slide" Target="/ppt/slides/slide97.xml" Id="Rf049d2da695f4f3b" /><Relationship Type="http://schemas.openxmlformats.org/officeDocument/2006/relationships/notesMaster" Target="/ppt/notesMasters/notesMaster1.xml" Id="R7a888ef072104975" /></Relationships>
</file>

<file path=ppt/notesSlides/_rels/notesSlide98.xml.rels>&#65279;<?xml version="1.0" encoding="utf-8"?><Relationships xmlns="http://schemas.openxmlformats.org/package/2006/relationships"><Relationship Type="http://schemas.openxmlformats.org/officeDocument/2006/relationships/slide" Target="/ppt/slides/slide98.xml" Id="R2fbc2f9f88ad4915" /><Relationship Type="http://schemas.openxmlformats.org/officeDocument/2006/relationships/notesMaster" Target="/ppt/notesMasters/notesMaster1.xml" Id="R4e1fa0d9eca34be2" /></Relationships>
</file>

<file path=ppt/notesSlides/_rels/notesSlide99.xml.rels>&#65279;<?xml version="1.0" encoding="utf-8"?><Relationships xmlns="http://schemas.openxmlformats.org/package/2006/relationships"><Relationship Type="http://schemas.openxmlformats.org/officeDocument/2006/relationships/slide" Target="/ppt/slides/slide99.xml" Id="Rd88bf74822314bf9" /><Relationship Type="http://schemas.openxmlformats.org/officeDocument/2006/relationships/notesMaster" Target="/ppt/notesMasters/notesMaster1.xml" Id="R8240a3f0436e4b16" /></Relationships>
</file>

<file path=ppt/notesSlides/_rels/notesSlide100.xml.rels>&#65279;<?xml version="1.0" encoding="utf-8"?><Relationships xmlns="http://schemas.openxmlformats.org/package/2006/relationships"><Relationship Type="http://schemas.openxmlformats.org/officeDocument/2006/relationships/slide" Target="/ppt/slides/slide100.xml" Id="Racdef37b28014491" /><Relationship Type="http://schemas.openxmlformats.org/officeDocument/2006/relationships/notesMaster" Target="/ppt/notesMasters/notesMaster1.xml" Id="R1f986aa902424717" /></Relationships>
</file>

<file path=ppt/notesSlides/_rels/notesSlide101.xml.rels>&#65279;<?xml version="1.0" encoding="utf-8"?><Relationships xmlns="http://schemas.openxmlformats.org/package/2006/relationships"><Relationship Type="http://schemas.openxmlformats.org/officeDocument/2006/relationships/slide" Target="/ppt/slides/slide101.xml" Id="R8876792838154545" /><Relationship Type="http://schemas.openxmlformats.org/officeDocument/2006/relationships/notesMaster" Target="/ppt/notesMasters/notesMaster1.xml" Id="R5cd8f2695dc54ba6" /></Relationships>
</file>

<file path=ppt/notesSlides/_rels/notesSlide102.xml.rels>&#65279;<?xml version="1.0" encoding="utf-8"?><Relationships xmlns="http://schemas.openxmlformats.org/package/2006/relationships"><Relationship Type="http://schemas.openxmlformats.org/officeDocument/2006/relationships/slide" Target="/ppt/slides/slide102.xml" Id="Ra759d6995fac4ee3" /><Relationship Type="http://schemas.openxmlformats.org/officeDocument/2006/relationships/notesMaster" Target="/ppt/notesMasters/notesMaster1.xml" Id="R0447dffe2e4942d1" /></Relationships>
</file>

<file path=ppt/notesSlides/_rels/notesSlide103.xml.rels>&#65279;<?xml version="1.0" encoding="utf-8"?><Relationships xmlns="http://schemas.openxmlformats.org/package/2006/relationships"><Relationship Type="http://schemas.openxmlformats.org/officeDocument/2006/relationships/slide" Target="/ppt/slides/slide103.xml" Id="R95eda1f3b43949d2" /><Relationship Type="http://schemas.openxmlformats.org/officeDocument/2006/relationships/notesMaster" Target="/ppt/notesMasters/notesMaster1.xml" Id="Rfdfc17d0b45b4021" /></Relationships>
</file>

<file path=ppt/notesSlides/_rels/notesSlide104.xml.rels>&#65279;<?xml version="1.0" encoding="utf-8"?><Relationships xmlns="http://schemas.openxmlformats.org/package/2006/relationships"><Relationship Type="http://schemas.openxmlformats.org/officeDocument/2006/relationships/slide" Target="/ppt/slides/slide104.xml" Id="R46d65cd817064eba" /><Relationship Type="http://schemas.openxmlformats.org/officeDocument/2006/relationships/notesMaster" Target="/ppt/notesMasters/notesMaster1.xml" Id="R4c6072557492435d" /></Relationships>
</file>

<file path=ppt/notesSlides/_rels/notesSlide105.xml.rels>&#65279;<?xml version="1.0" encoding="utf-8"?><Relationships xmlns="http://schemas.openxmlformats.org/package/2006/relationships"><Relationship Type="http://schemas.openxmlformats.org/officeDocument/2006/relationships/slide" Target="/ppt/slides/slide105.xml" Id="R7d3d704737714004" /><Relationship Type="http://schemas.openxmlformats.org/officeDocument/2006/relationships/notesMaster" Target="/ppt/notesMasters/notesMaster1.xml" Id="Reff1304c6df04fa0" /></Relationships>
</file>

<file path=ppt/notesSlides/_rels/notesSlide106.xml.rels>&#65279;<?xml version="1.0" encoding="utf-8"?><Relationships xmlns="http://schemas.openxmlformats.org/package/2006/relationships"><Relationship Type="http://schemas.openxmlformats.org/officeDocument/2006/relationships/slide" Target="/ppt/slides/slide106.xml" Id="R40c23dce29ae4ed9" /><Relationship Type="http://schemas.openxmlformats.org/officeDocument/2006/relationships/notesMaster" Target="/ppt/notesMasters/notesMaster1.xml" Id="Rb1a5c897bd584a32" /></Relationships>
</file>

<file path=ppt/notesSlides/_rels/notesSlide107.xml.rels>&#65279;<?xml version="1.0" encoding="utf-8"?><Relationships xmlns="http://schemas.openxmlformats.org/package/2006/relationships"><Relationship Type="http://schemas.openxmlformats.org/officeDocument/2006/relationships/slide" Target="/ppt/slides/slide107.xml" Id="Rfb5bd20ee50e4cc2" /><Relationship Type="http://schemas.openxmlformats.org/officeDocument/2006/relationships/notesMaster" Target="/ppt/notesMasters/notesMaster1.xml" Id="R8c15e84e173749c2" /></Relationships>
</file>

<file path=ppt/notesSlides/_rels/notesSlide108.xml.rels>&#65279;<?xml version="1.0" encoding="utf-8"?><Relationships xmlns="http://schemas.openxmlformats.org/package/2006/relationships"><Relationship Type="http://schemas.openxmlformats.org/officeDocument/2006/relationships/slide" Target="/ppt/slides/slide108.xml" Id="R3f71aa7121504ad0" /><Relationship Type="http://schemas.openxmlformats.org/officeDocument/2006/relationships/notesMaster" Target="/ppt/notesMasters/notesMaster1.xml" Id="R358ba2e98e564d78" /></Relationships>
</file>

<file path=ppt/notesSlides/_rels/notesSlide109.xml.rels>&#65279;<?xml version="1.0" encoding="utf-8"?><Relationships xmlns="http://schemas.openxmlformats.org/package/2006/relationships"><Relationship Type="http://schemas.openxmlformats.org/officeDocument/2006/relationships/slide" Target="/ppt/slides/slide109.xml" Id="Rad6d8e85c069457a" /><Relationship Type="http://schemas.openxmlformats.org/officeDocument/2006/relationships/notesMaster" Target="/ppt/notesMasters/notesMaster1.xml" Id="Rbe1f737d178643eb" /></Relationships>
</file>

<file path=ppt/notesSlides/_rels/notesSlide110.xml.rels>&#65279;<?xml version="1.0" encoding="utf-8"?><Relationships xmlns="http://schemas.openxmlformats.org/package/2006/relationships"><Relationship Type="http://schemas.openxmlformats.org/officeDocument/2006/relationships/slide" Target="/ppt/slides/slide110.xml" Id="R8d723b17b0a94b50" /><Relationship Type="http://schemas.openxmlformats.org/officeDocument/2006/relationships/notesMaster" Target="/ppt/notesMasters/notesMaster1.xml" Id="R9e08740b561f4e70" /></Relationships>
</file>

<file path=ppt/notesSlides/_rels/notesSlide111.xml.rels>&#65279;<?xml version="1.0" encoding="utf-8"?><Relationships xmlns="http://schemas.openxmlformats.org/package/2006/relationships"><Relationship Type="http://schemas.openxmlformats.org/officeDocument/2006/relationships/slide" Target="/ppt/slides/slide111.xml" Id="R42092d42c83a44a9" /><Relationship Type="http://schemas.openxmlformats.org/officeDocument/2006/relationships/notesMaster" Target="/ppt/notesMasters/notesMaster1.xml" Id="Rabd317a9ad37453f" /></Relationships>
</file>

<file path=ppt/notesSlides/_rels/notesSlide112.xml.rels>&#65279;<?xml version="1.0" encoding="utf-8"?><Relationships xmlns="http://schemas.openxmlformats.org/package/2006/relationships"><Relationship Type="http://schemas.openxmlformats.org/officeDocument/2006/relationships/slide" Target="/ppt/slides/slide112.xml" Id="Rd22e1d3eac3b4842" /><Relationship Type="http://schemas.openxmlformats.org/officeDocument/2006/relationships/notesMaster" Target="/ppt/notesMasters/notesMaster1.xml" Id="R81b0247ce8bc4d73" /></Relationships>
</file>

<file path=ppt/notesSlides/_rels/notesSlide113.xml.rels>&#65279;<?xml version="1.0" encoding="utf-8"?><Relationships xmlns="http://schemas.openxmlformats.org/package/2006/relationships"><Relationship Type="http://schemas.openxmlformats.org/officeDocument/2006/relationships/slide" Target="/ppt/slides/slide113.xml" Id="Ra4ef0663a4d84a05" /><Relationship Type="http://schemas.openxmlformats.org/officeDocument/2006/relationships/notesMaster" Target="/ppt/notesMasters/notesMaster1.xml" Id="Rfb65b9e70d7541c5" /></Relationships>
</file>

<file path=ppt/notesSlides/_rels/notesSlide114.xml.rels>&#65279;<?xml version="1.0" encoding="utf-8"?><Relationships xmlns="http://schemas.openxmlformats.org/package/2006/relationships"><Relationship Type="http://schemas.openxmlformats.org/officeDocument/2006/relationships/slide" Target="/ppt/slides/slide114.xml" Id="R141061b2e1164bc5" /><Relationship Type="http://schemas.openxmlformats.org/officeDocument/2006/relationships/notesMaster" Target="/ppt/notesMasters/notesMaster1.xml" Id="Ra32cc2d84cba41e7" /></Relationships>
</file>

<file path=ppt/notesSlides/_rels/notesSlide115.xml.rels>&#65279;<?xml version="1.0" encoding="utf-8"?><Relationships xmlns="http://schemas.openxmlformats.org/package/2006/relationships"><Relationship Type="http://schemas.openxmlformats.org/officeDocument/2006/relationships/slide" Target="/ppt/slides/slide115.xml" Id="R2d30a27be91e46ab" /><Relationship Type="http://schemas.openxmlformats.org/officeDocument/2006/relationships/notesMaster" Target="/ppt/notesMasters/notesMaster1.xml" Id="Rbd0f4259fb0445c2" /></Relationships>
</file>

<file path=ppt/notesSlides/_rels/notesSlide116.xml.rels>&#65279;<?xml version="1.0" encoding="utf-8"?><Relationships xmlns="http://schemas.openxmlformats.org/package/2006/relationships"><Relationship Type="http://schemas.openxmlformats.org/officeDocument/2006/relationships/slide" Target="/ppt/slides/slide116.xml" Id="R886c67fe864b492f" /><Relationship Type="http://schemas.openxmlformats.org/officeDocument/2006/relationships/notesMaster" Target="/ppt/notesMasters/notesMaster1.xml" Id="R3e76d56201de42db" /></Relationships>
</file>

<file path=ppt/notesSlides/_rels/notesSlide117.xml.rels>&#65279;<?xml version="1.0" encoding="utf-8"?><Relationships xmlns="http://schemas.openxmlformats.org/package/2006/relationships"><Relationship Type="http://schemas.openxmlformats.org/officeDocument/2006/relationships/slide" Target="/ppt/slides/slide117.xml" Id="R8a4c8cedbcb3470c" /><Relationship Type="http://schemas.openxmlformats.org/officeDocument/2006/relationships/notesMaster" Target="/ppt/notesMasters/notesMaster1.xml" Id="Ra0f2286a04554372" /></Relationships>
</file>

<file path=ppt/notesSlides/_rels/notesSlide118.xml.rels>&#65279;<?xml version="1.0" encoding="utf-8"?><Relationships xmlns="http://schemas.openxmlformats.org/package/2006/relationships"><Relationship Type="http://schemas.openxmlformats.org/officeDocument/2006/relationships/slide" Target="/ppt/slides/slide118.xml" Id="R9eeb421119324475" /><Relationship Type="http://schemas.openxmlformats.org/officeDocument/2006/relationships/notesMaster" Target="/ppt/notesMasters/notesMaster1.xml" Id="R2e7e04edc15340c4" /></Relationships>
</file>

<file path=ppt/notesSlides/_rels/notesSlide119.xml.rels>&#65279;<?xml version="1.0" encoding="utf-8"?><Relationships xmlns="http://schemas.openxmlformats.org/package/2006/relationships"><Relationship Type="http://schemas.openxmlformats.org/officeDocument/2006/relationships/slide" Target="/ppt/slides/slide119.xml" Id="R83bf93a15268491c" /><Relationship Type="http://schemas.openxmlformats.org/officeDocument/2006/relationships/notesMaster" Target="/ppt/notesMasters/notesMaster1.xml" Id="R331a4bbd9a484b4d" /></Relationships>
</file>

<file path=ppt/notesSlides/_rels/notesSlide120.xml.rels>&#65279;<?xml version="1.0" encoding="utf-8"?><Relationships xmlns="http://schemas.openxmlformats.org/package/2006/relationships"><Relationship Type="http://schemas.openxmlformats.org/officeDocument/2006/relationships/slide" Target="/ppt/slides/slide120.xml" Id="R7781d5917b9041b5" /><Relationship Type="http://schemas.openxmlformats.org/officeDocument/2006/relationships/notesMaster" Target="/ppt/notesMasters/notesMaster1.xml" Id="R67b0f02c0f2441f5" /></Relationships>
</file>

<file path=ppt/notesSlides/_rels/notesSlide121.xml.rels>&#65279;<?xml version="1.0" encoding="utf-8"?><Relationships xmlns="http://schemas.openxmlformats.org/package/2006/relationships"><Relationship Type="http://schemas.openxmlformats.org/officeDocument/2006/relationships/slide" Target="/ppt/slides/slide121.xml" Id="Rb9b57c3fec9449fa" /><Relationship Type="http://schemas.openxmlformats.org/officeDocument/2006/relationships/notesMaster" Target="/ppt/notesMasters/notesMaster1.xml" Id="R69991e867aaf4785" /></Relationships>
</file>

<file path=ppt/notesSlides/_rels/notesSlide122.xml.rels>&#65279;<?xml version="1.0" encoding="utf-8"?><Relationships xmlns="http://schemas.openxmlformats.org/package/2006/relationships"><Relationship Type="http://schemas.openxmlformats.org/officeDocument/2006/relationships/slide" Target="/ppt/slides/slide122.xml" Id="R930861a2fb8c4b31" /><Relationship Type="http://schemas.openxmlformats.org/officeDocument/2006/relationships/notesMaster" Target="/ppt/notesMasters/notesMaster1.xml" Id="R9ebcbca5c55b4350" /></Relationships>
</file>

<file path=ppt/notesSlides/_rels/notesSlide123.xml.rels>&#65279;<?xml version="1.0" encoding="utf-8"?><Relationships xmlns="http://schemas.openxmlformats.org/package/2006/relationships"><Relationship Type="http://schemas.openxmlformats.org/officeDocument/2006/relationships/slide" Target="/ppt/slides/slide123.xml" Id="R56985a8c49f94cdc" /><Relationship Type="http://schemas.openxmlformats.org/officeDocument/2006/relationships/notesMaster" Target="/ppt/notesMasters/notesMaster1.xml" Id="Rd166bca2b40e4cf8" /></Relationships>
</file>

<file path=ppt/notesSlides/_rels/notesSlide124.xml.rels>&#65279;<?xml version="1.0" encoding="utf-8"?><Relationships xmlns="http://schemas.openxmlformats.org/package/2006/relationships"><Relationship Type="http://schemas.openxmlformats.org/officeDocument/2006/relationships/slide" Target="/ppt/slides/slide124.xml" Id="Rbfeb0bfcc28640ab" /><Relationship Type="http://schemas.openxmlformats.org/officeDocument/2006/relationships/notesMaster" Target="/ppt/notesMasters/notesMaster1.xml" Id="R62087f936dbf45c3" /></Relationships>
</file>

<file path=ppt/notesSlides/_rels/notesSlide125.xml.rels>&#65279;<?xml version="1.0" encoding="utf-8"?><Relationships xmlns="http://schemas.openxmlformats.org/package/2006/relationships"><Relationship Type="http://schemas.openxmlformats.org/officeDocument/2006/relationships/slide" Target="/ppt/slides/slide125.xml" Id="R67a87c4924b74d49" /><Relationship Type="http://schemas.openxmlformats.org/officeDocument/2006/relationships/notesMaster" Target="/ppt/notesMasters/notesMaster1.xml" Id="R810dc41aaded4455" /></Relationships>
</file>

<file path=ppt/notesSlides/_rels/notesSlide126.xml.rels>&#65279;<?xml version="1.0" encoding="utf-8"?><Relationships xmlns="http://schemas.openxmlformats.org/package/2006/relationships"><Relationship Type="http://schemas.openxmlformats.org/officeDocument/2006/relationships/slide" Target="/ppt/slides/slide126.xml" Id="Rad34f303c9c04586" /><Relationship Type="http://schemas.openxmlformats.org/officeDocument/2006/relationships/notesMaster" Target="/ppt/notesMasters/notesMaster1.xml" Id="Rb2ff1a64a16e4ccf" /></Relationships>
</file>

<file path=ppt/notesSlides/_rels/notesSlide127.xml.rels>&#65279;<?xml version="1.0" encoding="utf-8"?><Relationships xmlns="http://schemas.openxmlformats.org/package/2006/relationships"><Relationship Type="http://schemas.openxmlformats.org/officeDocument/2006/relationships/slide" Target="/ppt/slides/slide127.xml" Id="R688e0cbdb6e44727" /><Relationship Type="http://schemas.openxmlformats.org/officeDocument/2006/relationships/notesMaster" Target="/ppt/notesMasters/notesMaster1.xml" Id="Rabc05e3a0af24c93" /></Relationships>
</file>

<file path=ppt/notesSlides/_rels/notesSlide128.xml.rels>&#65279;<?xml version="1.0" encoding="utf-8"?><Relationships xmlns="http://schemas.openxmlformats.org/package/2006/relationships"><Relationship Type="http://schemas.openxmlformats.org/officeDocument/2006/relationships/slide" Target="/ppt/slides/slide128.xml" Id="R5a915833963744ad" /><Relationship Type="http://schemas.openxmlformats.org/officeDocument/2006/relationships/notesMaster" Target="/ppt/notesMasters/notesMaster1.xml" Id="R1bcf28a009804410" /></Relationships>
</file>

<file path=ppt/notesSlides/_rels/notesSlide129.xml.rels>&#65279;<?xml version="1.0" encoding="utf-8"?><Relationships xmlns="http://schemas.openxmlformats.org/package/2006/relationships"><Relationship Type="http://schemas.openxmlformats.org/officeDocument/2006/relationships/slide" Target="/ppt/slides/slide129.xml" Id="Ra9ac4c87c62e4493" /><Relationship Type="http://schemas.openxmlformats.org/officeDocument/2006/relationships/notesMaster" Target="/ppt/notesMasters/notesMaster1.xml" Id="Rd9166a30e4564573" /></Relationships>
</file>

<file path=ppt/notesSlides/_rels/notesSlide130.xml.rels>&#65279;<?xml version="1.0" encoding="utf-8"?><Relationships xmlns="http://schemas.openxmlformats.org/package/2006/relationships"><Relationship Type="http://schemas.openxmlformats.org/officeDocument/2006/relationships/slide" Target="/ppt/slides/slide130.xml" Id="R3b11f144c5384ea1" /><Relationship Type="http://schemas.openxmlformats.org/officeDocument/2006/relationships/notesMaster" Target="/ppt/notesMasters/notesMaster1.xml" Id="Rf46bd2d43f924afa" /></Relationships>
</file>

<file path=ppt/notesSlides/_rels/notesSlide131.xml.rels>&#65279;<?xml version="1.0" encoding="utf-8"?><Relationships xmlns="http://schemas.openxmlformats.org/package/2006/relationships"><Relationship Type="http://schemas.openxmlformats.org/officeDocument/2006/relationships/slide" Target="/ppt/slides/slide131.xml" Id="R0b7ad6844e374849" /><Relationship Type="http://schemas.openxmlformats.org/officeDocument/2006/relationships/notesMaster" Target="/ppt/notesMasters/notesMaster1.xml" Id="R6bf391008d5242d7" /></Relationships>
</file>

<file path=ppt/notesSlides/_rels/notesSlide132.xml.rels>&#65279;<?xml version="1.0" encoding="utf-8"?><Relationships xmlns="http://schemas.openxmlformats.org/package/2006/relationships"><Relationship Type="http://schemas.openxmlformats.org/officeDocument/2006/relationships/slide" Target="/ppt/slides/slide132.xml" Id="R8b971d1b15d442ec" /><Relationship Type="http://schemas.openxmlformats.org/officeDocument/2006/relationships/notesMaster" Target="/ppt/notesMasters/notesMaster1.xml" Id="R513e58205c5f48d8" /></Relationships>
</file>

<file path=ppt/notesSlides/_rels/notesSlide133.xml.rels>&#65279;<?xml version="1.0" encoding="utf-8"?><Relationships xmlns="http://schemas.openxmlformats.org/package/2006/relationships"><Relationship Type="http://schemas.openxmlformats.org/officeDocument/2006/relationships/slide" Target="/ppt/slides/slide133.xml" Id="R716a98be3dff41c8" /><Relationship Type="http://schemas.openxmlformats.org/officeDocument/2006/relationships/notesMaster" Target="/ppt/notesMasters/notesMaster1.xml" Id="Rfef25066c5d24d90" /></Relationships>
</file>

<file path=ppt/notesSlides/_rels/notesSlide134.xml.rels>&#65279;<?xml version="1.0" encoding="utf-8"?><Relationships xmlns="http://schemas.openxmlformats.org/package/2006/relationships"><Relationship Type="http://schemas.openxmlformats.org/officeDocument/2006/relationships/slide" Target="/ppt/slides/slide134.xml" Id="R270d74a27e26446e" /><Relationship Type="http://schemas.openxmlformats.org/officeDocument/2006/relationships/notesMaster" Target="/ppt/notesMasters/notesMaster1.xml" Id="R2e4eea4d8db54c8b" /></Relationships>
</file>

<file path=ppt/notesSlides/_rels/notesSlide135.xml.rels>&#65279;<?xml version="1.0" encoding="utf-8"?><Relationships xmlns="http://schemas.openxmlformats.org/package/2006/relationships"><Relationship Type="http://schemas.openxmlformats.org/officeDocument/2006/relationships/slide" Target="/ppt/slides/slide135.xml" Id="R1c3493fd4ad14670" /><Relationship Type="http://schemas.openxmlformats.org/officeDocument/2006/relationships/notesMaster" Target="/ppt/notesMasters/notesMaster1.xml" Id="R7a8fbce7883d4e95" /></Relationships>
</file>

<file path=ppt/notesSlides/_rels/notesSlide136.xml.rels>&#65279;<?xml version="1.0" encoding="utf-8"?><Relationships xmlns="http://schemas.openxmlformats.org/package/2006/relationships"><Relationship Type="http://schemas.openxmlformats.org/officeDocument/2006/relationships/slide" Target="/ppt/slides/slide136.xml" Id="R8f7cb1a4f6a84f26" /><Relationship Type="http://schemas.openxmlformats.org/officeDocument/2006/relationships/notesMaster" Target="/ppt/notesMasters/notesMaster1.xml" Id="R8cdfddb7cd7d4e7f" /></Relationships>
</file>

<file path=ppt/notesSlides/_rels/notesSlide137.xml.rels>&#65279;<?xml version="1.0" encoding="utf-8"?><Relationships xmlns="http://schemas.openxmlformats.org/package/2006/relationships"><Relationship Type="http://schemas.openxmlformats.org/officeDocument/2006/relationships/slide" Target="/ppt/slides/slide137.xml" Id="R6ed8537bec1f4cd2" /><Relationship Type="http://schemas.openxmlformats.org/officeDocument/2006/relationships/notesMaster" Target="/ppt/notesMasters/notesMaster1.xml" Id="Rbae5ec0526f14f21" /></Relationships>
</file>

<file path=ppt/notesSlides/_rels/notesSlide138.xml.rels>&#65279;<?xml version="1.0" encoding="utf-8"?><Relationships xmlns="http://schemas.openxmlformats.org/package/2006/relationships"><Relationship Type="http://schemas.openxmlformats.org/officeDocument/2006/relationships/slide" Target="/ppt/slides/slide138.xml" Id="Rdc5190cd69184545" /><Relationship Type="http://schemas.openxmlformats.org/officeDocument/2006/relationships/notesMaster" Target="/ppt/notesMasters/notesMaster1.xml" Id="R36b15eec5f1d4066" /></Relationships>
</file>

<file path=ppt/notesSlides/_rels/notesSlide139.xml.rels>&#65279;<?xml version="1.0" encoding="utf-8"?><Relationships xmlns="http://schemas.openxmlformats.org/package/2006/relationships"><Relationship Type="http://schemas.openxmlformats.org/officeDocument/2006/relationships/slide" Target="/ppt/slides/slide139.xml" Id="R8b395a7257dd4b61" /><Relationship Type="http://schemas.openxmlformats.org/officeDocument/2006/relationships/notesMaster" Target="/ppt/notesMasters/notesMaster1.xml" Id="R7f8dd4ee9e814c4e" /></Relationships>
</file>

<file path=ppt/notesSlides/_rels/notesSlide140.xml.rels>&#65279;<?xml version="1.0" encoding="utf-8"?><Relationships xmlns="http://schemas.openxmlformats.org/package/2006/relationships"><Relationship Type="http://schemas.openxmlformats.org/officeDocument/2006/relationships/slide" Target="/ppt/slides/slide140.xml" Id="R704a0cfaa1694016" /><Relationship Type="http://schemas.openxmlformats.org/officeDocument/2006/relationships/notesMaster" Target="/ppt/notesMasters/notesMaster1.xml" Id="R261e38cbcf5b4162" /></Relationships>
</file>

<file path=ppt/notesSlides/_rels/notesSlide141.xml.rels>&#65279;<?xml version="1.0" encoding="utf-8"?><Relationships xmlns="http://schemas.openxmlformats.org/package/2006/relationships"><Relationship Type="http://schemas.openxmlformats.org/officeDocument/2006/relationships/slide" Target="/ppt/slides/slide141.xml" Id="R6b1a64f2ee324977" /><Relationship Type="http://schemas.openxmlformats.org/officeDocument/2006/relationships/notesMaster" Target="/ppt/notesMasters/notesMaster1.xml" Id="Rbe28ae55b2a94915" /></Relationships>
</file>

<file path=ppt/notesSlides/_rels/notesSlide142.xml.rels>&#65279;<?xml version="1.0" encoding="utf-8"?><Relationships xmlns="http://schemas.openxmlformats.org/package/2006/relationships"><Relationship Type="http://schemas.openxmlformats.org/officeDocument/2006/relationships/slide" Target="/ppt/slides/slide142.xml" Id="R4438ebc94de44a7e" /><Relationship Type="http://schemas.openxmlformats.org/officeDocument/2006/relationships/notesMaster" Target="/ppt/notesMasters/notesMaster1.xml" Id="Rf182a94e52cb4102" /></Relationships>
</file>

<file path=ppt/notesSlides/_rels/notesSlide143.xml.rels>&#65279;<?xml version="1.0" encoding="utf-8"?><Relationships xmlns="http://schemas.openxmlformats.org/package/2006/relationships"><Relationship Type="http://schemas.openxmlformats.org/officeDocument/2006/relationships/slide" Target="/ppt/slides/slide143.xml" Id="R1ee9e27ca44f4ab9" /><Relationship Type="http://schemas.openxmlformats.org/officeDocument/2006/relationships/notesMaster" Target="/ppt/notesMasters/notesMaster1.xml" Id="R0e018d501646403d" /></Relationships>
</file>

<file path=ppt/notesSlides/_rels/notesSlide144.xml.rels>&#65279;<?xml version="1.0" encoding="utf-8"?><Relationships xmlns="http://schemas.openxmlformats.org/package/2006/relationships"><Relationship Type="http://schemas.openxmlformats.org/officeDocument/2006/relationships/slide" Target="/ppt/slides/slide144.xml" Id="Rf4baec41428f41c0" /><Relationship Type="http://schemas.openxmlformats.org/officeDocument/2006/relationships/notesMaster" Target="/ppt/notesMasters/notesMaster1.xml" Id="R7ab411ee13e9470b" /></Relationships>
</file>

<file path=ppt/notesSlides/_rels/notesSlide145.xml.rels>&#65279;<?xml version="1.0" encoding="utf-8"?><Relationships xmlns="http://schemas.openxmlformats.org/package/2006/relationships"><Relationship Type="http://schemas.openxmlformats.org/officeDocument/2006/relationships/slide" Target="/ppt/slides/slide145.xml" Id="Ra2b265f89cb4409b" /><Relationship Type="http://schemas.openxmlformats.org/officeDocument/2006/relationships/notesMaster" Target="/ppt/notesMasters/notesMaster1.xml" Id="R0c7afe4acbc34a9b" /></Relationships>
</file>

<file path=ppt/notesSlides/_rels/notesSlide146.xml.rels>&#65279;<?xml version="1.0" encoding="utf-8"?><Relationships xmlns="http://schemas.openxmlformats.org/package/2006/relationships"><Relationship Type="http://schemas.openxmlformats.org/officeDocument/2006/relationships/slide" Target="/ppt/slides/slide146.xml" Id="R5834fc5f2a854b23" /><Relationship Type="http://schemas.openxmlformats.org/officeDocument/2006/relationships/notesMaster" Target="/ppt/notesMasters/notesMaster1.xml" Id="R330bea6636f44e4c" /></Relationships>
</file>

<file path=ppt/notesSlides/_rels/notesSlide147.xml.rels>&#65279;<?xml version="1.0" encoding="utf-8"?><Relationships xmlns="http://schemas.openxmlformats.org/package/2006/relationships"><Relationship Type="http://schemas.openxmlformats.org/officeDocument/2006/relationships/slide" Target="/ppt/slides/slide147.xml" Id="Ra685a6bd2655468b" /><Relationship Type="http://schemas.openxmlformats.org/officeDocument/2006/relationships/notesMaster" Target="/ppt/notesMasters/notesMaster1.xml" Id="R72d83eec78644f55" /></Relationships>
</file>

<file path=ppt/notesSlides/_rels/notesSlide148.xml.rels>&#65279;<?xml version="1.0" encoding="utf-8"?><Relationships xmlns="http://schemas.openxmlformats.org/package/2006/relationships"><Relationship Type="http://schemas.openxmlformats.org/officeDocument/2006/relationships/slide" Target="/ppt/slides/slide148.xml" Id="R9c26da729b804f3d" /><Relationship Type="http://schemas.openxmlformats.org/officeDocument/2006/relationships/notesMaster" Target="/ppt/notesMasters/notesMaster1.xml" Id="Rfdff82c12edb459d" /></Relationships>
</file>

<file path=ppt/notesSlides/_rels/notesSlide149.xml.rels>&#65279;<?xml version="1.0" encoding="utf-8"?><Relationships xmlns="http://schemas.openxmlformats.org/package/2006/relationships"><Relationship Type="http://schemas.openxmlformats.org/officeDocument/2006/relationships/slide" Target="/ppt/slides/slide149.xml" Id="Rc6907dff01eb4590" /><Relationship Type="http://schemas.openxmlformats.org/officeDocument/2006/relationships/notesMaster" Target="/ppt/notesMasters/notesMaster1.xml" Id="Rf6fd24f889434114" /></Relationships>
</file>

<file path=ppt/notesSlides/_rels/notesSlide150.xml.rels>&#65279;<?xml version="1.0" encoding="utf-8"?><Relationships xmlns="http://schemas.openxmlformats.org/package/2006/relationships"><Relationship Type="http://schemas.openxmlformats.org/officeDocument/2006/relationships/slide" Target="/ppt/slides/slide150.xml" Id="Rf5af413409834757" /><Relationship Type="http://schemas.openxmlformats.org/officeDocument/2006/relationships/notesMaster" Target="/ppt/notesMasters/notesMaster1.xml" Id="Rf574581bdaf94d28" /></Relationships>
</file>

<file path=ppt/notesSlides/_rels/notesSlide151.xml.rels>&#65279;<?xml version="1.0" encoding="utf-8"?><Relationships xmlns="http://schemas.openxmlformats.org/package/2006/relationships"><Relationship Type="http://schemas.openxmlformats.org/officeDocument/2006/relationships/slide" Target="/ppt/slides/slide151.xml" Id="R7e214ebfe92543c7" /><Relationship Type="http://schemas.openxmlformats.org/officeDocument/2006/relationships/notesMaster" Target="/ppt/notesMasters/notesMaster1.xml" Id="R751bf0358c3a48f8" /></Relationships>
</file>

<file path=ppt/notesSlides/_rels/notesSlide152.xml.rels>&#65279;<?xml version="1.0" encoding="utf-8"?><Relationships xmlns="http://schemas.openxmlformats.org/package/2006/relationships"><Relationship Type="http://schemas.openxmlformats.org/officeDocument/2006/relationships/slide" Target="/ppt/slides/slide152.xml" Id="R827c9421dec64d7f" /><Relationship Type="http://schemas.openxmlformats.org/officeDocument/2006/relationships/notesMaster" Target="/ppt/notesMasters/notesMaster1.xml" Id="R0455ab39bac644fd" /></Relationships>
</file>

<file path=ppt/notesSlides/_rels/notesSlide153.xml.rels>&#65279;<?xml version="1.0" encoding="utf-8"?><Relationships xmlns="http://schemas.openxmlformats.org/package/2006/relationships"><Relationship Type="http://schemas.openxmlformats.org/officeDocument/2006/relationships/slide" Target="/ppt/slides/slide153.xml" Id="R1c6a243252d1422e" /><Relationship Type="http://schemas.openxmlformats.org/officeDocument/2006/relationships/notesMaster" Target="/ppt/notesMasters/notesMaster1.xml" Id="R24cb22f68b7d4f3e" /></Relationships>
</file>

<file path=ppt/notesSlides/_rels/notesSlide154.xml.rels>&#65279;<?xml version="1.0" encoding="utf-8"?><Relationships xmlns="http://schemas.openxmlformats.org/package/2006/relationships"><Relationship Type="http://schemas.openxmlformats.org/officeDocument/2006/relationships/slide" Target="/ppt/slides/slide154.xml" Id="R2986dbc71c4d459a" /><Relationship Type="http://schemas.openxmlformats.org/officeDocument/2006/relationships/notesMaster" Target="/ppt/notesMasters/notesMaster1.xml" Id="Rf848d7886f0149b7" /></Relationships>
</file>

<file path=ppt/notesSlides/_rels/notesSlide155.xml.rels>&#65279;<?xml version="1.0" encoding="utf-8"?><Relationships xmlns="http://schemas.openxmlformats.org/package/2006/relationships"><Relationship Type="http://schemas.openxmlformats.org/officeDocument/2006/relationships/slide" Target="/ppt/slides/slide155.xml" Id="R7b6308200152448a" /><Relationship Type="http://schemas.openxmlformats.org/officeDocument/2006/relationships/notesMaster" Target="/ppt/notesMasters/notesMaster1.xml" Id="R4e1a7f7f809f419f" /></Relationships>
</file>

<file path=ppt/notesSlides/_rels/notesSlide156.xml.rels>&#65279;<?xml version="1.0" encoding="utf-8"?><Relationships xmlns="http://schemas.openxmlformats.org/package/2006/relationships"><Relationship Type="http://schemas.openxmlformats.org/officeDocument/2006/relationships/slide" Target="/ppt/slides/slide156.xml" Id="Rf1cf353b2746461d" /><Relationship Type="http://schemas.openxmlformats.org/officeDocument/2006/relationships/notesMaster" Target="/ppt/notesMasters/notesMaster1.xml" Id="R93e4e002493a4b5c" /></Relationships>
</file>

<file path=ppt/notesSlides/_rels/notesSlide157.xml.rels>&#65279;<?xml version="1.0" encoding="utf-8"?><Relationships xmlns="http://schemas.openxmlformats.org/package/2006/relationships"><Relationship Type="http://schemas.openxmlformats.org/officeDocument/2006/relationships/slide" Target="/ppt/slides/slide157.xml" Id="Rfade841b87d34b5e" /><Relationship Type="http://schemas.openxmlformats.org/officeDocument/2006/relationships/notesMaster" Target="/ppt/notesMasters/notesMaster1.xml" Id="R5ab394c4cd024ae0" /></Relationships>
</file>

<file path=ppt/notesSlides/_rels/notesSlide158.xml.rels>&#65279;<?xml version="1.0" encoding="utf-8"?><Relationships xmlns="http://schemas.openxmlformats.org/package/2006/relationships"><Relationship Type="http://schemas.openxmlformats.org/officeDocument/2006/relationships/slide" Target="/ppt/slides/slide158.xml" Id="Rf2639b974e4b4283" /><Relationship Type="http://schemas.openxmlformats.org/officeDocument/2006/relationships/notesMaster" Target="/ppt/notesMasters/notesMaster1.xml" Id="R18ae20f077b14868" /></Relationships>
</file>

<file path=ppt/notesSlides/_rels/notesSlide159.xml.rels>&#65279;<?xml version="1.0" encoding="utf-8"?><Relationships xmlns="http://schemas.openxmlformats.org/package/2006/relationships"><Relationship Type="http://schemas.openxmlformats.org/officeDocument/2006/relationships/slide" Target="/ppt/slides/slide159.xml" Id="Ra7b5f96ed6bb4db2" /><Relationship Type="http://schemas.openxmlformats.org/officeDocument/2006/relationships/notesMaster" Target="/ppt/notesMasters/notesMaster1.xml" Id="Rfdbb6f516a2a4322" /></Relationships>
</file>

<file path=ppt/notesSlides/_rels/notesSlide160.xml.rels>&#65279;<?xml version="1.0" encoding="utf-8"?><Relationships xmlns="http://schemas.openxmlformats.org/package/2006/relationships"><Relationship Type="http://schemas.openxmlformats.org/officeDocument/2006/relationships/slide" Target="/ppt/slides/slide160.xml" Id="R3f1e25bb206d4443" /><Relationship Type="http://schemas.openxmlformats.org/officeDocument/2006/relationships/notesMaster" Target="/ppt/notesMasters/notesMaster1.xml" Id="Rea2cbe1b9584469d" /></Relationships>
</file>

<file path=ppt/notesSlides/_rels/notesSlide161.xml.rels>&#65279;<?xml version="1.0" encoding="utf-8"?><Relationships xmlns="http://schemas.openxmlformats.org/package/2006/relationships"><Relationship Type="http://schemas.openxmlformats.org/officeDocument/2006/relationships/slide" Target="/ppt/slides/slide161.xml" Id="R1637006011ea44f5" /><Relationship Type="http://schemas.openxmlformats.org/officeDocument/2006/relationships/notesMaster" Target="/ppt/notesMasters/notesMaster1.xml" Id="Ra66a1ebcf8744ce8" /></Relationships>
</file>

<file path=ppt/notesSlides/_rels/notesSlide162.xml.rels>&#65279;<?xml version="1.0" encoding="utf-8"?><Relationships xmlns="http://schemas.openxmlformats.org/package/2006/relationships"><Relationship Type="http://schemas.openxmlformats.org/officeDocument/2006/relationships/slide" Target="/ppt/slides/slide162.xml" Id="Raae798cbf0ff4720" /><Relationship Type="http://schemas.openxmlformats.org/officeDocument/2006/relationships/notesMaster" Target="/ppt/notesMasters/notesMaster1.xml" Id="R47b0d1f7b1474cfb" /></Relationships>
</file>

<file path=ppt/notesSlides/_rels/notesSlide163.xml.rels>&#65279;<?xml version="1.0" encoding="utf-8"?><Relationships xmlns="http://schemas.openxmlformats.org/package/2006/relationships"><Relationship Type="http://schemas.openxmlformats.org/officeDocument/2006/relationships/slide" Target="/ppt/slides/slide163.xml" Id="Rf263548bae024576" /><Relationship Type="http://schemas.openxmlformats.org/officeDocument/2006/relationships/notesMaster" Target="/ppt/notesMasters/notesMaster1.xml" Id="Rfd922ba7eb5843d6" /></Relationships>
</file>

<file path=ppt/notesSlides/_rels/notesSlide164.xml.rels>&#65279;<?xml version="1.0" encoding="utf-8"?><Relationships xmlns="http://schemas.openxmlformats.org/package/2006/relationships"><Relationship Type="http://schemas.openxmlformats.org/officeDocument/2006/relationships/slide" Target="/ppt/slides/slide164.xml" Id="R5d71b062716940f0" /><Relationship Type="http://schemas.openxmlformats.org/officeDocument/2006/relationships/notesMaster" Target="/ppt/notesMasters/notesMaster1.xml" Id="R86de6dfd32124eeb" /></Relationships>
</file>

<file path=ppt/notesSlides/_rels/notesSlide165.xml.rels>&#65279;<?xml version="1.0" encoding="utf-8"?><Relationships xmlns="http://schemas.openxmlformats.org/package/2006/relationships"><Relationship Type="http://schemas.openxmlformats.org/officeDocument/2006/relationships/slide" Target="/ppt/slides/slide165.xml" Id="R82ad76cc3f604a50" /><Relationship Type="http://schemas.openxmlformats.org/officeDocument/2006/relationships/notesMaster" Target="/ppt/notesMasters/notesMaster1.xml" Id="R89bccceb9bbf49bf" /></Relationships>
</file>

<file path=ppt/notesSlides/_rels/notesSlide166.xml.rels>&#65279;<?xml version="1.0" encoding="utf-8"?><Relationships xmlns="http://schemas.openxmlformats.org/package/2006/relationships"><Relationship Type="http://schemas.openxmlformats.org/officeDocument/2006/relationships/slide" Target="/ppt/slides/slide166.xml" Id="Ra65bfe5c4856444c" /><Relationship Type="http://schemas.openxmlformats.org/officeDocument/2006/relationships/notesMaster" Target="/ppt/notesMasters/notesMaster1.xml" Id="R9491434e94e74f88" /></Relationships>
</file>

<file path=ppt/notesSlides/_rels/notesSlide167.xml.rels>&#65279;<?xml version="1.0" encoding="utf-8"?><Relationships xmlns="http://schemas.openxmlformats.org/package/2006/relationships"><Relationship Type="http://schemas.openxmlformats.org/officeDocument/2006/relationships/slide" Target="/ppt/slides/slide167.xml" Id="Rc4b464b4b6b84ef2" /><Relationship Type="http://schemas.openxmlformats.org/officeDocument/2006/relationships/notesMaster" Target="/ppt/notesMasters/notesMaster1.xml" Id="R21517d65356945d3" /></Relationships>
</file>

<file path=ppt/notesSlides/_rels/notesSlide168.xml.rels>&#65279;<?xml version="1.0" encoding="utf-8"?><Relationships xmlns="http://schemas.openxmlformats.org/package/2006/relationships"><Relationship Type="http://schemas.openxmlformats.org/officeDocument/2006/relationships/slide" Target="/ppt/slides/slide168.xml" Id="R86f18073f5734d6f" /><Relationship Type="http://schemas.openxmlformats.org/officeDocument/2006/relationships/notesMaster" Target="/ppt/notesMasters/notesMaster1.xml" Id="R60e3f19f19504903" /></Relationships>
</file>

<file path=ppt/notesSlides/_rels/notesSlide169.xml.rels>&#65279;<?xml version="1.0" encoding="utf-8"?><Relationships xmlns="http://schemas.openxmlformats.org/package/2006/relationships"><Relationship Type="http://schemas.openxmlformats.org/officeDocument/2006/relationships/slide" Target="/ppt/slides/slide169.xml" Id="Rc22df31fa2b54563" /><Relationship Type="http://schemas.openxmlformats.org/officeDocument/2006/relationships/notesMaster" Target="/ppt/notesMasters/notesMaster1.xml" Id="R7a08648bf56349a1" /></Relationships>
</file>

<file path=ppt/notesSlides/_rels/notesSlide170.xml.rels>&#65279;<?xml version="1.0" encoding="utf-8"?><Relationships xmlns="http://schemas.openxmlformats.org/package/2006/relationships"><Relationship Type="http://schemas.openxmlformats.org/officeDocument/2006/relationships/slide" Target="/ppt/slides/slide170.xml" Id="Raecb0369f4ab48aa" /><Relationship Type="http://schemas.openxmlformats.org/officeDocument/2006/relationships/notesMaster" Target="/ppt/notesMasters/notesMaster1.xml" Id="Re666e5e3fb6c4cd5" /></Relationships>
</file>

<file path=ppt/notesSlides/_rels/notesSlide171.xml.rels>&#65279;<?xml version="1.0" encoding="utf-8"?><Relationships xmlns="http://schemas.openxmlformats.org/package/2006/relationships"><Relationship Type="http://schemas.openxmlformats.org/officeDocument/2006/relationships/slide" Target="/ppt/slides/slide171.xml" Id="R9f64b8c7541c462c" /><Relationship Type="http://schemas.openxmlformats.org/officeDocument/2006/relationships/notesMaster" Target="/ppt/notesMasters/notesMaster1.xml" Id="R3826c36a4ba346a7" /></Relationships>
</file>

<file path=ppt/notesSlides/_rels/notesSlide172.xml.rels>&#65279;<?xml version="1.0" encoding="utf-8"?><Relationships xmlns="http://schemas.openxmlformats.org/package/2006/relationships"><Relationship Type="http://schemas.openxmlformats.org/officeDocument/2006/relationships/slide" Target="/ppt/slides/slide172.xml" Id="Rae55fa3b7e844281" /><Relationship Type="http://schemas.openxmlformats.org/officeDocument/2006/relationships/notesMaster" Target="/ppt/notesMasters/notesMaster1.xml" Id="Rcd7545bf73674e9e" /></Relationships>
</file>

<file path=ppt/notesSlides/_rels/notesSlide173.xml.rels>&#65279;<?xml version="1.0" encoding="utf-8"?><Relationships xmlns="http://schemas.openxmlformats.org/package/2006/relationships"><Relationship Type="http://schemas.openxmlformats.org/officeDocument/2006/relationships/slide" Target="/ppt/slides/slide173.xml" Id="R80412ce93b4b4708" /><Relationship Type="http://schemas.openxmlformats.org/officeDocument/2006/relationships/notesMaster" Target="/ppt/notesMasters/notesMaster1.xml" Id="Rfdea0178753e48da" /></Relationships>
</file>

<file path=ppt/notesSlides/_rels/notesSlide174.xml.rels>&#65279;<?xml version="1.0" encoding="utf-8"?><Relationships xmlns="http://schemas.openxmlformats.org/package/2006/relationships"><Relationship Type="http://schemas.openxmlformats.org/officeDocument/2006/relationships/slide" Target="/ppt/slides/slide174.xml" Id="Rafb327c56ade4085" /><Relationship Type="http://schemas.openxmlformats.org/officeDocument/2006/relationships/notesMaster" Target="/ppt/notesMasters/notesMaster1.xml" Id="R2d2b7758549c4c7d" /></Relationships>
</file>

<file path=ppt/notesSlides/_rels/notesSlide175.xml.rels>&#65279;<?xml version="1.0" encoding="utf-8"?><Relationships xmlns="http://schemas.openxmlformats.org/package/2006/relationships"><Relationship Type="http://schemas.openxmlformats.org/officeDocument/2006/relationships/slide" Target="/ppt/slides/slide175.xml" Id="Rbeaeb5969cfd4c8d" /><Relationship Type="http://schemas.openxmlformats.org/officeDocument/2006/relationships/notesMaster" Target="/ppt/notesMasters/notesMaster1.xml" Id="R8fb7193a1fbb492c" /></Relationships>
</file>

<file path=ppt/notesSlides/_rels/notesSlide176.xml.rels>&#65279;<?xml version="1.0" encoding="utf-8"?><Relationships xmlns="http://schemas.openxmlformats.org/package/2006/relationships"><Relationship Type="http://schemas.openxmlformats.org/officeDocument/2006/relationships/slide" Target="/ppt/slides/slide176.xml" Id="R1414f50a8074492b" /><Relationship Type="http://schemas.openxmlformats.org/officeDocument/2006/relationships/notesMaster" Target="/ppt/notesMasters/notesMaster1.xml" Id="Rc704a73b06a941b9" /></Relationships>
</file>

<file path=ppt/notesSlides/_rels/notesSlide177.xml.rels>&#65279;<?xml version="1.0" encoding="utf-8"?><Relationships xmlns="http://schemas.openxmlformats.org/package/2006/relationships"><Relationship Type="http://schemas.openxmlformats.org/officeDocument/2006/relationships/slide" Target="/ppt/slides/slide177.xml" Id="R70b4bb43b1ac4845" /><Relationship Type="http://schemas.openxmlformats.org/officeDocument/2006/relationships/notesMaster" Target="/ppt/notesMasters/notesMaster1.xml" Id="R1aca12ddb26c4f75" /></Relationships>
</file>

<file path=ppt/notesSlides/_rels/notesSlide178.xml.rels>&#65279;<?xml version="1.0" encoding="utf-8"?><Relationships xmlns="http://schemas.openxmlformats.org/package/2006/relationships"><Relationship Type="http://schemas.openxmlformats.org/officeDocument/2006/relationships/slide" Target="/ppt/slides/slide178.xml" Id="R48779ec241ab48ab" /><Relationship Type="http://schemas.openxmlformats.org/officeDocument/2006/relationships/notesMaster" Target="/ppt/notesMasters/notesMaster1.xml" Id="R9db9d7f34fd048b1" /></Relationships>
</file>

<file path=ppt/notesSlides/_rels/notesSlide179.xml.rels>&#65279;<?xml version="1.0" encoding="utf-8"?><Relationships xmlns="http://schemas.openxmlformats.org/package/2006/relationships"><Relationship Type="http://schemas.openxmlformats.org/officeDocument/2006/relationships/slide" Target="/ppt/slides/slide179.xml" Id="R75f3ee2ae4284014" /><Relationship Type="http://schemas.openxmlformats.org/officeDocument/2006/relationships/notesMaster" Target="/ppt/notesMasters/notesMaster1.xml" Id="R8a65adea5e814e0a" /></Relationships>
</file>

<file path=ppt/notesSlides/_rels/notesSlide180.xml.rels>&#65279;<?xml version="1.0" encoding="utf-8"?><Relationships xmlns="http://schemas.openxmlformats.org/package/2006/relationships"><Relationship Type="http://schemas.openxmlformats.org/officeDocument/2006/relationships/slide" Target="/ppt/slides/slide180.xml" Id="R899ab7387f06437f" /><Relationship Type="http://schemas.openxmlformats.org/officeDocument/2006/relationships/notesMaster" Target="/ppt/notesMasters/notesMaster1.xml" Id="R24f535ce19734a16" /></Relationships>
</file>

<file path=ppt/notesSlides/_rels/notesSlide181.xml.rels>&#65279;<?xml version="1.0" encoding="utf-8"?><Relationships xmlns="http://schemas.openxmlformats.org/package/2006/relationships"><Relationship Type="http://schemas.openxmlformats.org/officeDocument/2006/relationships/slide" Target="/ppt/slides/slide181.xml" Id="Rbb42a128c8d44303" /><Relationship Type="http://schemas.openxmlformats.org/officeDocument/2006/relationships/notesMaster" Target="/ppt/notesMasters/notesMaster1.xml" Id="R396df98180444c63" /></Relationships>
</file>

<file path=ppt/notesSlides/_rels/notesSlide182.xml.rels>&#65279;<?xml version="1.0" encoding="utf-8"?><Relationships xmlns="http://schemas.openxmlformats.org/package/2006/relationships"><Relationship Type="http://schemas.openxmlformats.org/officeDocument/2006/relationships/slide" Target="/ppt/slides/slide182.xml" Id="R7cfe6bb5bd89418f" /><Relationship Type="http://schemas.openxmlformats.org/officeDocument/2006/relationships/notesMaster" Target="/ppt/notesMasters/notesMaster1.xml" Id="R8d0f8d8af7db447d" /></Relationships>
</file>

<file path=ppt/notesSlides/_rels/notesSlide183.xml.rels>&#65279;<?xml version="1.0" encoding="utf-8"?><Relationships xmlns="http://schemas.openxmlformats.org/package/2006/relationships"><Relationship Type="http://schemas.openxmlformats.org/officeDocument/2006/relationships/slide" Target="/ppt/slides/slide183.xml" Id="R7909bb2d211849e9" /><Relationship Type="http://schemas.openxmlformats.org/officeDocument/2006/relationships/notesMaster" Target="/ppt/notesMasters/notesMaster1.xml" Id="R0134689195ca417f" /></Relationships>
</file>

<file path=ppt/notesSlides/_rels/notesSlide184.xml.rels>&#65279;<?xml version="1.0" encoding="utf-8"?><Relationships xmlns="http://schemas.openxmlformats.org/package/2006/relationships"><Relationship Type="http://schemas.openxmlformats.org/officeDocument/2006/relationships/slide" Target="/ppt/slides/slide184.xml" Id="Rc9d2f5eb02e94bbf" /><Relationship Type="http://schemas.openxmlformats.org/officeDocument/2006/relationships/notesMaster" Target="/ppt/notesMasters/notesMaster1.xml" Id="R454460575f924988" /></Relationships>
</file>

<file path=ppt/notesSlides/_rels/notesSlide185.xml.rels>&#65279;<?xml version="1.0" encoding="utf-8"?><Relationships xmlns="http://schemas.openxmlformats.org/package/2006/relationships"><Relationship Type="http://schemas.openxmlformats.org/officeDocument/2006/relationships/slide" Target="/ppt/slides/slide185.xml" Id="Rc677edc86ba14280" /><Relationship Type="http://schemas.openxmlformats.org/officeDocument/2006/relationships/notesMaster" Target="/ppt/notesMasters/notesMaster1.xml" Id="Re9a968351ad543b8" /></Relationships>
</file>

<file path=ppt/notesSlides/_rels/notesSlide186.xml.rels>&#65279;<?xml version="1.0" encoding="utf-8"?><Relationships xmlns="http://schemas.openxmlformats.org/package/2006/relationships"><Relationship Type="http://schemas.openxmlformats.org/officeDocument/2006/relationships/slide" Target="/ppt/slides/slide186.xml" Id="Rb11445c8f63d46d6" /><Relationship Type="http://schemas.openxmlformats.org/officeDocument/2006/relationships/notesMaster" Target="/ppt/notesMasters/notesMaster1.xml" Id="R700924dc7a474911" /></Relationships>
</file>

<file path=ppt/notesSlides/_rels/notesSlide187.xml.rels>&#65279;<?xml version="1.0" encoding="utf-8"?><Relationships xmlns="http://schemas.openxmlformats.org/package/2006/relationships"><Relationship Type="http://schemas.openxmlformats.org/officeDocument/2006/relationships/slide" Target="/ppt/slides/slide187.xml" Id="Rce43046a7f6e4eaf" /><Relationship Type="http://schemas.openxmlformats.org/officeDocument/2006/relationships/notesMaster" Target="/ppt/notesMasters/notesMaster1.xml" Id="Rcc9e074760574b59" /></Relationships>
</file>

<file path=ppt/notesSlides/_rels/notesSlide188.xml.rels>&#65279;<?xml version="1.0" encoding="utf-8"?><Relationships xmlns="http://schemas.openxmlformats.org/package/2006/relationships"><Relationship Type="http://schemas.openxmlformats.org/officeDocument/2006/relationships/slide" Target="/ppt/slides/slide188.xml" Id="Rec003931f254426f" /><Relationship Type="http://schemas.openxmlformats.org/officeDocument/2006/relationships/notesMaster" Target="/ppt/notesMasters/notesMaster1.xml" Id="R2b55fcabd6dc4aa9" /></Relationships>
</file>

<file path=ppt/notesSlides/_rels/notesSlide189.xml.rels>&#65279;<?xml version="1.0" encoding="utf-8"?><Relationships xmlns="http://schemas.openxmlformats.org/package/2006/relationships"><Relationship Type="http://schemas.openxmlformats.org/officeDocument/2006/relationships/slide" Target="/ppt/slides/slide189.xml" Id="Rf02099aaf0314770" /><Relationship Type="http://schemas.openxmlformats.org/officeDocument/2006/relationships/notesMaster" Target="/ppt/notesMasters/notesMaster1.xml" Id="R00dca39fdffd4fce" /></Relationships>
</file>

<file path=ppt/notesSlides/_rels/notesSlide190.xml.rels>&#65279;<?xml version="1.0" encoding="utf-8"?><Relationships xmlns="http://schemas.openxmlformats.org/package/2006/relationships"><Relationship Type="http://schemas.openxmlformats.org/officeDocument/2006/relationships/slide" Target="/ppt/slides/slide190.xml" Id="R70553b7296824e00" /><Relationship Type="http://schemas.openxmlformats.org/officeDocument/2006/relationships/notesMaster" Target="/ppt/notesMasters/notesMaster1.xml" Id="Rdb44cafdc9414fa9" /></Relationships>
</file>

<file path=ppt/notesSlides/_rels/notesSlide191.xml.rels>&#65279;<?xml version="1.0" encoding="utf-8"?><Relationships xmlns="http://schemas.openxmlformats.org/package/2006/relationships"><Relationship Type="http://schemas.openxmlformats.org/officeDocument/2006/relationships/slide" Target="/ppt/slides/slide191.xml" Id="Re76fec6c5bca45d0" /><Relationship Type="http://schemas.openxmlformats.org/officeDocument/2006/relationships/notesMaster" Target="/ppt/notesMasters/notesMaster1.xml" Id="Rfb0ce7dd8eed416c" /></Relationships>
</file>

<file path=ppt/notesSlides/_rels/notesSlide192.xml.rels>&#65279;<?xml version="1.0" encoding="utf-8"?><Relationships xmlns="http://schemas.openxmlformats.org/package/2006/relationships"><Relationship Type="http://schemas.openxmlformats.org/officeDocument/2006/relationships/slide" Target="/ppt/slides/slide192.xml" Id="Ra1d9e36eb9a54698" /><Relationship Type="http://schemas.openxmlformats.org/officeDocument/2006/relationships/notesMaster" Target="/ppt/notesMasters/notesMaster1.xml" Id="R27fcc8d7dfd44ba8" /></Relationships>
</file>

<file path=ppt/notesSlides/_rels/notesSlide193.xml.rels>&#65279;<?xml version="1.0" encoding="utf-8"?><Relationships xmlns="http://schemas.openxmlformats.org/package/2006/relationships"><Relationship Type="http://schemas.openxmlformats.org/officeDocument/2006/relationships/slide" Target="/ppt/slides/slide193.xml" Id="Rd777c6b6dad7451c" /><Relationship Type="http://schemas.openxmlformats.org/officeDocument/2006/relationships/notesMaster" Target="/ppt/notesMasters/notesMaster1.xml" Id="Raf93e40cf86d4439" /></Relationships>
</file>

<file path=ppt/notesSlides/_rels/notesSlide194.xml.rels>&#65279;<?xml version="1.0" encoding="utf-8"?><Relationships xmlns="http://schemas.openxmlformats.org/package/2006/relationships"><Relationship Type="http://schemas.openxmlformats.org/officeDocument/2006/relationships/slide" Target="/ppt/slides/slide194.xml" Id="R81a210fb76f84ac7" /><Relationship Type="http://schemas.openxmlformats.org/officeDocument/2006/relationships/notesMaster" Target="/ppt/notesMasters/notesMaster1.xml" Id="Rca98312efedd4817" /></Relationships>
</file>

<file path=ppt/notesSlides/_rels/notesSlide195.xml.rels>&#65279;<?xml version="1.0" encoding="utf-8"?><Relationships xmlns="http://schemas.openxmlformats.org/package/2006/relationships"><Relationship Type="http://schemas.openxmlformats.org/officeDocument/2006/relationships/slide" Target="/ppt/slides/slide195.xml" Id="R4e37755fc0944b2b" /><Relationship Type="http://schemas.openxmlformats.org/officeDocument/2006/relationships/notesMaster" Target="/ppt/notesMasters/notesMaster1.xml" Id="R413fd59d4f784fe8" /></Relationships>
</file>

<file path=ppt/notesSlides/_rels/notesSlide196.xml.rels>&#65279;<?xml version="1.0" encoding="utf-8"?><Relationships xmlns="http://schemas.openxmlformats.org/package/2006/relationships"><Relationship Type="http://schemas.openxmlformats.org/officeDocument/2006/relationships/slide" Target="/ppt/slides/slide196.xml" Id="R081b2011160f4fd3" /><Relationship Type="http://schemas.openxmlformats.org/officeDocument/2006/relationships/notesMaster" Target="/ppt/notesMasters/notesMaster1.xml" Id="Rc6eeb70a60c54c20" /></Relationships>
</file>

<file path=ppt/notesSlides/_rels/notesSlide197.xml.rels>&#65279;<?xml version="1.0" encoding="utf-8"?><Relationships xmlns="http://schemas.openxmlformats.org/package/2006/relationships"><Relationship Type="http://schemas.openxmlformats.org/officeDocument/2006/relationships/slide" Target="/ppt/slides/slide197.xml" Id="R7509c73401344d95" /><Relationship Type="http://schemas.openxmlformats.org/officeDocument/2006/relationships/notesMaster" Target="/ppt/notesMasters/notesMaster1.xml" Id="Rcfadd95838b848da" /></Relationships>
</file>

<file path=ppt/notesSlides/_rels/notesSlide198.xml.rels>&#65279;<?xml version="1.0" encoding="utf-8"?><Relationships xmlns="http://schemas.openxmlformats.org/package/2006/relationships"><Relationship Type="http://schemas.openxmlformats.org/officeDocument/2006/relationships/slide" Target="/ppt/slides/slide198.xml" Id="R04e99e862220489b" /><Relationship Type="http://schemas.openxmlformats.org/officeDocument/2006/relationships/notesMaster" Target="/ppt/notesMasters/notesMaster1.xml" Id="Rbc130dc69d1c4c8a" /></Relationships>
</file>

<file path=ppt/notesSlides/_rels/notesSlide199.xml.rels>&#65279;<?xml version="1.0" encoding="utf-8"?><Relationships xmlns="http://schemas.openxmlformats.org/package/2006/relationships"><Relationship Type="http://schemas.openxmlformats.org/officeDocument/2006/relationships/slide" Target="/ppt/slides/slide199.xml" Id="R52661a37e99d47b4" /><Relationship Type="http://schemas.openxmlformats.org/officeDocument/2006/relationships/notesMaster" Target="/ppt/notesMasters/notesMaster1.xml" Id="R7698ad3dc1734400" /></Relationships>
</file>

<file path=ppt/notesSlides/_rels/notesSlide200.xml.rels>&#65279;<?xml version="1.0" encoding="utf-8"?><Relationships xmlns="http://schemas.openxmlformats.org/package/2006/relationships"><Relationship Type="http://schemas.openxmlformats.org/officeDocument/2006/relationships/slide" Target="/ppt/slides/slide200.xml" Id="R7465171e66994a3d" /><Relationship Type="http://schemas.openxmlformats.org/officeDocument/2006/relationships/notesMaster" Target="/ppt/notesMasters/notesMaster1.xml" Id="Re1e0fb37b9054adf" /></Relationships>
</file>

<file path=ppt/notesSlides/_rels/notesSlide201.xml.rels>&#65279;<?xml version="1.0" encoding="utf-8"?><Relationships xmlns="http://schemas.openxmlformats.org/package/2006/relationships"><Relationship Type="http://schemas.openxmlformats.org/officeDocument/2006/relationships/slide" Target="/ppt/slides/slide201.xml" Id="R7b97d7dfeedb4ca5" /><Relationship Type="http://schemas.openxmlformats.org/officeDocument/2006/relationships/notesMaster" Target="/ppt/notesMasters/notesMaster1.xml" Id="Re4dad76f4a4f4a0e" /></Relationships>
</file>

<file path=ppt/notesSlides/_rels/notesSlide202.xml.rels>&#65279;<?xml version="1.0" encoding="utf-8"?><Relationships xmlns="http://schemas.openxmlformats.org/package/2006/relationships"><Relationship Type="http://schemas.openxmlformats.org/officeDocument/2006/relationships/slide" Target="/ppt/slides/slide202.xml" Id="Ra47564167ed242a6" /><Relationship Type="http://schemas.openxmlformats.org/officeDocument/2006/relationships/notesMaster" Target="/ppt/notesMasters/notesMaster1.xml" Id="R39d2e4918b644992" /></Relationships>
</file>

<file path=ppt/notesSlides/_rels/notesSlide203.xml.rels>&#65279;<?xml version="1.0" encoding="utf-8"?><Relationships xmlns="http://schemas.openxmlformats.org/package/2006/relationships"><Relationship Type="http://schemas.openxmlformats.org/officeDocument/2006/relationships/slide" Target="/ppt/slides/slide203.xml" Id="Re56ab8385f154d1c" /><Relationship Type="http://schemas.openxmlformats.org/officeDocument/2006/relationships/notesMaster" Target="/ppt/notesMasters/notesMaster1.xml" Id="Rc0de07ea7ca84f0c" /></Relationships>
</file>

<file path=ppt/notesSlides/_rels/notesSlide204.xml.rels>&#65279;<?xml version="1.0" encoding="utf-8"?><Relationships xmlns="http://schemas.openxmlformats.org/package/2006/relationships"><Relationship Type="http://schemas.openxmlformats.org/officeDocument/2006/relationships/slide" Target="/ppt/slides/slide204.xml" Id="R0aa9f053aca74e4e" /><Relationship Type="http://schemas.openxmlformats.org/officeDocument/2006/relationships/notesMaster" Target="/ppt/notesMasters/notesMaster1.xml" Id="Rdcab03ebba2b46d6" /></Relationships>
</file>

<file path=ppt/notesSlides/_rels/notesSlide205.xml.rels>&#65279;<?xml version="1.0" encoding="utf-8"?><Relationships xmlns="http://schemas.openxmlformats.org/package/2006/relationships"><Relationship Type="http://schemas.openxmlformats.org/officeDocument/2006/relationships/slide" Target="/ppt/slides/slide205.xml" Id="R40a957c41f04440f" /><Relationship Type="http://schemas.openxmlformats.org/officeDocument/2006/relationships/notesMaster" Target="/ppt/notesMasters/notesMaster1.xml" Id="Rcb63b2b7121241bc" /></Relationships>
</file>

<file path=ppt/notesSlides/_rels/notesSlide206.xml.rels>&#65279;<?xml version="1.0" encoding="utf-8"?><Relationships xmlns="http://schemas.openxmlformats.org/package/2006/relationships"><Relationship Type="http://schemas.openxmlformats.org/officeDocument/2006/relationships/slide" Target="/ppt/slides/slide206.xml" Id="Re7b45a8627194cb1" /><Relationship Type="http://schemas.openxmlformats.org/officeDocument/2006/relationships/notesMaster" Target="/ppt/notesMasters/notesMaster1.xml" Id="R7b2da6aaf25b468d" /></Relationships>
</file>

<file path=ppt/notesSlides/_rels/notesSlide207.xml.rels>&#65279;<?xml version="1.0" encoding="utf-8"?><Relationships xmlns="http://schemas.openxmlformats.org/package/2006/relationships"><Relationship Type="http://schemas.openxmlformats.org/officeDocument/2006/relationships/slide" Target="/ppt/slides/slide207.xml" Id="R0e33963191ad4d63" /><Relationship Type="http://schemas.openxmlformats.org/officeDocument/2006/relationships/notesMaster" Target="/ppt/notesMasters/notesMaster1.xml" Id="R696a9d3b89904e89" /></Relationships>
</file>

<file path=ppt/notesSlides/_rels/notesSlide208.xml.rels>&#65279;<?xml version="1.0" encoding="utf-8"?><Relationships xmlns="http://schemas.openxmlformats.org/package/2006/relationships"><Relationship Type="http://schemas.openxmlformats.org/officeDocument/2006/relationships/slide" Target="/ppt/slides/slide208.xml" Id="R24c4947a88f2493f" /><Relationship Type="http://schemas.openxmlformats.org/officeDocument/2006/relationships/notesMaster" Target="/ppt/notesMasters/notesMaster1.xml" Id="Rcf4f86f8e45645a7" /></Relationships>
</file>

<file path=ppt/notesSlides/_rels/notesSlide209.xml.rels>&#65279;<?xml version="1.0" encoding="utf-8"?><Relationships xmlns="http://schemas.openxmlformats.org/package/2006/relationships"><Relationship Type="http://schemas.openxmlformats.org/officeDocument/2006/relationships/slide" Target="/ppt/slides/slide209.xml" Id="R37922cc2592d47eb" /><Relationship Type="http://schemas.openxmlformats.org/officeDocument/2006/relationships/notesMaster" Target="/ppt/notesMasters/notesMaster1.xml" Id="Rfdc53047519c43a4" /></Relationships>
</file>

<file path=ppt/notesSlides/_rels/notesSlide210.xml.rels>&#65279;<?xml version="1.0" encoding="utf-8"?><Relationships xmlns="http://schemas.openxmlformats.org/package/2006/relationships"><Relationship Type="http://schemas.openxmlformats.org/officeDocument/2006/relationships/slide" Target="/ppt/slides/slide210.xml" Id="Rd18be24dd9a94461" /><Relationship Type="http://schemas.openxmlformats.org/officeDocument/2006/relationships/notesMaster" Target="/ppt/notesMasters/notesMaster1.xml" Id="R70b23ec5fa1a49b0" /></Relationships>
</file>

<file path=ppt/notesSlides/_rels/notesSlide211.xml.rels>&#65279;<?xml version="1.0" encoding="utf-8"?><Relationships xmlns="http://schemas.openxmlformats.org/package/2006/relationships"><Relationship Type="http://schemas.openxmlformats.org/officeDocument/2006/relationships/slide" Target="/ppt/slides/slide211.xml" Id="R307b36c783074e01" /><Relationship Type="http://schemas.openxmlformats.org/officeDocument/2006/relationships/notesMaster" Target="/ppt/notesMasters/notesMaster1.xml" Id="R79663f3af25a4dcc" /></Relationships>
</file>

<file path=ppt/notesSlides/_rels/notesSlide212.xml.rels>&#65279;<?xml version="1.0" encoding="utf-8"?><Relationships xmlns="http://schemas.openxmlformats.org/package/2006/relationships"><Relationship Type="http://schemas.openxmlformats.org/officeDocument/2006/relationships/slide" Target="/ppt/slides/slide212.xml" Id="Rc4762b2434204c8d" /><Relationship Type="http://schemas.openxmlformats.org/officeDocument/2006/relationships/notesMaster" Target="/ppt/notesMasters/notesMaster1.xml" Id="Rd123cfc93fcb4733" /></Relationships>
</file>

<file path=ppt/notesSlides/_rels/notesSlide213.xml.rels>&#65279;<?xml version="1.0" encoding="utf-8"?><Relationships xmlns="http://schemas.openxmlformats.org/package/2006/relationships"><Relationship Type="http://schemas.openxmlformats.org/officeDocument/2006/relationships/slide" Target="/ppt/slides/slide213.xml" Id="Rc52363ade3294761" /><Relationship Type="http://schemas.openxmlformats.org/officeDocument/2006/relationships/notesMaster" Target="/ppt/notesMasters/notesMaster1.xml" Id="R1a802f09afc947bb" /></Relationships>
</file>

<file path=ppt/notesSlides/_rels/notesSlide214.xml.rels>&#65279;<?xml version="1.0" encoding="utf-8"?><Relationships xmlns="http://schemas.openxmlformats.org/package/2006/relationships"><Relationship Type="http://schemas.openxmlformats.org/officeDocument/2006/relationships/slide" Target="/ppt/slides/slide214.xml" Id="Rc306fe38ce7a427f" /><Relationship Type="http://schemas.openxmlformats.org/officeDocument/2006/relationships/notesMaster" Target="/ppt/notesMasters/notesMaster1.xml" Id="R3b86aaab0ece4794" /></Relationships>
</file>

<file path=ppt/notesSlides/_rels/notesSlide215.xml.rels>&#65279;<?xml version="1.0" encoding="utf-8"?><Relationships xmlns="http://schemas.openxmlformats.org/package/2006/relationships"><Relationship Type="http://schemas.openxmlformats.org/officeDocument/2006/relationships/slide" Target="/ppt/slides/slide215.xml" Id="Raa5ac378e7cb4312" /><Relationship Type="http://schemas.openxmlformats.org/officeDocument/2006/relationships/notesMaster" Target="/ppt/notesMasters/notesMaster1.xml" Id="R6d155c9399d64165" /></Relationships>
</file>

<file path=ppt/notesSlides/_rels/notesSlide216.xml.rels>&#65279;<?xml version="1.0" encoding="utf-8"?><Relationships xmlns="http://schemas.openxmlformats.org/package/2006/relationships"><Relationship Type="http://schemas.openxmlformats.org/officeDocument/2006/relationships/slide" Target="/ppt/slides/slide216.xml" Id="R47870ff447194c32" /><Relationship Type="http://schemas.openxmlformats.org/officeDocument/2006/relationships/notesMaster" Target="/ppt/notesMasters/notesMaster1.xml" Id="Rbf3f49468939464f" /></Relationships>
</file>

<file path=ppt/notesSlides/_rels/notesSlide217.xml.rels>&#65279;<?xml version="1.0" encoding="utf-8"?><Relationships xmlns="http://schemas.openxmlformats.org/package/2006/relationships"><Relationship Type="http://schemas.openxmlformats.org/officeDocument/2006/relationships/slide" Target="/ppt/slides/slide217.xml" Id="Rb99e70c629fd4ec8" /><Relationship Type="http://schemas.openxmlformats.org/officeDocument/2006/relationships/notesMaster" Target="/ppt/notesMasters/notesMaster1.xml" Id="R9c0a5cb80cf84f25" /></Relationships>
</file>

<file path=ppt/notesSlides/_rels/notesSlide218.xml.rels>&#65279;<?xml version="1.0" encoding="utf-8"?><Relationships xmlns="http://schemas.openxmlformats.org/package/2006/relationships"><Relationship Type="http://schemas.openxmlformats.org/officeDocument/2006/relationships/slide" Target="/ppt/slides/slide218.xml" Id="Rbf1b2152f73c420b" /><Relationship Type="http://schemas.openxmlformats.org/officeDocument/2006/relationships/notesMaster" Target="/ppt/notesMasters/notesMaster1.xml" Id="R026234a082bd461e" /></Relationships>
</file>

<file path=ppt/notesSlides/_rels/notesSlide219.xml.rels>&#65279;<?xml version="1.0" encoding="utf-8"?><Relationships xmlns="http://schemas.openxmlformats.org/package/2006/relationships"><Relationship Type="http://schemas.openxmlformats.org/officeDocument/2006/relationships/slide" Target="/ppt/slides/slide219.xml" Id="Rce708064d75e411f" /><Relationship Type="http://schemas.openxmlformats.org/officeDocument/2006/relationships/notesMaster" Target="/ppt/notesMasters/notesMaster1.xml" Id="R683d8137cb6b40a3" /></Relationships>
</file>

<file path=ppt/notesSlides/_rels/notesSlide220.xml.rels>&#65279;<?xml version="1.0" encoding="utf-8"?><Relationships xmlns="http://schemas.openxmlformats.org/package/2006/relationships"><Relationship Type="http://schemas.openxmlformats.org/officeDocument/2006/relationships/slide" Target="/ppt/slides/slide220.xml" Id="Rc43a903eb41549e8" /><Relationship Type="http://schemas.openxmlformats.org/officeDocument/2006/relationships/notesMaster" Target="/ppt/notesMasters/notesMaster1.xml" Id="R77222a3342794d47" /></Relationships>
</file>

<file path=ppt/notesSlides/_rels/notesSlide221.xml.rels>&#65279;<?xml version="1.0" encoding="utf-8"?><Relationships xmlns="http://schemas.openxmlformats.org/package/2006/relationships"><Relationship Type="http://schemas.openxmlformats.org/officeDocument/2006/relationships/slide" Target="/ppt/slides/slide221.xml" Id="R69a6e7bf4bdd451a" /><Relationship Type="http://schemas.openxmlformats.org/officeDocument/2006/relationships/notesMaster" Target="/ppt/notesMasters/notesMaster1.xml" Id="Rddfa119a968548e6" /></Relationships>
</file>

<file path=ppt/notesSlides/_rels/notesSlide222.xml.rels>&#65279;<?xml version="1.0" encoding="utf-8"?><Relationships xmlns="http://schemas.openxmlformats.org/package/2006/relationships"><Relationship Type="http://schemas.openxmlformats.org/officeDocument/2006/relationships/slide" Target="/ppt/slides/slide222.xml" Id="Rcacc720c2c3f4820" /><Relationship Type="http://schemas.openxmlformats.org/officeDocument/2006/relationships/notesMaster" Target="/ppt/notesMasters/notesMaster1.xml" Id="R2bc53e1c243e4b8e" /></Relationships>
</file>

<file path=ppt/notesSlides/_rels/notesSlide223.xml.rels>&#65279;<?xml version="1.0" encoding="utf-8"?><Relationships xmlns="http://schemas.openxmlformats.org/package/2006/relationships"><Relationship Type="http://schemas.openxmlformats.org/officeDocument/2006/relationships/slide" Target="/ppt/slides/slide223.xml" Id="R3f172e4b57b34e47" /><Relationship Type="http://schemas.openxmlformats.org/officeDocument/2006/relationships/notesMaster" Target="/ppt/notesMasters/notesMaster1.xml" Id="Red6af849bbd6468f" /></Relationships>
</file>

<file path=ppt/notesSlides/_rels/notesSlide224.xml.rels>&#65279;<?xml version="1.0" encoding="utf-8"?><Relationships xmlns="http://schemas.openxmlformats.org/package/2006/relationships"><Relationship Type="http://schemas.openxmlformats.org/officeDocument/2006/relationships/slide" Target="/ppt/slides/slide224.xml" Id="R8f4b538f9b764a40" /><Relationship Type="http://schemas.openxmlformats.org/officeDocument/2006/relationships/notesMaster" Target="/ppt/notesMasters/notesMaster1.xml" Id="R2e7940b505f34594" /></Relationships>
</file>

<file path=ppt/notesSlides/_rels/notesSlide225.xml.rels>&#65279;<?xml version="1.0" encoding="utf-8"?><Relationships xmlns="http://schemas.openxmlformats.org/package/2006/relationships"><Relationship Type="http://schemas.openxmlformats.org/officeDocument/2006/relationships/slide" Target="/ppt/slides/slide225.xml" Id="R4c13d4bcaf874802" /><Relationship Type="http://schemas.openxmlformats.org/officeDocument/2006/relationships/notesMaster" Target="/ppt/notesMasters/notesMaster1.xml" Id="R4e242da1f5244f13" /></Relationships>
</file>

<file path=ppt/notesSlides/_rels/notesSlide226.xml.rels>&#65279;<?xml version="1.0" encoding="utf-8"?><Relationships xmlns="http://schemas.openxmlformats.org/package/2006/relationships"><Relationship Type="http://schemas.openxmlformats.org/officeDocument/2006/relationships/slide" Target="/ppt/slides/slide226.xml" Id="R91e17e4124144422" /><Relationship Type="http://schemas.openxmlformats.org/officeDocument/2006/relationships/notesMaster" Target="/ppt/notesMasters/notesMaster1.xml" Id="R266b872972d545fb" /></Relationships>
</file>

<file path=ppt/notesSlides/_rels/notesSlide227.xml.rels>&#65279;<?xml version="1.0" encoding="utf-8"?><Relationships xmlns="http://schemas.openxmlformats.org/package/2006/relationships"><Relationship Type="http://schemas.openxmlformats.org/officeDocument/2006/relationships/slide" Target="/ppt/slides/slide227.xml" Id="R8b302845fd394005" /><Relationship Type="http://schemas.openxmlformats.org/officeDocument/2006/relationships/notesMaster" Target="/ppt/notesMasters/notesMaster1.xml" Id="R934c40a3f3a5495e" /></Relationships>
</file>

<file path=ppt/notesSlides/_rels/notesSlide228.xml.rels>&#65279;<?xml version="1.0" encoding="utf-8"?><Relationships xmlns="http://schemas.openxmlformats.org/package/2006/relationships"><Relationship Type="http://schemas.openxmlformats.org/officeDocument/2006/relationships/slide" Target="/ppt/slides/slide228.xml" Id="R7ebc7c7d54b345f1" /><Relationship Type="http://schemas.openxmlformats.org/officeDocument/2006/relationships/notesMaster" Target="/ppt/notesMasters/notesMaster1.xml" Id="Rb0653dc7ba4d4f45" /></Relationships>
</file>

<file path=ppt/notesSlides/_rels/notesSlide229.xml.rels>&#65279;<?xml version="1.0" encoding="utf-8"?><Relationships xmlns="http://schemas.openxmlformats.org/package/2006/relationships"><Relationship Type="http://schemas.openxmlformats.org/officeDocument/2006/relationships/slide" Target="/ppt/slides/slide229.xml" Id="Rf3d2d140122c42eb" /><Relationship Type="http://schemas.openxmlformats.org/officeDocument/2006/relationships/notesMaster" Target="/ppt/notesMasters/notesMaster1.xml" Id="R9aa9be39e052401a" /></Relationships>
</file>

<file path=ppt/notesSlides/_rels/notesSlide230.xml.rels>&#65279;<?xml version="1.0" encoding="utf-8"?><Relationships xmlns="http://schemas.openxmlformats.org/package/2006/relationships"><Relationship Type="http://schemas.openxmlformats.org/officeDocument/2006/relationships/slide" Target="/ppt/slides/slide230.xml" Id="Rcec2a8d11fb7440d" /><Relationship Type="http://schemas.openxmlformats.org/officeDocument/2006/relationships/notesMaster" Target="/ppt/notesMasters/notesMaster1.xml" Id="R46a6aaa86f694832" /></Relationships>
</file>

<file path=ppt/notesSlides/_rels/notesSlide231.xml.rels>&#65279;<?xml version="1.0" encoding="utf-8"?><Relationships xmlns="http://schemas.openxmlformats.org/package/2006/relationships"><Relationship Type="http://schemas.openxmlformats.org/officeDocument/2006/relationships/slide" Target="/ppt/slides/slide231.xml" Id="R3d4cbc1604f74344" /><Relationship Type="http://schemas.openxmlformats.org/officeDocument/2006/relationships/notesMaster" Target="/ppt/notesMasters/notesMaster1.xml" Id="Rb6a45f520b3f4cd0" /></Relationships>
</file>

<file path=ppt/notesSlides/_rels/notesSlide232.xml.rels>&#65279;<?xml version="1.0" encoding="utf-8"?><Relationships xmlns="http://schemas.openxmlformats.org/package/2006/relationships"><Relationship Type="http://schemas.openxmlformats.org/officeDocument/2006/relationships/slide" Target="/ppt/slides/slide232.xml" Id="Re61af9d2cd894c00" /><Relationship Type="http://schemas.openxmlformats.org/officeDocument/2006/relationships/notesMaster" Target="/ppt/notesMasters/notesMaster1.xml" Id="R66466f3a06e5476b" /></Relationships>
</file>

<file path=ppt/notesSlides/_rels/notesSlide233.xml.rels>&#65279;<?xml version="1.0" encoding="utf-8"?><Relationships xmlns="http://schemas.openxmlformats.org/package/2006/relationships"><Relationship Type="http://schemas.openxmlformats.org/officeDocument/2006/relationships/slide" Target="/ppt/slides/slide233.xml" Id="R1667273ab5d849b7" /><Relationship Type="http://schemas.openxmlformats.org/officeDocument/2006/relationships/notesMaster" Target="/ppt/notesMasters/notesMaster1.xml" Id="Rf88259d3a4d0417c" /></Relationships>
</file>

<file path=ppt/notesSlides/_rels/notesSlide234.xml.rels>&#65279;<?xml version="1.0" encoding="utf-8"?><Relationships xmlns="http://schemas.openxmlformats.org/package/2006/relationships"><Relationship Type="http://schemas.openxmlformats.org/officeDocument/2006/relationships/slide" Target="/ppt/slides/slide234.xml" Id="Re9c2bdf756374d7e" /><Relationship Type="http://schemas.openxmlformats.org/officeDocument/2006/relationships/notesMaster" Target="/ppt/notesMasters/notesMaster1.xml" Id="R77a7e96e68074df3" /></Relationships>
</file>

<file path=ppt/notesSlides/_rels/notesSlide235.xml.rels>&#65279;<?xml version="1.0" encoding="utf-8"?><Relationships xmlns="http://schemas.openxmlformats.org/package/2006/relationships"><Relationship Type="http://schemas.openxmlformats.org/officeDocument/2006/relationships/slide" Target="/ppt/slides/slide235.xml" Id="Rbf8d31c049c44172" /><Relationship Type="http://schemas.openxmlformats.org/officeDocument/2006/relationships/notesMaster" Target="/ppt/notesMasters/notesMaster1.xml" Id="Rbb6cf17d86f04466" /></Relationships>
</file>

<file path=ppt/notesSlides/_rels/notesSlide236.xml.rels>&#65279;<?xml version="1.0" encoding="utf-8"?><Relationships xmlns="http://schemas.openxmlformats.org/package/2006/relationships"><Relationship Type="http://schemas.openxmlformats.org/officeDocument/2006/relationships/slide" Target="/ppt/slides/slide236.xml" Id="R2fb5aa73e69d4c76" /><Relationship Type="http://schemas.openxmlformats.org/officeDocument/2006/relationships/notesMaster" Target="/ppt/notesMasters/notesMaster1.xml" Id="Rc74adb0d03cf4fb9" /></Relationships>
</file>

<file path=ppt/notesSlides/_rels/notesSlide237.xml.rels>&#65279;<?xml version="1.0" encoding="utf-8"?><Relationships xmlns="http://schemas.openxmlformats.org/package/2006/relationships"><Relationship Type="http://schemas.openxmlformats.org/officeDocument/2006/relationships/slide" Target="/ppt/slides/slide237.xml" Id="R883d191074c6449b" /><Relationship Type="http://schemas.openxmlformats.org/officeDocument/2006/relationships/notesMaster" Target="/ppt/notesMasters/notesMaster1.xml" Id="Rf35858eb414e4102" /></Relationships>
</file>

<file path=ppt/notesSlides/_rels/notesSlide238.xml.rels>&#65279;<?xml version="1.0" encoding="utf-8"?><Relationships xmlns="http://schemas.openxmlformats.org/package/2006/relationships"><Relationship Type="http://schemas.openxmlformats.org/officeDocument/2006/relationships/slide" Target="/ppt/slides/slide238.xml" Id="R006ccb2b3f094642" /><Relationship Type="http://schemas.openxmlformats.org/officeDocument/2006/relationships/notesMaster" Target="/ppt/notesMasters/notesMaster1.xml" Id="Rcb75b16538d94994" /></Relationships>
</file>

<file path=ppt/notesSlides/_rels/notesSlide239.xml.rels>&#65279;<?xml version="1.0" encoding="utf-8"?><Relationships xmlns="http://schemas.openxmlformats.org/package/2006/relationships"><Relationship Type="http://schemas.openxmlformats.org/officeDocument/2006/relationships/slide" Target="/ppt/slides/slide239.xml" Id="Rdef662ccbbc344d9" /><Relationship Type="http://schemas.openxmlformats.org/officeDocument/2006/relationships/notesMaster" Target="/ppt/notesMasters/notesMaster1.xml" Id="Re1057cd30d5c4216" /></Relationships>
</file>

<file path=ppt/notesSlides/_rels/notesSlide240.xml.rels>&#65279;<?xml version="1.0" encoding="utf-8"?><Relationships xmlns="http://schemas.openxmlformats.org/package/2006/relationships"><Relationship Type="http://schemas.openxmlformats.org/officeDocument/2006/relationships/slide" Target="/ppt/slides/slide240.xml" Id="R2695677c45de4fa6" /><Relationship Type="http://schemas.openxmlformats.org/officeDocument/2006/relationships/notesMaster" Target="/ppt/notesMasters/notesMaster1.xml" Id="Rfd00d2fd0b3041bd" /></Relationships>
</file>

<file path=ppt/notesSlides/_rels/notesSlide241.xml.rels>&#65279;<?xml version="1.0" encoding="utf-8"?><Relationships xmlns="http://schemas.openxmlformats.org/package/2006/relationships"><Relationship Type="http://schemas.openxmlformats.org/officeDocument/2006/relationships/slide" Target="/ppt/slides/slide241.xml" Id="R3b875b4b31b949c5" /><Relationship Type="http://schemas.openxmlformats.org/officeDocument/2006/relationships/notesMaster" Target="/ppt/notesMasters/notesMaster1.xml" Id="Rfcad50cf8f2c4ad7" /></Relationships>
</file>

<file path=ppt/notesSlides/_rels/notesSlide242.xml.rels>&#65279;<?xml version="1.0" encoding="utf-8"?><Relationships xmlns="http://schemas.openxmlformats.org/package/2006/relationships"><Relationship Type="http://schemas.openxmlformats.org/officeDocument/2006/relationships/slide" Target="/ppt/slides/slide242.xml" Id="Rced2359b14b5485d" /><Relationship Type="http://schemas.openxmlformats.org/officeDocument/2006/relationships/notesMaster" Target="/ppt/notesMasters/notesMaster1.xml" Id="R948a1fd2d5b64f28" /></Relationships>
</file>

<file path=ppt/notesSlides/_rels/notesSlide243.xml.rels>&#65279;<?xml version="1.0" encoding="utf-8"?><Relationships xmlns="http://schemas.openxmlformats.org/package/2006/relationships"><Relationship Type="http://schemas.openxmlformats.org/officeDocument/2006/relationships/slide" Target="/ppt/slides/slide243.xml" Id="R563f25f082764c8c" /><Relationship Type="http://schemas.openxmlformats.org/officeDocument/2006/relationships/notesMaster" Target="/ppt/notesMasters/notesMaster1.xml" Id="Racadc9b6b3cd46c3" /></Relationships>
</file>

<file path=ppt/notesSlides/_rels/notesSlide244.xml.rels>&#65279;<?xml version="1.0" encoding="utf-8"?><Relationships xmlns="http://schemas.openxmlformats.org/package/2006/relationships"><Relationship Type="http://schemas.openxmlformats.org/officeDocument/2006/relationships/slide" Target="/ppt/slides/slide244.xml" Id="R1b09cbde1e86405c" /><Relationship Type="http://schemas.openxmlformats.org/officeDocument/2006/relationships/notesMaster" Target="/ppt/notesMasters/notesMaster1.xml" Id="R7c355012b3da4574" /></Relationships>
</file>

<file path=ppt/notesSlides/_rels/notesSlide245.xml.rels>&#65279;<?xml version="1.0" encoding="utf-8"?><Relationships xmlns="http://schemas.openxmlformats.org/package/2006/relationships"><Relationship Type="http://schemas.openxmlformats.org/officeDocument/2006/relationships/slide" Target="/ppt/slides/slide245.xml" Id="R5ce39206ffed47a0" /><Relationship Type="http://schemas.openxmlformats.org/officeDocument/2006/relationships/notesMaster" Target="/ppt/notesMasters/notesMaster1.xml" Id="R978732c657e14598" /></Relationships>
</file>

<file path=ppt/notesSlides/_rels/notesSlide246.xml.rels>&#65279;<?xml version="1.0" encoding="utf-8"?><Relationships xmlns="http://schemas.openxmlformats.org/package/2006/relationships"><Relationship Type="http://schemas.openxmlformats.org/officeDocument/2006/relationships/slide" Target="/ppt/slides/slide246.xml" Id="R28de87350eb549d0" /><Relationship Type="http://schemas.openxmlformats.org/officeDocument/2006/relationships/notesMaster" Target="/ppt/notesMasters/notesMaster1.xml" Id="Rca2e28e330c64cf0" /></Relationships>
</file>

<file path=ppt/notesSlides/_rels/notesSlide247.xml.rels>&#65279;<?xml version="1.0" encoding="utf-8"?><Relationships xmlns="http://schemas.openxmlformats.org/package/2006/relationships"><Relationship Type="http://schemas.openxmlformats.org/officeDocument/2006/relationships/slide" Target="/ppt/slides/slide247.xml" Id="R2d6d354c34b0476e" /><Relationship Type="http://schemas.openxmlformats.org/officeDocument/2006/relationships/notesMaster" Target="/ppt/notesMasters/notesMaster1.xml" Id="Rf71622fb39c347f2" /></Relationships>
</file>

<file path=ppt/notesSlides/_rels/notesSlide248.xml.rels>&#65279;<?xml version="1.0" encoding="utf-8"?><Relationships xmlns="http://schemas.openxmlformats.org/package/2006/relationships"><Relationship Type="http://schemas.openxmlformats.org/officeDocument/2006/relationships/slide" Target="/ppt/slides/slide248.xml" Id="R0baee95a18cd4a05" /><Relationship Type="http://schemas.openxmlformats.org/officeDocument/2006/relationships/notesMaster" Target="/ppt/notesMasters/notesMaster1.xml" Id="R94c8a3a352154db9" /></Relationships>
</file>

<file path=ppt/notesSlides/_rels/notesSlide249.xml.rels>&#65279;<?xml version="1.0" encoding="utf-8"?><Relationships xmlns="http://schemas.openxmlformats.org/package/2006/relationships"><Relationship Type="http://schemas.openxmlformats.org/officeDocument/2006/relationships/slide" Target="/ppt/slides/slide249.xml" Id="R2453813efd13469f" /><Relationship Type="http://schemas.openxmlformats.org/officeDocument/2006/relationships/notesMaster" Target="/ppt/notesMasters/notesMaster1.xml" Id="R3ae1ecc793004db4" /></Relationships>
</file>

<file path=ppt/notesSlides/_rels/notesSlide250.xml.rels>&#65279;<?xml version="1.0" encoding="utf-8"?><Relationships xmlns="http://schemas.openxmlformats.org/package/2006/relationships"><Relationship Type="http://schemas.openxmlformats.org/officeDocument/2006/relationships/slide" Target="/ppt/slides/slide250.xml" Id="R0cfdff5502464b8f" /><Relationship Type="http://schemas.openxmlformats.org/officeDocument/2006/relationships/notesMaster" Target="/ppt/notesMasters/notesMaster1.xml" Id="R1424299763de4231" /></Relationships>
</file>

<file path=ppt/notesSlides/_rels/notesSlide251.xml.rels>&#65279;<?xml version="1.0" encoding="utf-8"?><Relationships xmlns="http://schemas.openxmlformats.org/package/2006/relationships"><Relationship Type="http://schemas.openxmlformats.org/officeDocument/2006/relationships/slide" Target="/ppt/slides/slide251.xml" Id="Rd52ba27c04204c48" /><Relationship Type="http://schemas.openxmlformats.org/officeDocument/2006/relationships/notesMaster" Target="/ppt/notesMasters/notesMaster1.xml" Id="Ra46ae8c2922e4416" /></Relationships>
</file>

<file path=ppt/notesSlides/_rels/notesSlide252.xml.rels>&#65279;<?xml version="1.0" encoding="utf-8"?><Relationships xmlns="http://schemas.openxmlformats.org/package/2006/relationships"><Relationship Type="http://schemas.openxmlformats.org/officeDocument/2006/relationships/slide" Target="/ppt/slides/slide252.xml" Id="Rde9407b2d9ac43f8" /><Relationship Type="http://schemas.openxmlformats.org/officeDocument/2006/relationships/notesMaster" Target="/ppt/notesMasters/notesMaster1.xml" Id="R9838d031cbf4456b" /></Relationships>
</file>

<file path=ppt/notesSlides/_rels/notesSlide253.xml.rels>&#65279;<?xml version="1.0" encoding="utf-8"?><Relationships xmlns="http://schemas.openxmlformats.org/package/2006/relationships"><Relationship Type="http://schemas.openxmlformats.org/officeDocument/2006/relationships/slide" Target="/ppt/slides/slide253.xml" Id="Rc04d1cc505104a50" /><Relationship Type="http://schemas.openxmlformats.org/officeDocument/2006/relationships/notesMaster" Target="/ppt/notesMasters/notesMaster1.xml" Id="Recc6e6023dde46f1" /></Relationships>
</file>

<file path=ppt/notesSlides/_rels/notesSlide254.xml.rels>&#65279;<?xml version="1.0" encoding="utf-8"?><Relationships xmlns="http://schemas.openxmlformats.org/package/2006/relationships"><Relationship Type="http://schemas.openxmlformats.org/officeDocument/2006/relationships/slide" Target="/ppt/slides/slide254.xml" Id="R4c89a41bfbd74c42" /><Relationship Type="http://schemas.openxmlformats.org/officeDocument/2006/relationships/notesMaster" Target="/ppt/notesMasters/notesMaster1.xml" Id="Rf2fe38b2f8704ea7" /></Relationships>
</file>

<file path=ppt/notesSlides/_rels/notesSlide255.xml.rels>&#65279;<?xml version="1.0" encoding="utf-8"?><Relationships xmlns="http://schemas.openxmlformats.org/package/2006/relationships"><Relationship Type="http://schemas.openxmlformats.org/officeDocument/2006/relationships/slide" Target="/ppt/slides/slide255.xml" Id="R4c543a60d68144f1" /><Relationship Type="http://schemas.openxmlformats.org/officeDocument/2006/relationships/notesMaster" Target="/ppt/notesMasters/notesMaster1.xml" Id="R5cd9ec8f5a0048e4" /></Relationships>
</file>

<file path=ppt/notesSlides/_rels/notesSlide256.xml.rels>&#65279;<?xml version="1.0" encoding="utf-8"?><Relationships xmlns="http://schemas.openxmlformats.org/package/2006/relationships"><Relationship Type="http://schemas.openxmlformats.org/officeDocument/2006/relationships/slide" Target="/ppt/slides/slide256.xml" Id="R6bed157652b84b68" /><Relationship Type="http://schemas.openxmlformats.org/officeDocument/2006/relationships/notesMaster" Target="/ppt/notesMasters/notesMaster1.xml" Id="Rfc8fff37091f4074" /></Relationships>
</file>

<file path=ppt/notesSlides/_rels/notesSlide257.xml.rels>&#65279;<?xml version="1.0" encoding="utf-8"?><Relationships xmlns="http://schemas.openxmlformats.org/package/2006/relationships"><Relationship Type="http://schemas.openxmlformats.org/officeDocument/2006/relationships/slide" Target="/ppt/slides/slide257.xml" Id="R0343ffc259244c31" /><Relationship Type="http://schemas.openxmlformats.org/officeDocument/2006/relationships/notesMaster" Target="/ppt/notesMasters/notesMaster1.xml" Id="Rb2a1e54847374a46" /></Relationships>
</file>

<file path=ppt/notesSlides/_rels/notesSlide258.xml.rels>&#65279;<?xml version="1.0" encoding="utf-8"?><Relationships xmlns="http://schemas.openxmlformats.org/package/2006/relationships"><Relationship Type="http://schemas.openxmlformats.org/officeDocument/2006/relationships/slide" Target="/ppt/slides/slide258.xml" Id="R9202f635381a46b9" /><Relationship Type="http://schemas.openxmlformats.org/officeDocument/2006/relationships/notesMaster" Target="/ppt/notesMasters/notesMaster1.xml" Id="R45ee6e48b8174cf6" /></Relationships>
</file>

<file path=ppt/notesSlides/_rels/notesSlide259.xml.rels>&#65279;<?xml version="1.0" encoding="utf-8"?><Relationships xmlns="http://schemas.openxmlformats.org/package/2006/relationships"><Relationship Type="http://schemas.openxmlformats.org/officeDocument/2006/relationships/slide" Target="/ppt/slides/slide259.xml" Id="Rb5637442aee64a39" /><Relationship Type="http://schemas.openxmlformats.org/officeDocument/2006/relationships/notesMaster" Target="/ppt/notesMasters/notesMaster1.xml" Id="R39c6c6f00b4b4711" /></Relationships>
</file>

<file path=ppt/notesSlides/_rels/notesSlide260.xml.rels>&#65279;<?xml version="1.0" encoding="utf-8"?><Relationships xmlns="http://schemas.openxmlformats.org/package/2006/relationships"><Relationship Type="http://schemas.openxmlformats.org/officeDocument/2006/relationships/slide" Target="/ppt/slides/slide260.xml" Id="Rdc3d081f39e944f3" /><Relationship Type="http://schemas.openxmlformats.org/officeDocument/2006/relationships/notesMaster" Target="/ppt/notesMasters/notesMaster1.xml" Id="Re9c21aa07a0242c6" /></Relationships>
</file>

<file path=ppt/notesSlides/_rels/notesSlide261.xml.rels>&#65279;<?xml version="1.0" encoding="utf-8"?><Relationships xmlns="http://schemas.openxmlformats.org/package/2006/relationships"><Relationship Type="http://schemas.openxmlformats.org/officeDocument/2006/relationships/slide" Target="/ppt/slides/slide261.xml" Id="Re0e2e9edd6fc4969" /><Relationship Type="http://schemas.openxmlformats.org/officeDocument/2006/relationships/notesMaster" Target="/ppt/notesMasters/notesMaster1.xml" Id="R99b25b459efd4e7b" /></Relationships>
</file>

<file path=ppt/notesSlides/_rels/notesSlide262.xml.rels>&#65279;<?xml version="1.0" encoding="utf-8"?><Relationships xmlns="http://schemas.openxmlformats.org/package/2006/relationships"><Relationship Type="http://schemas.openxmlformats.org/officeDocument/2006/relationships/slide" Target="/ppt/slides/slide262.xml" Id="R8b7cf2d2067a4d05" /><Relationship Type="http://schemas.openxmlformats.org/officeDocument/2006/relationships/notesMaster" Target="/ppt/notesMasters/notesMaster1.xml" Id="R3b62b58a6ac74edf" /></Relationships>
</file>

<file path=ppt/notesSlides/_rels/notesSlide263.xml.rels>&#65279;<?xml version="1.0" encoding="utf-8"?><Relationships xmlns="http://schemas.openxmlformats.org/package/2006/relationships"><Relationship Type="http://schemas.openxmlformats.org/officeDocument/2006/relationships/slide" Target="/ppt/slides/slide263.xml" Id="R675d0509b98940ee" /><Relationship Type="http://schemas.openxmlformats.org/officeDocument/2006/relationships/notesMaster" Target="/ppt/notesMasters/notesMaster1.xml" Id="R1955e75279ce4fab" /></Relationships>
</file>

<file path=ppt/notesSlides/_rels/notesSlide264.xml.rels>&#65279;<?xml version="1.0" encoding="utf-8"?><Relationships xmlns="http://schemas.openxmlformats.org/package/2006/relationships"><Relationship Type="http://schemas.openxmlformats.org/officeDocument/2006/relationships/slide" Target="/ppt/slides/slide264.xml" Id="Rd97d0408b5644d92" /><Relationship Type="http://schemas.openxmlformats.org/officeDocument/2006/relationships/notesMaster" Target="/ppt/notesMasters/notesMaster1.xml" Id="Rd42ea340d3cf46c9" /></Relationships>
</file>

<file path=ppt/notesSlides/_rels/notesSlide265.xml.rels>&#65279;<?xml version="1.0" encoding="utf-8"?><Relationships xmlns="http://schemas.openxmlformats.org/package/2006/relationships"><Relationship Type="http://schemas.openxmlformats.org/officeDocument/2006/relationships/slide" Target="/ppt/slides/slide265.xml" Id="R750e46a93f7740e3" /><Relationship Type="http://schemas.openxmlformats.org/officeDocument/2006/relationships/notesMaster" Target="/ppt/notesMasters/notesMaster1.xml" Id="Rd9c3d91a5efa4396" /></Relationships>
</file>

<file path=ppt/notesSlides/_rels/notesSlide266.xml.rels>&#65279;<?xml version="1.0" encoding="utf-8"?><Relationships xmlns="http://schemas.openxmlformats.org/package/2006/relationships"><Relationship Type="http://schemas.openxmlformats.org/officeDocument/2006/relationships/slide" Target="/ppt/slides/slide266.xml" Id="R61c27f03d0494e02" /><Relationship Type="http://schemas.openxmlformats.org/officeDocument/2006/relationships/notesMaster" Target="/ppt/notesMasters/notesMaster1.xml" Id="Rff020f9fac304092" /></Relationships>
</file>

<file path=ppt/notesSlides/_rels/notesSlide267.xml.rels>&#65279;<?xml version="1.0" encoding="utf-8"?><Relationships xmlns="http://schemas.openxmlformats.org/package/2006/relationships"><Relationship Type="http://schemas.openxmlformats.org/officeDocument/2006/relationships/slide" Target="/ppt/slides/slide267.xml" Id="R0caae3224ba3435d" /><Relationship Type="http://schemas.openxmlformats.org/officeDocument/2006/relationships/notesMaster" Target="/ppt/notesMasters/notesMaster1.xml" Id="Rb2356b789b8c46a2" /></Relationships>
</file>

<file path=ppt/notesSlides/_rels/notesSlide268.xml.rels>&#65279;<?xml version="1.0" encoding="utf-8"?><Relationships xmlns="http://schemas.openxmlformats.org/package/2006/relationships"><Relationship Type="http://schemas.openxmlformats.org/officeDocument/2006/relationships/slide" Target="/ppt/slides/slide268.xml" Id="Rda156f494f294565" /><Relationship Type="http://schemas.openxmlformats.org/officeDocument/2006/relationships/notesMaster" Target="/ppt/notesMasters/notesMaster1.xml" Id="Raf73cb258cbf4918" /></Relationships>
</file>

<file path=ppt/notesSlides/_rels/notesSlide269.xml.rels>&#65279;<?xml version="1.0" encoding="utf-8"?><Relationships xmlns="http://schemas.openxmlformats.org/package/2006/relationships"><Relationship Type="http://schemas.openxmlformats.org/officeDocument/2006/relationships/slide" Target="/ppt/slides/slide269.xml" Id="R47a1fde91e784ebc" /><Relationship Type="http://schemas.openxmlformats.org/officeDocument/2006/relationships/notesMaster" Target="/ppt/notesMasters/notesMaster1.xml" Id="Rd8d1445c75834c31" /></Relationships>
</file>

<file path=ppt/notesSlides/_rels/notesSlide270.xml.rels>&#65279;<?xml version="1.0" encoding="utf-8"?><Relationships xmlns="http://schemas.openxmlformats.org/package/2006/relationships"><Relationship Type="http://schemas.openxmlformats.org/officeDocument/2006/relationships/slide" Target="/ppt/slides/slide270.xml" Id="R21747fe2fee24d15" /><Relationship Type="http://schemas.openxmlformats.org/officeDocument/2006/relationships/notesMaster" Target="/ppt/notesMasters/notesMaster1.xml" Id="Ra0558939cb1e447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1/3 · AI Agent를 만드는 일은, 책임 경계를 그리는 일</a:t>
            </a:r>
          </a:p>
          <a:p xmlns:a="http://schemas.openxmlformats.org/drawingml/2006/main">
            <a:r>
              <a:t>이 장표의 역할: 과정 표지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오프닝 2분. 40시간 동안 하나의 검증 가능한 업무 Agent를 완성한다고 선언한다.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1/3 · AI Agent를 만드는 일은, 책임 경계를 그리는 일</a:t>
            </a:r>
          </a:p>
          <a:p xmlns:a="http://schemas.openxmlformats.org/drawingml/2006/main">
            <a:r>
              <a:t>이 장표의 역할: 첫날 운영 안내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수업 시작 전에 12-13시에 점심시간을 드리지 못하는 사유를 설명하고 사과한다. 쉬는 시간은 각 수업 구간의 맨 끝인 11:30–12:00, 13:40–14:00, 17:00–17:30에 배정한다.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1/3 · AI Agent를 만드는 일은, 책임 경계를 그리는 일</a:t>
            </a:r>
          </a:p>
          <a:p xmlns:a="http://schemas.openxmlformats.org/drawingml/2006/main">
            <a:r>
              <a:t>이 장표의 역할: 표·영상·언어를 거쳐, 지금은 Agent 제품을 만듭니다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금융→의료→교육→이커머스를 데이터 형태와 제품 책임의 확장으로 설명한다.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1/3 · AI Agent를 만드는 일은, 책임 경계를 그리는 일</a:t>
            </a:r>
          </a:p>
          <a:p xmlns:a="http://schemas.openxmlformats.org/drawingml/2006/main">
            <a:r>
              <a:t>이 장표의 역할: 먼저 네 단어의 역할만 잡고 갑니다 · 통합 용어표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네 용어를 개별 장표로 반복하지 않고 한 표에서 역할 차이를 비교한다.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https://docs.langchain.com/oss/python/langchain/overview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1/3 · AI Agent를 만드는 일은, 책임 경계를 그리는 일</a:t>
            </a:r>
          </a:p>
          <a:p xmlns:a="http://schemas.openxmlformats.org/drawingml/2006/main">
            <a:r>
              <a:t>이 장표의 역할: 40시간 뒤 남아야 할 것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1/3 · AI Agent를 만드는 일은, 책임 경계를 그리는 일</a:t>
            </a:r>
          </a:p>
          <a:p xmlns:a="http://schemas.openxmlformats.org/drawingml/2006/main">
            <a:r>
              <a:t>이 장표의 역할: 재직자와 구직자는 같은 기술을 다르게 증명한다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1/3 · AI Agent를 만드는 일은, 책임 경계를 그리는 일</a:t>
            </a:r>
          </a:p>
          <a:p xmlns:a="http://schemas.openxmlformats.org/drawingml/2006/main">
            <a:r>
              <a:t>이 장표의 역할: 수업 운영 루프 · SEE–COPY–BREAK–PROVE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1/3 · AI Agent를 만드는 일은, 책임 경계를 그리는 일</a:t>
            </a:r>
          </a:p>
          <a:p xmlns:a="http://schemas.openxmlformats.org/drawingml/2006/main">
            <a:r>
              <a:t>이 장표의 역할: 질문을 디버깅 정보로 바꾸기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1/3 · AI Agent를 만드는 일은, 책임 경계를 그리는 일</a:t>
            </a:r>
          </a:p>
          <a:p xmlns:a="http://schemas.openxmlformats.org/drawingml/2006/main">
            <a:r>
              <a:t>이 장표의 역할: 실습 속도 세 개 lane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1/3 · AI Agent를 만드는 일은, 책임 경계를 그리는 일</a:t>
            </a:r>
          </a:p>
          <a:p xmlns:a="http://schemas.openxmlformats.org/drawingml/2006/main">
            <a:r>
              <a:t>이 장표의 역할: 완료 증거의 순서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1/3 · AI Agent를 만드는 일은, 책임 경계를 그리는 일</a:t>
            </a:r>
          </a:p>
          <a:p xmlns:a="http://schemas.openxmlformats.org/drawingml/2006/main">
            <a:r>
              <a:t>이 장표의 역할: AI Agent를 만드는 일은, 책임 경계를 그리는 일 도구 선택표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툴 이름을 나열하지 않고 역할·선택 이유·대안과의 차이를 먼저 비교한다.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https://developers.openai.com/codex/cli/</a:t>
            </a:r>
          </a:p>
          <a:p xmlns:a="http://schemas.openxmlformats.org/drawingml/2006/main">
            <a:r>
              <a:t>- https://docs.anthropic.com/en/docs/claude-code/overview</a:t>
            </a:r>
          </a:p>
          <a:p xmlns:a="http://schemas.openxmlformats.org/drawingml/2006/main">
            <a:r>
              <a:t>- local://llm-agent-and-workflow-automation</a:t>
            </a:r>
          </a:p>
          <a:p xmlns:a="http://schemas.openxmlformats.org/drawingml/2006/main">
            <a:r>
              <a:t>- local://src/day1_agent.py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1/3 · AI Agent를 만드는 일은, 책임 경계를 그리는 일</a:t>
            </a:r>
          </a:p>
          <a:p xmlns:a="http://schemas.openxmlformats.org/drawingml/2006/main">
            <a:r>
              <a:t>이 장표의 역할: Codex CLI · 저장소를 읽고 실행하는 Agent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https://developers.openai.com/codex/cli/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1/3 · AI Agent를 만드는 일은, 책임 경계를 그리는 일</a:t>
            </a:r>
          </a:p>
          <a:p xmlns:a="http://schemas.openxmlformats.org/drawingml/2006/main">
            <a:r>
              <a:t>이 장표의 역할: Claude Code · 터미널 중심 Harness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https://docs.anthropic.com/en/docs/claude-code/overview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1/3 · AI Agent를 만드는 일은, 책임 경계를 그리는 일</a:t>
            </a:r>
          </a:p>
          <a:p xmlns:a="http://schemas.openxmlformats.org/drawingml/2006/main">
            <a:r>
              <a:t>이 장표의 역할: 실제 VS Code 저장소 · 수업의 출발 화면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local://llm-agent-and-workflow-automation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1/3 · AI Agent를 만드는 일은, 책임 경계를 그리는 일</a:t>
            </a:r>
          </a:p>
          <a:p xmlns:a="http://schemas.openxmlformats.org/drawingml/2006/main">
            <a:r>
              <a:t>이 장표의 역할: 실제 Agent 코드 · 표준 라이브러리부터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local://src/day1_agent.py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1/3 · AI Agent를 만드는 일은, 책임 경계를 그리는 일</a:t>
            </a:r>
          </a:p>
          <a:p xmlns:a="http://schemas.openxmlformats.org/drawingml/2006/main">
            <a:r>
              <a:t>이 장표의 역할: 작업 요청을 먼저 spec으로 고정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1/3 · AI Agent를 만드는 일은, 책임 경계를 그리는 일</a:t>
            </a:r>
          </a:p>
          <a:p xmlns:a="http://schemas.openxmlformats.org/drawingml/2006/main">
            <a:r>
              <a:t>이 장표의 역할: Agent의 최소 반복 구조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1/3 · AI Agent를 만드는 일은, 책임 경계를 그리는 일</a:t>
            </a:r>
          </a:p>
          <a:p xmlns:a="http://schemas.openxmlformats.org/drawingml/2006/main">
            <a:r>
              <a:t>이 장표의 역할: Day 1 완료조건을 명령으로 표현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1/3 · AI Agent를 만드는 일은, 책임 경계를 그리는 일</a:t>
            </a:r>
          </a:p>
          <a:p xmlns:a="http://schemas.openxmlformats.org/drawingml/2006/main">
            <a:r>
              <a:t>이 장표의 역할: 저장소가 말해주는 역할 분리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1/3 · AI Agent를 만드는 일은, 책임 경계를 그리는 일</a:t>
            </a:r>
          </a:p>
          <a:p xmlns:a="http://schemas.openxmlformats.org/drawingml/2006/main">
            <a:r>
              <a:t>이 장표의 역할: 완성보다 작은 checkpoint를 먼저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1/3 · AI Agent를 만드는 일은, 책임 경계를 그리는 일</a:t>
            </a:r>
          </a:p>
          <a:p xmlns:a="http://schemas.openxmlformats.org/drawingml/2006/main">
            <a:r>
              <a:t>이 장표의 역할: 실습 1 · 내 반복 업무 한 문장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06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1/3 · AI Agent를 만드는 일은, 책임 경계를 그리는 일</a:t>
            </a:r>
          </a:p>
          <a:p xmlns:a="http://schemas.openxmlformats.org/drawingml/2006/main">
            <a:r>
              <a:t>이 장표의 역할: 실습 2 · 재직자/구직자 트랙 선택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05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1/3 · AI Agent를 만드는 일은, 책임 경계를 그리는 일</a:t>
            </a:r>
          </a:p>
          <a:p xmlns:a="http://schemas.openxmlformats.org/drawingml/2006/main">
            <a:r>
              <a:t>이 장표의 역할: 실습 3 · 최종 데모 역산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08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1/3 · AI Agent를 만드는 일은, 책임 경계를 그리는 일</a:t>
            </a:r>
          </a:p>
          <a:p xmlns:a="http://schemas.openxmlformats.org/drawingml/2006/main">
            <a:r>
              <a:t>이 장표의 역할: 실습 4 · 환경 신호등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06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1/3 · AI Agent를 만드는 일은, 책임 경계를 그리는 일</a:t>
            </a:r>
          </a:p>
          <a:p xmlns:a="http://schemas.openxmlformats.org/drawingml/2006/main">
            <a:r>
              <a:t>이 장표의 역할: 실패 1 · 문제 범위가 너무 크다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1/3 · AI Agent를 만드는 일은, 책임 경계를 그리는 일</a:t>
            </a:r>
          </a:p>
          <a:p xmlns:a="http://schemas.openxmlformats.org/drawingml/2006/main">
            <a:r>
              <a:t>이 장표의 역할: 실패 2 · 실제 회사 데이터를 가져온다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1/3 · AI Agent를 만드는 일은, 책임 경계를 그리는 일</a:t>
            </a:r>
          </a:p>
          <a:p xmlns:a="http://schemas.openxmlformats.org/drawingml/2006/main">
            <a:r>
              <a:t>이 장표의 역할: 실패 3 · 모델 선택부터 시작한다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1/3 · AI Agent를 만드는 일은, 책임 경계를 그리는 일</a:t>
            </a:r>
          </a:p>
          <a:p xmlns:a="http://schemas.openxmlformats.org/drawingml/2006/main">
            <a:r>
              <a:t>이 장표의 역할: 재직자 · 현업 PoC 승인 관점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1/3 · AI Agent를 만드는 일은, 책임 경계를 그리는 일</a:t>
            </a:r>
          </a:p>
          <a:p xmlns:a="http://schemas.openxmlformats.org/drawingml/2006/main">
            <a:r>
              <a:t>이 장표의 역할: Gate 1 · 범위를 줄일 수 있습니까?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1분 개인 정리 → 2분 짝 설명 → 2명 전체 공유 순서로 진행한다.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Calling은 실행 권한을 설계하는 일</a:t>
            </a:r>
          </a:p>
          <a:p xmlns:a="http://schemas.openxmlformats.org/drawingml/2006/main">
            <a:r>
              <a:t>이 장표의 역할: 시간대 구간 표지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이 시간에 손에 남길 파일·명령·판단 기준을 먼저 읽는다.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Calling은 실행 권한을 설계하는 일</a:t>
            </a:r>
          </a:p>
          <a:p xmlns:a="http://schemas.openxmlformats.org/drawingml/2006/main">
            <a:r>
              <a:t>이 장표의 역할: 시간대 지도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필수 본편은 개념·화면·따라하기·증거다. 실패·복구와 확장은 반 속도에 맞춰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Calling은 실행 권한을 설계하는 일</a:t>
            </a:r>
          </a:p>
          <a:p xmlns:a="http://schemas.openxmlformats.org/drawingml/2006/main">
            <a:r>
              <a:t>이 장표의 역할: 실행 전에 알아야 할 네 가지 계약 · 통합 용어표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네 용어를 개별 장표로 반복하지 않고 한 표에서 역할 차이를 비교한다.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Calling은 실행 권한을 설계하는 일</a:t>
            </a:r>
          </a:p>
          <a:p xmlns:a="http://schemas.openxmlformats.org/drawingml/2006/main">
            <a:r>
              <a:t>이 장표의 역할: Tool Calling은 실행 권한의 계약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Calling은 실행 권한을 설계하는 일</a:t>
            </a:r>
          </a:p>
          <a:p xmlns:a="http://schemas.openxmlformats.org/drawingml/2006/main">
            <a:r>
              <a:t>이 장표의 역할: Schema는 문서이자 방화벽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Calling은 실행 권한을 설계하는 일</a:t>
            </a:r>
          </a:p>
          <a:p xmlns:a="http://schemas.openxmlformats.org/drawingml/2006/main">
            <a:r>
              <a:t>이 장표의 역할: Registry가 실행 가능한 세계를 제한한다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Calling은 실행 권한을 설계하는 일</a:t>
            </a:r>
          </a:p>
          <a:p xmlns:a="http://schemas.openxmlformats.org/drawingml/2006/main">
            <a:r>
              <a:t>이 장표의 역할: 최소 권한은 기능을 줄이는 설계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Calling은 실행 권한을 설계하는 일</a:t>
            </a:r>
          </a:p>
          <a:p xmlns:a="http://schemas.openxmlformats.org/drawingml/2006/main">
            <a:r>
              <a:t>이 장표의 역할: Validation은 실행 전에 끝낸다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Calling은 실행 권한을 설계하는 일</a:t>
            </a:r>
          </a:p>
          <a:p xmlns:a="http://schemas.openxmlformats.org/drawingml/2006/main">
            <a:r>
              <a:t>이 장표의 역할: 오류도 정상적인 결과 형식이다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Calling은 실행 권한을 설계하는 일</a:t>
            </a:r>
          </a:p>
          <a:p xmlns:a="http://schemas.openxmlformats.org/drawingml/2006/main">
            <a:r>
              <a:t>이 장표의 역할: Read와 Write는 위험도가 다르다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Calling은 실행 권한을 설계하는 일</a:t>
            </a:r>
          </a:p>
          <a:p xmlns:a="http://schemas.openxmlformats.org/drawingml/2006/main">
            <a:r>
              <a:t>이 장표의 역할: Audit event가 설명 가능성을 만든다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Calling은 실행 권한을 설계하는 일</a:t>
            </a:r>
          </a:p>
          <a:p xmlns:a="http://schemas.openxmlformats.org/drawingml/2006/main">
            <a:r>
              <a:t>이 장표의 역할: Tool 호출의 4단계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Calling은 실행 권한을 설계하는 일</a:t>
            </a:r>
          </a:p>
          <a:p xmlns:a="http://schemas.openxmlformats.org/drawingml/2006/main">
            <a:r>
              <a:t>이 장표의 역할: Schema를 만드는 순서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Calling은 실행 권한을 설계하는 일</a:t>
            </a:r>
          </a:p>
          <a:p xmlns:a="http://schemas.openxmlformats.org/drawingml/2006/main">
            <a:r>
              <a:t>이 장표의 역할: 파일 도구의 경로 검증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Calling은 실행 권한을 설계하는 일</a:t>
            </a:r>
          </a:p>
          <a:p xmlns:a="http://schemas.openxmlformats.org/drawingml/2006/main">
            <a:r>
              <a:t>이 장표의 역할: 오류 분류 결정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Calling은 실행 권한을 설계하는 일</a:t>
            </a:r>
          </a:p>
          <a:p xmlns:a="http://schemas.openxmlformats.org/drawingml/2006/main">
            <a:r>
              <a:t>이 장표의 역할: 테스트 설계 순서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Calling은 실행 권한을 설계하는 일</a:t>
            </a:r>
          </a:p>
          <a:p xmlns:a="http://schemas.openxmlformats.org/drawingml/2006/main">
            <a:r>
              <a:t>이 장표의 역할: 단계별 화면 지도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화면을 보기 전에 전체 경로와 마지막 성공 신호를 먼저 공유한다.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https://docs.ollama.com/api/introduction</a:t>
            </a:r>
          </a:p>
          <a:p xmlns:a="http://schemas.openxmlformats.org/drawingml/2006/main">
            <a:r>
              <a:t>- https://docs.github.com/en/rest/authentication/authenticating-to-the-rest-api</a:t>
            </a:r>
          </a:p>
          <a:p xmlns:a="http://schemas.openxmlformats.org/drawingml/2006/main">
            <a:r>
              <a:t>- https://docs.pytest.org/en/stable/getting-started.html</a:t>
            </a:r>
          </a:p>
          <a:p xmlns:a="http://schemas.openxmlformats.org/drawingml/2006/main">
            <a:r>
              <a:t>- local://python3-m-pytest-q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Calling은 실행 권한을 설계하는 일</a:t>
            </a:r>
          </a:p>
          <a:p xmlns:a="http://schemas.openxmlformats.org/drawingml/2006/main">
            <a:r>
              <a:t>이 장표의 역할: Ollama API · 호출 형식을 공식 문서로 확인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https://docs.ollama.com/api/introduction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Calling은 실행 권한을 설계하는 일</a:t>
            </a:r>
          </a:p>
          <a:p xmlns:a="http://schemas.openxmlformats.org/drawingml/2006/main">
            <a:r>
              <a:t>이 장표의 역할: GitHub REST · 인증은 코드와 분리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https://docs.github.com/en/rest/authentication/authenticating-to-the-rest-api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Calling은 실행 권한을 설계하는 일</a:t>
            </a:r>
          </a:p>
          <a:p xmlns:a="http://schemas.openxmlformats.org/drawingml/2006/main">
            <a:r>
              <a:t>이 장표의 역할: pytest · 실패를 재현하는 가장 작은 도구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https://docs.pytest.org/en/stable/getting-started.html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Calling은 실행 권한을 설계하는 일</a:t>
            </a:r>
          </a:p>
          <a:p xmlns:a="http://schemas.openxmlformats.org/drawingml/2006/main">
            <a:r>
              <a:t>이 장표의 역할: 실제 실행 · 9 tests 통과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local://python3-m-pytest-q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Calling은 실행 권한을 설계하는 일</a:t>
            </a:r>
          </a:p>
          <a:p xmlns:a="http://schemas.openxmlformats.org/drawingml/2006/main">
            <a:r>
              <a:t>이 장표의 역할: 도구 schema · 허용 입력만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Calling은 실행 권한을 설계하는 일</a:t>
            </a:r>
          </a:p>
          <a:p xmlns:a="http://schemas.openxmlformats.org/drawingml/2006/main">
            <a:r>
              <a:t>이 장표의 역할: 예상 밖 인자를 차단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Calling은 실행 권한을 설계하는 일</a:t>
            </a:r>
          </a:p>
          <a:p xmlns:a="http://schemas.openxmlformats.org/drawingml/2006/main">
            <a:r>
              <a:t>이 장표의 역할: 경로 이탈을 막는 guard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Calling은 실행 권한을 설계하는 일</a:t>
            </a:r>
          </a:p>
          <a:p xmlns:a="http://schemas.openxmlformats.org/drawingml/2006/main">
            <a:r>
              <a:t>이 장표의 역할: 오류를 공통 result로 정규화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Calling은 실행 권한을 설계하는 일</a:t>
            </a:r>
          </a:p>
          <a:p xmlns:a="http://schemas.openxmlformats.org/drawingml/2006/main">
            <a:r>
              <a:t>이 장표의 역할: call_id로 중복을 판별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Calling은 실행 권한을 설계하는 일</a:t>
            </a:r>
          </a:p>
          <a:p xmlns:a="http://schemas.openxmlformats.org/drawingml/2006/main">
            <a:r>
              <a:t>이 장표의 역할: 실습 1 · 도구 한 개를 schema로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08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Calling은 실행 권한을 설계하는 일</a:t>
            </a:r>
          </a:p>
          <a:p xmlns:a="http://schemas.openxmlformats.org/drawingml/2006/main">
            <a:r>
              <a:t>이 장표의 역할: 실습 2 · 잘못된 호출 3개 만들기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08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Calling은 실행 권한을 설계하는 일</a:t>
            </a:r>
          </a:p>
          <a:p xmlns:a="http://schemas.openxmlformats.org/drawingml/2006/main">
            <a:r>
              <a:t>이 장표의 역할: 실습 3 · workspace guard 읽기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09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Calling은 실행 권한을 설계하는 일</a:t>
            </a:r>
          </a:p>
          <a:p xmlns:a="http://schemas.openxmlformats.org/drawingml/2006/main">
            <a:r>
              <a:t>이 장표의 역할: 실습 4 · ToolResult 계약 검증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08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Calling은 실행 권한을 설계하는 일</a:t>
            </a:r>
          </a:p>
          <a:p xmlns:a="http://schemas.openxmlformats.org/drawingml/2006/main">
            <a:r>
              <a:t>이 장표의 역할: 실패 1 · 모델 JSON을 바로 실행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Calling은 실행 권한을 설계하는 일</a:t>
            </a:r>
          </a:p>
          <a:p xmlns:a="http://schemas.openxmlformats.org/drawingml/2006/main">
            <a:r>
              <a:t>이 장표의 역할: 실패 2 · 범용 shell 도구 제공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Calling은 실행 권한을 설계하는 일</a:t>
            </a:r>
          </a:p>
          <a:p xmlns:a="http://schemas.openxmlformats.org/drawingml/2006/main">
            <a:r>
              <a:t>이 장표의 역할: 실패 3 · 모든 오류를 retry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Calling은 실행 권한을 설계하는 일</a:t>
            </a:r>
          </a:p>
          <a:p xmlns:a="http://schemas.openxmlformats.org/drawingml/2006/main">
            <a:r>
              <a:t>이 장표의 역할: 재직자 · Tool 권한 승인표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Calling은 실행 권한을 설계하는 일</a:t>
            </a:r>
          </a:p>
          <a:p xmlns:a="http://schemas.openxmlformats.org/drawingml/2006/main">
            <a:r>
              <a:t>이 장표의 역할: Gate 2 · 이 Tool Call을 실행할까요?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1분 개인 정리 → 2분 짝 설명 → 2명 전체 공유 순서로 진행한다.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데이터의 핵심은 맥락과 책임</a:t>
            </a:r>
          </a:p>
          <a:p xmlns:a="http://schemas.openxmlformats.org/drawingml/2006/main">
            <a:r>
              <a:t>이 장표의 역할: 시간대 구간 표지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이 시간에 손에 남길 파일·명령·판단 기준을 먼저 읽는다.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데이터의 핵심은 맥락과 책임</a:t>
            </a:r>
          </a:p>
          <a:p xmlns:a="http://schemas.openxmlformats.org/drawingml/2006/main">
            <a:r>
              <a:t>이 장표의 역할: 시간대 지도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필수 본편은 개념·화면·따라하기·증거다. 실패·복구와 확장은 반 속도에 맞춰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데이터의 핵심은 맥락과 책임</a:t>
            </a:r>
          </a:p>
          <a:p xmlns:a="http://schemas.openxmlformats.org/drawingml/2006/main">
            <a:r>
              <a:t>이 장표의 역할: 한국어 데이터를 읽는 네 가지 단위 · 통합 용어표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네 용어를 개별 장표로 반복하지 않고 한 표에서 역할 차이를 비교한다.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데이터의 핵심은 맥락과 책임</a:t>
            </a:r>
          </a:p>
          <a:p xmlns:a="http://schemas.openxmlformats.org/drawingml/2006/main">
            <a:r>
              <a:t>이 장표의 역할: PBL은 기술 목록이 아니라 사용자 문제에서 시작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데이터의 핵심은 맥락과 책임</a:t>
            </a:r>
          </a:p>
          <a:p xmlns:a="http://schemas.openxmlformats.org/drawingml/2006/main">
            <a:r>
              <a:t>이 장표의 역할: K-Work Copilot의 첫 입력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데이터의 핵심은 맥락과 책임</a:t>
            </a:r>
          </a:p>
          <a:p xmlns:a="http://schemas.openxmlformats.org/drawingml/2006/main">
            <a:r>
              <a:t>이 장표의 역할: 한국어는 띄어쓰기보다 업무 맥락이 어렵다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데이터의 핵심은 맥락과 책임</a:t>
            </a:r>
          </a:p>
          <a:p xmlns:a="http://schemas.openxmlformats.org/drawingml/2006/main">
            <a:r>
              <a:t>이 장표의 역할: 실제 데이터처럼 보이는 최소 조건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데이터의 핵심은 맥락과 책임</a:t>
            </a:r>
          </a:p>
          <a:p xmlns:a="http://schemas.openxmlformats.org/drawingml/2006/main">
            <a:r>
              <a:t>이 장표의 역할: 데이터 공개와 사용 허가는 다르다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데이터의 핵심은 맥락과 책임</a:t>
            </a:r>
          </a:p>
          <a:p xmlns:a="http://schemas.openxmlformats.org/drawingml/2006/main">
            <a:r>
              <a:t>이 장표의 역할: Dataset Card가 실습을 재현하게 한다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데이터의 핵심은 맥락과 책임</a:t>
            </a:r>
          </a:p>
          <a:p xmlns:a="http://schemas.openxmlformats.org/drawingml/2006/main">
            <a:r>
              <a:t>이 장표의 역할: Transcript schema가 STT와 LLM을 연결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데이터의 핵심은 맥락과 책임</a:t>
            </a:r>
          </a:p>
          <a:p xmlns:a="http://schemas.openxmlformats.org/drawingml/2006/main">
            <a:r>
              <a:t>이 장표의 역할: Evidence가 요약의 근거를 고정한다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데이터의 핵심은 맥락과 책임</a:t>
            </a:r>
          </a:p>
          <a:p xmlns:a="http://schemas.openxmlformats.org/drawingml/2006/main">
            <a:r>
              <a:t>이 장표의 역할: 공개 데이터 선택 4단계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데이터의 핵심은 맥락과 책임</a:t>
            </a:r>
          </a:p>
          <a:p xmlns:a="http://schemas.openxmlformats.org/drawingml/2006/main">
            <a:r>
              <a:t>이 장표의 역할: 회의 샘플 합성 순서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데이터의 핵심은 맥락과 책임</a:t>
            </a:r>
          </a:p>
          <a:p xmlns:a="http://schemas.openxmlformats.org/drawingml/2006/main">
            <a:r>
              <a:t>이 장표의 역할: 비식별 처리 순서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데이터의 핵심은 맥락과 책임</a:t>
            </a:r>
          </a:p>
          <a:p xmlns:a="http://schemas.openxmlformats.org/drawingml/2006/main">
            <a:r>
              <a:t>이 장표의 역할: Golden set 만드는 순서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데이터의 핵심은 맥락과 책임</a:t>
            </a:r>
          </a:p>
          <a:p xmlns:a="http://schemas.openxmlformats.org/drawingml/2006/main">
            <a:r>
              <a:t>이 장표의 역할: PBL canvas 네 칸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데이터의 핵심은 맥락과 책임</a:t>
            </a:r>
          </a:p>
          <a:p xmlns:a="http://schemas.openxmlformats.org/drawingml/2006/main">
            <a:r>
              <a:t>이 장표의 역할: 한국어 데이터의 핵심은 맥락과 책임 도구 선택표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툴 이름을 나열하지 않고 역할·선택 이유·대안과의 차이를 먼저 비교한다.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https://data.seoul.go.kr/</a:t>
            </a:r>
          </a:p>
          <a:p xmlns:a="http://schemas.openxmlformats.org/drawingml/2006/main">
            <a:r>
              <a:t>- https://kli.korean.go.kr/corpus/</a:t>
            </a:r>
          </a:p>
          <a:p xmlns:a="http://schemas.openxmlformats.org/drawingml/2006/main">
            <a:r>
              <a:t>- https://dataset.nanet.go.kr/</a:t>
            </a:r>
          </a:p>
          <a:p xmlns:a="http://schemas.openxmlformats.org/drawingml/2006/main">
            <a:r>
              <a:t>- https://support.google.com/meet/answer/12849897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데이터의 핵심은 맥락과 책임</a:t>
            </a:r>
          </a:p>
          <a:p xmlns:a="http://schemas.openxmlformats.org/drawingml/2006/main">
            <a:r>
              <a:t>이 장표의 역할: 서울 열린데이터광장 · 한국어 공공 데이터 탐색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https://data.seoul.go.kr/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데이터의 핵심은 맥락과 책임</a:t>
            </a:r>
          </a:p>
          <a:p xmlns:a="http://schemas.openxmlformats.org/drawingml/2006/main">
            <a:r>
              <a:t>이 장표의 역할: 국립국어원 모두의 말뭉치 · 한국어 원자료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https://kli.korean.go.kr/corpus/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데이터의 핵심은 맥락과 책임</a:t>
            </a:r>
          </a:p>
          <a:p xmlns:a="http://schemas.openxmlformats.org/drawingml/2006/main">
            <a:r>
              <a:t>이 장표의 역할: 국회 회의록 빅데이터 · 실제 발화 구조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https://dataset.nanet.go.kr/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데이터의 핵심은 맥락과 책임</a:t>
            </a:r>
          </a:p>
          <a:p xmlns:a="http://schemas.openxmlformats.org/drawingml/2006/main">
            <a:r>
              <a:t>이 장표의 역할: Google Meet 전사 · Managed STT의 현재 위치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https://support.google.com/meet/answer/12849897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데이터의 핵심은 맥락과 책임</a:t>
            </a:r>
          </a:p>
          <a:p xmlns:a="http://schemas.openxmlformats.org/drawingml/2006/main">
            <a:r>
              <a:t>이 장표의 역할: 회의 segment schema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데이터의 핵심은 맥락과 책임</a:t>
            </a:r>
          </a:p>
          <a:p xmlns:a="http://schemas.openxmlformats.org/drawingml/2006/main">
            <a:r>
              <a:t>이 장표의 역할: Action Item에 evidence 연결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데이터의 핵심은 맥락과 책임</a:t>
            </a:r>
          </a:p>
          <a:p xmlns:a="http://schemas.openxmlformats.org/drawingml/2006/main">
            <a:r>
              <a:t>이 장표의 역할: 모호한 날짜는 추론하지 않는다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데이터의 핵심은 맥락과 책임</a:t>
            </a:r>
          </a:p>
          <a:p xmlns:a="http://schemas.openxmlformats.org/drawingml/2006/main">
            <a:r>
              <a:t>이 장표의 역할: 간단한 개인정보 mask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데이터의 핵심은 맥락과 책임</a:t>
            </a:r>
          </a:p>
          <a:p xmlns:a="http://schemas.openxmlformats.org/drawingml/2006/main">
            <a:r>
              <a:t>이 장표의 역할: Dataset card 최소 필드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데이터의 핵심은 맥락과 책임</a:t>
            </a:r>
          </a:p>
          <a:p xmlns:a="http://schemas.openxmlformats.org/drawingml/2006/main">
            <a:r>
              <a:t>이 장표의 역할: 실습 1 · 한국어 사례 후보 3개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08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데이터의 핵심은 맥락과 책임</a:t>
            </a:r>
          </a:p>
          <a:p xmlns:a="http://schemas.openxmlformats.org/drawingml/2006/main">
            <a:r>
              <a:t>이 장표의 역할: 실습 2 · 이용 조건 확인표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08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데이터의 핵심은 맥락과 책임</a:t>
            </a:r>
          </a:p>
          <a:p xmlns:a="http://schemas.openxmlformats.org/drawingml/2006/main">
            <a:r>
              <a:t>이 장표의 역할: 실습 3 · 합성 회의 8문장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10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데이터의 핵심은 맥락과 책임</a:t>
            </a:r>
          </a:p>
          <a:p xmlns:a="http://schemas.openxmlformats.org/drawingml/2006/main">
            <a:r>
              <a:t>이 장표의 역할: 실습 4 · Golden JSON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10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데이터의 핵심은 맥락과 책임</a:t>
            </a:r>
          </a:p>
          <a:p xmlns:a="http://schemas.openxmlformats.org/drawingml/2006/main">
            <a:r>
              <a:t>이 장표의 역할: 실패 1 · 데이터가 너무 크다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데이터의 핵심은 맥락과 책임</a:t>
            </a:r>
          </a:p>
          <a:p xmlns:a="http://schemas.openxmlformats.org/drawingml/2006/main">
            <a:r>
              <a:t>이 장표의 역할: 실패 2 · 공개 페이지를 그대로 재배포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데이터의 핵심은 맥락과 책임</a:t>
            </a:r>
          </a:p>
          <a:p xmlns:a="http://schemas.openxmlformats.org/drawingml/2006/main">
            <a:r>
              <a:t>이 장표의 역할: 실패 3 · 정답 없이 prompt를 튜닝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데이터의 핵심은 맥락과 책임</a:t>
            </a:r>
          </a:p>
          <a:p xmlns:a="http://schemas.openxmlformats.org/drawingml/2006/main">
            <a:r>
              <a:t>이 장표의 역할: 재직자 · 실제 업무를 안전하게 추상화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데이터의 핵심은 맥락과 책임</a:t>
            </a:r>
          </a:p>
          <a:p xmlns:a="http://schemas.openxmlformats.org/drawingml/2006/main">
            <a:r>
              <a:t>이 장표의 역할: Gate 3 · 이 Action Item을 믿어도 될까요?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1분 개인 정리 → 2분 짝 설명 → 2명 전체 공유 순서로 진행한다.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환경 구축의 목표는 설치 성공이 아니라 재현</a:t>
            </a:r>
          </a:p>
          <a:p xmlns:a="http://schemas.openxmlformats.org/drawingml/2006/main">
            <a:r>
              <a:t>이 장표의 역할: 시간대 구간 표지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이 시간에 손에 남길 파일·명령·판단 기준을 먼저 읽는다.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환경 구축의 목표는 설치 성공이 아니라 재현</a:t>
            </a:r>
          </a:p>
          <a:p xmlns:a="http://schemas.openxmlformats.org/drawingml/2006/main">
            <a:r>
              <a:t>이 장표의 역할: 시간대 지도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필수 본편은 개념·화면·따라하기·증거다. 실패·복구와 확장은 반 속도에 맞춰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환경 구축의 목표는 설치 성공이 아니라 재현</a:t>
            </a:r>
          </a:p>
          <a:p xmlns:a="http://schemas.openxmlformats.org/drawingml/2006/main">
            <a:r>
              <a:t>이 장표의 역할: 설치보다 먼저 구분할 네 가지 환경 · 통합 용어표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네 용어를 개별 장표로 반복하지 않고 한 표에서 역할 차이를 비교한다.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환경 구축의 목표는 설치 성공이 아니라 재현</a:t>
            </a:r>
          </a:p>
          <a:p xmlns:a="http://schemas.openxmlformats.org/drawingml/2006/main">
            <a:r>
              <a:t>이 장표의 역할: 무료의 정의를 먼저 합의한다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환경 구축의 목표는 설치 성공이 아니라 재현</a:t>
            </a:r>
          </a:p>
          <a:p xmlns:a="http://schemas.openxmlformats.org/drawingml/2006/main">
            <a:r>
              <a:t>이 장표의 역할: 필수 경로와 강사 가속 경로를 분리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환경 구축의 목표는 설치 성공이 아니라 재현</a:t>
            </a:r>
          </a:p>
          <a:p xmlns:a="http://schemas.openxmlformats.org/drawingml/2006/main">
            <a:r>
              <a:t>이 장표의 역할: Python은 실행기, VS Code는 작업 공간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환경 구축의 목표는 설치 성공이 아니라 재현</a:t>
            </a:r>
          </a:p>
          <a:p xmlns:a="http://schemas.openxmlformats.org/drawingml/2006/main">
            <a:r>
              <a:t>이 장표의 역할: 가상환경은 프로젝트의 재현 경계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환경 구축의 목표는 설치 성공이 아니라 재현</a:t>
            </a:r>
          </a:p>
          <a:p xmlns:a="http://schemas.openxmlformats.org/drawingml/2006/main">
            <a:r>
              <a:t>이 장표의 역할: Git은 제출 도구가 아니라 사고 기록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환경 구축의 목표는 설치 성공이 아니라 재현</a:t>
            </a:r>
          </a:p>
          <a:p xmlns:a="http://schemas.openxmlformats.org/drawingml/2006/main">
            <a:r>
              <a:t>이 장표의 역할: Jupyter는 설명과 실행의 다리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환경 구축의 목표는 설치 성공이 아니라 재현</a:t>
            </a:r>
          </a:p>
          <a:p xmlns:a="http://schemas.openxmlformats.org/drawingml/2006/main">
            <a:r>
              <a:t>이 장표의 역할: Secret은 코드·노트북·캡처 밖에 둔다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환경 구축의 목표는 설치 성공이 아니라 재현</a:t>
            </a:r>
          </a:p>
          <a:p xmlns:a="http://schemas.openxmlformats.org/drawingml/2006/main">
            <a:r>
              <a:t>이 장표의 역할: Harness Engineering은 작업 환경을 설계하는 일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환경 구축의 목표는 설치 성공이 아니라 재현</a:t>
            </a:r>
          </a:p>
          <a:p xmlns:a="http://schemas.openxmlformats.org/drawingml/2006/main">
            <a:r>
              <a:t>이 장표의 역할: 환경 설치 순서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환경 구축의 목표는 설치 성공이 아니라 재현</a:t>
            </a:r>
          </a:p>
          <a:p xmlns:a="http://schemas.openxmlformats.org/drawingml/2006/main">
            <a:r>
              <a:t>이 장표의 역할: 가상환경 준비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환경 구축의 목표는 설치 성공이 아니라 재현</a:t>
            </a:r>
          </a:p>
          <a:p xmlns:a="http://schemas.openxmlformats.org/drawingml/2006/main">
            <a:r>
              <a:t>이 장표의 역할: VS Code interpreter 선택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환경 구축의 목표는 설치 성공이 아니라 재현</a:t>
            </a:r>
          </a:p>
          <a:p xmlns:a="http://schemas.openxmlformats.org/drawingml/2006/main">
            <a:r>
              <a:t>이 장표의 역할: Git 첫 checkpoint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환경 구축의 목표는 설치 성공이 아니라 재현</a:t>
            </a:r>
          </a:p>
          <a:p xmlns:a="http://schemas.openxmlformats.org/drawingml/2006/main">
            <a:r>
              <a:t>이 장표의 역할: Harness 작업 루프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환경 구축의 목표는 설치 성공이 아니라 재현</a:t>
            </a:r>
          </a:p>
          <a:p xmlns:a="http://schemas.openxmlformats.org/drawingml/2006/main">
            <a:r>
              <a:t>이 장표의 역할: 단계별 화면 지도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화면을 보기 전에 전체 경로와 마지막 성공 신호를 먼저 공유한다.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https://www.python.org/downloads/</a:t>
            </a:r>
          </a:p>
          <a:p xmlns:a="http://schemas.openxmlformats.org/drawingml/2006/main">
            <a:r>
              <a:t>- https://code.visualstudio.com/docs/python/python-tutorial</a:t>
            </a:r>
          </a:p>
          <a:p xmlns:a="http://schemas.openxmlformats.org/drawingml/2006/main">
            <a:r>
              <a:t>- https://git-scm.com/book/en/v2/Getting-Started-First-Time-Git-Setup</a:t>
            </a:r>
          </a:p>
          <a:p xmlns:a="http://schemas.openxmlformats.org/drawingml/2006/main">
            <a:r>
              <a:t>- https://docs.github.com/en/repositories/creating-and-managing-repositories/quickstart-for-repositories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환경 구축의 목표는 설치 성공이 아니라 재현</a:t>
            </a:r>
          </a:p>
          <a:p xmlns:a="http://schemas.openxmlformats.org/drawingml/2006/main">
            <a:r>
              <a:t>이 장표의 역할: Python 공식 다운로드 · interpreter 준비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https://www.python.org/downloads/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환경 구축의 목표는 설치 성공이 아니라 재현</a:t>
            </a:r>
          </a:p>
          <a:p xmlns:a="http://schemas.openxmlformats.org/drawingml/2006/main">
            <a:r>
              <a:t>이 장표의 역할: VS Code Python 튜토리얼 · 세 구성요소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https://code.visualstudio.com/docs/python/python-tutorial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환경 구축의 목표는 설치 성공이 아니라 재현</a:t>
            </a:r>
          </a:p>
          <a:p xmlns:a="http://schemas.openxmlformats.org/drawingml/2006/main">
            <a:r>
              <a:t>이 장표의 역할: Git 첫 설정 · identity와 기본 확인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https://git-scm.com/book/en/v2/Getting-Started-First-Time-Git-Setup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환경 구축의 목표는 설치 성공이 아니라 재현</a:t>
            </a:r>
          </a:p>
          <a:p xmlns:a="http://schemas.openxmlformats.org/drawingml/2006/main">
            <a:r>
              <a:t>이 장표의 역할: GitHub repository quickstart · 교육용 sandbox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https://docs.github.com/en/repositories/creating-and-managing-repositories/quickstart-for-repositories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환경 구축의 목표는 설치 성공이 아니라 재현</a:t>
            </a:r>
          </a:p>
          <a:p xmlns:a="http://schemas.openxmlformats.org/drawingml/2006/main">
            <a:r>
              <a:t>이 장표의 역할: 환경 확인 네 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환경 구축의 목표는 설치 성공이 아니라 재현</a:t>
            </a:r>
          </a:p>
          <a:p xmlns:a="http://schemas.openxmlformats.org/drawingml/2006/main">
            <a:r>
              <a:t>이 장표의 역할: 가상환경 명령 · macOS/Linux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환경 구축의 목표는 설치 성공이 아니라 재현</a:t>
            </a:r>
          </a:p>
          <a:p xmlns:a="http://schemas.openxmlformats.org/drawingml/2006/main">
            <a:r>
              <a:t>이 장표의 역할: 가상환경 명령 · Windows PowerShell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환경 구축의 목표는 설치 성공이 아니라 재현</a:t>
            </a:r>
          </a:p>
          <a:p xmlns:a="http://schemas.openxmlformats.org/drawingml/2006/main">
            <a:r>
              <a:t>이 장표의 역할: Git의 안전한 첫 commit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환경 구축의 목표는 설치 성공이 아니라 재현</a:t>
            </a:r>
          </a:p>
          <a:p xmlns:a="http://schemas.openxmlformats.org/drawingml/2006/main">
            <a:r>
              <a:t>이 장표의 역할: .env.example과 .gitignore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환경 구축의 목표는 설치 성공이 아니라 재현</a:t>
            </a:r>
          </a:p>
          <a:p xmlns:a="http://schemas.openxmlformats.org/drawingml/2006/main">
            <a:r>
              <a:t>이 장표의 역할: 실습 1 · 버전 확인 캡처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08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환경 구축의 목표는 설치 성공이 아니라 재현</a:t>
            </a:r>
          </a:p>
          <a:p xmlns:a="http://schemas.openxmlformats.org/drawingml/2006/main">
            <a:r>
              <a:t>이 장표의 역할: 실습 2 · 가상환경과 interpreter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10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환경 구축의 목표는 설치 성공이 아니라 재현</a:t>
            </a:r>
          </a:p>
          <a:p xmlns:a="http://schemas.openxmlformats.org/drawingml/2006/main">
            <a:r>
              <a:t>이 장표의 역할: 실습 3 · notebook 열기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08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환경 구축의 목표는 설치 성공이 아니라 재현</a:t>
            </a:r>
          </a:p>
          <a:p xmlns:a="http://schemas.openxmlformats.org/drawingml/2006/main">
            <a:r>
              <a:t>이 장표의 역할: 실습 4 · Git 상태 읽기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08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환경 구축의 목표는 설치 성공이 아니라 재현</a:t>
            </a:r>
          </a:p>
          <a:p xmlns:a="http://schemas.openxmlformats.org/drawingml/2006/main">
            <a:r>
              <a:t>이 장표의 역할: 실패 1 · 설치를 끝없이 붙잡는다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환경 구축의 목표는 설치 성공이 아니라 재현</a:t>
            </a:r>
          </a:p>
          <a:p xmlns:a="http://schemas.openxmlformats.org/drawingml/2006/main">
            <a:r>
              <a:t>이 장표의 역할: 실패 2 · 전역 Python에 모두 설치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환경 구축의 목표는 설치 성공이 아니라 재현</a:t>
            </a:r>
          </a:p>
          <a:p xmlns:a="http://schemas.openxmlformats.org/drawingml/2006/main">
            <a:r>
              <a:t>이 장표의 역할: 실패 3 · Agent에게 저장소 전체 수정 허용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환경 구축의 목표는 설치 성공이 아니라 재현</a:t>
            </a:r>
          </a:p>
          <a:p xmlns:a="http://schemas.openxmlformats.org/drawingml/2006/main">
            <a:r>
              <a:t>이 장표의 역할: 재직자 · 회사 PC 제약 lane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환경 구축의 목표는 설치 성공이 아니라 재현</a:t>
            </a:r>
          </a:p>
          <a:p xmlns:a="http://schemas.openxmlformats.org/drawingml/2006/main">
            <a:r>
              <a:t>이 장표의 역할: Gate 4 · 옆자리 PC에서 다시 시작하기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1분 개인 정리 → 2분 짝 설명 → 2명 전체 공유 순서로 진행한다.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2/2 · Agent는 똑똑함보다 멈출 줄 알아야 한다</a:t>
            </a:r>
          </a:p>
          <a:p xmlns:a="http://schemas.openxmlformats.org/drawingml/2006/main">
            <a:r>
              <a:t>이 장표의 역할: 시간대 구간 표지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이 시간에 손에 남길 파일·명령·판단 기준을 먼저 읽는다.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2/2 · Agent는 똑똑함보다 멈출 줄 알아야 한다</a:t>
            </a:r>
          </a:p>
          <a:p xmlns:a="http://schemas.openxmlformats.org/drawingml/2006/main">
            <a:r>
              <a:t>이 장표의 역할: 시간대 지도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필수 본편은 개념·화면·따라하기·증거다. 실패·복구와 확장은 반 속도에 맞춰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2/2 · Agent는 똑똑함보다 멈출 줄 알아야 한다</a:t>
            </a:r>
          </a:p>
          <a:p xmlns:a="http://schemas.openxmlformats.org/drawingml/2006/main">
            <a:r>
              <a:t>이 장표의 역할: Agent 실행 루프를 나누는 네 역할 · 통합 용어표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네 용어를 개별 장표로 반복하지 않고 한 표에서 역할 차이를 비교한다.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2/2 · Agent는 똑똑함보다 멈출 줄 알아야 한다</a:t>
            </a:r>
          </a:p>
          <a:p xmlns:a="http://schemas.openxmlformats.org/drawingml/2006/main">
            <a:r>
              <a:t>이 장표의 역할: 처음부터 LLM을 넣지 않는 이유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2/2 · Agent는 똑똑함보다 멈출 줄 알아야 한다</a:t>
            </a:r>
          </a:p>
          <a:p xmlns:a="http://schemas.openxmlformats.org/drawingml/2006/main">
            <a:r>
              <a:t>이 장표의 역할: Planner는 “무엇을 할까”만 결정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2/2 · Agent는 똑똑함보다 멈출 줄 알아야 한다</a:t>
            </a:r>
          </a:p>
          <a:p xmlns:a="http://schemas.openxmlformats.org/drawingml/2006/main">
            <a:r>
              <a:t>이 장표의 역할: Validator는 안전 경계를 고정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2/2 · Agent는 똑똑함보다 멈출 줄 알아야 한다</a:t>
            </a:r>
          </a:p>
          <a:p xmlns:a="http://schemas.openxmlformats.org/drawingml/2006/main">
            <a:r>
              <a:t>이 장표의 역할: Executor는 등록 함수만 호출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2/2 · Agent는 똑똑함보다 멈출 줄 알아야 한다</a:t>
            </a:r>
          </a:p>
          <a:p xmlns:a="http://schemas.openxmlformats.org/drawingml/2006/main">
            <a:r>
              <a:t>이 장표의 역할: ToolResult는 성공과 실패의 공통 언어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2/2 · Agent는 똑똑함보다 멈출 줄 알아야 한다</a:t>
            </a:r>
          </a:p>
          <a:p xmlns:a="http://schemas.openxmlformats.org/drawingml/2006/main">
            <a:r>
              <a:t>이 장표의 역할: read_public_text는 의도적으로 좁다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2/2 · Agent는 똑똑함보다 멈출 줄 알아야 한다</a:t>
            </a:r>
          </a:p>
          <a:p xmlns:a="http://schemas.openxmlformats.org/drawingml/2006/main">
            <a:r>
              <a:t>이 장표의 역할: count_action_markers는 LLM 전 fixture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2/2 · Agent는 똑똑함보다 멈출 줄 알아야 한다</a:t>
            </a:r>
          </a:p>
          <a:p xmlns:a="http://schemas.openxmlformats.org/drawingml/2006/main">
            <a:r>
              <a:t>이 장표의 역할: 코드 읽기 순서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2/2 · Agent는 똑똑함보다 멈출 줄 알아야 한다</a:t>
            </a:r>
          </a:p>
          <a:p xmlns:a="http://schemas.openxmlformats.org/drawingml/2006/main">
            <a:r>
              <a:t>이 장표의 역할: Run All 순서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2/2 · Agent는 똑똑함보다 멈출 줄 알아야 한다</a:t>
            </a:r>
          </a:p>
          <a:p xmlns:a="http://schemas.openxmlformats.org/drawingml/2006/main">
            <a:r>
              <a:t>이 장표의 역할: 실패 주입 순서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2/2 · Agent는 똑똑함보다 멈출 줄 알아야 한다</a:t>
            </a:r>
          </a:p>
          <a:p xmlns:a="http://schemas.openxmlformats.org/drawingml/2006/main">
            <a:r>
              <a:t>이 장표의 역할: pytest 빨강→초록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2/2 · Agent는 똑똑함보다 멈출 줄 알아야 한다</a:t>
            </a:r>
          </a:p>
          <a:p xmlns:a="http://schemas.openxmlformats.org/drawingml/2006/main">
            <a:r>
              <a:t>이 장표의 역할: Git checkpoint 만들기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2/2 · Agent는 똑똑함보다 멈출 줄 알아야 한다</a:t>
            </a:r>
          </a:p>
          <a:p xmlns:a="http://schemas.openxmlformats.org/drawingml/2006/main">
            <a:r>
              <a:t>이 장표의 역할: 단계별 화면 지도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화면을 보기 전에 전체 경로와 마지막 성공 신호를 먼저 공유한다.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https://jupyter.org/install</a:t>
            </a:r>
          </a:p>
          <a:p xmlns:a="http://schemas.openxmlformats.org/drawingml/2006/main">
            <a:r>
              <a:t>- https://code.visualstudio.com/docs/languages/python</a:t>
            </a:r>
          </a:p>
          <a:p xmlns:a="http://schemas.openxmlformats.org/drawingml/2006/main">
            <a:r>
              <a:t>- https://developers.openai.com/codex/cli/</a:t>
            </a:r>
          </a:p>
          <a:p xmlns:a="http://schemas.openxmlformats.org/drawingml/2006/main">
            <a:r>
              <a:t>- https://docs.anthropic.com/en/docs/claude-code/terminal-guide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2/2 · Agent는 똑똑함보다 멈출 줄 알아야 한다</a:t>
            </a:r>
          </a:p>
          <a:p xmlns:a="http://schemas.openxmlformats.org/drawingml/2006/main">
            <a:r>
              <a:t>이 장표의 역할: Jupyter 설치 · notebook 실행기의 공식 경로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https://jupyter.org/install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2/2 · Agent는 똑똑함보다 멈출 줄 알아야 한다</a:t>
            </a:r>
          </a:p>
          <a:p xmlns:a="http://schemas.openxmlformats.org/drawingml/2006/main">
            <a:r>
              <a:t>이 장표의 역할: VS Code Python · editor와 interpreter 연결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https://code.visualstudio.com/docs/languages/python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2/2 · Agent는 똑똑함보다 멈출 줄 알아야 한다</a:t>
            </a:r>
          </a:p>
          <a:p xmlns:a="http://schemas.openxmlformats.org/drawingml/2006/main">
            <a:r>
              <a:t>이 장표의 역할: Codex CLI · 작은 spec으로 수정 가속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https://developers.openai.com/codex/cli/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2/2 · Agent는 똑똑함보다 멈출 줄 알아야 한다</a:t>
            </a:r>
          </a:p>
          <a:p xmlns:a="http://schemas.openxmlformats.org/drawingml/2006/main">
            <a:r>
              <a:t>이 장표의 역할: Claude Code · 동일 repo에서 검토 루프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https://docs.anthropic.com/en/docs/claude-code/terminal-guide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2/2 · Agent는 똑똑함보다 멈출 줄 알아야 한다</a:t>
            </a:r>
          </a:p>
          <a:p xmlns:a="http://schemas.openxmlformats.org/drawingml/2006/main">
            <a:r>
              <a:t>이 장표의 역할: 규칙 기반 planner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2/2 · Agent는 똑똑함보다 멈출 줄 알아야 한다</a:t>
            </a:r>
          </a:p>
          <a:p xmlns:a="http://schemas.openxmlformats.org/drawingml/2006/main">
            <a:r>
              <a:t>이 장표의 역할: SafeToolExecutor의 경계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2/2 · Agent는 똑똑함보다 멈출 줄 알아야 한다</a:t>
            </a:r>
          </a:p>
          <a:p xmlns:a="http://schemas.openxmlformats.org/drawingml/2006/main">
            <a:r>
              <a:t>이 장표의 역할: 파일 확장자 allowlist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2/2 · Agent는 똑똑함보다 멈출 줄 알아야 한다</a:t>
            </a:r>
          </a:p>
          <a:p xmlns:a="http://schemas.openxmlformats.org/drawingml/2006/main">
            <a:r>
              <a:t>이 장표의 역할: 중복 호출 cache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2/2 · Agent는 똑똑함보다 멈출 줄 알아야 한다</a:t>
            </a:r>
          </a:p>
          <a:p xmlns:a="http://schemas.openxmlformats.org/drawingml/2006/main">
            <a:r>
              <a:t>이 장표의 역할: Agent event 한 건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2/2 · Agent는 똑똑함보다 멈출 줄 알아야 한다</a:t>
            </a:r>
          </a:p>
          <a:p xmlns:a="http://schemas.openxmlformats.org/drawingml/2006/main">
            <a:r>
              <a:t>이 장표의 역할: 실습 1 · Notebook Run All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12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2/2 · Agent는 똑똑함보다 멈출 줄 알아야 한다</a:t>
            </a:r>
          </a:p>
          <a:p xmlns:a="http://schemas.openxmlformats.org/drawingml/2006/main">
            <a:r>
              <a:t>이 장표의 역할: 실습 2 · 정상 도구 호출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08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2/2 · Agent는 똑똑함보다 멈출 줄 알아야 한다</a:t>
            </a:r>
          </a:p>
          <a:p xmlns:a="http://schemas.openxmlformats.org/drawingml/2006/main">
            <a:r>
              <a:t>이 장표의 역할: 실습 3 · 실패 4종 재현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10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2/2 · Agent는 똑똑함보다 멈출 줄 알아야 한다</a:t>
            </a:r>
          </a:p>
          <a:p xmlns:a="http://schemas.openxmlformats.org/drawingml/2006/main">
            <a:r>
              <a:t>이 장표의 역할: 실습 4 · pytest 9개 확인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08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2/2 · Agent는 똑똑함보다 멈출 줄 알아야 한다</a:t>
            </a:r>
          </a:p>
          <a:p xmlns:a="http://schemas.openxmlformats.org/drawingml/2006/main">
            <a:r>
              <a:t>이 장표의 역할: 실패 1 · Notebook과 module이 다른 Python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2/2 · Agent는 똑똑함보다 멈출 줄 알아야 한다</a:t>
            </a:r>
          </a:p>
          <a:p xmlns:a="http://schemas.openxmlformats.org/drawingml/2006/main">
            <a:r>
              <a:t>이 장표의 역할: 실패 2 · 첫 실패 뒤 계속 실행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2/2 · Agent는 똑똑함보다 멈출 줄 알아야 한다</a:t>
            </a:r>
          </a:p>
          <a:p xmlns:a="http://schemas.openxmlformats.org/drawingml/2006/main">
            <a:r>
              <a:t>이 장표의 역할: 실패 3 · 테스트를 통과시키려고 정책 완화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2/2 · Agent는 똑똑함보다 멈출 줄 알아야 한다</a:t>
            </a:r>
          </a:p>
          <a:p xmlns:a="http://schemas.openxmlformats.org/drawingml/2006/main">
            <a:r>
              <a:t>이 장표의 역할: 재직자 · Safe loop를 현업 tool에 매핑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2/2 · Agent는 똑똑함보다 멈출 줄 알아야 한다</a:t>
            </a:r>
          </a:p>
          <a:p xmlns:a="http://schemas.openxmlformats.org/drawingml/2006/main">
            <a:r>
              <a:t>이 장표의 역할: Gate 5 · 14:00 점심 전 실행 증거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14:00에 정확히 점심을 시작하고 14:55 복귀를 공지한다. 점심 변경 사유와 사과는 오프닝 운영 장표에서 이미 전달했으므로 여기서는 반복하지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1/3 · 무료 실습의 핵심은 교체 가능한 구조</a:t>
            </a:r>
          </a:p>
          <a:p xmlns:a="http://schemas.openxmlformats.org/drawingml/2006/main">
            <a:r>
              <a:t>이 장표의 역할: 시간대 구간 표지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이 시간에 손에 남길 파일·명령·판단 기준을 먼저 읽는다.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1/3 · 무료 실습의 핵심은 교체 가능한 구조</a:t>
            </a:r>
          </a:p>
          <a:p xmlns:a="http://schemas.openxmlformats.org/drawingml/2006/main">
            <a:r>
              <a:t>이 장표의 역할: 시간대 지도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필수 본편은 개념·화면·따라하기·증거다. 실패·복구와 확장은 반 속도에 맞춰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1/3 · 무료 실습의 핵심은 교체 가능한 구조</a:t>
            </a:r>
          </a:p>
          <a:p xmlns:a="http://schemas.openxmlformats.org/drawingml/2006/main">
            <a:r>
              <a:t>이 장표의 역할: 모델을 교체하기 위한 네 가지 층 · 통합 용어표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네 용어를 개별 장표로 반복하지 않고 한 표에서 역할 차이를 비교한다.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1/3 · 무료 실습의 핵심은 교체 가능한 구조</a:t>
            </a:r>
          </a:p>
          <a:p xmlns:a="http://schemas.openxmlformats.org/drawingml/2006/main">
            <a:r>
              <a:t>이 장표의 역할: 필수 목표는 “모델 설치 성공”이 아니다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1/3 · 무료 실습의 핵심은 교체 가능한 구조</a:t>
            </a:r>
          </a:p>
          <a:p xmlns:a="http://schemas.openxmlformats.org/drawingml/2006/main">
            <a:r>
              <a:t>이 장표의 역할: Ollama는 CLI와 localhost API 경로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1/3 · 무료 실습의 핵심은 교체 가능한 구조</a:t>
            </a:r>
          </a:p>
          <a:p xmlns:a="http://schemas.openxmlformats.org/drawingml/2006/main">
            <a:r>
              <a:t>이 장표의 역할: LM Studio는 GUI와 OpenAI-compatible server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1/3 · 무료 실습의 핵심은 교체 가능한 구조</a:t>
            </a:r>
          </a:p>
          <a:p xmlns:a="http://schemas.openxmlformats.org/drawingml/2006/main">
            <a:r>
              <a:t>이 장표의 역할: Jan은 desktop local API 대안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1/3 · 무료 실습의 핵심은 교체 가능한 구조</a:t>
            </a:r>
          </a:p>
          <a:p xmlns:a="http://schemas.openxmlformats.org/drawingml/2006/main">
            <a:r>
              <a:t>이 장표의 역할: Provider adapter가 차이를 감춘다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1/3 · 무료 실습의 핵심은 교체 가능한 구조</a:t>
            </a:r>
          </a:p>
          <a:p xmlns:a="http://schemas.openxmlformats.org/drawingml/2006/main">
            <a:r>
              <a:t>이 장표의 역할: OpenAI-compatible은 완전 동일을 뜻하지 않는다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1/3 · 무료 실습의 핵심은 교체 가능한 구조</a:t>
            </a:r>
          </a:p>
          <a:p xmlns:a="http://schemas.openxmlformats.org/drawingml/2006/main">
            <a:r>
              <a:t>이 장표의 역할: 작은 모델은 출력 계약을 더 엄격히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1/3 · 무료 실습의 핵심은 교체 가능한 구조</a:t>
            </a:r>
          </a:p>
          <a:p xmlns:a="http://schemas.openxmlformats.org/drawingml/2006/main">
            <a:r>
              <a:t>이 장표의 역할: 로컬 provider 선택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1/3 · 무료 실습의 핵심은 교체 가능한 구조</a:t>
            </a:r>
          </a:p>
          <a:p xmlns:a="http://schemas.openxmlformats.org/drawingml/2006/main">
            <a:r>
              <a:t>이 장표의 역할: Ollama 최소 실행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1/3 · 무료 실습의 핵심은 교체 가능한 구조</a:t>
            </a:r>
          </a:p>
          <a:p xmlns:a="http://schemas.openxmlformats.org/drawingml/2006/main">
            <a:r>
              <a:t>이 장표의 역할: Adapter 네 단계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1/3 · 무료 실습의 핵심은 교체 가능한 구조</a:t>
            </a:r>
          </a:p>
          <a:p xmlns:a="http://schemas.openxmlformats.org/drawingml/2006/main">
            <a:r>
              <a:t>이 장표의 역할: Structured output 처리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1/3 · 무료 실습의 핵심은 교체 가능한 구조</a:t>
            </a:r>
          </a:p>
          <a:p xmlns:a="http://schemas.openxmlformats.org/drawingml/2006/main">
            <a:r>
              <a:t>이 장표의 역할: 모델 오류 분류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1/3 · 무료 실습의 핵심은 교체 가능한 구조</a:t>
            </a:r>
          </a:p>
          <a:p xmlns:a="http://schemas.openxmlformats.org/drawingml/2006/main">
            <a:r>
              <a:t>이 장표의 역할: 무료 실습의 핵심은 교체 가능한 구조 도구 선택표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툴 이름을 나열하지 않고 역할·선택 이유·대안과의 차이를 먼저 비교한다.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https://ollama.com/download</a:t>
            </a:r>
          </a:p>
          <a:p xmlns:a="http://schemas.openxmlformats.org/drawingml/2006/main">
            <a:r>
              <a:t>- https://ollama.com/library/qwen3</a:t>
            </a:r>
          </a:p>
          <a:p xmlns:a="http://schemas.openxmlformats.org/drawingml/2006/main">
            <a:r>
              <a:t>- https://lmstudio.ai/docs/developer/core/server</a:t>
            </a:r>
          </a:p>
          <a:p xmlns:a="http://schemas.openxmlformats.org/drawingml/2006/main">
            <a:r>
              <a:t>- https://www.jan.ai/docs/desktop/api-server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1/3 · 무료 실습의 핵심은 교체 가능한 구조</a:t>
            </a:r>
          </a:p>
          <a:p xmlns:a="http://schemas.openxmlformats.org/drawingml/2006/main">
            <a:r>
              <a:t>이 장표의 역할: Ollama 다운로드 · OS별 설치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https://ollama.com/download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1/3 · 무료 실습의 핵심은 교체 가능한 구조</a:t>
            </a:r>
          </a:p>
          <a:p xmlns:a="http://schemas.openxmlformats.org/drawingml/2006/main">
            <a:r>
              <a:t>이 장표의 역할: Qwen3 model library · tag 확인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https://ollama.com/library/qwen3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1/3 · 무료 실습의 핵심은 교체 가능한 구조</a:t>
            </a:r>
          </a:p>
          <a:p xmlns:a="http://schemas.openxmlformats.org/drawingml/2006/main">
            <a:r>
              <a:t>이 장표의 역할: LM Studio · Local LLM API server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https://lmstudio.ai/docs/developer/core/server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1/3 · 무료 실습의 핵심은 교체 가능한 구조</a:t>
            </a:r>
          </a:p>
          <a:p xmlns:a="http://schemas.openxmlformats.org/drawingml/2006/main">
            <a:r>
              <a:t>이 장표의 역할: Jan · Local API Server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https://www.jan.ai/docs/desktop/api-server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1/3 · 무료 실습의 핵심은 교체 가능한 구조</a:t>
            </a:r>
          </a:p>
          <a:p xmlns:a="http://schemas.openxmlformats.org/drawingml/2006/main">
            <a:r>
              <a:t>이 장표의 역할: Ollama generate payload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https://docs.ollama.com/api/generate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1/3 · 무료 실습의 핵심은 교체 가능한 구조</a:t>
            </a:r>
          </a:p>
          <a:p xmlns:a="http://schemas.openxmlformats.org/drawingml/2006/main">
            <a:r>
              <a:t>이 장표의 역할: 연결 실패도 result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1/3 · 무료 실습의 핵심은 교체 가능한 구조</a:t>
            </a:r>
          </a:p>
          <a:p xmlns:a="http://schemas.openxmlformats.org/drawingml/2006/main">
            <a:r>
              <a:t>이 장표의 역할: 공통 Provider protocol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1/3 · 무료 실습의 핵심은 교체 가능한 구조</a:t>
            </a:r>
          </a:p>
          <a:p xmlns:a="http://schemas.openxmlformats.org/drawingml/2006/main">
            <a:r>
              <a:t>이 장표의 역할: JSON parse와 schema validate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1/3 · 무료 실습의 핵심은 교체 가능한 구조</a:t>
            </a:r>
          </a:p>
          <a:p xmlns:a="http://schemas.openxmlformats.org/drawingml/2006/main">
            <a:r>
              <a:t>이 장표의 역할: bounded repair · 한 번만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1/3 · 무료 실습의 핵심은 교체 가능한 구조</a:t>
            </a:r>
          </a:p>
          <a:p xmlns:a="http://schemas.openxmlformats.org/drawingml/2006/main">
            <a:r>
              <a:t>이 장표의 역할: 실습 1 · Ollama health 확인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08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1/3 · 무료 실습의 핵심은 교체 가능한 구조</a:t>
            </a:r>
          </a:p>
          <a:p xmlns:a="http://schemas.openxmlformats.org/drawingml/2006/main">
            <a:r>
              <a:t>이 장표의 역할: 실습 2 · 선택 provider 호출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12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1/3 · 무료 실습의 핵심은 교체 가능한 구조</a:t>
            </a:r>
          </a:p>
          <a:p xmlns:a="http://schemas.openxmlformats.org/drawingml/2006/main">
            <a:r>
              <a:t>이 장표의 역할: 실습 3 · 공통 contract 비교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08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1/3 · 무료 실습의 핵심은 교체 가능한 구조</a:t>
            </a:r>
          </a:p>
          <a:p xmlns:a="http://schemas.openxmlformats.org/drawingml/2006/main">
            <a:r>
              <a:t>이 장표의 역할: 실습 4 · 깨진 JSON 복구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10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1/3 · 무료 실습의 핵심은 교체 가능한 구조</a:t>
            </a:r>
          </a:p>
          <a:p xmlns:a="http://schemas.openxmlformats.org/drawingml/2006/main">
            <a:r>
              <a:t>이 장표의 역할: 실패 1 · 큰 모델 다운로드를 기다림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1/3 · 무료 실습의 핵심은 교체 가능한 구조</a:t>
            </a:r>
          </a:p>
          <a:p xmlns:a="http://schemas.openxmlformats.org/drawingml/2006/main">
            <a:r>
              <a:t>이 장표의 역할: 실패 2 · 연결 실패를 traceback으로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1/3 · 무료 실습의 핵심은 교체 가능한 구조</a:t>
            </a:r>
          </a:p>
          <a:p xmlns:a="http://schemas.openxmlformats.org/drawingml/2006/main">
            <a:r>
              <a:t>이 장표의 역할: 실패 3 · JSON처럼 보이면 통과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1/3 · 무료 실습의 핵심은 교체 가능한 구조</a:t>
            </a:r>
          </a:p>
          <a:p xmlns:a="http://schemas.openxmlformats.org/drawingml/2006/main">
            <a:r>
              <a:t>이 장표의 역할: 재직자 · 로컬 LLM 도입 질문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1/3 · 무료 실습의 핵심은 교체 가능한 구조</a:t>
            </a:r>
          </a:p>
          <a:p xmlns:a="http://schemas.openxmlformats.org/drawingml/2006/main">
            <a:r>
              <a:t>이 장표의 역할: Gate 6 · Local LLM이 꺼져도 계속하기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1분 개인 정리 → 2분 짝 설명 → 2명 전체 공유 순서로 진행한다.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2/3 · LangGraph는 중단과 재시작을 설계한다</a:t>
            </a:r>
          </a:p>
          <a:p xmlns:a="http://schemas.openxmlformats.org/drawingml/2006/main">
            <a:r>
              <a:t>이 장표의 역할: 시간대 구간 표지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이 시간에 손에 남길 파일·명령·판단 기준을 먼저 읽는다.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2/3 · LangGraph는 중단과 재시작을 설계한다</a:t>
            </a:r>
          </a:p>
          <a:p xmlns:a="http://schemas.openxmlformats.org/drawingml/2006/main">
            <a:r>
              <a:t>이 장표의 역할: 시간대 지도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필수 본편은 개념·화면·따라하기·증거다. 실패·복구와 확장은 반 속도에 맞춰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2/3 · LangGraph는 중단과 재시작을 설계한다</a:t>
            </a:r>
          </a:p>
          <a:p xmlns:a="http://schemas.openxmlformats.org/drawingml/2006/main">
            <a:r>
              <a:t>이 장표의 역할: 중단과 재개를 설명하는 네 단어 · 통합 용어표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네 용어를 개별 장표로 반복하지 않고 한 표에서 역할 차이를 비교한다.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https://docs.langchain.com/oss/python/langgraph/persistence</a:t>
            </a:r>
          </a:p>
          <a:p xmlns:a="http://schemas.openxmlformats.org/drawingml/2006/main">
            <a:r>
              <a:t>- https://docs.langchain.com/oss/python/langgraph/interrupts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2/3 · LangGraph는 중단과 재시작을 설계한다</a:t>
            </a:r>
          </a:p>
          <a:p xmlns:a="http://schemas.openxmlformats.org/drawingml/2006/main">
            <a:r>
              <a:t>이 장표의 역할: State는 다음 행동의 근거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2/3 · LangGraph는 중단과 재시작을 설계한다</a:t>
            </a:r>
          </a:p>
          <a:p xmlns:a="http://schemas.openxmlformats.org/drawingml/2006/main">
            <a:r>
              <a:t>이 장표의 역할: Node는 한 가지 책임의 함수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2/3 · LangGraph는 중단과 재시작을 설계한다</a:t>
            </a:r>
          </a:p>
          <a:p xmlns:a="http://schemas.openxmlformats.org/drawingml/2006/main">
            <a:r>
              <a:t>이 장표의 역할: Edge는 다음 node를 정하는 정책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2/3 · LangGraph는 중단과 재시작을 설계한다</a:t>
            </a:r>
          </a:p>
          <a:p xmlns:a="http://schemas.openxmlformats.org/drawingml/2006/main">
            <a:r>
              <a:t>이 장표의 역할: Checkpointer가 중단과 재개를 가능하게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2/3 · LangGraph는 중단과 재시작을 설계한다</a:t>
            </a:r>
          </a:p>
          <a:p xmlns:a="http://schemas.openxmlformats.org/drawingml/2006/main">
            <a:r>
              <a:t>이 장표의 역할: Interrupt는 “잠깐 멈춤”이 아니라 업무 상태다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공식 튜토리얼의 workflow를 보며 어디에서 중단하고 사람이 개입하는지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https://www.ibm.com/think/tutorials/human-in-the-loop-ai-agent-langraph-watsonx-ai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2/3 · LangGraph는 중단과 재시작을 설계한다</a:t>
            </a:r>
          </a:p>
          <a:p xmlns:a="http://schemas.openxmlformats.org/drawingml/2006/main">
            <a:r>
              <a:t>이 장표의 역할: Approve·Edit·Reject는 다른 event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2/3 · LangGraph는 중단과 재시작을 설계한다</a:t>
            </a:r>
          </a:p>
          <a:p xmlns:a="http://schemas.openxmlformats.org/drawingml/2006/main">
            <a:r>
              <a:t>이 장표의 역할: Retry는 일시 오류에만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2/3 · LangGraph는 중단과 재시작을 설계한다</a:t>
            </a:r>
          </a:p>
          <a:p xmlns:a="http://schemas.openxmlformats.org/drawingml/2006/main">
            <a:r>
              <a:t>이 장표의 역할: Graph 설계 순서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2/3 · LangGraph는 중단과 재시작을 설계한다</a:t>
            </a:r>
          </a:p>
          <a:p xmlns:a="http://schemas.openxmlformats.org/drawingml/2006/main">
            <a:r>
              <a:t>이 장표의 역할: 오류 routing 순서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2/3 · LangGraph는 중단과 재시작을 설계한다</a:t>
            </a:r>
          </a:p>
          <a:p xmlns:a="http://schemas.openxmlformats.org/drawingml/2006/main">
            <a:r>
              <a:t>이 장표의 역할: Human review node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2/3 · LangGraph는 중단과 재시작을 설계한다</a:t>
            </a:r>
          </a:p>
          <a:p xmlns:a="http://schemas.openxmlformats.org/drawingml/2006/main">
            <a:r>
              <a:t>이 장표의 역할: Interrupt payload 설계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2/3 · LangGraph는 중단과 재시작을 설계한다</a:t>
            </a:r>
          </a:p>
          <a:p xmlns:a="http://schemas.openxmlformats.org/drawingml/2006/main">
            <a:r>
              <a:t>이 장표의 역할: Idempotent publish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2/3 · LangGraph는 중단과 재시작을 설계한다</a:t>
            </a:r>
          </a:p>
          <a:p xmlns:a="http://schemas.openxmlformats.org/drawingml/2006/main">
            <a:r>
              <a:t>이 장표의 역할: LangGraph는 중단과 재시작을 설계한다 도구 선택표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툴 이름을 나열하지 않고 역할·선택 이유·대안과의 차이를 먼저 비교한다.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https://docs.langchain.com/oss/python/langchain/overview</a:t>
            </a:r>
          </a:p>
          <a:p xmlns:a="http://schemas.openxmlformats.org/drawingml/2006/main">
            <a:r>
              <a:t>- https://docs.langchain.com/oss/python/langgraph/overview</a:t>
            </a:r>
          </a:p>
          <a:p xmlns:a="http://schemas.openxmlformats.org/drawingml/2006/main">
            <a:r>
              <a:t>- https://docs.langchain.com/oss/python/langgraph/interrupts</a:t>
            </a:r>
          </a:p>
          <a:p xmlns:a="http://schemas.openxmlformats.org/drawingml/2006/main">
            <a:r>
              <a:t>- https://docs.langchain.com/oss/python/langgraph/persistence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2/3 · LangGraph는 중단과 재시작을 설계한다</a:t>
            </a:r>
          </a:p>
          <a:p xmlns:a="http://schemas.openxmlformats.org/drawingml/2006/main">
            <a:r>
              <a:t>이 장표의 역할: LangChain overview · 조합 계층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https://docs.langchain.com/oss/python/langchain/overview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2/3 · LangGraph는 중단과 재시작을 설계한다</a:t>
            </a:r>
          </a:p>
          <a:p xmlns:a="http://schemas.openxmlformats.org/drawingml/2006/main">
            <a:r>
              <a:t>이 장표의 역할: LangGraph overview · stateful orchestration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https://docs.langchain.com/oss/python/langgraph/overview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2/3 · LangGraph는 중단과 재시작을 설계한다</a:t>
            </a:r>
          </a:p>
          <a:p xmlns:a="http://schemas.openxmlformats.org/drawingml/2006/main">
            <a:r>
              <a:t>이 장표의 역할: LangGraph interrupts · 사람 입력에서 중단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https://docs.langchain.com/oss/python/langgraph/interrupts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2/3 · LangGraph는 중단과 재시작을 설계한다</a:t>
            </a:r>
          </a:p>
          <a:p xmlns:a="http://schemas.openxmlformats.org/drawingml/2006/main">
            <a:r>
              <a:t>이 장표의 역할: LangGraph persistence · checkpoint와 thread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https://docs.langchain.com/oss/python/langgraph/persistence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2/3 · LangGraph는 중단과 재시작을 설계한다</a:t>
            </a:r>
          </a:p>
          <a:p xmlns:a="http://schemas.openxmlformats.org/drawingml/2006/main">
            <a:r>
              <a:t>이 장표의 역할: State schema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2/3 · LangGraph는 중단과 재시작을 설계한다</a:t>
            </a:r>
          </a:p>
          <a:p xmlns:a="http://schemas.openxmlformats.org/drawingml/2006/main">
            <a:r>
              <a:t>이 장표의 역할: 오류 route 함수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2/3 · LangGraph는 중단과 재시작을 설계한다</a:t>
            </a:r>
          </a:p>
          <a:p xmlns:a="http://schemas.openxmlformats.org/drawingml/2006/main">
            <a:r>
              <a:t>이 장표의 역할: Interrupt로 검토 요청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2/3 · LangGraph는 중단과 재시작을 설계한다</a:t>
            </a:r>
          </a:p>
          <a:p xmlns:a="http://schemas.openxmlformats.org/drawingml/2006/main">
            <a:r>
              <a:t>이 장표의 역할: Command로 같은 thread 재개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2/3 · LangGraph는 중단과 재시작을 설계한다</a:t>
            </a:r>
          </a:p>
          <a:p xmlns:a="http://schemas.openxmlformats.org/drawingml/2006/main">
            <a:r>
              <a:t>이 장표의 역할: 승인 event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2/3 · LangGraph는 중단과 재시작을 설계한다</a:t>
            </a:r>
          </a:p>
          <a:p xmlns:a="http://schemas.openxmlformats.org/drawingml/2006/main">
            <a:r>
              <a:t>이 장표의 역할: 실습 1 · State 필드 설계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08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2/3 · LangGraph는 중단과 재시작을 설계한다</a:t>
            </a:r>
          </a:p>
          <a:p xmlns:a="http://schemas.openxmlformats.org/drawingml/2006/main">
            <a:r>
              <a:t>이 장표의 역할: 실습 2 · Node와 edge 카드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10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2/3 · LangGraph는 중단과 재시작을 설계한다</a:t>
            </a:r>
          </a:p>
          <a:p xmlns:a="http://schemas.openxmlformats.org/drawingml/2006/main">
            <a:r>
              <a:t>이 장표의 역할: 실습 3 · Retry 정책표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08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2/3 · LangGraph는 중단과 재시작을 설계한다</a:t>
            </a:r>
          </a:p>
          <a:p xmlns:a="http://schemas.openxmlformats.org/drawingml/2006/main">
            <a:r>
              <a:t>이 장표의 역할: 실습 4 · Reviewer 역할극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12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2/3 · LangGraph는 중단과 재시작을 설계한다</a:t>
            </a:r>
          </a:p>
          <a:p xmlns:a="http://schemas.openxmlformats.org/drawingml/2006/main">
            <a:r>
              <a:t>이 장표의 역할: 실패 1 · State에 모든 것을 저장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2/3 · LangGraph는 중단과 재시작을 설계한다</a:t>
            </a:r>
          </a:p>
          <a:p xmlns:a="http://schemas.openxmlformats.org/drawingml/2006/main">
            <a:r>
              <a:t>이 장표의 역할: 실패 2 · interrupt를 try/except로 감쌈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https://docs.langchain.com/oss/python/langgraph/interrupts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2/3 · LangGraph는 중단과 재시작을 설계한다</a:t>
            </a:r>
          </a:p>
          <a:p xmlns:a="http://schemas.openxmlformats.org/drawingml/2006/main">
            <a:r>
              <a:t>이 장표의 역할: 실패 3 · 승인 전에 외부 쓰기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2/3 · LangGraph는 중단과 재시작을 설계한다</a:t>
            </a:r>
          </a:p>
          <a:p xmlns:a="http://schemas.openxmlformats.org/drawingml/2006/main">
            <a:r>
              <a:t>이 장표의 역할: 재직자 · Human Approval 운영표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2/3 · LangGraph는 중단과 재시작을 설계한다</a:t>
            </a:r>
          </a:p>
          <a:p xmlns:a="http://schemas.openxmlformats.org/drawingml/2006/main">
            <a:r>
              <a:t>이 장표의 역할: Gate 7 · 승인 뒤 같은 요청이 다시 왔습니다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1분 개인 정리 → 2분 짝 설명 → 2명 전체 공유 순서로 진행한다.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3/3 · LangSmith는 배포 결정을 위한 증거다</a:t>
            </a:r>
          </a:p>
          <a:p xmlns:a="http://schemas.openxmlformats.org/drawingml/2006/main">
            <a:r>
              <a:t>이 장표의 역할: 시간대 구간 표지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이 시간에 손에 남길 파일·명령·판단 기준을 먼저 읽는다.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3/3 · LangSmith는 배포 결정을 위한 증거다</a:t>
            </a:r>
          </a:p>
          <a:p xmlns:a="http://schemas.openxmlformats.org/drawingml/2006/main">
            <a:r>
              <a:t>이 장표의 역할: 시간대 지도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필수 본편은 개념·화면·따라하기·증거다. 실패·복구와 확장은 반 속도에 맞춰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3/3 · LangSmith는 배포 결정을 위한 증거다</a:t>
            </a:r>
          </a:p>
          <a:p xmlns:a="http://schemas.openxmlformats.org/drawingml/2006/main">
            <a:r>
              <a:t>이 장표의 역할: 관측과 배포 판단을 잇는 네 단어 · 통합 용어표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네 용어를 개별 장표로 반복하지 않고 한 표에서 역할 차이를 비교한다.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https://docs.langchain.com/langsmith/evaluation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3/3 · LangSmith는 배포 결정을 위한 증거다</a:t>
            </a:r>
          </a:p>
          <a:p xmlns:a="http://schemas.openxmlformats.org/drawingml/2006/main">
            <a:r>
              <a:t>이 장표의 역할: Managed 회의 기능은 현업의 현재 출발점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3/3 · LangSmith는 배포 결정을 위한 증거다</a:t>
            </a:r>
          </a:p>
          <a:p xmlns:a="http://schemas.openxmlformats.org/drawingml/2006/main">
            <a:r>
              <a:t>이 장표의 역할: 수업의 local STT는 원리를 이해하는 최소 실습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3/3 · LangSmith는 배포 결정을 위한 증거다</a:t>
            </a:r>
          </a:p>
          <a:p xmlns:a="http://schemas.openxmlformats.org/drawingml/2006/main">
            <a:r>
              <a:t>이 장표의 역할: STT 품질은 WER 하나로 끝나지 않는다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3/3 · LangSmith는 배포 결정을 위한 증거다</a:t>
            </a:r>
          </a:p>
          <a:p xmlns:a="http://schemas.openxmlformats.org/drawingml/2006/main">
            <a:r>
              <a:t>이 장표의 역할: LangSmith trace는 실행의 계보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3/3 · LangSmith는 배포 결정을 위한 증거다</a:t>
            </a:r>
          </a:p>
          <a:p xmlns:a="http://schemas.openxmlformats.org/drawingml/2006/main">
            <a:r>
              <a:t>이 장표의 역할: 민감 데이터는 trace 전에 줄인다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3/3 · LangSmith는 배포 결정을 위한 증거다</a:t>
            </a:r>
          </a:p>
          <a:p xmlns:a="http://schemas.openxmlformats.org/drawingml/2006/main">
            <a:r>
              <a:t>이 장표의 역할: Dataset이 평가 입력을 고정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3/3 · LangSmith는 배포 결정을 위한 증거다</a:t>
            </a:r>
          </a:p>
          <a:p xmlns:a="http://schemas.openxmlformats.org/drawingml/2006/main">
            <a:r>
              <a:t>이 장표의 역할: 전체 pipeline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3/3 · LangSmith는 배포 결정을 위한 증거다</a:t>
            </a:r>
          </a:p>
          <a:p xmlns:a="http://schemas.openxmlformats.org/drawingml/2006/main">
            <a:r>
              <a:t>이 장표의 역할: STT 실행 순서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3/3 · LangSmith는 배포 결정을 위한 증거다</a:t>
            </a:r>
          </a:p>
          <a:p xmlns:a="http://schemas.openxmlformats.org/drawingml/2006/main">
            <a:r>
              <a:t>이 장표의 역할: Trace 설계 순서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3/3 · LangSmith는 배포 결정을 위한 증거다</a:t>
            </a:r>
          </a:p>
          <a:p xmlns:a="http://schemas.openxmlformats.org/drawingml/2006/main">
            <a:r>
              <a:t>이 장표의 역할: Dataset 구축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3/3 · LangSmith는 배포 결정을 위한 증거다</a:t>
            </a:r>
          </a:p>
          <a:p xmlns:a="http://schemas.openxmlformats.org/drawingml/2006/main">
            <a:r>
              <a:t>이 장표의 역할: 평가 루프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3/3 · LangSmith는 배포 결정을 위한 증거다</a:t>
            </a:r>
          </a:p>
          <a:p xmlns:a="http://schemas.openxmlformats.org/drawingml/2006/main">
            <a:r>
              <a:t>이 장표의 역할: LangSmith는 배포 결정을 위한 증거다 도구 선택표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툴 이름을 나열하지 않고 역할·선택 이유·대안과의 차이를 먼저 비교한다.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https://github.com/SYSTRAN/faster-whisper</a:t>
            </a:r>
          </a:p>
          <a:p xmlns:a="http://schemas.openxmlformats.org/drawingml/2006/main">
            <a:r>
              <a:t>- https://github.com/ggml-org/whisper.cpp</a:t>
            </a:r>
          </a:p>
          <a:p xmlns:a="http://schemas.openxmlformats.org/drawingml/2006/main">
            <a:r>
              <a:t>- https://support.google.com/meet/answer/14754931</a:t>
            </a:r>
          </a:p>
          <a:p xmlns:a="http://schemas.openxmlformats.org/drawingml/2006/main">
            <a:r>
              <a:t>- https://docs.langchain.com/langsmith/observability</a:t>
            </a:r>
          </a:p>
          <a:p xmlns:a="http://schemas.openxmlformats.org/drawingml/2006/main">
            <a:r>
              <a:t>- https://docs.langchain.com/langsmith/evaluation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3/3 · LangSmith는 배포 결정을 위한 증거다</a:t>
            </a:r>
          </a:p>
          <a:p xmlns:a="http://schemas.openxmlformats.org/drawingml/2006/main">
            <a:r>
              <a:t>이 장표의 역할: faster-whisper · Python 기반 local STT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https://github.com/SYSTRAN/faster-whisper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3/3 · LangSmith는 배포 결정을 위한 증거다</a:t>
            </a:r>
          </a:p>
          <a:p xmlns:a="http://schemas.openxmlformats.org/drawingml/2006/main">
            <a:r>
              <a:t>이 장표의 역할: whisper.cpp · 경량 local 대안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https://github.com/ggml-org/whisper.cpp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3/3 · LangSmith는 배포 결정을 위한 증거다</a:t>
            </a:r>
          </a:p>
          <a:p xmlns:a="http://schemas.openxmlformats.org/drawingml/2006/main">
            <a:r>
              <a:t>이 장표의 역할: Google Meet 자동 노트 · 만들기보다 통합하기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https://support.google.com/meet/answer/14754931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3/3 · LangSmith는 배포 결정을 위한 증거다</a:t>
            </a:r>
          </a:p>
          <a:p xmlns:a="http://schemas.openxmlformats.org/drawingml/2006/main">
            <a:r>
              <a:t>이 장표의 역할: LangSmith observability · trace tree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https://docs.langchain.com/langsmith/observability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3/3 · LangSmith는 배포 결정을 위한 증거다</a:t>
            </a:r>
          </a:p>
          <a:p xmlns:a="http://schemas.openxmlformats.org/drawingml/2006/main">
            <a:r>
              <a:t>이 장표의 역할: LangSmith evaluation · dataset과 experiment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https://docs.langchain.com/langsmith/evaluation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3/3 · LangSmith는 배포 결정을 위한 증거다</a:t>
            </a:r>
          </a:p>
          <a:p xmlns:a="http://schemas.openxmlformats.org/drawingml/2006/main">
            <a:r>
              <a:t>이 장표의 역할: faster-whisper 최소 호출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https://github.com/SYSTRAN/faster-whisper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3/3 · LangSmith는 배포 결정을 위한 증거다</a:t>
            </a:r>
          </a:p>
          <a:p xmlns:a="http://schemas.openxmlformats.org/drawingml/2006/main">
            <a:r>
              <a:t>이 장표의 역할: STT 품질 flag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3/3 · LangSmith는 배포 결정을 위한 증거다</a:t>
            </a:r>
          </a:p>
          <a:p xmlns:a="http://schemas.openxmlformats.org/drawingml/2006/main">
            <a:r>
              <a:t>이 장표의 역할: LangSmith 환경 변수 경계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3/3 · LangSmith는 배포 결정을 위한 증거다</a:t>
            </a:r>
          </a:p>
          <a:p xmlns:a="http://schemas.openxmlformats.org/drawingml/2006/main">
            <a:r>
              <a:t>이 장표의 역할: Trace metadata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3/3 · LangSmith는 배포 결정을 위한 증거다</a:t>
            </a:r>
          </a:p>
          <a:p xmlns:a="http://schemas.openxmlformats.org/drawingml/2006/main">
            <a:r>
              <a:t>이 장표의 역할: 결정론적 evaluator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3/3 · LangSmith는 배포 결정을 위한 증거다</a:t>
            </a:r>
          </a:p>
          <a:p xmlns:a="http://schemas.openxmlformats.org/drawingml/2006/main">
            <a:r>
              <a:t>이 장표의 역할: 실습 1 · Managed vs Local 선택표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07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3/3 · LangSmith는 배포 결정을 위한 증거다</a:t>
            </a:r>
          </a:p>
          <a:p xmlns:a="http://schemas.openxmlformats.org/drawingml/2006/main">
            <a:r>
              <a:t>이 장표의 역할: 실습 2 · STT quality policy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08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3/3 · LangSmith는 배포 결정을 위한 증거다</a:t>
            </a:r>
          </a:p>
          <a:p xmlns:a="http://schemas.openxmlformats.org/drawingml/2006/main">
            <a:r>
              <a:t>이 장표의 역할: 실습 3 · Trace에서 답할 질문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08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3/3 · LangSmith는 배포 결정을 위한 증거다</a:t>
            </a:r>
          </a:p>
          <a:p xmlns:a="http://schemas.openxmlformats.org/drawingml/2006/main">
            <a:r>
              <a:t>이 장표의 역할: 실습 4 · Evaluation dataset 설계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10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3/3 · LangSmith는 배포 결정을 위한 증거다</a:t>
            </a:r>
          </a:p>
          <a:p xmlns:a="http://schemas.openxmlformats.org/drawingml/2006/main">
            <a:r>
              <a:t>이 장표의 역할: 실패 1 · STT 결과를 정답으로 간주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3/3 · LangSmith는 배포 결정을 위한 증거다</a:t>
            </a:r>
          </a:p>
          <a:p xmlns:a="http://schemas.openxmlformats.org/drawingml/2006/main">
            <a:r>
              <a:t>이 장표의 역할: 실패 2 · 모든 trace에 원문 전송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3/3 · LangSmith는 배포 결정을 위한 증거다</a:t>
            </a:r>
          </a:p>
          <a:p xmlns:a="http://schemas.openxmlformats.org/drawingml/2006/main">
            <a:r>
              <a:t>이 장표의 역할: 실패 3 · trace만 보고 평가 완료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3/3 · LangSmith는 배포 결정을 위한 증거다</a:t>
            </a:r>
          </a:p>
          <a:p xmlns:a="http://schemas.openxmlformats.org/drawingml/2006/main">
            <a:r>
              <a:t>이 장표의 역할: 재직자 · 운영 dashboard 질문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3/3 · LangSmith는 배포 결정을 위한 증거다</a:t>
            </a:r>
          </a:p>
          <a:p xmlns:a="http://schemas.openxmlformats.org/drawingml/2006/main">
            <a:r>
              <a:t>이 장표의 역할: 17:30–18:00 · Q&amp;A와 Exit Ticket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17:30부터 30분을 Q&amp;A·실습 복구·Exit Ticket에 사용한다. 여기서만 Day 1 전체 구조를 짧게 회수한다. Day2–5는 일반 점심 12:00–13:00으로 운영한다고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125df7beb6480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37f319543b648e8" /><Relationship Type="http://schemas.openxmlformats.org/officeDocument/2006/relationships/slideLayout" Target="/ppt/slideLayouts/slideLayout1.xml" Id="Rf6c9ef5be8f2445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6c9ef5be8f2445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4b5a45a97f40ba" /><Relationship Type="http://schemas.openxmlformats.org/officeDocument/2006/relationships/notesSlide" Target="/ppt/notesSlides/notesSlide1.xml" Id="Re29ffe18edb5413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137e5440d2497e" /><Relationship Type="http://schemas.openxmlformats.org/officeDocument/2006/relationships/image" Target="/ppt/media/image.png" Id="R5aa22672b0d24647" /><Relationship Type="http://schemas.openxmlformats.org/officeDocument/2006/relationships/image" Target="/ppt/media/image.svg" Id="R2b1f53787f8e4f4f" /><Relationship Type="http://schemas.openxmlformats.org/officeDocument/2006/relationships/notesSlide" Target="/ppt/notesSlides/notesSlide2.xml" Id="R077266624e634cf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b302fecadc4e23" /><Relationship Type="http://schemas.openxmlformats.org/officeDocument/2006/relationships/notesSlide" Target="/ppt/notesSlides/notesSlide3.xml" Id="R55ba1cd5728e411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28a04a8abb45e0" /><Relationship Type="http://schemas.openxmlformats.org/officeDocument/2006/relationships/notesSlide" Target="/ppt/notesSlides/notesSlide4.xml" Id="R436944bfc9ef41c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682b2dcc82401d" /><Relationship Type="http://schemas.openxmlformats.org/officeDocument/2006/relationships/image" Target="/ppt/media/image2.png" Id="R504a35b3a23b4143" /><Relationship Type="http://schemas.openxmlformats.org/officeDocument/2006/relationships/image" Target="/ppt/media/image2.svg" Id="Rcb02993a7a2e42a8" /><Relationship Type="http://schemas.openxmlformats.org/officeDocument/2006/relationships/notesSlide" Target="/ppt/notesSlides/notesSlide5.xml" Id="R00ae9982abcd4b8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43736c4e2f471b" /><Relationship Type="http://schemas.openxmlformats.org/officeDocument/2006/relationships/notesSlide" Target="/ppt/notesSlides/notesSlide6.xml" Id="Ra61171849f2646a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dcc2132b9149ad" /><Relationship Type="http://schemas.openxmlformats.org/officeDocument/2006/relationships/notesSlide" Target="/ppt/notesSlides/notesSlide7.xml" Id="R1cd381761c3b40d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29349fd1eb4762" /><Relationship Type="http://schemas.openxmlformats.org/officeDocument/2006/relationships/notesSlide" Target="/ppt/notesSlides/notesSlide8.xml" Id="R3a657979229949f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19fadde3574f1a" /><Relationship Type="http://schemas.openxmlformats.org/officeDocument/2006/relationships/notesSlide" Target="/ppt/notesSlides/notesSlide9.xml" Id="R43157e89c1b841c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3b1caa33614363" /><Relationship Type="http://schemas.openxmlformats.org/officeDocument/2006/relationships/notesSlide" Target="/ppt/notesSlides/notesSlide10.xml" Id="R5b1560d310ef4c4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be11e196d046f7" /><Relationship Type="http://schemas.openxmlformats.org/officeDocument/2006/relationships/notesSlide" Target="/ppt/notesSlides/notesSlide11.xml" Id="R3bbf8559c35c426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5aa066f90040e9" /><Relationship Type="http://schemas.openxmlformats.org/officeDocument/2006/relationships/image" Target="/ppt/media/image.jpeg" Id="R55fed5665060411d" /><Relationship Type="http://schemas.openxmlformats.org/officeDocument/2006/relationships/notesSlide" Target="/ppt/notesSlides/notesSlide12.xml" Id="Rf5604727a268459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f206d3078149ad" /><Relationship Type="http://schemas.openxmlformats.org/officeDocument/2006/relationships/image" Target="/ppt/media/image2.jpeg" Id="R3d29306c697b43f1" /><Relationship Type="http://schemas.openxmlformats.org/officeDocument/2006/relationships/notesSlide" Target="/ppt/notesSlides/notesSlide13.xml" Id="R6dfd7e648ae142a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7662cf03e644d3" /><Relationship Type="http://schemas.openxmlformats.org/officeDocument/2006/relationships/image" Target="/ppt/media/image3.jpeg" Id="R5f7f18f76b744359" /><Relationship Type="http://schemas.openxmlformats.org/officeDocument/2006/relationships/notesSlide" Target="/ppt/notesSlides/notesSlide14.xml" Id="R4846ba606a3e44e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7ea01a20ae4e3b" /><Relationship Type="http://schemas.openxmlformats.org/officeDocument/2006/relationships/image" Target="/ppt/media/image4.jpeg" Id="R6014210634564c54" /><Relationship Type="http://schemas.openxmlformats.org/officeDocument/2006/relationships/notesSlide" Target="/ppt/notesSlides/notesSlide15.xml" Id="Rb5954b864ac9424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db56ad9b474abe" /><Relationship Type="http://schemas.openxmlformats.org/officeDocument/2006/relationships/notesSlide" Target="/ppt/notesSlides/notesSlide16.xml" Id="Rcd4f27a6facf406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01babee5d440e8" /><Relationship Type="http://schemas.openxmlformats.org/officeDocument/2006/relationships/notesSlide" Target="/ppt/notesSlides/notesSlide17.xml" Id="Rea14a878f8ed4fe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0bed3eaa064373" /><Relationship Type="http://schemas.openxmlformats.org/officeDocument/2006/relationships/notesSlide" Target="/ppt/notesSlides/notesSlide18.xml" Id="Rda2b778cb2ab4668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9cf157dcf24e0f" /><Relationship Type="http://schemas.openxmlformats.org/officeDocument/2006/relationships/notesSlide" Target="/ppt/notesSlides/notesSlide19.xml" Id="R65d0f3fc8334491f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34b6e546db4689" /><Relationship Type="http://schemas.openxmlformats.org/officeDocument/2006/relationships/notesSlide" Target="/ppt/notesSlides/notesSlide20.xml" Id="Raedbef4ae6bf4c5e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bf8edff61b4924" /><Relationship Type="http://schemas.openxmlformats.org/officeDocument/2006/relationships/notesSlide" Target="/ppt/notesSlides/notesSlide21.xml" Id="Rf9868df6960a4d38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4bb0aa92ff480a" /><Relationship Type="http://schemas.openxmlformats.org/officeDocument/2006/relationships/notesSlide" Target="/ppt/notesSlides/notesSlide22.xml" Id="Rbd0315d70f4644a3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0bb355ee5b4bad" /><Relationship Type="http://schemas.openxmlformats.org/officeDocument/2006/relationships/notesSlide" Target="/ppt/notesSlides/notesSlide23.xml" Id="R3529360c48eb4bcb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98ff54877e4f18" /><Relationship Type="http://schemas.openxmlformats.org/officeDocument/2006/relationships/notesSlide" Target="/ppt/notesSlides/notesSlide24.xml" Id="R958407e7e0c84631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6f126cd6e84107" /><Relationship Type="http://schemas.openxmlformats.org/officeDocument/2006/relationships/notesSlide" Target="/ppt/notesSlides/notesSlide25.xml" Id="R37e7f257308f4172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4965f4ea4945ee" /><Relationship Type="http://schemas.openxmlformats.org/officeDocument/2006/relationships/notesSlide" Target="/ppt/notesSlides/notesSlide26.xml" Id="Rd9b3e6aa211d4066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7f1856764a4a76" /><Relationship Type="http://schemas.openxmlformats.org/officeDocument/2006/relationships/notesSlide" Target="/ppt/notesSlides/notesSlide27.xml" Id="Rf1d26b066f6845f6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52e1f9871e4e95" /><Relationship Type="http://schemas.openxmlformats.org/officeDocument/2006/relationships/notesSlide" Target="/ppt/notesSlides/notesSlide28.xml" Id="R518d19782f464b41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ce836722244972" /><Relationship Type="http://schemas.openxmlformats.org/officeDocument/2006/relationships/notesSlide" Target="/ppt/notesSlides/notesSlide29.xml" Id="Ra9055bce15b14945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9b1ecf6abb4d48" /><Relationship Type="http://schemas.openxmlformats.org/officeDocument/2006/relationships/notesSlide" Target="/ppt/notesSlides/notesSlide30.xml" Id="R5b5c016815bc4b3b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18235dafdd4ab2" /><Relationship Type="http://schemas.openxmlformats.org/officeDocument/2006/relationships/notesSlide" Target="/ppt/notesSlides/notesSlide31.xml" Id="R536109b9d07c43e9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b202ba522b4ae1" /><Relationship Type="http://schemas.openxmlformats.org/officeDocument/2006/relationships/notesSlide" Target="/ppt/notesSlides/notesSlide32.xml" Id="R559b961061a54c19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992dc8d3974640" /><Relationship Type="http://schemas.openxmlformats.org/officeDocument/2006/relationships/image" Target="/ppt/media/image3.png" Id="R4f13ea3b96e943b5" /><Relationship Type="http://schemas.openxmlformats.org/officeDocument/2006/relationships/image" Target="/ppt/media/image3.svg" Id="R7c93c27acf654787" /><Relationship Type="http://schemas.openxmlformats.org/officeDocument/2006/relationships/notesSlide" Target="/ppt/notesSlides/notesSlide33.xml" Id="Rd60f7f6cd93543da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6fadd5bb0a4897" /><Relationship Type="http://schemas.openxmlformats.org/officeDocument/2006/relationships/notesSlide" Target="/ppt/notesSlides/notesSlide34.xml" Id="Ra84b73511b62454a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6f2d202f574e84" /><Relationship Type="http://schemas.openxmlformats.org/officeDocument/2006/relationships/notesSlide" Target="/ppt/notesSlides/notesSlide35.xml" Id="Re1a93ca40eec4309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99d1e868514d36" /><Relationship Type="http://schemas.openxmlformats.org/officeDocument/2006/relationships/notesSlide" Target="/ppt/notesSlides/notesSlide36.xml" Id="R601e2b5418384600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8c8252972741de" /><Relationship Type="http://schemas.openxmlformats.org/officeDocument/2006/relationships/notesSlide" Target="/ppt/notesSlides/notesSlide37.xml" Id="Rdeca3c55b4c243c5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5e13c4f46d4e9a" /><Relationship Type="http://schemas.openxmlformats.org/officeDocument/2006/relationships/notesSlide" Target="/ppt/notesSlides/notesSlide38.xml" Id="Rad839a6c443b4d64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1ae94e3a344410" /><Relationship Type="http://schemas.openxmlformats.org/officeDocument/2006/relationships/notesSlide" Target="/ppt/notesSlides/notesSlide39.xml" Id="R5b7d8ab5b18f446e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50c9ebb35a454c" /><Relationship Type="http://schemas.openxmlformats.org/officeDocument/2006/relationships/notesSlide" Target="/ppt/notesSlides/notesSlide40.xml" Id="R30dc98da46a04672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ced242abbd4804" /><Relationship Type="http://schemas.openxmlformats.org/officeDocument/2006/relationships/notesSlide" Target="/ppt/notesSlides/notesSlide41.xml" Id="R9ede7188eab84482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6d8a0041fc4050" /><Relationship Type="http://schemas.openxmlformats.org/officeDocument/2006/relationships/notesSlide" Target="/ppt/notesSlides/notesSlide42.xml" Id="R74e310fc093c4b21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e53960e1294136" /><Relationship Type="http://schemas.openxmlformats.org/officeDocument/2006/relationships/notesSlide" Target="/ppt/notesSlides/notesSlide43.xml" Id="Rd383a7f4533b440b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011b84b4744f87" /><Relationship Type="http://schemas.openxmlformats.org/officeDocument/2006/relationships/notesSlide" Target="/ppt/notesSlides/notesSlide44.xml" Id="R12a22a7e77e741c0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d09c8622ed41a2" /><Relationship Type="http://schemas.openxmlformats.org/officeDocument/2006/relationships/notesSlide" Target="/ppt/notesSlides/notesSlide45.xml" Id="R49e6768aaa2c4dc3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7eaa0eac39467f" /><Relationship Type="http://schemas.openxmlformats.org/officeDocument/2006/relationships/notesSlide" Target="/ppt/notesSlides/notesSlide46.xml" Id="R91a83b91e1484261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feaf6437d541bf" /><Relationship Type="http://schemas.openxmlformats.org/officeDocument/2006/relationships/image" Target="/ppt/media/image5.jpeg" Id="Rd043aa7e61a74ec6" /><Relationship Type="http://schemas.openxmlformats.org/officeDocument/2006/relationships/notesSlide" Target="/ppt/notesSlides/notesSlide47.xml" Id="Reb5b26dad5b94164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1fe7d8afe14bb9" /><Relationship Type="http://schemas.openxmlformats.org/officeDocument/2006/relationships/image" Target="/ppt/media/image6.jpeg" Id="R190c7a63791d4991" /><Relationship Type="http://schemas.openxmlformats.org/officeDocument/2006/relationships/notesSlide" Target="/ppt/notesSlides/notesSlide48.xml" Id="R290d580e5d9d4b41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51f397c7b54311" /><Relationship Type="http://schemas.openxmlformats.org/officeDocument/2006/relationships/image" Target="/ppt/media/image7.jpeg" Id="R049e1f37d332461c" /><Relationship Type="http://schemas.openxmlformats.org/officeDocument/2006/relationships/notesSlide" Target="/ppt/notesSlides/notesSlide49.xml" Id="R6e2f36d2f74e454c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102ed1cf224657" /><Relationship Type="http://schemas.openxmlformats.org/officeDocument/2006/relationships/image" Target="/ppt/media/image8.jpeg" Id="Rcb6c26cded1d4bba" /><Relationship Type="http://schemas.openxmlformats.org/officeDocument/2006/relationships/notesSlide" Target="/ppt/notesSlides/notesSlide50.xml" Id="R5c4bfdea755e4cb7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36eef8ee094176" /><Relationship Type="http://schemas.openxmlformats.org/officeDocument/2006/relationships/notesSlide" Target="/ppt/notesSlides/notesSlide51.xml" Id="R34eeba85bc0440c5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2cc975bacc4d95" /><Relationship Type="http://schemas.openxmlformats.org/officeDocument/2006/relationships/notesSlide" Target="/ppt/notesSlides/notesSlide52.xml" Id="R8fb91216a11b4562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e1dc28597f4060" /><Relationship Type="http://schemas.openxmlformats.org/officeDocument/2006/relationships/notesSlide" Target="/ppt/notesSlides/notesSlide53.xml" Id="R896f9f05f2614f30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ff58a186d84827" /><Relationship Type="http://schemas.openxmlformats.org/officeDocument/2006/relationships/notesSlide" Target="/ppt/notesSlides/notesSlide54.xml" Id="R477470e052cc45a1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597c979b9343dc" /><Relationship Type="http://schemas.openxmlformats.org/officeDocument/2006/relationships/notesSlide" Target="/ppt/notesSlides/notesSlide55.xml" Id="Raa542d63c5ee496e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d8e7be78b249fb" /><Relationship Type="http://schemas.openxmlformats.org/officeDocument/2006/relationships/notesSlide" Target="/ppt/notesSlides/notesSlide56.xml" Id="R22d6cc36a4a64406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f9c1b18c7640d4" /><Relationship Type="http://schemas.openxmlformats.org/officeDocument/2006/relationships/notesSlide" Target="/ppt/notesSlides/notesSlide57.xml" Id="R688dc4b3fae74ad9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b2677dcc514690" /><Relationship Type="http://schemas.openxmlformats.org/officeDocument/2006/relationships/notesSlide" Target="/ppt/notesSlides/notesSlide58.xml" Id="Rccf87a45f18249a4" /></Relationships>
</file>

<file path=ppt/slides/_rels/slide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62e41d0a524d65" /><Relationship Type="http://schemas.openxmlformats.org/officeDocument/2006/relationships/notesSlide" Target="/ppt/notesSlides/notesSlide59.xml" Id="R58880b92cecd4df8" /></Relationships>
</file>

<file path=ppt/slides/_rels/slide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7d9b10ba214aa6" /><Relationship Type="http://schemas.openxmlformats.org/officeDocument/2006/relationships/notesSlide" Target="/ppt/notesSlides/notesSlide60.xml" Id="R5de994ea028d4508" /></Relationships>
</file>

<file path=ppt/slides/_rels/slide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d5bb88918040e8" /><Relationship Type="http://schemas.openxmlformats.org/officeDocument/2006/relationships/notesSlide" Target="/ppt/notesSlides/notesSlide61.xml" Id="Rc826228f4a354da7" /></Relationships>
</file>

<file path=ppt/slides/_rels/slide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bd9e19de2d4d4c" /><Relationship Type="http://schemas.openxmlformats.org/officeDocument/2006/relationships/notesSlide" Target="/ppt/notesSlides/notesSlide62.xml" Id="R01cdf216ff5849aa" /></Relationships>
</file>

<file path=ppt/slides/_rels/slide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c481d80dfa4e31" /><Relationship Type="http://schemas.openxmlformats.org/officeDocument/2006/relationships/notesSlide" Target="/ppt/notesSlides/notesSlide63.xml" Id="R2a3b005c73fc44db" /></Relationships>
</file>

<file path=ppt/slides/_rels/slide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aaead24b6f44b2" /><Relationship Type="http://schemas.openxmlformats.org/officeDocument/2006/relationships/notesSlide" Target="/ppt/notesSlides/notesSlide64.xml" Id="Rc4cf04ff9d5e42ac" /></Relationships>
</file>

<file path=ppt/slides/_rels/slide6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c6f641fbd54683" /><Relationship Type="http://schemas.openxmlformats.org/officeDocument/2006/relationships/notesSlide" Target="/ppt/notesSlides/notesSlide65.xml" Id="R96b43bd6e1424ba6" /></Relationships>
</file>

<file path=ppt/slides/_rels/slide6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0cecf26aab4936" /><Relationship Type="http://schemas.openxmlformats.org/officeDocument/2006/relationships/notesSlide" Target="/ppt/notesSlides/notesSlide66.xml" Id="Re4d49ae916634bd8" /></Relationships>
</file>

<file path=ppt/slides/_rels/slide6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0bd5a1680f481b" /><Relationship Type="http://schemas.openxmlformats.org/officeDocument/2006/relationships/notesSlide" Target="/ppt/notesSlides/notesSlide67.xml" Id="R813aa240c2494444" /></Relationships>
</file>

<file path=ppt/slides/_rels/slide6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3797c378e9488c" /><Relationship Type="http://schemas.openxmlformats.org/officeDocument/2006/relationships/image" Target="/ppt/media/image4.png" Id="R39cd34efe11541a4" /><Relationship Type="http://schemas.openxmlformats.org/officeDocument/2006/relationships/image" Target="/ppt/media/image4.svg" Id="R29a573597b964071" /><Relationship Type="http://schemas.openxmlformats.org/officeDocument/2006/relationships/notesSlide" Target="/ppt/notesSlides/notesSlide68.xml" Id="R1bbb90f4a96f4af7" /></Relationships>
</file>

<file path=ppt/slides/_rels/slide6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4f17bf6bce483d" /><Relationship Type="http://schemas.openxmlformats.org/officeDocument/2006/relationships/notesSlide" Target="/ppt/notesSlides/notesSlide69.xml" Id="Rd192538d1c7149fd" /></Relationships>
</file>

<file path=ppt/slides/_rels/slide7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9a3a513dfe4a5c" /><Relationship Type="http://schemas.openxmlformats.org/officeDocument/2006/relationships/notesSlide" Target="/ppt/notesSlides/notesSlide70.xml" Id="R556f7e88dcdc43bf" /></Relationships>
</file>

<file path=ppt/slides/_rels/slide7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e50d038e0b4c57" /><Relationship Type="http://schemas.openxmlformats.org/officeDocument/2006/relationships/notesSlide" Target="/ppt/notesSlides/notesSlide71.xml" Id="R60e7a29d6a3248ac" /></Relationships>
</file>

<file path=ppt/slides/_rels/slide7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a44658aa414133" /><Relationship Type="http://schemas.openxmlformats.org/officeDocument/2006/relationships/notesSlide" Target="/ppt/notesSlides/notesSlide72.xml" Id="R2b8e7f2808f64d3a" /></Relationships>
</file>

<file path=ppt/slides/_rels/slide7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f9c67ffee54df8" /><Relationship Type="http://schemas.openxmlformats.org/officeDocument/2006/relationships/notesSlide" Target="/ppt/notesSlides/notesSlide73.xml" Id="Re25416c625b84a16" /></Relationships>
</file>

<file path=ppt/slides/_rels/slide7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84b7e52940491f" /><Relationship Type="http://schemas.openxmlformats.org/officeDocument/2006/relationships/notesSlide" Target="/ppt/notesSlides/notesSlide74.xml" Id="Re52c32d484874564" /></Relationships>
</file>

<file path=ppt/slides/_rels/slide7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3230def2324a1f" /><Relationship Type="http://schemas.openxmlformats.org/officeDocument/2006/relationships/notesSlide" Target="/ppt/notesSlides/notesSlide75.xml" Id="R62376ce301fd4a21" /></Relationships>
</file>

<file path=ppt/slides/_rels/slide7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bab0ebbe7b4a2f" /><Relationship Type="http://schemas.openxmlformats.org/officeDocument/2006/relationships/notesSlide" Target="/ppt/notesSlides/notesSlide76.xml" Id="R0e9dcc1dbe164b57" /></Relationships>
</file>

<file path=ppt/slides/_rels/slide7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13f6f94cd0434a" /><Relationship Type="http://schemas.openxmlformats.org/officeDocument/2006/relationships/notesSlide" Target="/ppt/notesSlides/notesSlide77.xml" Id="R9c5690b387774de4" /></Relationships>
</file>

<file path=ppt/slides/_rels/slide7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1a353545f04d7b" /><Relationship Type="http://schemas.openxmlformats.org/officeDocument/2006/relationships/notesSlide" Target="/ppt/notesSlides/notesSlide78.xml" Id="R61da4ca907534719" /></Relationships>
</file>

<file path=ppt/slides/_rels/slide7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19aa7291f941f8" /><Relationship Type="http://schemas.openxmlformats.org/officeDocument/2006/relationships/notesSlide" Target="/ppt/notesSlides/notesSlide79.xml" Id="R1ab737e5ce284cf9" /></Relationships>
</file>

<file path=ppt/slides/_rels/slide8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68e37289354e77" /><Relationship Type="http://schemas.openxmlformats.org/officeDocument/2006/relationships/notesSlide" Target="/ppt/notesSlides/notesSlide80.xml" Id="Rcc254c9ef4b249cb" /></Relationships>
</file>

<file path=ppt/slides/_rels/slide8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59e9424fde460b" /><Relationship Type="http://schemas.openxmlformats.org/officeDocument/2006/relationships/notesSlide" Target="/ppt/notesSlides/notesSlide81.xml" Id="R2d53548f2d4748bc" /></Relationships>
</file>

<file path=ppt/slides/_rels/slide8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bf6cf874d8480b" /><Relationship Type="http://schemas.openxmlformats.org/officeDocument/2006/relationships/image" Target="/ppt/media/image9.jpeg" Id="R7de76188d3704e18" /><Relationship Type="http://schemas.openxmlformats.org/officeDocument/2006/relationships/notesSlide" Target="/ppt/notesSlides/notesSlide82.xml" Id="R2385b1d717594629" /></Relationships>
</file>

<file path=ppt/slides/_rels/slide8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1117317bd2448f" /><Relationship Type="http://schemas.openxmlformats.org/officeDocument/2006/relationships/image" Target="/ppt/media/image10.jpeg" Id="Rb370414f95f445a9" /><Relationship Type="http://schemas.openxmlformats.org/officeDocument/2006/relationships/notesSlide" Target="/ppt/notesSlides/notesSlide83.xml" Id="R2118658e3ce84d59" /></Relationships>
</file>

<file path=ppt/slides/_rels/slide8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f84557ee2844e2" /><Relationship Type="http://schemas.openxmlformats.org/officeDocument/2006/relationships/image" Target="/ppt/media/image11.jpeg" Id="Rb598b471406d4d72" /><Relationship Type="http://schemas.openxmlformats.org/officeDocument/2006/relationships/notesSlide" Target="/ppt/notesSlides/notesSlide84.xml" Id="R7becc8c1da7b4703" /></Relationships>
</file>

<file path=ppt/slides/_rels/slide8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9b703c66a4420d" /><Relationship Type="http://schemas.openxmlformats.org/officeDocument/2006/relationships/image" Target="/ppt/media/image12.jpeg" Id="Ra3deb9d642644917" /><Relationship Type="http://schemas.openxmlformats.org/officeDocument/2006/relationships/notesSlide" Target="/ppt/notesSlides/notesSlide85.xml" Id="R0621ca61fa744896" /></Relationships>
</file>

<file path=ppt/slides/_rels/slide8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fb18b95072410d" /><Relationship Type="http://schemas.openxmlformats.org/officeDocument/2006/relationships/notesSlide" Target="/ppt/notesSlides/notesSlide86.xml" Id="Ra308b7375d354372" /></Relationships>
</file>

<file path=ppt/slides/_rels/slide8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142dc731e34010" /><Relationship Type="http://schemas.openxmlformats.org/officeDocument/2006/relationships/notesSlide" Target="/ppt/notesSlides/notesSlide87.xml" Id="R12a0ac178b15475b" /></Relationships>
</file>

<file path=ppt/slides/_rels/slide8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9d7ab1996e485a" /><Relationship Type="http://schemas.openxmlformats.org/officeDocument/2006/relationships/notesSlide" Target="/ppt/notesSlides/notesSlide88.xml" Id="Rd0c7f8b6509c429b" /></Relationships>
</file>

<file path=ppt/slides/_rels/slide8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c7451863f74a87" /><Relationship Type="http://schemas.openxmlformats.org/officeDocument/2006/relationships/notesSlide" Target="/ppt/notesSlides/notesSlide89.xml" Id="R337f7e844e2c42ef" /></Relationships>
</file>

<file path=ppt/slides/_rels/slide9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9a284d75674915" /><Relationship Type="http://schemas.openxmlformats.org/officeDocument/2006/relationships/notesSlide" Target="/ppt/notesSlides/notesSlide90.xml" Id="R13e2855659564443" /></Relationships>
</file>

<file path=ppt/slides/_rels/slide9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672224e4b642c9" /><Relationship Type="http://schemas.openxmlformats.org/officeDocument/2006/relationships/notesSlide" Target="/ppt/notesSlides/notesSlide91.xml" Id="Rdd2f8fdd19d64690" /></Relationships>
</file>

<file path=ppt/slides/_rels/slide9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81e05ce8c744e2" /><Relationship Type="http://schemas.openxmlformats.org/officeDocument/2006/relationships/notesSlide" Target="/ppt/notesSlides/notesSlide92.xml" Id="R30943f778f7e427f" /></Relationships>
</file>

<file path=ppt/slides/_rels/slide9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42c9446ba24a61" /><Relationship Type="http://schemas.openxmlformats.org/officeDocument/2006/relationships/notesSlide" Target="/ppt/notesSlides/notesSlide93.xml" Id="R2a8d2e4e1f854ce6" /></Relationships>
</file>

<file path=ppt/slides/_rels/slide9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9fe6afe37149b1" /><Relationship Type="http://schemas.openxmlformats.org/officeDocument/2006/relationships/notesSlide" Target="/ppt/notesSlides/notesSlide94.xml" Id="R307d2c8648e349b9" /></Relationships>
</file>

<file path=ppt/slides/_rels/slide9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fb91fcd5bc4c00" /><Relationship Type="http://schemas.openxmlformats.org/officeDocument/2006/relationships/notesSlide" Target="/ppt/notesSlides/notesSlide95.xml" Id="Re491355b19184398" /></Relationships>
</file>

<file path=ppt/slides/_rels/slide9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525e2a94324856" /><Relationship Type="http://schemas.openxmlformats.org/officeDocument/2006/relationships/notesSlide" Target="/ppt/notesSlides/notesSlide96.xml" Id="R606463f025874ca5" /></Relationships>
</file>

<file path=ppt/slides/_rels/slide9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f72c18076a478c" /><Relationship Type="http://schemas.openxmlformats.org/officeDocument/2006/relationships/notesSlide" Target="/ppt/notesSlides/notesSlide97.xml" Id="R9d582b94716249bc" /></Relationships>
</file>

<file path=ppt/slides/_rels/slide9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a69fff1d474af6" /><Relationship Type="http://schemas.openxmlformats.org/officeDocument/2006/relationships/notesSlide" Target="/ppt/notesSlides/notesSlide98.xml" Id="R844855c117814548" /></Relationships>
</file>

<file path=ppt/slides/_rels/slide9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76c712c3994c67" /><Relationship Type="http://schemas.openxmlformats.org/officeDocument/2006/relationships/notesSlide" Target="/ppt/notesSlides/notesSlide99.xml" Id="R9b295d49a87442e3" /></Relationships>
</file>

<file path=ppt/slides/_rels/slide10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87845ef65044ae" /><Relationship Type="http://schemas.openxmlformats.org/officeDocument/2006/relationships/notesSlide" Target="/ppt/notesSlides/notesSlide100.xml" Id="Rea4c814464ae4185" /></Relationships>
</file>

<file path=ppt/slides/_rels/slide10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5e502956e0492c" /><Relationship Type="http://schemas.openxmlformats.org/officeDocument/2006/relationships/notesSlide" Target="/ppt/notesSlides/notesSlide101.xml" Id="R3b0d67a25ac8471c" /></Relationships>
</file>

<file path=ppt/slides/_rels/slide10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85234d94bd403b" /><Relationship Type="http://schemas.openxmlformats.org/officeDocument/2006/relationships/notesSlide" Target="/ppt/notesSlides/notesSlide102.xml" Id="R937e9fefb54d47f9" /></Relationships>
</file>

<file path=ppt/slides/_rels/slide10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96fc348f4b4e83" /><Relationship Type="http://schemas.openxmlformats.org/officeDocument/2006/relationships/image" Target="/ppt/media/image5.png" Id="R36654093a6614323" /><Relationship Type="http://schemas.openxmlformats.org/officeDocument/2006/relationships/image" Target="/ppt/media/image5.svg" Id="R81a0e53b1fff4353" /><Relationship Type="http://schemas.openxmlformats.org/officeDocument/2006/relationships/notesSlide" Target="/ppt/notesSlides/notesSlide103.xml" Id="R7723f9540769437a" /></Relationships>
</file>

<file path=ppt/slides/_rels/slide10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e7cda59cbf4d49" /><Relationship Type="http://schemas.openxmlformats.org/officeDocument/2006/relationships/notesSlide" Target="/ppt/notesSlides/notesSlide104.xml" Id="R7690242525744c69" /></Relationships>
</file>

<file path=ppt/slides/_rels/slide10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9de1ec0c1e472e" /><Relationship Type="http://schemas.openxmlformats.org/officeDocument/2006/relationships/notesSlide" Target="/ppt/notesSlides/notesSlide105.xml" Id="Rf9b427907ce84367" /></Relationships>
</file>

<file path=ppt/slides/_rels/slide10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dcb3ca0cc84cd2" /><Relationship Type="http://schemas.openxmlformats.org/officeDocument/2006/relationships/notesSlide" Target="/ppt/notesSlides/notesSlide106.xml" Id="Rc3916b2f83794039" /></Relationships>
</file>

<file path=ppt/slides/_rels/slide10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19d0017bd94090" /><Relationship Type="http://schemas.openxmlformats.org/officeDocument/2006/relationships/notesSlide" Target="/ppt/notesSlides/notesSlide107.xml" Id="Rc40a8545b6134d36" /></Relationships>
</file>

<file path=ppt/slides/_rels/slide10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65ef85c6f8433e" /><Relationship Type="http://schemas.openxmlformats.org/officeDocument/2006/relationships/notesSlide" Target="/ppt/notesSlides/notesSlide108.xml" Id="Rdab028190c9a4f34" /></Relationships>
</file>

<file path=ppt/slides/_rels/slide10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0a12a82ead4356" /><Relationship Type="http://schemas.openxmlformats.org/officeDocument/2006/relationships/notesSlide" Target="/ppt/notesSlides/notesSlide109.xml" Id="R0b16a047759143a6" /></Relationships>
</file>

<file path=ppt/slides/_rels/slide1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5dadfaeff941a1" /><Relationship Type="http://schemas.openxmlformats.org/officeDocument/2006/relationships/notesSlide" Target="/ppt/notesSlides/notesSlide110.xml" Id="Ra7fd2e64ebb542bf" /></Relationships>
</file>

<file path=ppt/slides/_rels/slide1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2e5abde4ae4ca9" /><Relationship Type="http://schemas.openxmlformats.org/officeDocument/2006/relationships/notesSlide" Target="/ppt/notesSlides/notesSlide111.xml" Id="R1188218078d44005" /></Relationships>
</file>

<file path=ppt/slides/_rels/slide1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c7e2adb6c94f18" /><Relationship Type="http://schemas.openxmlformats.org/officeDocument/2006/relationships/notesSlide" Target="/ppt/notesSlides/notesSlide112.xml" Id="R51356bd18e7848fc" /></Relationships>
</file>

<file path=ppt/slides/_rels/slide1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981d2a5c824279" /><Relationship Type="http://schemas.openxmlformats.org/officeDocument/2006/relationships/notesSlide" Target="/ppt/notesSlides/notesSlide113.xml" Id="R2e4c6835f5b1451e" /></Relationships>
</file>

<file path=ppt/slides/_rels/slide1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d80abeb3a244e2" /><Relationship Type="http://schemas.openxmlformats.org/officeDocument/2006/relationships/notesSlide" Target="/ppt/notesSlides/notesSlide114.xml" Id="R5b1105e1299c458a" /></Relationships>
</file>

<file path=ppt/slides/_rels/slide1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854478d53940f5" /><Relationship Type="http://schemas.openxmlformats.org/officeDocument/2006/relationships/notesSlide" Target="/ppt/notesSlides/notesSlide115.xml" Id="R7645a38f1ee1484d" /></Relationships>
</file>

<file path=ppt/slides/_rels/slide1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c83f1379074f42" /><Relationship Type="http://schemas.openxmlformats.org/officeDocument/2006/relationships/notesSlide" Target="/ppt/notesSlides/notesSlide116.xml" Id="Rf957bca079634d1a" /></Relationships>
</file>

<file path=ppt/slides/_rels/slide1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abc371419b45d3" /><Relationship Type="http://schemas.openxmlformats.org/officeDocument/2006/relationships/image" Target="/ppt/media/image13.jpeg" Id="Rb1a9ef5bd5e846b4" /><Relationship Type="http://schemas.openxmlformats.org/officeDocument/2006/relationships/notesSlide" Target="/ppt/notesSlides/notesSlide117.xml" Id="Raa50558d45954f9a" /></Relationships>
</file>

<file path=ppt/slides/_rels/slide1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01f332f3ff4934" /><Relationship Type="http://schemas.openxmlformats.org/officeDocument/2006/relationships/image" Target="/ppt/media/image14.jpeg" Id="R1c62d5c3d3b14812" /><Relationship Type="http://schemas.openxmlformats.org/officeDocument/2006/relationships/notesSlide" Target="/ppt/notesSlides/notesSlide118.xml" Id="R1a09026c4f0c4271" /></Relationships>
</file>

<file path=ppt/slides/_rels/slide1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5eb0c14dc54230" /><Relationship Type="http://schemas.openxmlformats.org/officeDocument/2006/relationships/image" Target="/ppt/media/image15.jpeg" Id="Rafbec2fdd0b34c77" /><Relationship Type="http://schemas.openxmlformats.org/officeDocument/2006/relationships/notesSlide" Target="/ppt/notesSlides/notesSlide119.xml" Id="Ra2b9323e070d40f7" /></Relationships>
</file>

<file path=ppt/slides/_rels/slide1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1ecabcb5924b79" /><Relationship Type="http://schemas.openxmlformats.org/officeDocument/2006/relationships/image" Target="/ppt/media/image16.jpeg" Id="Rc5a0c890688641b2" /><Relationship Type="http://schemas.openxmlformats.org/officeDocument/2006/relationships/notesSlide" Target="/ppt/notesSlides/notesSlide120.xml" Id="R7380b6cfa3ff41f8" /></Relationships>
</file>

<file path=ppt/slides/_rels/slide1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d9ec2373b14fa7" /><Relationship Type="http://schemas.openxmlformats.org/officeDocument/2006/relationships/notesSlide" Target="/ppt/notesSlides/notesSlide121.xml" Id="R16969c014341466c" /></Relationships>
</file>

<file path=ppt/slides/_rels/slide1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ca21880aa34765" /><Relationship Type="http://schemas.openxmlformats.org/officeDocument/2006/relationships/notesSlide" Target="/ppt/notesSlides/notesSlide122.xml" Id="Ra1945263b1cb4fb3" /></Relationships>
</file>

<file path=ppt/slides/_rels/slide1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cbd41cc0074ddd" /><Relationship Type="http://schemas.openxmlformats.org/officeDocument/2006/relationships/notesSlide" Target="/ppt/notesSlides/notesSlide123.xml" Id="R7f155515d4ae47ff" /></Relationships>
</file>

<file path=ppt/slides/_rels/slide1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9bdf5df29f4e54" /><Relationship Type="http://schemas.openxmlformats.org/officeDocument/2006/relationships/notesSlide" Target="/ppt/notesSlides/notesSlide124.xml" Id="R8fd8545f085b4f36" /></Relationships>
</file>

<file path=ppt/slides/_rels/slide1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fcb96724d849dc" /><Relationship Type="http://schemas.openxmlformats.org/officeDocument/2006/relationships/notesSlide" Target="/ppt/notesSlides/notesSlide125.xml" Id="Rbf5dfb6b9e944833" /></Relationships>
</file>

<file path=ppt/slides/_rels/slide1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db897deb774cf9" /><Relationship Type="http://schemas.openxmlformats.org/officeDocument/2006/relationships/notesSlide" Target="/ppt/notesSlides/notesSlide126.xml" Id="R007ccb54eba84bc8" /></Relationships>
</file>

<file path=ppt/slides/_rels/slide1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b8fb3e44b84c0e" /><Relationship Type="http://schemas.openxmlformats.org/officeDocument/2006/relationships/notesSlide" Target="/ppt/notesSlides/notesSlide127.xml" Id="R63c0bdd1d78140f3" /></Relationships>
</file>

<file path=ppt/slides/_rels/slide1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ed11a2d3854f7f" /><Relationship Type="http://schemas.openxmlformats.org/officeDocument/2006/relationships/notesSlide" Target="/ppt/notesSlides/notesSlide128.xml" Id="Rf83326a103884ee5" /></Relationships>
</file>

<file path=ppt/slides/_rels/slide1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e59d6551954d03" /><Relationship Type="http://schemas.openxmlformats.org/officeDocument/2006/relationships/notesSlide" Target="/ppt/notesSlides/notesSlide129.xml" Id="R8c9d4ce0726a4a41" /></Relationships>
</file>

<file path=ppt/slides/_rels/slide1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4cbed89f974379" /><Relationship Type="http://schemas.openxmlformats.org/officeDocument/2006/relationships/notesSlide" Target="/ppt/notesSlides/notesSlide130.xml" Id="R3afa7c4fb5e9494f" /></Relationships>
</file>

<file path=ppt/slides/_rels/slide1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e1003fbc6b4a72" /><Relationship Type="http://schemas.openxmlformats.org/officeDocument/2006/relationships/notesSlide" Target="/ppt/notesSlides/notesSlide131.xml" Id="R24b1462c4f6544f7" /></Relationships>
</file>

<file path=ppt/slides/_rels/slide1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562f699aaf4054" /><Relationship Type="http://schemas.openxmlformats.org/officeDocument/2006/relationships/notesSlide" Target="/ppt/notesSlides/notesSlide132.xml" Id="R9365e7e985504e22" /></Relationships>
</file>

<file path=ppt/slides/_rels/slide1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9949aeb11b4172" /><Relationship Type="http://schemas.openxmlformats.org/officeDocument/2006/relationships/notesSlide" Target="/ppt/notesSlides/notesSlide133.xml" Id="Raaa79342547a4561" /></Relationships>
</file>

<file path=ppt/slides/_rels/slide1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cd30bf92e8479e" /><Relationship Type="http://schemas.openxmlformats.org/officeDocument/2006/relationships/notesSlide" Target="/ppt/notesSlides/notesSlide134.xml" Id="Reacc56cadbf44c78" /></Relationships>
</file>

<file path=ppt/slides/_rels/slide1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b560b7aa5f4ed7" /><Relationship Type="http://schemas.openxmlformats.org/officeDocument/2006/relationships/notesSlide" Target="/ppt/notesSlides/notesSlide135.xml" Id="Rf8a5260dcc914ab2" /></Relationships>
</file>

<file path=ppt/slides/_rels/slide1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396fe54ed3429c" /><Relationship Type="http://schemas.openxmlformats.org/officeDocument/2006/relationships/notesSlide" Target="/ppt/notesSlides/notesSlide136.xml" Id="Rd9d73a165a1747f0" /></Relationships>
</file>

<file path=ppt/slides/_rels/slide1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56fb8b89314b7f" /><Relationship Type="http://schemas.openxmlformats.org/officeDocument/2006/relationships/notesSlide" Target="/ppt/notesSlides/notesSlide137.xml" Id="R0acd3fd8cbcf47c8" /></Relationships>
</file>

<file path=ppt/slides/_rels/slide1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b8513b78c948b4" /><Relationship Type="http://schemas.openxmlformats.org/officeDocument/2006/relationships/image" Target="/ppt/media/image6.png" Id="R88f2af3d30a749d1" /><Relationship Type="http://schemas.openxmlformats.org/officeDocument/2006/relationships/image" Target="/ppt/media/image6.svg" Id="Rad0440367b2444b5" /><Relationship Type="http://schemas.openxmlformats.org/officeDocument/2006/relationships/notesSlide" Target="/ppt/notesSlides/notesSlide138.xml" Id="R348bba4002624a2d" /></Relationships>
</file>

<file path=ppt/slides/_rels/slide1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c875db610042bc" /><Relationship Type="http://schemas.openxmlformats.org/officeDocument/2006/relationships/notesSlide" Target="/ppt/notesSlides/notesSlide139.xml" Id="R8ca8db68cd094464" /></Relationships>
</file>

<file path=ppt/slides/_rels/slide1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156cc3b0444af7" /><Relationship Type="http://schemas.openxmlformats.org/officeDocument/2006/relationships/notesSlide" Target="/ppt/notesSlides/notesSlide140.xml" Id="Re37264b6f3624bc4" /></Relationships>
</file>

<file path=ppt/slides/_rels/slide1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fef9ce64344355" /><Relationship Type="http://schemas.openxmlformats.org/officeDocument/2006/relationships/notesSlide" Target="/ppt/notesSlides/notesSlide141.xml" Id="Rbeb2a979eaa74095" /></Relationships>
</file>

<file path=ppt/slides/_rels/slide1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67e55e13774fb2" /><Relationship Type="http://schemas.openxmlformats.org/officeDocument/2006/relationships/notesSlide" Target="/ppt/notesSlides/notesSlide142.xml" Id="Ra3135819177c420a" /></Relationships>
</file>

<file path=ppt/slides/_rels/slide1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d03021df0249aa" /><Relationship Type="http://schemas.openxmlformats.org/officeDocument/2006/relationships/notesSlide" Target="/ppt/notesSlides/notesSlide143.xml" Id="Rd94a292da9d44efa" /></Relationships>
</file>

<file path=ppt/slides/_rels/slide1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6aaf236d85498d" /><Relationship Type="http://schemas.openxmlformats.org/officeDocument/2006/relationships/notesSlide" Target="/ppt/notesSlides/notesSlide144.xml" Id="Re09ecbf66c7447b7" /></Relationships>
</file>

<file path=ppt/slides/_rels/slide1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8a5bbf342942b0" /><Relationship Type="http://schemas.openxmlformats.org/officeDocument/2006/relationships/notesSlide" Target="/ppt/notesSlides/notesSlide145.xml" Id="Rcef8e39d2e1b430c" /></Relationships>
</file>

<file path=ppt/slides/_rels/slide1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7bf44cb0f54a56" /><Relationship Type="http://schemas.openxmlformats.org/officeDocument/2006/relationships/notesSlide" Target="/ppt/notesSlides/notesSlide146.xml" Id="R8b8d86cb4cde4a97" /></Relationships>
</file>

<file path=ppt/slides/_rels/slide1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9b07c074ff43d6" /><Relationship Type="http://schemas.openxmlformats.org/officeDocument/2006/relationships/notesSlide" Target="/ppt/notesSlides/notesSlide147.xml" Id="R0dd07ad9be2c4a61" /></Relationships>
</file>

<file path=ppt/slides/_rels/slide1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b0d36b09a84eef" /><Relationship Type="http://schemas.openxmlformats.org/officeDocument/2006/relationships/notesSlide" Target="/ppt/notesSlides/notesSlide148.xml" Id="R85c243c625bf4bf3" /></Relationships>
</file>

<file path=ppt/slides/_rels/slide1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bbd9739c674a7b" /><Relationship Type="http://schemas.openxmlformats.org/officeDocument/2006/relationships/notesSlide" Target="/ppt/notesSlides/notesSlide149.xml" Id="Reafa70b6c569400a" /></Relationships>
</file>

<file path=ppt/slides/_rels/slide1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500a0c8f8647b6" /><Relationship Type="http://schemas.openxmlformats.org/officeDocument/2006/relationships/notesSlide" Target="/ppt/notesSlides/notesSlide150.xml" Id="R6a821d7d5b1b497b" /></Relationships>
</file>

<file path=ppt/slides/_rels/slide1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490133138a4c06" /><Relationship Type="http://schemas.openxmlformats.org/officeDocument/2006/relationships/image" Target="/ppt/media/image17.jpeg" Id="Rb1dd5a4da13f421b" /><Relationship Type="http://schemas.openxmlformats.org/officeDocument/2006/relationships/notesSlide" Target="/ppt/notesSlides/notesSlide151.xml" Id="R1ed8247e6789461c" /></Relationships>
</file>

<file path=ppt/slides/_rels/slide1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b2b02247684c58" /><Relationship Type="http://schemas.openxmlformats.org/officeDocument/2006/relationships/image" Target="/ppt/media/image18.jpeg" Id="R6e5798d018e348cb" /><Relationship Type="http://schemas.openxmlformats.org/officeDocument/2006/relationships/notesSlide" Target="/ppt/notesSlides/notesSlide152.xml" Id="R7556c367720a4176" /></Relationships>
</file>

<file path=ppt/slides/_rels/slide1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551b7296d84db2" /><Relationship Type="http://schemas.openxmlformats.org/officeDocument/2006/relationships/image" Target="/ppt/media/image19.jpeg" Id="R7800791746654ecd" /><Relationship Type="http://schemas.openxmlformats.org/officeDocument/2006/relationships/notesSlide" Target="/ppt/notesSlides/notesSlide153.xml" Id="R4ccc39aa44e7438a" /></Relationships>
</file>

<file path=ppt/slides/_rels/slide1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0759032fa24cb5" /><Relationship Type="http://schemas.openxmlformats.org/officeDocument/2006/relationships/image" Target="/ppt/media/image20.jpeg" Id="R9a837d1eba2b45fb" /><Relationship Type="http://schemas.openxmlformats.org/officeDocument/2006/relationships/notesSlide" Target="/ppt/notesSlides/notesSlide154.xml" Id="Rfc17f51fbd134c33" /></Relationships>
</file>

<file path=ppt/slides/_rels/slide1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7cbadcec9945d2" /><Relationship Type="http://schemas.openxmlformats.org/officeDocument/2006/relationships/notesSlide" Target="/ppt/notesSlides/notesSlide155.xml" Id="Rb0acecc042ef4760" /></Relationships>
</file>

<file path=ppt/slides/_rels/slide1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cac7de8cdc4de8" /><Relationship Type="http://schemas.openxmlformats.org/officeDocument/2006/relationships/notesSlide" Target="/ppt/notesSlides/notesSlide156.xml" Id="R08f3e1b034b94e20" /></Relationships>
</file>

<file path=ppt/slides/_rels/slide1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4dc3b47d454a59" /><Relationship Type="http://schemas.openxmlformats.org/officeDocument/2006/relationships/notesSlide" Target="/ppt/notesSlides/notesSlide157.xml" Id="Rfa4f067009ad4f69" /></Relationships>
</file>

<file path=ppt/slides/_rels/slide1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cf36cd3810486b" /><Relationship Type="http://schemas.openxmlformats.org/officeDocument/2006/relationships/notesSlide" Target="/ppt/notesSlides/notesSlide158.xml" Id="R552f4c556b9d43e2" /></Relationships>
</file>

<file path=ppt/slides/_rels/slide1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fa00c1d4714677" /><Relationship Type="http://schemas.openxmlformats.org/officeDocument/2006/relationships/notesSlide" Target="/ppt/notesSlides/notesSlide159.xml" Id="R69ac86a1c0ca4ad2" /></Relationships>
</file>

<file path=ppt/slides/_rels/slide1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3bca954b314cb9" /><Relationship Type="http://schemas.openxmlformats.org/officeDocument/2006/relationships/notesSlide" Target="/ppt/notesSlides/notesSlide160.xml" Id="R56218651f3ec4df9" /></Relationships>
</file>

<file path=ppt/slides/_rels/slide1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a0ac53ff57406a" /><Relationship Type="http://schemas.openxmlformats.org/officeDocument/2006/relationships/notesSlide" Target="/ppt/notesSlides/notesSlide161.xml" Id="R6a41956662f74581" /></Relationships>
</file>

<file path=ppt/slides/_rels/slide1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b22350cfc64e1f" /><Relationship Type="http://schemas.openxmlformats.org/officeDocument/2006/relationships/notesSlide" Target="/ppt/notesSlides/notesSlide162.xml" Id="Rc8ea61bf28c0427b" /></Relationships>
</file>

<file path=ppt/slides/_rels/slide1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818a1c5a4c4993" /><Relationship Type="http://schemas.openxmlformats.org/officeDocument/2006/relationships/notesSlide" Target="/ppt/notesSlides/notesSlide163.xml" Id="R388ecbd36bc74a0a" /></Relationships>
</file>

<file path=ppt/slides/_rels/slide1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02c6eb951c40fb" /><Relationship Type="http://schemas.openxmlformats.org/officeDocument/2006/relationships/notesSlide" Target="/ppt/notesSlides/notesSlide164.xml" Id="Rf1ca4c47e8704aac" /></Relationships>
</file>

<file path=ppt/slides/_rels/slide16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9057acafb34d15" /><Relationship Type="http://schemas.openxmlformats.org/officeDocument/2006/relationships/notesSlide" Target="/ppt/notesSlides/notesSlide165.xml" Id="Ref8cef127b734e5c" /></Relationships>
</file>

<file path=ppt/slides/_rels/slide16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c23618556a4b59" /><Relationship Type="http://schemas.openxmlformats.org/officeDocument/2006/relationships/notesSlide" Target="/ppt/notesSlides/notesSlide166.xml" Id="R74b64a4cd32649d4" /></Relationships>
</file>

<file path=ppt/slides/_rels/slide16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521fd0941d4c31" /><Relationship Type="http://schemas.openxmlformats.org/officeDocument/2006/relationships/notesSlide" Target="/ppt/notesSlides/notesSlide167.xml" Id="Rbcbfbd385c6a4712" /></Relationships>
</file>

<file path=ppt/slides/_rels/slide16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f928ac835b41bd" /><Relationship Type="http://schemas.openxmlformats.org/officeDocument/2006/relationships/notesSlide" Target="/ppt/notesSlides/notesSlide168.xml" Id="Rac51cbed3c0c4f76" /></Relationships>
</file>

<file path=ppt/slides/_rels/slide16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70a72d4a7a4c58" /><Relationship Type="http://schemas.openxmlformats.org/officeDocument/2006/relationships/notesSlide" Target="/ppt/notesSlides/notesSlide169.xml" Id="Rc00b65df508e4606" /></Relationships>
</file>

<file path=ppt/slides/_rels/slide17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6024ab44d54af6" /><Relationship Type="http://schemas.openxmlformats.org/officeDocument/2006/relationships/notesSlide" Target="/ppt/notesSlides/notesSlide170.xml" Id="R43cf9207f7604be7" /></Relationships>
</file>

<file path=ppt/slides/_rels/slide17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b2952cd86c41a9" /><Relationship Type="http://schemas.openxmlformats.org/officeDocument/2006/relationships/notesSlide" Target="/ppt/notesSlides/notesSlide171.xml" Id="Rfc21647758954060" /></Relationships>
</file>

<file path=ppt/slides/_rels/slide17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e17682c9f94e8a" /><Relationship Type="http://schemas.openxmlformats.org/officeDocument/2006/relationships/image" Target="/ppt/media/image7.png" Id="R61796e50fbda4af8" /><Relationship Type="http://schemas.openxmlformats.org/officeDocument/2006/relationships/image" Target="/ppt/media/image7.svg" Id="R186f50121a5241f1" /><Relationship Type="http://schemas.openxmlformats.org/officeDocument/2006/relationships/notesSlide" Target="/ppt/notesSlides/notesSlide172.xml" Id="Rb78ee5a2265d4364" /></Relationships>
</file>

<file path=ppt/slides/_rels/slide17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05356019854edd" /><Relationship Type="http://schemas.openxmlformats.org/officeDocument/2006/relationships/notesSlide" Target="/ppt/notesSlides/notesSlide173.xml" Id="R485b5b02da904475" /></Relationships>
</file>

<file path=ppt/slides/_rels/slide17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f891ed526a49ec" /><Relationship Type="http://schemas.openxmlformats.org/officeDocument/2006/relationships/notesSlide" Target="/ppt/notesSlides/notesSlide174.xml" Id="Re55b9edb955e491f" /></Relationships>
</file>

<file path=ppt/slides/_rels/slide17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a2fd0fb5fb40ec" /><Relationship Type="http://schemas.openxmlformats.org/officeDocument/2006/relationships/notesSlide" Target="/ppt/notesSlides/notesSlide175.xml" Id="Rda6c870250784f57" /></Relationships>
</file>

<file path=ppt/slides/_rels/slide17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b1222c8d9c47c5" /><Relationship Type="http://schemas.openxmlformats.org/officeDocument/2006/relationships/notesSlide" Target="/ppt/notesSlides/notesSlide176.xml" Id="Ra363176e5f5e42cd" /></Relationships>
</file>

<file path=ppt/slides/_rels/slide17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f0d12c0a744f62" /><Relationship Type="http://schemas.openxmlformats.org/officeDocument/2006/relationships/notesSlide" Target="/ppt/notesSlides/notesSlide177.xml" Id="Reae020f89c934a91" /></Relationships>
</file>

<file path=ppt/slides/_rels/slide17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fed5ccb0584cf0" /><Relationship Type="http://schemas.openxmlformats.org/officeDocument/2006/relationships/notesSlide" Target="/ppt/notesSlides/notesSlide178.xml" Id="Ra541b7023a344f2b" /></Relationships>
</file>

<file path=ppt/slides/_rels/slide17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c8119f9f1841fa" /><Relationship Type="http://schemas.openxmlformats.org/officeDocument/2006/relationships/notesSlide" Target="/ppt/notesSlides/notesSlide179.xml" Id="R708249f9a3754dc4" /></Relationships>
</file>

<file path=ppt/slides/_rels/slide18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9616275a204bda" /><Relationship Type="http://schemas.openxmlformats.org/officeDocument/2006/relationships/notesSlide" Target="/ppt/notesSlides/notesSlide180.xml" Id="R28b1c00549bc4bcb" /></Relationships>
</file>

<file path=ppt/slides/_rels/slide18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581a1fb1664488" /><Relationship Type="http://schemas.openxmlformats.org/officeDocument/2006/relationships/notesSlide" Target="/ppt/notesSlides/notesSlide181.xml" Id="R60fce347ae024a64" /></Relationships>
</file>

<file path=ppt/slides/_rels/slide18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a33f02b6394c03" /><Relationship Type="http://schemas.openxmlformats.org/officeDocument/2006/relationships/notesSlide" Target="/ppt/notesSlides/notesSlide182.xml" Id="Rbd6a3f2aff4e457a" /></Relationships>
</file>

<file path=ppt/slides/_rels/slide18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18b42dddf44ced" /><Relationship Type="http://schemas.openxmlformats.org/officeDocument/2006/relationships/notesSlide" Target="/ppt/notesSlides/notesSlide183.xml" Id="R3ee3e930cc424fe2" /></Relationships>
</file>

<file path=ppt/slides/_rels/slide18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d52da61f8b4f1d" /><Relationship Type="http://schemas.openxmlformats.org/officeDocument/2006/relationships/notesSlide" Target="/ppt/notesSlides/notesSlide184.xml" Id="R3112ce5ba9664296" /></Relationships>
</file>

<file path=ppt/slides/_rels/slide18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e7a42adf5b4541" /><Relationship Type="http://schemas.openxmlformats.org/officeDocument/2006/relationships/image" Target="/ppt/media/image21.jpeg" Id="R0cdc26907ae44d41" /><Relationship Type="http://schemas.openxmlformats.org/officeDocument/2006/relationships/notesSlide" Target="/ppt/notesSlides/notesSlide185.xml" Id="R01dd8e615aaa485a" /></Relationships>
</file>

<file path=ppt/slides/_rels/slide18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245713b0fb42d3" /><Relationship Type="http://schemas.openxmlformats.org/officeDocument/2006/relationships/image" Target="/ppt/media/image22.jpeg" Id="Rb4d152b55b584f47" /><Relationship Type="http://schemas.openxmlformats.org/officeDocument/2006/relationships/notesSlide" Target="/ppt/notesSlides/notesSlide186.xml" Id="R50f5a12a7f2b439f" /></Relationships>
</file>

<file path=ppt/slides/_rels/slide18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8162e4f59a4b5a" /><Relationship Type="http://schemas.openxmlformats.org/officeDocument/2006/relationships/image" Target="/ppt/media/image23.jpeg" Id="R0b573a49702247c8" /><Relationship Type="http://schemas.openxmlformats.org/officeDocument/2006/relationships/notesSlide" Target="/ppt/notesSlides/notesSlide187.xml" Id="R6281a01eb55f49b4" /></Relationships>
</file>

<file path=ppt/slides/_rels/slide18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d3b685a98d429a" /><Relationship Type="http://schemas.openxmlformats.org/officeDocument/2006/relationships/image" Target="/ppt/media/image24.jpeg" Id="R8e168ba472e841dd" /><Relationship Type="http://schemas.openxmlformats.org/officeDocument/2006/relationships/notesSlide" Target="/ppt/notesSlides/notesSlide188.xml" Id="R28fac4f26730411b" /></Relationships>
</file>

<file path=ppt/slides/_rels/slide18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20f976585f423b" /><Relationship Type="http://schemas.openxmlformats.org/officeDocument/2006/relationships/notesSlide" Target="/ppt/notesSlides/notesSlide189.xml" Id="R5f459d1e8407469e" /></Relationships>
</file>

<file path=ppt/slides/_rels/slide19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2a81bbcb8f433a" /><Relationship Type="http://schemas.openxmlformats.org/officeDocument/2006/relationships/notesSlide" Target="/ppt/notesSlides/notesSlide190.xml" Id="R98e8d299399848a8" /></Relationships>
</file>

<file path=ppt/slides/_rels/slide19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62aa2376f0417f" /><Relationship Type="http://schemas.openxmlformats.org/officeDocument/2006/relationships/notesSlide" Target="/ppt/notesSlides/notesSlide191.xml" Id="R4e1ef9afcbbc40a7" /></Relationships>
</file>

<file path=ppt/slides/_rels/slide19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ce75b744ff4318" /><Relationship Type="http://schemas.openxmlformats.org/officeDocument/2006/relationships/notesSlide" Target="/ppt/notesSlides/notesSlide192.xml" Id="R4ca93073cf354007" /></Relationships>
</file>

<file path=ppt/slides/_rels/slide19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f8ff31d5814b4f" /><Relationship Type="http://schemas.openxmlformats.org/officeDocument/2006/relationships/notesSlide" Target="/ppt/notesSlides/notesSlide193.xml" Id="R291f60ff4a9343af" /></Relationships>
</file>

<file path=ppt/slides/_rels/slide19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401cfc63d34bcb" /><Relationship Type="http://schemas.openxmlformats.org/officeDocument/2006/relationships/notesSlide" Target="/ppt/notesSlides/notesSlide194.xml" Id="Rc122c0211bc243f7" /></Relationships>
</file>

<file path=ppt/slides/_rels/slide19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596a58b36249fe" /><Relationship Type="http://schemas.openxmlformats.org/officeDocument/2006/relationships/notesSlide" Target="/ppt/notesSlides/notesSlide195.xml" Id="R7804ffc5e5a94cc8" /></Relationships>
</file>

<file path=ppt/slides/_rels/slide19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0fd919b39242df" /><Relationship Type="http://schemas.openxmlformats.org/officeDocument/2006/relationships/notesSlide" Target="/ppt/notesSlides/notesSlide196.xml" Id="R1547367719d342fe" /></Relationships>
</file>

<file path=ppt/slides/_rels/slide19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b2549dd54a49ef" /><Relationship Type="http://schemas.openxmlformats.org/officeDocument/2006/relationships/notesSlide" Target="/ppt/notesSlides/notesSlide197.xml" Id="R12098549657b4606" /></Relationships>
</file>

<file path=ppt/slides/_rels/slide19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caca342a624f92" /><Relationship Type="http://schemas.openxmlformats.org/officeDocument/2006/relationships/notesSlide" Target="/ppt/notesSlides/notesSlide198.xml" Id="R3b7f47fb0e93489f" /></Relationships>
</file>

<file path=ppt/slides/_rels/slide19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83b696fd2c4ab2" /><Relationship Type="http://schemas.openxmlformats.org/officeDocument/2006/relationships/notesSlide" Target="/ppt/notesSlides/notesSlide199.xml" Id="R1517fa6aa3c84af4" /></Relationships>
</file>

<file path=ppt/slides/_rels/slide20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e36ee687ed47dc" /><Relationship Type="http://schemas.openxmlformats.org/officeDocument/2006/relationships/notesSlide" Target="/ppt/notesSlides/notesSlide200.xml" Id="R79539e7eda204e5f" /></Relationships>
</file>

<file path=ppt/slides/_rels/slide20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8108bbd49d4fca" /><Relationship Type="http://schemas.openxmlformats.org/officeDocument/2006/relationships/notesSlide" Target="/ppt/notesSlides/notesSlide201.xml" Id="R2debd6ec46294517" /></Relationships>
</file>

<file path=ppt/slides/_rels/slide20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ff6b5018604204" /><Relationship Type="http://schemas.openxmlformats.org/officeDocument/2006/relationships/notesSlide" Target="/ppt/notesSlides/notesSlide202.xml" Id="Rdca4f4cef18a44fd" /></Relationships>
</file>

<file path=ppt/slides/_rels/slide20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45334326974739" /><Relationship Type="http://schemas.openxmlformats.org/officeDocument/2006/relationships/notesSlide" Target="/ppt/notesSlides/notesSlide203.xml" Id="R6eb0d7b3dcf040db" /></Relationships>
</file>

<file path=ppt/slides/_rels/slide20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344dd159104d2f" /><Relationship Type="http://schemas.openxmlformats.org/officeDocument/2006/relationships/notesSlide" Target="/ppt/notesSlides/notesSlide204.xml" Id="R489dc8bb716546c0" /></Relationships>
</file>

<file path=ppt/slides/_rels/slide20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850f97a7f14541" /><Relationship Type="http://schemas.openxmlformats.org/officeDocument/2006/relationships/notesSlide" Target="/ppt/notesSlides/notesSlide205.xml" Id="R68416ece39914141" /></Relationships>
</file>

<file path=ppt/slides/_rels/slide20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7def1655904efa" /><Relationship Type="http://schemas.openxmlformats.org/officeDocument/2006/relationships/image" Target="/ppt/media/image8.png" Id="R8061ac82a9ac4dde" /><Relationship Type="http://schemas.openxmlformats.org/officeDocument/2006/relationships/image" Target="/ppt/media/image8.svg" Id="Rad7c4bcce2ff4525" /><Relationship Type="http://schemas.openxmlformats.org/officeDocument/2006/relationships/notesSlide" Target="/ppt/notesSlides/notesSlide206.xml" Id="Rebea6eed23b84cc3" /></Relationships>
</file>

<file path=ppt/slides/_rels/slide20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b0fb9d493d49ee" /><Relationship Type="http://schemas.openxmlformats.org/officeDocument/2006/relationships/notesSlide" Target="/ppt/notesSlides/notesSlide207.xml" Id="Rd54c8fdc20014e39" /></Relationships>
</file>

<file path=ppt/slides/_rels/slide20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063ee73b0a4d1d" /><Relationship Type="http://schemas.openxmlformats.org/officeDocument/2006/relationships/notesSlide" Target="/ppt/notesSlides/notesSlide208.xml" Id="Rf2ac8d5517d64fcc" /></Relationships>
</file>

<file path=ppt/slides/_rels/slide20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15da9fdab04ea6" /><Relationship Type="http://schemas.openxmlformats.org/officeDocument/2006/relationships/notesSlide" Target="/ppt/notesSlides/notesSlide209.xml" Id="Rc33f236b4fee4f81" /></Relationships>
</file>

<file path=ppt/slides/_rels/slide2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a9d4ec3caa4801" /><Relationship Type="http://schemas.openxmlformats.org/officeDocument/2006/relationships/image" Target="/ppt/media/image9.png" Id="Rf2660040673b49a2" /><Relationship Type="http://schemas.openxmlformats.org/officeDocument/2006/relationships/notesSlide" Target="/ppt/notesSlides/notesSlide210.xml" Id="Rfe84cdc040b7414e" /></Relationships>
</file>

<file path=ppt/slides/_rels/slide2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1359381af94c76" /><Relationship Type="http://schemas.openxmlformats.org/officeDocument/2006/relationships/notesSlide" Target="/ppt/notesSlides/notesSlide211.xml" Id="R4ea24f3326ec4387" /></Relationships>
</file>

<file path=ppt/slides/_rels/slide2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bb75cd7de44830" /><Relationship Type="http://schemas.openxmlformats.org/officeDocument/2006/relationships/notesSlide" Target="/ppt/notesSlides/notesSlide212.xml" Id="R2a5a13a5cd6b4860" /></Relationships>
</file>

<file path=ppt/slides/_rels/slide2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ed6bc23c4e4b9a" /><Relationship Type="http://schemas.openxmlformats.org/officeDocument/2006/relationships/notesSlide" Target="/ppt/notesSlides/notesSlide213.xml" Id="Rb981609e36c04f84" /></Relationships>
</file>

<file path=ppt/slides/_rels/slide2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ad1ef3821340d0" /><Relationship Type="http://schemas.openxmlformats.org/officeDocument/2006/relationships/notesSlide" Target="/ppt/notesSlides/notesSlide214.xml" Id="R838f79c9b58f4e29" /></Relationships>
</file>

<file path=ppt/slides/_rels/slide2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db6a94c63e40b9" /><Relationship Type="http://schemas.openxmlformats.org/officeDocument/2006/relationships/notesSlide" Target="/ppt/notesSlides/notesSlide215.xml" Id="R7e9bdfcf5af44fb4" /></Relationships>
</file>

<file path=ppt/slides/_rels/slide2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aaf0bdd7b24b7c" /><Relationship Type="http://schemas.openxmlformats.org/officeDocument/2006/relationships/notesSlide" Target="/ppt/notesSlides/notesSlide216.xml" Id="Rc6bf9b9cc939477b" /></Relationships>
</file>

<file path=ppt/slides/_rels/slide2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9cdca1ff994725" /><Relationship Type="http://schemas.openxmlformats.org/officeDocument/2006/relationships/notesSlide" Target="/ppt/notesSlides/notesSlide217.xml" Id="Rfbde9e54d6be4319" /></Relationships>
</file>

<file path=ppt/slides/_rels/slide2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22d92223d04b70" /><Relationship Type="http://schemas.openxmlformats.org/officeDocument/2006/relationships/notesSlide" Target="/ppt/notesSlides/notesSlide218.xml" Id="Ra79059cde51145ec" /></Relationships>
</file>

<file path=ppt/slides/_rels/slide2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b4578548be47df" /><Relationship Type="http://schemas.openxmlformats.org/officeDocument/2006/relationships/image" Target="/ppt/media/image25.jpeg" Id="R0d9adcbe3f674e9e" /><Relationship Type="http://schemas.openxmlformats.org/officeDocument/2006/relationships/notesSlide" Target="/ppt/notesSlides/notesSlide219.xml" Id="R4d8b885e1dce4017" /></Relationships>
</file>

<file path=ppt/slides/_rels/slide2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08326e482740d2" /><Relationship Type="http://schemas.openxmlformats.org/officeDocument/2006/relationships/image" Target="/ppt/media/image26.jpeg" Id="Rc5e96a8f986e4c27" /><Relationship Type="http://schemas.openxmlformats.org/officeDocument/2006/relationships/notesSlide" Target="/ppt/notesSlides/notesSlide220.xml" Id="R41df18d74e844b71" /></Relationships>
</file>

<file path=ppt/slides/_rels/slide2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f49e39d18a4f88" /><Relationship Type="http://schemas.openxmlformats.org/officeDocument/2006/relationships/image" Target="/ppt/media/image27.jpeg" Id="R8823556173b94f7b" /><Relationship Type="http://schemas.openxmlformats.org/officeDocument/2006/relationships/notesSlide" Target="/ppt/notesSlides/notesSlide221.xml" Id="Rd2d6866a99694872" /></Relationships>
</file>

<file path=ppt/slides/_rels/slide2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45fc27683142cf" /><Relationship Type="http://schemas.openxmlformats.org/officeDocument/2006/relationships/image" Target="/ppt/media/image28.jpeg" Id="R8e1f2c382ae44102" /><Relationship Type="http://schemas.openxmlformats.org/officeDocument/2006/relationships/notesSlide" Target="/ppt/notesSlides/notesSlide222.xml" Id="R1c697bcb97084630" /></Relationships>
</file>

<file path=ppt/slides/_rels/slide2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18376165ca40f9" /><Relationship Type="http://schemas.openxmlformats.org/officeDocument/2006/relationships/notesSlide" Target="/ppt/notesSlides/notesSlide223.xml" Id="R61d9b05978dd40f0" /></Relationships>
</file>

<file path=ppt/slides/_rels/slide2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c691ab40854b85" /><Relationship Type="http://schemas.openxmlformats.org/officeDocument/2006/relationships/notesSlide" Target="/ppt/notesSlides/notesSlide224.xml" Id="Rf3730060db1345e3" /></Relationships>
</file>

<file path=ppt/slides/_rels/slide2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e974d044c945d8" /><Relationship Type="http://schemas.openxmlformats.org/officeDocument/2006/relationships/notesSlide" Target="/ppt/notesSlides/notesSlide225.xml" Id="R1e71c15a8cd94789" /></Relationships>
</file>

<file path=ppt/slides/_rels/slide2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78384ae00645a0" /><Relationship Type="http://schemas.openxmlformats.org/officeDocument/2006/relationships/notesSlide" Target="/ppt/notesSlides/notesSlide226.xml" Id="R0496295c18214d2e" /></Relationships>
</file>

<file path=ppt/slides/_rels/slide2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e2de18612c4876" /><Relationship Type="http://schemas.openxmlformats.org/officeDocument/2006/relationships/notesSlide" Target="/ppt/notesSlides/notesSlide227.xml" Id="Raff7554d53644a91" /></Relationships>
</file>

<file path=ppt/slides/_rels/slide2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df3ad1f7df49a8" /><Relationship Type="http://schemas.openxmlformats.org/officeDocument/2006/relationships/notesSlide" Target="/ppt/notesSlides/notesSlide228.xml" Id="Rf4e04cdd28aa469c" /></Relationships>
</file>

<file path=ppt/slides/_rels/slide2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03cd178455446f" /><Relationship Type="http://schemas.openxmlformats.org/officeDocument/2006/relationships/notesSlide" Target="/ppt/notesSlides/notesSlide229.xml" Id="R1464bc53c769477d" /></Relationships>
</file>

<file path=ppt/slides/_rels/slide2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3cf3d722f34445" /><Relationship Type="http://schemas.openxmlformats.org/officeDocument/2006/relationships/notesSlide" Target="/ppt/notesSlides/notesSlide230.xml" Id="R1bf65784d1a74f89" /></Relationships>
</file>

<file path=ppt/slides/_rels/slide2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d25cc868ce46e4" /><Relationship Type="http://schemas.openxmlformats.org/officeDocument/2006/relationships/notesSlide" Target="/ppt/notesSlides/notesSlide231.xml" Id="Rd61a18063b7b4207" /></Relationships>
</file>

<file path=ppt/slides/_rels/slide2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76d2c4d6df4afa" /><Relationship Type="http://schemas.openxmlformats.org/officeDocument/2006/relationships/notesSlide" Target="/ppt/notesSlides/notesSlide232.xml" Id="R691df30e369d44db" /></Relationships>
</file>

<file path=ppt/slides/_rels/slide2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dcc57d1ff74a10" /><Relationship Type="http://schemas.openxmlformats.org/officeDocument/2006/relationships/notesSlide" Target="/ppt/notesSlides/notesSlide233.xml" Id="R223300e254c94c9c" /></Relationships>
</file>

<file path=ppt/slides/_rels/slide2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22e691d027457e" /><Relationship Type="http://schemas.openxmlformats.org/officeDocument/2006/relationships/notesSlide" Target="/ppt/notesSlides/notesSlide234.xml" Id="R251f37a1773c43bb" /></Relationships>
</file>

<file path=ppt/slides/_rels/slide2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d34b566f9546bd" /><Relationship Type="http://schemas.openxmlformats.org/officeDocument/2006/relationships/notesSlide" Target="/ppt/notesSlides/notesSlide235.xml" Id="R48bdc687a14e4fd0" /></Relationships>
</file>

<file path=ppt/slides/_rels/slide2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3dad32ad9d48b3" /><Relationship Type="http://schemas.openxmlformats.org/officeDocument/2006/relationships/notesSlide" Target="/ppt/notesSlides/notesSlide236.xml" Id="Rdeddec0ad2104af2" /></Relationships>
</file>

<file path=ppt/slides/_rels/slide2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5b8f7150a54612" /><Relationship Type="http://schemas.openxmlformats.org/officeDocument/2006/relationships/notesSlide" Target="/ppt/notesSlides/notesSlide237.xml" Id="R1247eebadf814945" /></Relationships>
</file>

<file path=ppt/slides/_rels/slide2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0e94365be34450" /><Relationship Type="http://schemas.openxmlformats.org/officeDocument/2006/relationships/notesSlide" Target="/ppt/notesSlides/notesSlide238.xml" Id="R43397a4587684c8c" /></Relationships>
</file>

<file path=ppt/slides/_rels/slide2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095f6732944484" /><Relationship Type="http://schemas.openxmlformats.org/officeDocument/2006/relationships/notesSlide" Target="/ppt/notesSlides/notesSlide239.xml" Id="R302a135d654e49aa" /></Relationships>
</file>

<file path=ppt/slides/_rels/slide2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e427f6c41b4f74" /><Relationship Type="http://schemas.openxmlformats.org/officeDocument/2006/relationships/image" Target="/ppt/media/image10.png" Id="R198fddafb089419b" /><Relationship Type="http://schemas.openxmlformats.org/officeDocument/2006/relationships/image" Target="/ppt/media/image9.svg" Id="R0f3e33d292c148a8" /><Relationship Type="http://schemas.openxmlformats.org/officeDocument/2006/relationships/notesSlide" Target="/ppt/notesSlides/notesSlide240.xml" Id="Rbace8f1893724a9a" /></Relationships>
</file>

<file path=ppt/slides/_rels/slide2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78d2d02a19403b" /><Relationship Type="http://schemas.openxmlformats.org/officeDocument/2006/relationships/notesSlide" Target="/ppt/notesSlides/notesSlide241.xml" Id="R07cebc2aa71942c7" /></Relationships>
</file>

<file path=ppt/slides/_rels/slide2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c388b2bf6f4522" /><Relationship Type="http://schemas.openxmlformats.org/officeDocument/2006/relationships/notesSlide" Target="/ppt/notesSlides/notesSlide242.xml" Id="Rb7668875b3464528" /></Relationships>
</file>

<file path=ppt/slides/_rels/slide2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944c5676944b3f" /><Relationship Type="http://schemas.openxmlformats.org/officeDocument/2006/relationships/notesSlide" Target="/ppt/notesSlides/notesSlide243.xml" Id="R313576b1bf714fa9" /></Relationships>
</file>

<file path=ppt/slides/_rels/slide2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21412fb37642fa" /><Relationship Type="http://schemas.openxmlformats.org/officeDocument/2006/relationships/notesSlide" Target="/ppt/notesSlides/notesSlide244.xml" Id="Rfe0bb4b094de424f" /></Relationships>
</file>

<file path=ppt/slides/_rels/slide2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152d9ef46f42ca" /><Relationship Type="http://schemas.openxmlformats.org/officeDocument/2006/relationships/notesSlide" Target="/ppt/notesSlides/notesSlide245.xml" Id="Rd1b90148b0ed4228" /></Relationships>
</file>

<file path=ppt/slides/_rels/slide2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f260f30a9d4fe0" /><Relationship Type="http://schemas.openxmlformats.org/officeDocument/2006/relationships/notesSlide" Target="/ppt/notesSlides/notesSlide246.xml" Id="Rc13944c0d320407b" /></Relationships>
</file>

<file path=ppt/slides/_rels/slide2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45c99bbc9b4477" /><Relationship Type="http://schemas.openxmlformats.org/officeDocument/2006/relationships/notesSlide" Target="/ppt/notesSlides/notesSlide247.xml" Id="R8f072531fce14b56" /></Relationships>
</file>

<file path=ppt/slides/_rels/slide2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8443209caf40cc" /><Relationship Type="http://schemas.openxmlformats.org/officeDocument/2006/relationships/notesSlide" Target="/ppt/notesSlides/notesSlide248.xml" Id="R0bf29be09a00454f" /></Relationships>
</file>

<file path=ppt/slides/_rels/slide2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39dc5db14548e6" /><Relationship Type="http://schemas.openxmlformats.org/officeDocument/2006/relationships/notesSlide" Target="/ppt/notesSlides/notesSlide249.xml" Id="R0982ab0dd5b34240" /></Relationships>
</file>

<file path=ppt/slides/_rels/slide2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910c9ab61e41a3" /><Relationship Type="http://schemas.openxmlformats.org/officeDocument/2006/relationships/notesSlide" Target="/ppt/notesSlides/notesSlide250.xml" Id="R4378de4247f24852" /></Relationships>
</file>

<file path=ppt/slides/_rels/slide2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54741edabb4ab1" /><Relationship Type="http://schemas.openxmlformats.org/officeDocument/2006/relationships/notesSlide" Target="/ppt/notesSlides/notesSlide251.xml" Id="R1746f4e451e943cb" /></Relationships>
</file>

<file path=ppt/slides/_rels/slide2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d78b15ae014ff9" /><Relationship Type="http://schemas.openxmlformats.org/officeDocument/2006/relationships/image" Target="/ppt/media/image29.jpeg" Id="R8c9266ef7e6446b9" /><Relationship Type="http://schemas.openxmlformats.org/officeDocument/2006/relationships/notesSlide" Target="/ppt/notesSlides/notesSlide252.xml" Id="Ra84e727253b04df4" /></Relationships>
</file>

<file path=ppt/slides/_rels/slide2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de8fd9e27e4516" /><Relationship Type="http://schemas.openxmlformats.org/officeDocument/2006/relationships/image" Target="/ppt/media/image30.jpeg" Id="Ra88d677869ef48d7" /><Relationship Type="http://schemas.openxmlformats.org/officeDocument/2006/relationships/notesSlide" Target="/ppt/notesSlides/notesSlide253.xml" Id="Rd2f99e5b0504439c" /></Relationships>
</file>

<file path=ppt/slides/_rels/slide2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785d9d03d347a2" /><Relationship Type="http://schemas.openxmlformats.org/officeDocument/2006/relationships/image" Target="/ppt/media/image31.jpeg" Id="Ra00568e727064ea3" /><Relationship Type="http://schemas.openxmlformats.org/officeDocument/2006/relationships/notesSlide" Target="/ppt/notesSlides/notesSlide254.xml" Id="R69518884dbee47d9" /></Relationships>
</file>

<file path=ppt/slides/_rels/slide2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6bd9feeb744ec1" /><Relationship Type="http://schemas.openxmlformats.org/officeDocument/2006/relationships/image" Target="/ppt/media/image32.jpeg" Id="R33ec1c2957a44b8e" /><Relationship Type="http://schemas.openxmlformats.org/officeDocument/2006/relationships/notesSlide" Target="/ppt/notesSlides/notesSlide255.xml" Id="R0d3767a3b7d34b03" /></Relationships>
</file>

<file path=ppt/slides/_rels/slide2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c03bcf77df48e4" /><Relationship Type="http://schemas.openxmlformats.org/officeDocument/2006/relationships/image" Target="/ppt/media/image33.jpeg" Id="R1d97260534e64c6d" /><Relationship Type="http://schemas.openxmlformats.org/officeDocument/2006/relationships/notesSlide" Target="/ppt/notesSlides/notesSlide256.xml" Id="Rf126f14154fb45e8" /></Relationships>
</file>

<file path=ppt/slides/_rels/slide2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b79d78e0b34608" /><Relationship Type="http://schemas.openxmlformats.org/officeDocument/2006/relationships/notesSlide" Target="/ppt/notesSlides/notesSlide257.xml" Id="R148d30e7119c4e51" /></Relationships>
</file>

<file path=ppt/slides/_rels/slide2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2d04de72ba4a60" /><Relationship Type="http://schemas.openxmlformats.org/officeDocument/2006/relationships/notesSlide" Target="/ppt/notesSlides/notesSlide258.xml" Id="R041666c92d0d4e5f" /></Relationships>
</file>

<file path=ppt/slides/_rels/slide2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fe0b14d0a04559" /><Relationship Type="http://schemas.openxmlformats.org/officeDocument/2006/relationships/notesSlide" Target="/ppt/notesSlides/notesSlide259.xml" Id="R01ff55d81f9e4f6e" /></Relationships>
</file>

<file path=ppt/slides/_rels/slide2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455c8b84f94e99" /><Relationship Type="http://schemas.openxmlformats.org/officeDocument/2006/relationships/notesSlide" Target="/ppt/notesSlides/notesSlide260.xml" Id="R6b5d44fc17bc40e4" /></Relationships>
</file>

<file path=ppt/slides/_rels/slide2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765bce767443f9" /><Relationship Type="http://schemas.openxmlformats.org/officeDocument/2006/relationships/notesSlide" Target="/ppt/notesSlides/notesSlide261.xml" Id="Rce95df75da0a4f71" /></Relationships>
</file>

<file path=ppt/slides/_rels/slide2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2ec8e1fea24e62" /><Relationship Type="http://schemas.openxmlformats.org/officeDocument/2006/relationships/notesSlide" Target="/ppt/notesSlides/notesSlide262.xml" Id="Rbcba0b57063b4908" /></Relationships>
</file>

<file path=ppt/slides/_rels/slide2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9ba772f39740a7" /><Relationship Type="http://schemas.openxmlformats.org/officeDocument/2006/relationships/notesSlide" Target="/ppt/notesSlides/notesSlide263.xml" Id="Raf3bd8118c0343f2" /></Relationships>
</file>

<file path=ppt/slides/_rels/slide2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9e4fc71457406e" /><Relationship Type="http://schemas.openxmlformats.org/officeDocument/2006/relationships/notesSlide" Target="/ppt/notesSlides/notesSlide264.xml" Id="Rde7c61084e484463" /></Relationships>
</file>

<file path=ppt/slides/_rels/slide26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1b31257c134dff" /><Relationship Type="http://schemas.openxmlformats.org/officeDocument/2006/relationships/notesSlide" Target="/ppt/notesSlides/notesSlide265.xml" Id="Ra87e9680918945a5" /></Relationships>
</file>

<file path=ppt/slides/_rels/slide26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8605e4bc704ef8" /><Relationship Type="http://schemas.openxmlformats.org/officeDocument/2006/relationships/notesSlide" Target="/ppt/notesSlides/notesSlide266.xml" Id="R725710ac3c82441b" /></Relationships>
</file>

<file path=ppt/slides/_rels/slide26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a9d4755a394fed" /><Relationship Type="http://schemas.openxmlformats.org/officeDocument/2006/relationships/notesSlide" Target="/ppt/notesSlides/notesSlide267.xml" Id="R948e743607f44ff8" /></Relationships>
</file>

<file path=ppt/slides/_rels/slide26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ad8cd061d54ebf" /><Relationship Type="http://schemas.openxmlformats.org/officeDocument/2006/relationships/notesSlide" Target="/ppt/notesSlides/notesSlide268.xml" Id="Ra7440ddd7ad14f7a" /></Relationships>
</file>

<file path=ppt/slides/_rels/slide26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3e889ce2c745c4" /><Relationship Type="http://schemas.openxmlformats.org/officeDocument/2006/relationships/notesSlide" Target="/ppt/notesSlides/notesSlide269.xml" Id="R5bedf2ab361c49ea" /></Relationships>
</file>

<file path=ppt/slides/_rels/slide27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de3a8819ad4432" /><Relationship Type="http://schemas.openxmlformats.org/officeDocument/2006/relationships/image" Target="/ppt/media/image11.png" Id="Rb5c8071f34c7415f" /><Relationship Type="http://schemas.openxmlformats.org/officeDocument/2006/relationships/image" Target="/ppt/media/image10.svg" Id="R65b82e7eac394f2f" /><Relationship Type="http://schemas.openxmlformats.org/officeDocument/2006/relationships/notesSlide" Target="/ppt/notesSlides/notesSlide270.xml" Id="Rb9143cb996fa44b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0A96BF-7390-4C6F-957B-BB073B3C0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4DAB17-0702-4E8F-B952-A4C70D45A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4770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IPA · 40H PROJECT BASED LEARNING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AF5D39-C571-4A17-B379-DFC45205E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24000"/>
            <a:ext cx="1009650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46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6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LLM Agent &amp;</a:t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46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6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21460E-A5D0-48E6-9144-B0BA996A0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861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E0E0E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E0E0E0"/>
                </a:solidFill>
                <a:latin typeface="Apple SD Gothic Neo"/>
                <a:ea typeface="Apple SD Gothic Neo"/>
                <a:cs typeface="Apple SD Gothic Neo"/>
              </a:rPr>
              <a:t>답을 잘하는 AI에서, 일을 끝내는 Workflow로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9AA63B-2E0F-49EA-A0D4-899F23EDA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57650"/>
            <a:ext cx="1040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54EF0A-3D99-4F0A-AD63-8D8F495D6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05400"/>
            <a:ext cx="723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차성재 · 무신사 Agentic AI Side PM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서울시립대·아주대 AI 겸임교수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F3BD0D-C45D-4857-BDBF-07DE93060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048250"/>
            <a:ext cx="27051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30000"/>
              </a:lnSpc>
              <a:buNone/>
              <a:defRPr sz="1200" b="1">
                <a:solidFill>
                  <a:srgbClr val="C7C7C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C7C7C7"/>
                </a:solidFill>
                <a:latin typeface="Apple SD Gothic Neo"/>
                <a:ea typeface="Apple SD Gothic Neo"/>
                <a:cs typeface="Apple SD Gothic Neo"/>
              </a:rPr>
              <a:t>2026.08.23 SUN</a:t>
            </a:r>
          </a:p>
          <a:p xmlns:a="http://schemas.openxmlformats.org/drawingml/2006/main">
            <a:pPr algn="r">
              <a:lnSpc>
                <a:spcPct val="130000"/>
              </a:lnSpc>
              <a:buNone/>
              <a:defRPr sz="1200" b="1">
                <a:solidFill>
                  <a:srgbClr val="C7C7C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C7C7C7"/>
                </a:solidFill>
                <a:latin typeface="Apple SD Gothic Neo"/>
                <a:ea typeface="Apple SD Gothic Neo"/>
                <a:cs typeface="Apple SD Gothic Neo"/>
              </a:rPr>
              <a:t>09:00-18:00</a:t>
            </a:r>
          </a:p>
          <a:p xmlns:a="http://schemas.openxmlformats.org/drawingml/2006/main">
            <a:pPr algn="r">
              <a:lnSpc>
                <a:spcPct val="130000"/>
              </a:lnSpc>
              <a:buNone/>
              <a:defRPr sz="1200" b="1">
                <a:solidFill>
                  <a:srgbClr val="C7C7C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C7C7C7"/>
                </a:solidFill>
                <a:latin typeface="Apple SD Gothic Neo"/>
                <a:ea typeface="Apple SD Gothic Neo"/>
                <a:cs typeface="Apple SD Gothic Neo"/>
              </a:rPr>
              <a:t>LUNCH 14:00-15:00</a:t>
            </a:r>
          </a:p>
        </p:txBody>
      </p:sp>
    </p:spTree>
    <p:extLst>
      <p:ext uri="{BB962C8B-B14F-4D97-AF65-F5344CB8AC3E}">
        <p14:creationId xmlns:p14="http://schemas.microsoft.com/office/powerpoint/2010/main" val="1839359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C5CC323-77B6-4223-8B22-D875094CC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DAY 1 · 운영 안내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43FC95-2F91-4D4C-AC44-110579E44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첫날은 점심시간이 14시 입니다.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7B629F-D87D-4190-9EE9-83265B21E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C91428-0A51-4FCA-BB57-EB7A385D0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57CA88-3302-4D4F-BDBE-00BD6AF9D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1/3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F05076-B9DB-4352-BD47-8209DBEEC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002</a:t>
            </a:r>
          </a:p>
        </p:txBody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a22672b0d24647">
            <a:extLst>
              <a:ext uri="{96DAC541-7B7A-43D3-8B79-37D633B846F1}">
                <asvg:svgBlip xmlns:asvg="http://schemas.microsoft.com/office/drawing/2016/SVG/main" r:embed="R2b1f53787f8e4f4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420350" y="685800"/>
            <a:ext cx="819150" cy="8191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EAB38D-B6A7-4E79-BA26-A9041A577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66850"/>
            <a:ext cx="9239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강사 외부 일정 때문에 12-13시에 점심시간을 드리지 못하게 되었습니다. 불편을 드려 죄송합니다.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639F01-4A1A-43B1-A910-EF837E3D6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5265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수업별 쉬는 시간은 중간에 끊지 않고, 각 수업 구간의 맨 끝에 배정하겠습니다.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477301-4AEF-4F92-A0D3-375F339A0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95600"/>
            <a:ext cx="1543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4ABEAD-45D5-4DA0-A527-98A93285E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62275"/>
            <a:ext cx="1543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09:00-12:00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2B2932-C2C9-4498-8E7E-904E59BD2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943225"/>
            <a:ext cx="1352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BLOCK 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D90FBF-B5F6-482F-9E4B-E2F61B6F4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943225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09:00-11:30 수업 (11:30-12:00 쉬는 시간)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16A1B6-3A08-4BA0-A03B-3E5E1471B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943225"/>
            <a:ext cx="2343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총 3시간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D1DAFE-8AFA-442B-94E0-0E931B523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362325"/>
            <a:ext cx="872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BD7196-2457-4FF1-84D8-8BC5332E8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86150"/>
            <a:ext cx="1543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A94CDF-73CB-408D-B3CD-97E73858A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52825"/>
            <a:ext cx="1543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12:00-14:00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B95E27-731C-4218-910A-AB9053E74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533775"/>
            <a:ext cx="1352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BLOCK B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9677FF-19BA-4F2D-88ED-8776AEB2E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533775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12:00-13:40 수업 (13:40-14:00 쉬는 시간)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387813-C9F3-4DD3-A6F0-0CC5E3E16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533775"/>
            <a:ext cx="2343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총 2시간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6DB774-BE5B-4B5A-9D6A-B8BA64C2D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952875"/>
            <a:ext cx="872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78DE37-E655-4972-9D7B-5505E9F90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76700"/>
            <a:ext cx="1543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783FF7C-B1F1-475A-B8FB-5B3E2E6B0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43375"/>
            <a:ext cx="1543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14:00-15:00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508A4F3-5780-4481-BD98-1272834A4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124325"/>
            <a:ext cx="1352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LUNCH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8D8D55C-CC07-4E55-AC23-232969DAA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124325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점심시간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E9DA307-5BF8-445C-80C2-0E41397A2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124325"/>
            <a:ext cx="2343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첫날만 14시 시작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010B9A1-EF71-43E5-B74E-37C82D54A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543425"/>
            <a:ext cx="872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73D823F-F930-4065-AD53-C64F26107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0"/>
            <a:ext cx="1543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F9CE248-2451-4346-89EE-DD368D781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33925"/>
            <a:ext cx="1543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15:00-17:30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84AF45C-CA06-4A6A-855E-9F86D2E07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714875"/>
            <a:ext cx="1352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BLOCK C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DCA216D-8588-47CE-B4D0-5A5006186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714875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15:00-17:00 수업 (17:00-17:30 쉬는 시간)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A987526-47B2-4C26-B26A-2DEB6917F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714875"/>
            <a:ext cx="2343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총 2시간 30분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0E036C4-C7B6-45BA-A046-75C7EC63C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133975"/>
            <a:ext cx="872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8EC3929-37A2-45B2-B8E4-1814DA326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57800"/>
            <a:ext cx="1543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C61B367-7566-49BE-A75B-AE55D6096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24475"/>
            <a:ext cx="1543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17:30-18:00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381D192-4F54-4AD3-AEB3-180C4BF0B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305425"/>
            <a:ext cx="1352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Q&amp;A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66BBEA0-5ADC-4067-9387-BE117A0DE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305425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질문·실습 복구·Exit Ticket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0A53BB6-6DCB-4518-AEE3-FAA5D80E0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305425"/>
            <a:ext cx="2343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쉬는 시간 뒤 시작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5B1B8F0-7209-4952-977D-6ED3D1AC5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724525"/>
            <a:ext cx="872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7910922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36EF903-6DAF-4DFA-AC83-12DA023B3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강사 소개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34CE11-A9C6-488B-818D-5E9AD19D8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표·영상·언어를 거쳐, 지금은 Agent 제품을 만듭니다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1451AA-B631-4262-BDA2-39F9047AA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AC491C-A0BA-44ED-964F-0CAC09CA5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A020C4-BFFE-4D2E-B7B3-C13E85FF4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1/3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26FD58-049E-42B6-BA8E-9FD266AFF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DAAA44-500A-4665-BEA4-8E6735EE2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66850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차성재 · 무신사 Agentic AI Side PM · 서울시립대/아주대학교 AI 부문 겸임교수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5DA74C-87AE-49DE-80EC-BDA7A1778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81200"/>
            <a:ext cx="10553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D5C270-1B4E-4CAC-8A20-15D4702D0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57400"/>
            <a:ext cx="876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산업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DFCAFE-B6BA-44F6-BD50-057788C2F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05740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데이터·AI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A3D5D8-F876-4650-908E-5F23C9817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057400"/>
            <a:ext cx="542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풀었던 문제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B1D667-300F-4CDD-A713-747FA3FFF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057400"/>
            <a:ext cx="1485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역할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742C44-6C97-467D-BF51-7C6D87DDA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38400"/>
            <a:ext cx="876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금융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0DAFF4-8003-4B4D-8236-81F20F66B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438400"/>
            <a:ext cx="200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정형 데이터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AutoML·MLOps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DC2565-6A02-44D4-ADCD-2A214C53D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438400"/>
            <a:ext cx="542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은행·카드·보험사의 예측과 의사결정을 자체 AutoML 솔루션으로 자동화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3D4AD8-D15D-43D5-A9E9-B74E0E1E8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438400"/>
            <a:ext cx="1485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에이젠글로벌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ML Team Leader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3A86C7-B243-4DC7-B46B-B8529DE5C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8610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081A59-BAA6-4B4F-B6D6-95CE195E8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86100"/>
            <a:ext cx="10553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83FA4B-DE65-4528-8B1A-A08A6283E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81350"/>
            <a:ext cx="876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의료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6BDD58-4339-4084-8771-E885ACF33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181350"/>
            <a:ext cx="200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대장내시경 영상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DL·CVOps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2B47FE-9324-480F-978F-B1A277C47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181350"/>
            <a:ext cx="542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실시간 영상에서 용종 탐지·진단을 보조하는 의료 AI 서비스를 제작·운영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6B320E-68DF-4223-BA19-A494469CD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181350"/>
            <a:ext cx="1485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아이넥스코퍼레이션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AI Engineer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99EB20-087E-4B64-AC8F-2EC3F6FE7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2905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DBFE821-1FC6-41AE-88CB-C9DD9F02C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24300"/>
            <a:ext cx="876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교육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9F04020-5A01-42E3-819F-854C5599B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924300"/>
            <a:ext cx="200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말하기·글쓰기·상담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LLMOps·AICC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EF09822-7001-491E-B20D-E259BC39D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924300"/>
            <a:ext cx="542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7만 명 영어 평가를 3-5일에서 약 10초로 단축하고 상담 전·중·후 AI를 총괄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E0D0E40-A5F1-4709-902F-7A66339BA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924300"/>
            <a:ext cx="1485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크레버스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AI Engineer·AI PM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F62F43B-A20B-42C0-BFF0-5D50FE931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97C2566-2736-4DDD-9B0C-CF480DFB2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0"/>
            <a:ext cx="10553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F143C0F-EFF9-4CD1-9661-A3EE2AF68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67250"/>
            <a:ext cx="876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이커머스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250B0A4-C55B-457C-BB60-332A117C1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667250"/>
            <a:ext cx="200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고객·상품 맥락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Agentic AI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4A39C2C-8E0C-448C-9BA9-1DC615B61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667250"/>
            <a:ext cx="542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AID Chat·쇼핑 탐색·Voice·AI 해설·SEO/GEO 등 고객 접점 Agent 제품을 담당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3A82B7C-9E74-46B3-8CAC-196710403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667250"/>
            <a:ext cx="1485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무신사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Agentic AI Side PM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725D27A-8B96-4798-B7C1-9F72E1F66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1495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2FA1E0D-AADF-4AC5-92DA-76C1BA05F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67350"/>
            <a:ext cx="105537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D2DD0A2-8909-4440-B03A-0852E2806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81650"/>
            <a:ext cx="10172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강의·멘토 · 2개 대학원 AI 겸임교수 / KT·Kakao AX / 연구 AX / 재직자·취준생 AI Native / 출제·심사</a:t>
            </a:r>
          </a:p>
        </p:txBody>
      </p:sp>
    </p:spTree>
    <p:extLst>
      <p:ext uri="{BB962C8B-B14F-4D97-AF65-F5344CB8AC3E}">
        <p14:creationId xmlns:p14="http://schemas.microsoft.com/office/powerpoint/2010/main" val="164202439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D44102A-BFBC-4353-897C-43CAD01CF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처음 보는 용어 · 한 장으로 비교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EE3C24-3A03-46E0-B76F-21790A235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먼저 네 단어의 역할만 잡고 갑니다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59A72A-F256-4C78-A58C-E9EC0ABB7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DDADEC-97C5-40DF-A537-176DA73C5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D95C74-7B8D-4747-A56C-AE10E92BD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1/3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B38657-9ABA-4214-8A63-74C637F21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4419F1-D70B-4030-B19A-4276AA3EE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00200"/>
            <a:ext cx="10553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EB5B9F-5249-4CED-8F75-A5BE8E44B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95450"/>
            <a:ext cx="1828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용어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2254EE-AEAA-44A8-B595-F13C28A90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695450"/>
            <a:ext cx="421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쉽게 말하면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858E3E-49AC-4DA1-B57E-B6568740D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6954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오늘 쓰는 곳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75B7B9-1F6F-4ED6-AF93-A74E8B1F9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14550"/>
            <a:ext cx="1828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생성형 AI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Generative AI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37215A-05D3-4777-A4DA-A19E30A41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114550"/>
            <a:ext cx="4210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학습한 패턴을 바탕으로 새로운 텍스트·이미지·코드를 만들어내는 AI이다.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5E97A0-6BF4-45BD-BC18-32705A3C2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114550"/>
            <a:ext cx="3714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회의 원문을 읽고 요약 초안을 만든 뒤 사람이 검토한다.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D750C6-0E51-4D8A-84DB-6B60C7147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7655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56A19F-9D3B-4575-B4B8-E9B86452F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76550"/>
            <a:ext cx="10553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CE7912-C76A-4526-985B-80F222672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1828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LLM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Large Language Model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DE2E38-500B-480D-B204-E59E73496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990850"/>
            <a:ext cx="4210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아주 많은 텍스트로 학습해 다음에 올 말의 가능성을 계산하는 언어 모델이다.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B3CD88-FC40-4707-B615-FA133615E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990850"/>
            <a:ext cx="3714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회의에서 결정·담당자·기한 후보를 구조화한다.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52627F-7BC6-4E58-9AA6-451C9CFB3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5285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82A35D-8A6D-4B63-8793-BD302EDDA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67150"/>
            <a:ext cx="1828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377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Agent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Goal + State + Tools + Loop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3C47EA-DD74-409C-8CB6-301FFCB33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867150"/>
            <a:ext cx="4210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목표를 받아 현재 상태를 보고, 도구를 선택하고, 결과를 확인하며 다음 행동을 정하는 실행 구조이다.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F64157-63D8-4866-87DD-B3D51C68F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867150"/>
            <a:ext cx="3714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파일 읽기 → 요약 → 검증 → 승인 → 기록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186CD74-A877-4FF2-8F96-13EBE0D01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2915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E2D8691-8888-4FED-A18D-EC39A186D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29150"/>
            <a:ext cx="10553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2FBA07F-597E-43E2-A77D-B765D22CA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43450"/>
            <a:ext cx="1828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377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Harness Engineering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Instructions + Tools + Tests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1026FFE-1387-44C4-BDCC-BB969AE8B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743450"/>
            <a:ext cx="4210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모델 주변에 지시문·도구·권한·테스트·관측 장치를 설계하는 방식이다.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4061EC4-6890-4DB7-84CF-9D25985E2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743450"/>
            <a:ext cx="3714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Codex·Claude에 작은 작업을 주고 테스트와 diff로 결과를 확인한다.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B5F806E-4B8E-4B2F-8330-8BD189379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0545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9092831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49DFFF-00E1-4241-8DBE-061B0722C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40시간 뒤 남아야 할 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2FF999-EE74-43DC-94A2-74DE58102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DDB390-5015-42D9-9744-DC1ABD0C9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2A6948-D741-4B1B-AAE8-00145B50E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1/3 · OPENING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C7FCCF-0BB8-476D-813C-0EEE96EF4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3C32B1-976C-457D-81F1-BAC46AA11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22466F-AB08-41F0-A263-8B1D827C7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80962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“AI를 써봤다”가 아니라 “검증 가능한 업무 Agent를 운영했다”.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4a35b3a23b4143">
            <a:extLst>
              <a:ext uri="{96DAC541-7B7A-43D3-8B79-37D633B846F1}">
                <asvg:svgBlip xmlns:asvg="http://schemas.microsoft.com/office/drawing/2016/SVG/main" r:embed="Rcb02993a7a2e42a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601200" y="1847850"/>
            <a:ext cx="1352550" cy="13525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85AC86-BE97-4BC5-9F51-3E03D756A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24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090066-ACA1-4E9E-BC69-8F2D868C0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385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STT·LLM·Tool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9268EC-C143-4E01-AAFB-06C8D495D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005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F006B7-7B4E-4438-8968-658336D31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148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LangChain·LangGraph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9CF083-4CEE-4AC2-ACED-9817067F5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767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24B4BC-C935-4AD4-92F3-4A3751BBC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910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Human Approval·LangSmith·Git 증거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62F820-4470-4574-8FDB-AC11EDDE4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886450"/>
            <a:ext cx="9906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40B18E-357F-4757-85EF-A46B8C590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95312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제품과 데모가 갈리는 지점  |  데모는 ‘된다’를 보여주고, 제품은 ‘안 될 때’를 설명한다.</a:t>
            </a:r>
          </a:p>
        </p:txBody>
      </p:sp>
    </p:spTree>
    <p:extLst>
      <p:ext uri="{BB962C8B-B14F-4D97-AF65-F5344CB8AC3E}">
        <p14:creationId xmlns:p14="http://schemas.microsoft.com/office/powerpoint/2010/main" val="141506057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AB3BB4-7221-418C-9909-50F5AFAD3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재직자와 구직자는 같은 기술을 다르게 증명한다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D7E136-7A1A-4F41-BF9C-66B072CB8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7917DA-E886-4A9B-BA8D-786F9B560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F43BEF-E77B-40B3-8CF7-CBD8F9E2A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1/3 · OPENING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802426-F667-441D-8D27-8C0153C4E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D78B69-4980-4300-8F34-F6ECEFA70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재직자는 도입 통제, 구직자는 재현 가능한 포트폴리오를 강조한다.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AF5146-E932-4DE1-8EAB-0893D3D82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3DC30F-ED72-4B6B-AFE5-AA92DD473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재직자: 보안·업무시간·승인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EF47A0-4C14-43AB-8D7B-03FF5764B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5AB3CB-0B7E-475F-8AB8-2765E6403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구직자: README·테스트·Git history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1C1391-65A7-466C-B33B-ED5456538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FB7C02-C9B1-479F-977A-AFE4054F5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공통: 실제 demo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C2ED57-01D4-4F62-ACBC-065962B6B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3550"/>
            <a:ext cx="109728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3B6FE0-9496-4F48-8AE2-8FDB33D0B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1049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제품과 데모가 갈리는 지점  |  포트폴리오의 차이는 모델명이 아니라 실패를 다룬 증거에서 난다.</a:t>
            </a:r>
          </a:p>
        </p:txBody>
      </p:sp>
    </p:spTree>
    <p:extLst>
      <p:ext uri="{BB962C8B-B14F-4D97-AF65-F5344CB8AC3E}">
        <p14:creationId xmlns:p14="http://schemas.microsoft.com/office/powerpoint/2010/main" val="142445978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FE3B4FD-0271-4DFA-90FB-117C2557A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진행 순서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EF419A-2EED-49F1-AAF6-0C367F96E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수업 운영 루프 · SEE-COPY-BREAK-PROVE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705991-D323-4485-AA8F-E79AA5619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1C9F89-633F-4DF3-8EE8-1AD12071C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C273B9-B510-49D2-BE40-8182A5D44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1/3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C38E22-2650-4F4D-9C74-6D2922E06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C7F60F-211C-44E6-96C7-010AF72A0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920A74-F4F3-4266-B6AE-FCFAD4AEB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617AD1-1CB2-487B-AE6E-D71DACACD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SEE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9DF4CD-7DCE-408B-ADFC-E0FBA7907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강사의 완성 흐름을 먼저 본다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282EFB-DE6C-42FA-AAF2-D1F23D03B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454ABF-86B9-46C7-AE50-FC123BAF7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38FFD4-E234-4C2F-8B96-1B26802AB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COPY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656B98-76C8-403C-89D4-6A707DCEE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같은 최소 단위를 따라 한다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BD6648-D0BD-43A9-882F-44399CC2E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B83A15-62FB-4D95-8F72-4C9DF9B3F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008A35-1B01-4EB1-B623-BDFE3E95F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BREAK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7D39CF-EC15-4968-93F8-6B7E7BB60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실패를 의도적으로 만든다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211EC3-E500-4F83-9F99-052A84CC7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A84A67-4E51-4AEC-BB4F-C75FAB9D6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D46018-FFCD-4B93-BE59-200B7AD3D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PROVE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B68763-483B-449D-854A-BFDEB1C5C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테스트·diff·설명으로 증명</a:t>
            </a:r>
          </a:p>
        </p:txBody>
      </p:sp>
    </p:spTree>
    <p:extLst>
      <p:ext uri="{BB962C8B-B14F-4D97-AF65-F5344CB8AC3E}">
        <p14:creationId xmlns:p14="http://schemas.microsoft.com/office/powerpoint/2010/main" val="17387982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5F652AA-24B1-4E6E-AE00-6FCA2BA05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진행 순서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235BD1-08FE-432C-B062-1697D8B4C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질문을 디버깅 정보로 바꾸기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5EE92B-F1B5-4E66-86A2-E0D19006E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C8350B-D210-4DFE-9A6A-5BAD3365A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EEAF66-CDF2-4E53-9BC5-9697C036A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1/3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85B972-F7C6-41E2-97C9-400005483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311240-9429-4928-903B-B521A0D0A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B6A241-9501-41CC-AB91-5AE8F0CA9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8DB009-9EE2-4012-9A0A-766412EA7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증상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5629E5-C725-4ABB-9CD9-BBFFBB911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보이는 문구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58C2C2-F4CB-4A92-8D2E-4B19D1212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5DB9F1-608B-41F9-81D4-ECA934BDC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B5B895-435A-4C91-BEAD-622C05457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재현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62F7B0-9D1E-4AFE-9F13-BA5F63D9B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직전 입력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9DB4FB-3A16-46F3-AA86-F1C0C68C6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EA4B9F-E014-4A6E-93FB-C25556D1F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3B7E07-F47E-4BFE-8F06-710C7EE2B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환경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1BFB2A-3EBF-48D2-B73E-04942BE90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OS·버전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EE5378-398B-450F-B7B0-E7B9888D8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C8C242-637B-4F15-991E-9BF29F4A0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822EED-20AB-4392-9984-0F0BB92AC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기대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79671E1-FCEA-49B1-B509-C821E09EA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나와야 할 결과</a:t>
            </a:r>
          </a:p>
        </p:txBody>
      </p:sp>
    </p:spTree>
    <p:extLst>
      <p:ext uri="{BB962C8B-B14F-4D97-AF65-F5344CB8AC3E}">
        <p14:creationId xmlns:p14="http://schemas.microsoft.com/office/powerpoint/2010/main" val="162496857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41F0CC5-7B8C-428D-B7EF-EACCF0C64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진행 순서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235BCF-5676-4581-A720-B577125A2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속도 세 개 lane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74C080-0283-48E5-B8BF-9DAAFB9E1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92B66C-6EBA-4DA0-B22A-3B5D00021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9FBD5B-4E8A-4FC3-9F40-82CBCC245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1/3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0CAB24-BBFA-482E-8A77-49A71BBF1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84C4D7-DA57-4EA2-B5F8-70B9911EC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37D9CE-F53A-4B3B-AA71-EA2F8EED4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912206-FA7A-48BE-A458-B8D6086AC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GREEN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FE0BF2-F660-47D7-BDCA-3A9A9DC73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혼자 재실행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61621C-3CEC-4791-AFB3-FF69ABC82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C747DA-5A8D-45AA-8CE5-A4C3BA5A1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FA00D2-E5F7-4815-A0E1-45BDE7505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YELLOW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7B291A-0604-43FD-9D19-CB720165E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장표로 진행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DB61B8-2155-4938-AEF2-053019470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864D10-BD62-40F3-B6A9-80556B5E3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DC079D-BC97-41B4-A90A-6ECAEF384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8CB8E2-9D78-42C3-B06E-81CC3A172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checkpoint 복구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01D6AA-6BF9-4EFD-B27F-EA57000CD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CE7B61F-CC40-493A-914C-F5FDD7561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F438DB-74AA-4C1A-81E5-F6B80BE8E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EXTEND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FEECB9-B193-4BE3-B11B-26E7960CC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심화 과제</a:t>
            </a:r>
          </a:p>
        </p:txBody>
      </p:sp>
    </p:spTree>
    <p:extLst>
      <p:ext uri="{BB962C8B-B14F-4D97-AF65-F5344CB8AC3E}">
        <p14:creationId xmlns:p14="http://schemas.microsoft.com/office/powerpoint/2010/main" val="172796956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A07D469-5478-4EB8-905D-E9FBB2B41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진행 순서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6E5C55-C350-41A1-8EB1-3D96388FD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완료 증거의 순서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4626B1-34DE-4475-9466-3EFB37DB3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D1DFF5-4748-4563-AFEA-6A3D1369A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124709-F085-41EE-BF78-786E1FEB8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1/3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786FC1-F4AB-471C-A207-5D9612341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A7EE61-6CD4-4C89-AE35-592BC868A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F804E6-99A8-4535-A725-D690EB218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28B014-89AE-426C-869C-D0AF9E77D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파일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E5F786-25A8-4D67-84EE-E235A1F68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산출물 존재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D0642E-F2C4-46DB-8C13-B35E38264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86940B-20DE-488B-BCA0-72E9AC14E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267DCB-787D-4137-86A1-A6F450E44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실행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4C3A12-29DC-4087-8630-38586CC91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명령 성공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4B816E-370D-4152-A090-A799B2B06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3BD72D-290A-45BB-8824-B1C892756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7D1F48-0F95-434E-802D-CBD34EC47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검증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DB5B99-2A64-4B3B-9BCE-660ED1487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test·schema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7B179D-3C5D-4795-B728-077168E0C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019D61-410D-4D52-9B22-25C10B8DC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ACAEDD-F625-48AC-8B4E-FB3AC91AE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설명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4B1B4E-286F-49F1-ABAF-1909E4641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왜 안전한가</a:t>
            </a:r>
          </a:p>
        </p:txBody>
      </p:sp>
    </p:spTree>
    <p:extLst>
      <p:ext uri="{BB962C8B-B14F-4D97-AF65-F5344CB8AC3E}">
        <p14:creationId xmlns:p14="http://schemas.microsoft.com/office/powerpoint/2010/main" val="109176846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2E7B4FD-8FB3-44BA-A3AF-F161C738A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도구 선택 기준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F4B0C8-50EF-4F00-AECC-219DFFED1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강사의 완성 흐름은 이 네 화면에서 시작합니다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7B613D-5287-42DE-8502-26F481D31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CAC860-EC5B-4410-A258-A6009A32D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9AB1C5-D652-48AF-9E4B-72C3374CD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1/3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D6857E-255A-4D89-B551-24301BD02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C9950A-5C6D-416F-A6A6-552A55E29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6685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Agent 도구 → 저장소 → 실제 코드 → test 증거로 이어지는 출발 경로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DB33D2-505E-4F30-A260-493B491A1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38350"/>
            <a:ext cx="10553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1F0A48-183D-45FE-A32C-6DF8108C3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1581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도구·서비스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CFA96A-1466-4E7C-85AA-85CB837F1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133600"/>
            <a:ext cx="1866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도메인·역할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9243C2-AABE-4768-932E-ACB605CD3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133600"/>
            <a:ext cx="3676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이번 강의에서 쓰는 이유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22EF8E-CD65-4877-AC60-C6B1B8264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33600"/>
            <a:ext cx="251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유사 도구와의 차이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218AA1-D4D9-4097-BF13-72E4471CA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24125"/>
            <a:ext cx="1581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VS Code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7F4EEA-98E5-4BB2-827D-C280A634B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524125"/>
            <a:ext cx="1866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IDE·주 실습 공간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0BFF17-6B12-4886-AA55-10B2EF772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524125"/>
            <a:ext cx="3676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코드·터미널·Notebook·Git을 한 화면에서 연결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A4F4D3-82D9-4CD4-9DBA-2D40BA018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24125"/>
            <a:ext cx="2514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PyCharm보다 가볍고 확장 기반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1955C7-BF36-4FB8-829C-E8CBA4FA2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2BB805-7093-46FD-A968-A1C4DD25E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0"/>
            <a:ext cx="105537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DD97D0-60A8-49CA-8893-A0B67B5A4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24225"/>
            <a:ext cx="1581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Jupyter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C555DE-659E-4317-BEE4-198D6D757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324225"/>
            <a:ext cx="1866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설명과 셀 실행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D5E850F-F37B-4106-AB59-53573E7C4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324225"/>
            <a:ext cx="3676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처음 배우는 사람이 단계별 결과를 바로 확인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033A2F-B793-4D85-B9FF-876FF7A29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324225"/>
            <a:ext cx="2514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Colab은 설치가 없지만 세션·자원 제약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7A7420-42BF-4C3F-9F39-536AB9E56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3860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3F5A4A9-C296-4A65-9D9A-0F369D309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4325"/>
            <a:ext cx="1581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Git·GitHub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C56B5D5-448E-42E2-9B3F-4C0673077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124325"/>
            <a:ext cx="1866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버전·포트폴리오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0E7B235-E55D-44A2-9CE8-2B62C3B52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124325"/>
            <a:ext cx="3676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diff·commit·README로 완료 증거를 남김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9B69F33-A0DE-4871-9C6B-A4B08FA22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124325"/>
            <a:ext cx="2514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Drive 공유보다 변경 이력이 선명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D02BFBE-75D8-4626-88E0-1719B4091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3870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CE210D1-B3A3-4BEB-A6FA-B8B0B99F1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38700"/>
            <a:ext cx="105537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7EC98C5-245E-4991-BC58-45E844F73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24425"/>
            <a:ext cx="1581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Codex·Claude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A6A9B70-A252-47EB-B655-49A5C4827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924425"/>
            <a:ext cx="1866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Coding Agent·가속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CF0FC6B-CE82-475E-A9E4-2D0DEBC1C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924425"/>
            <a:ext cx="3676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spec→diff→test 데모와 코드 검토를 빠르게 반복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B23201F-924C-4294-B9A3-F898187A1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924425"/>
            <a:ext cx="2514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필수 도구가 아닌 선택적 Harness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505A2D3-4D96-4F66-800D-E56EDC5D8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3880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91763677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CC8574-7982-480D-A63C-8AABC4169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실습 화면 1/4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94633B-6338-4DC8-B6A3-0D6AC0C25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Codex CLI · 저장소를 읽고 실행하는 Agent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BD160E-E4E8-48C8-8185-D2A27537C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263DA9-BF21-416B-9C6B-DB461C3AE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F3F280-9AE5-4531-8B5A-E946F3E79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1/3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2EB350-98B4-44A8-A3A2-F437F775F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6C3887-59A0-4365-9217-E490A84F8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1125A5-F836-4991-8CD3-0D3EAA10F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81F5E6-538B-48D7-8024-EFC40AA2D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작업 디렉터리에서 시작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3B2BD2-79C9-40DF-8BE6-FF55ED8B9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09314E-93E6-4FC1-B7F6-0DA9096C6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요구사항을 파일·테스트로 구체화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6DABDA-6BC1-493D-93AC-024D73A3C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ACC584-3E54-4289-9C25-8060FC3B4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diff와 명령 결과를 사람이 검토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CC1548-0BD6-452E-A8AE-E917B2B01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FA95A0-A35B-4645-A7E8-CE26C19A6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학생 필수 경로는 로컬 코드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8ADC63-FFF4-4724-B21E-70DA560ED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fed5665060411d"/>
          <a:stretch xmlns:a="http://schemas.openxmlformats.org/drawingml/2006/main"/>
        </p:blipFill>
        <p:spPr>
          <a:xfrm xmlns:a="http://schemas.openxmlformats.org/drawingml/2006/main">
            <a:off x="4876800" y="1727597"/>
            <a:ext cx="6591300" cy="370760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AC4B1A-61B9-40EE-8155-AD3BABAFB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OpenAI Codex CLI 공식 문서 화면</a:t>
            </a:r>
          </a:p>
        </p:txBody>
      </p:sp>
    </p:spTree>
    <p:extLst>
      <p:ext uri="{BB962C8B-B14F-4D97-AF65-F5344CB8AC3E}">
        <p14:creationId xmlns:p14="http://schemas.microsoft.com/office/powerpoint/2010/main" val="63657860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6DA154-9156-431A-AC99-7C8FC381A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실습 화면 2/4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5BCE73-D1A1-42D8-97D8-F830F14A2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Claude Code · 터미널 중심 Harness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02798D-07A2-4EA1-8550-74C16AC9E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F37C23-0B1F-48F1-B460-946ED46DB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290504-D94E-4AFC-9C32-2C0E9F99C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1/3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7CD02A-1F3B-49A8-9922-3756CC60E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B6806B-D4C5-43D3-AA07-9B7801BC8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A6062D-9F71-4FF8-9F05-714A2A6A9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F2C563-197A-4A96-80F3-6405F03C3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코드베이스 맥락 읽기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217DA7-54AC-4558-9B0B-0306143F8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51891F-073C-4345-822A-D101C47B0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작업을 작은 단계로 지시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ABE4B4-408D-4B0A-AC84-A42871D85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31DA3F-D4A7-482F-89DE-42F8B9498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변경·테스트·설명 확인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0CBA6F-7934-4D06-B7B2-1D76EF0E8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841DF6-E640-4989-85D7-14922E2D6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구독·정책은 별도 확인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17EDCA-D569-4708-95C4-F60A7A02D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29306c697b43f1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DBA575-6D91-4F79-A871-A20853109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Anthropic Claude Code 공식 Overview</a:t>
            </a:r>
          </a:p>
        </p:txBody>
      </p:sp>
    </p:spTree>
    <p:extLst>
      <p:ext uri="{BB962C8B-B14F-4D97-AF65-F5344CB8AC3E}">
        <p14:creationId xmlns:p14="http://schemas.microsoft.com/office/powerpoint/2010/main" val="122270137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0CA5F7-35B5-4926-9F7D-EB47D9FDE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실습 화면 3/4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6EDEB2-3AAE-43E4-A707-5D56DFC87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실제 VS Code 저장소 · 수업의 출발 화면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876234-632B-4DDE-B92F-FAD82377E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A6EB93-AEB7-49F7-B560-81C629F55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3398AD-561B-457B-828B-03C0CB5AC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1/3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754DD5-3689-4D39-AB6D-9566A4D0C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0870F3-17E1-4EBF-93D9-475D61351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EF91A5-AABA-4185-81E8-C0E30BEF7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207A1A-C976-4FFB-ADDC-5C061F441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src·tests·materials를 먼저 찾기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B64D1E-B64F-4DCF-A54E-D1408AB46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2D98BE-33D1-4B5F-BAC3-52B182F10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.env는 열지 않기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ABEA23-83AC-4120-91ED-6A3A3875B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1B932B-AFAE-45B6-BDDF-D71358880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강사와 같은 폴더 구조 확인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F90C2D-6882-4077-A208-00170FACD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5AE516-5CC5-4C0A-8007-14A663A2B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시작 화면으로 사용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F5B1E5-9E41-4363-9D9C-808FA3DAA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7f18f76b744359"/>
          <a:stretch xmlns:a="http://schemas.openxmlformats.org/drawingml/2006/main"/>
        </p:blipFill>
        <p:spPr>
          <a:xfrm xmlns:a="http://schemas.openxmlformats.org/drawingml/2006/main">
            <a:off x="5166626" y="1695450"/>
            <a:ext cx="6011648" cy="377190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578C6E-D5F3-4D31-A0CB-2B8351B36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로컬에서 연 강의용 저장소</a:t>
            </a:r>
          </a:p>
        </p:txBody>
      </p:sp>
    </p:spTree>
    <p:extLst>
      <p:ext uri="{BB962C8B-B14F-4D97-AF65-F5344CB8AC3E}">
        <p14:creationId xmlns:p14="http://schemas.microsoft.com/office/powerpoint/2010/main" val="190074143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3136BF-AA42-48CC-8F1B-122BDC261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실습 화면 4/4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EE7BD1-231E-4D9F-BD71-86E4BA668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실제 Agent 코드 · 표준 라이브러리부터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3C6677-4619-444D-A081-73AF8A8F8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A7354A-966E-4935-A94C-71521C072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FB59F5-67EF-4144-B1A2-6F3E17BBE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1/3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22EE42-8010-4874-B0C8-74484E465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D77FF0-2A09-4F3B-9114-C6A58CD43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7ACDB4-FCD5-42D8-9870-6A903D6F2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1FDC5C-CEDF-469F-AE62-D1F9F2E1A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처음에는 framework 없이 제어 루프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3D8A19-51FC-4C19-87CB-31CACB8F9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CA4A9F-58D8-495E-8BBD-986529D3F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읽기 도구만 허용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3A9F38-E754-4419-B7DF-D830B3613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AA485B-9D62-422E-BF59-FA2FE11D4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오류를 결과 객체로 정규화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79D298-6D5B-4D95-9420-FD44C634A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1910F9-D0C1-4042-BC9A-CBE5B57CB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Ollama는 선택 adapter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065E87-177A-45FF-9953-7333D1DA9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14210634564c54"/>
          <a:stretch xmlns:a="http://schemas.openxmlformats.org/drawingml/2006/main"/>
        </p:blipFill>
        <p:spPr>
          <a:xfrm xmlns:a="http://schemas.openxmlformats.org/drawingml/2006/main">
            <a:off x="5166626" y="1695450"/>
            <a:ext cx="6011648" cy="377190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88EFDF-5A49-4D0F-8B4A-A6454CCD1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VS Code에서 연 src/day1_agent.py</a:t>
            </a:r>
          </a:p>
        </p:txBody>
      </p:sp>
    </p:spTree>
    <p:extLst>
      <p:ext uri="{BB962C8B-B14F-4D97-AF65-F5344CB8AC3E}">
        <p14:creationId xmlns:p14="http://schemas.microsoft.com/office/powerpoint/2010/main" val="201144412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AFD03E-716A-442E-899A-62833CD9A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12A8B9-6F63-4E8E-BCE7-42B59A183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작업 요청을 먼저 spec으로 고정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505AED-F955-427F-956E-3904C78F3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0C0929-ED0B-431B-B022-1D2B7A250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F24E10-0A00-4166-989D-64FA0026E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1/3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3D6C0D-43C2-40F4-AF86-29DBE9D8E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43F879-D337-44B3-8012-9FA411ECF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9C2F7F-93EE-4FB9-BDFA-FC3433308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D409B2-A0B8-4C6E-AF50-2C774A092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목표를 한 문장으로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ED96DC-D0AA-4183-B39D-16838153F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7533E2-3950-4631-9E6C-4B8785A12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입력·출력 형식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89DCEA-E5A2-4B79-A07C-D002E99B0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A75E40-71C2-4E0B-ABAE-E7E8AA962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허용 행동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F57C25-BAF9-4CBA-B199-CE26FDCF6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0ED63A-9884-4B0F-A2CE-EA5E3B6DB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중단과 완료 증거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78944A-939E-46D7-9642-4C9DFF851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91C305-4DF0-4590-BB98-1847304E3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BE8FED-AD28-4F89-B83A-9B8E3E39A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goal: 안전한 파일 읽기 Agent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input: 공개 txt/md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allowed_tools: [read_public_text]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stop: validation_error | success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evidence: pytest + output json</a:t>
            </a:r>
          </a:p>
        </p:txBody>
      </p:sp>
    </p:spTree>
    <p:extLst>
      <p:ext uri="{BB962C8B-B14F-4D97-AF65-F5344CB8AC3E}">
        <p14:creationId xmlns:p14="http://schemas.microsoft.com/office/powerpoint/2010/main" val="50654865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F07BF9-DC99-4CBB-B31C-589284BF9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4988C9-22EA-44C6-AAF9-9856F2A56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Agent의 최소 반복 구조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43B098-F4C0-4D68-A234-E49A259A0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9DD781-963A-4D1D-8C31-34FC772BD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0786C9-CB50-41E1-B30D-ED8A11A38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1/3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8F22ED-E31C-4F75-BB3B-26130F393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E68259-F5D6-482D-BE4B-B006DA296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C57724-E0A1-4DE1-B856-0FD9E78E2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3D0FE2-2A33-4E74-BD14-FAD062D5E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판단과 실행을 분리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F4647A-21FB-43DD-8595-38AC00EC1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06676B-EE07-44F1-84EE-4CF7DF640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매 step 결과 관찰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B07A54-48AE-4935-ABED-40775056C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FC1544-7709-4708-937E-CE619B84D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무한 반복 금지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6822EF-F963-4CD8-B23D-0C16AFA86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B1225C-3ED9-4D5A-A626-20AD634EB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state로 감사 가능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55BD6F-AC34-4A1B-9D9D-041DEDA9F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5FF878-B2EC-43EC-8CF2-C60E7787C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9605DB-4B44-4CF2-BDF6-7199B2997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while state.status == "RUNNING":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call = planner(state)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checked = validate(call)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result = execute(checked)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state = observe(state, result)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return state</a:t>
            </a:r>
          </a:p>
        </p:txBody>
      </p:sp>
    </p:spTree>
    <p:extLst>
      <p:ext uri="{BB962C8B-B14F-4D97-AF65-F5344CB8AC3E}">
        <p14:creationId xmlns:p14="http://schemas.microsoft.com/office/powerpoint/2010/main" val="55963372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909D7F-9A0F-44C3-854A-78A1CC438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A32B65-BC32-41E2-AEDC-E3EC1D114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Day 1 완료조건을 명령으로 표현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5BDEA7-60BF-4F45-AC53-D884EC916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53E16C-085E-4BA7-AB62-0055C3A12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E57351-9A15-41E7-A0A8-4E311261F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1/3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D392BF-0D77-41F2-81CD-CD2B38B94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C29007-E191-4566-A9E3-6AF1DF978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1A7B75-F80D-458D-9736-79CCCE23B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E4B06A-FB4F-4004-9559-1DF095FC6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실행 결과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386E4B-A17B-42E8-A61D-7E251C075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5D2812-D4D0-4972-9E50-6DF103BF4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테스트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73D544-62CB-4486-802D-7F242B812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195241-58EB-4E2B-9E21-80505BF4B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변경 범위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A33E68-8B5B-469A-81FE-844F4660C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039091-1DF7-4F27-AEA5-232714952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설명 가능한 diff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630565-5BFF-4B39-8BC5-932AC1FE4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AF24CD-19B1-4BCF-AB67-5A49FFC96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C82AD1-07D4-46DF-AFB7-B635305AE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python3 -m src.day1_agent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python3 -m pytest -q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git status --short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git diff -- src tests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# success: 9 passed</a:t>
            </a:r>
          </a:p>
        </p:txBody>
      </p:sp>
    </p:spTree>
    <p:extLst>
      <p:ext uri="{BB962C8B-B14F-4D97-AF65-F5344CB8AC3E}">
        <p14:creationId xmlns:p14="http://schemas.microsoft.com/office/powerpoint/2010/main" val="154340781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9D3C2D-EA46-479B-B3EE-8FC61893F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F2F8F0-24B7-4A69-B027-FC43519AE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저장소가 말해주는 역할 분리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416717-2B72-49F3-BCF7-C5DB8CCCD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267EBD-3868-42A6-BC24-0BEE3DE66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0D9285-2D47-41CD-856D-B802C490D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1/3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EAE52C-2EB9-437D-9E75-F7AEC92A9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019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802AA0-40B9-4C4B-B425-861078101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627616-F65B-4941-B155-950683017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87E23A-66EA-481C-8393-882CC2A85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코드와 데이터 분리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A8495F-38C7-440D-81CA-DD1FA03EC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45154E-F48C-4DE5-A355-7B972D2D6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노트북과 모듈 분리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B9FDA2-33DC-45C7-94F2-134160899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0EB547-53EB-4374-AD5C-5EA6AADAB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테스트를 1급 산출물로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3042B3-1283-4168-9E5A-D656A4CE9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1B6745-E6DF-4B46-9D1D-8BB194F37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장표와 파일명 연결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FDE5AE-016A-4B18-A316-B67E8DD18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5DCD2E-AABF-4BDF-9B90-684C3DC26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BA3A01-65D3-4C4C-8A60-2E6A69F1D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src/        # 실행 코드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tests/      # 실패·정상 증거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materials/  # 따라하기 notebook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data/       # 공개·합성 입력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slides/     # 수업 화면</a:t>
            </a:r>
          </a:p>
        </p:txBody>
      </p:sp>
    </p:spTree>
    <p:extLst>
      <p:ext uri="{BB962C8B-B14F-4D97-AF65-F5344CB8AC3E}">
        <p14:creationId xmlns:p14="http://schemas.microsoft.com/office/powerpoint/2010/main" val="48437959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40DA1B-4A11-45BE-B0DB-512AFE0D2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9A950B-2FC2-4318-8E2C-F55F50CD4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완성보다 작은 checkpoint를 먼저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B7EE62-F68D-4224-BDBF-BD37CD5E3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A6DB9A-083C-4421-9D98-22CE6A47D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CE53CB-D1BF-4D68-B23E-DC7232D92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1/3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D57E6C-12C2-4D37-8C20-025A22736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020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C2B611-8CBE-4F60-8AA3-5747510D6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559FBA-1BEF-4717-A401-75596D0CA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D0F27B-6096-4CB9-8D10-0E79FF602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정상 화면 정의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C8BCB4-259B-48EA-A044-283BB20DA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51177C-6CBA-4D57-A10A-3A34F808C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확인 명령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A922AE-C4A9-4C61-9DA9-EC93EAA29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88EE18-C42F-40A1-A694-2E8EF95F2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대체 경로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E5BA3F-7DED-4376-BFAD-0B2D885B7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75D09C-41D7-4677-A9DD-1ADD217E2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강사 지원 지점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4C0800-35A2-466B-A69F-DE5981B92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4B28D8-4706-44D8-8680-A49D67E89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3AB0EC-F55E-4CA1-AC82-51AE27B8A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checkpoint = 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"name": "day1-env-ready",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"command": "python3 --version",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"expected": "3.10+",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"fallback": "provided fixture"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921533923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322A092-E125-46EC-9ED8-0DB96EFC7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직접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3AB5F6-1054-4EB9-BD95-E6E09A815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1 · 내 반복 업무 한 문장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3E85A1-455C-4E40-A138-8E103D290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BDE3D0-8CCD-4538-9F63-E47A1D70E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74FFBD-891D-434F-BC52-0019EB079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1/3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F7D6BA-E64F-4890-86F4-92B8F7661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021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C2E176-32CF-4F13-B959-A17E44849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06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F601C2-7E18-4C3C-BB7E-8742ED280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79DAB3-3B31-4622-8363-105104652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일단 저를 그대로 따라오세요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199986-5A67-4ECE-AFA8-4A2BFDC22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866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숨기지 말고 첫 오류 한 줄만 가져오세요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7353F9-0A64-4F24-9D86-3FABE5274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E1E963-E839-4A1D-BA6A-6A9DCEA5C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매주 반복하는 입력을 하나 적는다.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63D830-38B2-4CE2-80FF-173D24DA0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6B2841-A87D-43B2-ACDC-E450D91F6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EA083F-8ACC-485B-8018-C41F37824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결과를 받는 사람을 적는다.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BF32E3-E38C-44A5-9AE4-AC7565341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C10F46-4DDA-41FA-B96E-4157B15B0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CD5FB2-E52A-4C7E-8CC3-481C9CCBA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실패했을 때 피해를 적는다.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E5E10D-F763-4E72-9360-47E1C7AAB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A9E108-584E-4B9E-8238-05831CD41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67A41A-A4C7-49E8-8C8F-1C2696CBC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AI가 해도 되는 범위를 한 줄로 제한한다.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D113F75-F937-433A-ABAC-9E2EB284C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B5704F1-EC29-4768-82CD-092211FF9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F51EDE5-DD6E-4B37-9628-3798737CF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문제 문장 1개 + 금지 행동 1개</a:t>
            </a:r>
          </a:p>
        </p:txBody>
      </p:sp>
    </p:spTree>
    <p:extLst>
      <p:ext uri="{BB962C8B-B14F-4D97-AF65-F5344CB8AC3E}">
        <p14:creationId xmlns:p14="http://schemas.microsoft.com/office/powerpoint/2010/main" val="739415051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8B0D449-2EEB-4689-A7D1-2F000A621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직접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53703A-45B1-4A3F-AD76-DB02FEFE8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2 · 재직자/구직자 트랙 선택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EE7870-609C-4F57-A0BF-2B3FCA60A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9E3A64-E5A7-4A5F-9EE5-428A3AA59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E7CD76-A1F6-4C22-8105-997794392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1/3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9553C8-A501-4E92-B39E-15D7CFD46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022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05C696-88A3-4DA1-834C-5F16EBD68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05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0D751B-545C-4B77-985F-699150BDF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C50F73-B15B-4207-9A71-0590808CD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일단 저를 그대로 따라오세요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CF5A2B-A894-4069-99D2-0E3684F07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866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숨기지 말고 첫 오류 한 줄만 가져오세요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511BAF-EF86-4B77-B0EE-B82E190B2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2A1013-DB3E-494A-A61F-9A4A15241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재직자는 공개 가능한 업무 추상화를 고른다.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2D17BD-7815-492D-B359-B772B4A66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1AE057-98ED-47A0-A8EA-4858A0C38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14F597-A81F-49FD-BED2-7F8B90CC3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구직자는 공개 데이터 사례를 고른다.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EE8525-8384-4702-9D57-2D5F25ECE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7A8249-EEAA-469D-B8A0-B75BEE081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E826D4-287E-4BF1-B276-67ED13B3D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최종 발표 형식을 선택한다.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DDDF69-8A5F-4B98-9126-2512CC6AC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679EEA-F9E2-4B68-9912-B8E0AE816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3C9B10F-2AE6-4B00-BADD-F8F8A8FFF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짝에게 선택 이유를 30초 설명한다.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D97EA9-45ED-4E00-BADF-E1F9B297C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6A4BD64-9482-41C1-B1BD-1D3A1998D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C6507C7-C0E7-42CE-90C2-CFA40B024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트랙 카드 + 발표 목표</a:t>
            </a:r>
          </a:p>
        </p:txBody>
      </p:sp>
    </p:spTree>
    <p:extLst>
      <p:ext uri="{BB962C8B-B14F-4D97-AF65-F5344CB8AC3E}">
        <p14:creationId xmlns:p14="http://schemas.microsoft.com/office/powerpoint/2010/main" val="1366948502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96645B5-E233-4885-8749-89BB3C872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직접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0F7673-2A58-4AD4-9652-729774620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3 · 최종 데모 역산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E07EAE-8F5F-41CA-80B4-F34F46C36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15AB9E-6C4A-45BF-BCBA-7879374F2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3671F2-E6D4-42F3-897A-8AFCD3EC9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1/3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B2E986-C1B0-4366-999C-B0DDAFC00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023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140A41-8EBE-48B2-91DE-1461820E9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08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BF6633-B555-4995-A172-2F22E236A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9D48E2-A7B8-4AF7-A78D-03B838B19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일단 저를 그대로 따라오세요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544893-6F78-46FD-88F7-F72B6B0F7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866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숨기지 말고 첫 오류 한 줄만 가져오세요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09B27F-CB3E-4A14-BBB3-AE898C67B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1EB35E-B106-48A3-A0AF-226AAC278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최종 입력 한 건을 정한다.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C0C965-1BD6-4B97-A828-E1077C877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9C314D-4188-416C-8D62-C98326941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204B5E-155E-497A-BCE6-3D0E95338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보여줄 출력 JSON을 그린다.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0B720E-37F6-4C3F-825D-F05CFD343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74B39E-7579-4FCC-80F0-1E32EEB28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28C5C1-BA3D-439E-8D56-1C4F75BBD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사람이 승인할 지점을 표시한다.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3A0BFF-119E-456E-AE08-3D4803815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4D171A-8AE3-49E2-943A-23BD4EB78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029FDC-C862-4C4A-B1B3-CC53BAAF9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LangSmith에서 보고 싶은 실패를 적는다.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056ACE-E55A-4F16-B44F-284CA22DC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891B8E1-2898-4869-B9A0-C2FD2ABD2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B7F02BC-F7FF-4E9F-9706-A4AF06515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입력→출력→승인 sketch</a:t>
            </a:r>
          </a:p>
        </p:txBody>
      </p:sp>
    </p:spTree>
    <p:extLst>
      <p:ext uri="{BB962C8B-B14F-4D97-AF65-F5344CB8AC3E}">
        <p14:creationId xmlns:p14="http://schemas.microsoft.com/office/powerpoint/2010/main" val="66226429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4446A48-7A7B-40BE-9A83-2EF63B797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직접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66D28B-2606-4119-A16A-C3D3EB820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4 · 환경 신호등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F7B689-370D-47B3-AD10-DEE4EC045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5EC607-4D87-4A7A-8A70-85BD9F01B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03D3BB-4243-428F-A7A3-3D749D253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1/3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A9CBB6-77FD-47FB-8CE1-6B2F2277B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024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585E58-296F-4801-AFEB-B2D75C96D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06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6BD4B3-F63C-4643-9E6B-FAE815BCB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D4045E-A2A8-4DEA-A779-29A42C529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일단 저를 그대로 따라오세요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367A0A-7EBA-4577-A093-0FBD1A027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866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숨기지 말고 첫 오류 한 줄만 가져오세요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9BF540-E5C2-4F3C-8726-4591300ED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17E005-4948-4AA0-85FB-72A8847AB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Python·VS Code·Git 설치 여부를 표시한다.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A1B8A8-78D0-4013-95A6-65E6E5EDF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B2D7EA-75A2-40B6-B2E1-9C6E564DE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020286-276D-459C-9E40-073C9AB8A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관리자 권한 여부를 표시한다.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764A8B-2431-4FF7-988D-623F66534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E53E50-94DC-4281-AE2D-9EA18B9A2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766E8D-3DB3-4B08-8A40-73C92FEE2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RAM·디스크 제약을 적는다.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72B73D-B1E6-4CE0-BF85-111934A47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4AF44F-A7E1-4FB7-A753-B5A86C963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9D1EB6-506B-4E39-8E68-697E74CD4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GREEN/YELLOW/RED lane을 선택한다.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B1CC9E-ACB9-4CFD-B372-A94B9B352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824DA30-0AEC-47D8-B62A-A78D71C48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68626B6-DB5A-4C31-9AFD-50F2ED764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개인 환경 진단표</a:t>
            </a:r>
          </a:p>
        </p:txBody>
      </p:sp>
    </p:spTree>
    <p:extLst>
      <p:ext uri="{BB962C8B-B14F-4D97-AF65-F5344CB8AC3E}">
        <p14:creationId xmlns:p14="http://schemas.microsoft.com/office/powerpoint/2010/main" val="1122854688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D5E200F-F21E-46B3-ABDC-73C7593AC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실패 사례와 복구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9BD881-06A9-47E7-B37F-0C00081FD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1 · 문제 범위가 너무 크다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F1CBED-C33A-40A3-8744-2BF75C5D7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1B982C-3E8C-46C6-A9E1-ACEF4B39C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5D0690-4B24-4F6B-A32A-FF0E1BD28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1/3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4122B8-5275-4908-9E1D-A6F511494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025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DB0CA4-E7FE-47CA-9FB9-B798311B6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현업에서 자주 깨지는 방식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E38626-1F58-4C7C-A101-0EF53AC4E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제가 먼저 고치는 순서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DDF1E0-C8FA-44F3-B43C-F0031E988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983343-BBE3-43CB-8989-554343609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3F862E-661A-489F-91F1-AF35DD8EB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전사·요약·메일·ERP를 한 번에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8CB36F-809A-4CE7-9F87-2DEF3D256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D10070-39F6-4568-8AF6-D8D15480D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사용자가 여러 명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BF5722-A7FB-4EE8-9A69-124E2AD78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D613AB-FDCB-4E95-9EBB-EE1FC0DFF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정답 기준 없음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24DE92-5EB6-49A9-9C88-4D60242CE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09F3F0-FB25-4723-84D9-7EDB0DC2F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데모 입력도 미정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ABA225-11F2-4280-A72C-73D01F2E0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438E19-7FEB-4D3F-91D2-0E16B389D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한 사용자·한 입력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AF05DD-3AF9-4FEE-AE6A-F480B9536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C38033-1C3B-40EB-8A73-A52BF303B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한 구조화 출력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A601E9D-2CAC-4ECD-91FB-18280C23F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4299F06-B15C-45DC-85B9-094DA4F54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한 승인 행동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D09BA7F-5E7B-44CE-A92B-D1882FA70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000E388-AD56-467B-895C-90F532F53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한 개의 golden example</a:t>
            </a:r>
          </a:p>
        </p:txBody>
      </p:sp>
    </p:spTree>
    <p:extLst>
      <p:ext uri="{BB962C8B-B14F-4D97-AF65-F5344CB8AC3E}">
        <p14:creationId xmlns:p14="http://schemas.microsoft.com/office/powerpoint/2010/main" val="573691846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8D3FB8B-4710-483E-A00D-80D7EDE04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실패 사례와 복구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D27201-2DE6-4D7B-8663-DE5B4C86D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2 · 실제 회사 데이터를 가져온다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A32ED8-BC5C-4446-9307-DC5FCDA73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76EFA9-A4EF-47B9-A342-173CF4EB2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727248-8B2A-41F7-B497-08A73D624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1/3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CDD16F-BAD3-4FEC-808A-E3D3C2EBE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92EAC9-30EE-4313-B3C9-60FAEC42C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현업에서 자주 깨지는 방식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0462F7-5747-4EE2-9310-A589BA9F6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제가 먼저 고치는 순서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F31290-E180-4CCA-B68D-8650AD752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19E051-5589-4FB7-A8A8-560E38B14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5D269E-96DF-413B-A889-6C24484CC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고객명·이메일 포함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B0B10E-BA9C-498D-AB88-8B1E9A5FC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9D2924-4610-4BEB-9424-2543F493E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비공개 회의 업로드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0D9FB8-45B4-4DE6-B082-FF6875932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EB3AD3-C0DF-4569-A129-29B77EAC2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회사 repo token 사용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41CE0A-4818-4BE4-92A2-35D32B2BF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5BCBAB-295B-4D9B-839E-75C59CF27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교육 계정에 trace 전송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196AB3-B430-4399-BBAF-83F621FE6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2151F6-EBF8-47C6-8F3E-D7D3CFA84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공개·합성 데이터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5573E7-1DEF-4D09-A6D3-634792D76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1844A0-1E88-47DC-AD21-F73B65B93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이름·금액 범주화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DF9943-E716-4754-8D78-DAE0A527D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3E41C14-A2FD-40D5-9A99-5B541F3AC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sandbox repo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E5957EF-3F2B-4E5D-B41E-F29F6AC83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5B6BBDA-ABBD-4702-B8A6-A5200BF3B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민감 필드 masking</a:t>
            </a:r>
          </a:p>
        </p:txBody>
      </p:sp>
    </p:spTree>
    <p:extLst>
      <p:ext uri="{BB962C8B-B14F-4D97-AF65-F5344CB8AC3E}">
        <p14:creationId xmlns:p14="http://schemas.microsoft.com/office/powerpoint/2010/main" val="313925348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092CB3F-E18A-401C-B547-928142D16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실패 사례와 복구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DDD2FE-5939-48B2-98F2-33DDAD0D5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3 · 모델 선택부터 시작한다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87D07E-0925-4A59-A945-0B4B9FB17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A258B7-C701-46EA-871C-69E37CD8E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79A3BC-7B3F-4548-80B4-BAD23D268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1/3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FD7957-AD38-4165-A6C5-54FDAD5EB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027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E26498-4730-416A-AC43-F5376F936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현업에서 자주 깨지는 방식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07C241-AD92-4A89-90CA-DE20B390B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제가 먼저 고치는 순서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502EC1-0241-4172-95A3-4FFDEEC61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B0D3B7-8FB9-4354-8A96-25B33EEEF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72EE74-7EBF-4714-B15F-83AC78EB0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벤치마크 순위만 비교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FCB698-1926-4DD6-B10F-D3CC9F923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1F7F19-DB20-42B2-A3DB-FFD09DAFC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큰 모델 다운로드 대기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14A17D-97BC-420B-9F7B-2BC89B0FA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E76D4A-7794-48C3-9DE2-5088F3913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문제 정의 지연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EFDC95-D262-44AC-B425-1695223F7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1D0A16-80B6-4CD2-9F57-044AEC988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조건 미정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0DC051-56AB-42AC-9823-CD7D39AB5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BA3E47-A581-4DF1-9394-AE0465B8A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fixture로 흐름 먼저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C8A432-8EDF-41A8-9762-048284C5B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08A813-2E2C-485A-8127-F41CF7310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작은 모델은 선택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9701A5-6C14-4E72-8C0E-1891C565A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DC26A5C-6A78-401A-A24A-38DE1EB15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계약과 test 우선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98B3615-E62B-4B3E-B96E-9E80F37B4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76A2AE8-A1C8-4858-95E7-A33D57F43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provider 교체 가능</a:t>
            </a:r>
          </a:p>
        </p:txBody>
      </p:sp>
    </p:spTree>
    <p:extLst>
      <p:ext uri="{BB962C8B-B14F-4D97-AF65-F5344CB8AC3E}">
        <p14:creationId xmlns:p14="http://schemas.microsoft.com/office/powerpoint/2010/main" val="630238505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3A3C3C9-AB11-48B7-A8C8-146868852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재직자·구직자 관점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C35B54-3836-4A1F-8F89-8B82E60FA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재직자 · 현업 PoC 승인 관점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FB4541-1BBB-46A9-BE99-A79DF2E9C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393C49-41E0-40AD-AB76-5109B362C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A9165A-FFB3-4B63-B63C-93ADD80DE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1/3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CD5333-3A0F-44D7-B5AD-17B83E208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028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816E8D-288D-415D-988D-E88982119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현업 질문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0AFD60-E35D-4FC3-82EE-D27F50B26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남길 증거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3D6683-9E34-475C-85BF-F620EF342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E55536-345E-4899-9D82-3019E7253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DAAE8E-48D8-4404-8267-52E9D3183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어떤 시간을 줄이나?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17D059-16E8-49A3-BE0E-96E9A6249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530628-99A8-49B5-A83F-0E566FC46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어디서 사람이 승인하나?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0D41C7-A264-469C-9AB3-DCD101E0D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350C7E-36EC-4127-9259-C6F45913B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어떤 데이터가 나가나?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E39E24-B55E-462E-B893-6C647BF5C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E2F3D6-9E16-472C-9F55-592DE06A5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장애 시 누가 복구하나?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E45733-5174-4DF8-A9FB-D41AFB891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2E5297-267B-4295-831F-DBAC41D0C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before/after 시간 가설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103110-F962-4AE3-AB7F-3FE20D03D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419193-27FA-43C6-AE52-2AD4BA49A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approval policy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14C7BD-E0E8-4D3E-9C4D-9CFD3F9A2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B44799-7AAA-486F-A7F0-22D346036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data boundary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17A3D96-D046-431C-A41B-B2F03E0E4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3A63DF7-E86F-4F2D-B90B-C5EB47130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운영 runbook</a:t>
            </a:r>
          </a:p>
        </p:txBody>
      </p:sp>
    </p:spTree>
    <p:extLst>
      <p:ext uri="{BB962C8B-B14F-4D97-AF65-F5344CB8AC3E}">
        <p14:creationId xmlns:p14="http://schemas.microsoft.com/office/powerpoint/2010/main" val="1127008999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7637AC-0B5E-430E-9C16-988345AD4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판단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9163F4-347C-44B2-945B-32C8BB243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Gate 1 · 범위를 줄일 수 있습니까?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FDA6D1-4EC7-41B2-83B3-310BD4A34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D21C16-F6D5-4782-9D46-D58FE857B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88204B-536D-4480-AB0F-459E231EA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1/3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4F25E3-371C-40AC-A6C0-9264C37AD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029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137DA4-5255-42E5-99DB-A2CE3DE21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상황: “회의 업무를 전부 자동화하자”는 요청을 받았습니다. 오늘 만들 수 있는 한 조각으로 잘라봅니다.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3F6A08-D9BE-4B71-AC9C-33A17C45E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6CEA6A-D2E3-4516-97A0-B9560A34F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9733A1-92AE-44E7-8AC9-A78A1F62C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2860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사용자 한 명과 입력 한 건을 무엇으로 정할까?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329245-4E5D-4A59-BB5B-E0C91FE4C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479861-5C8E-4D05-AAA8-5D5B0F903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9FEF4A-F55D-4813-828F-A54E14CFD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3528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AI가 하면 안 되는 행동을 어디까지 막을까?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0FFC7B-589C-45BC-B5A8-D6B6E99B1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584C71-3165-433A-9E89-7B08EC860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D8D77E-F353-4155-BFE4-CC5631473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4196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완료를 증명할 파일·test·demo는 무엇일까?</a:t>
            </a:r>
          </a:p>
        </p:txBody>
      </p:sp>
    </p:spTree>
    <p:extLst>
      <p:ext uri="{BB962C8B-B14F-4D97-AF65-F5344CB8AC3E}">
        <p14:creationId xmlns:p14="http://schemas.microsoft.com/office/powerpoint/2010/main" val="1822912531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0B1F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7D9092-27B5-4D8B-B2B9-FD5F6D5B0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965AD8-69A7-44F1-B6B4-5726DAA14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23900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8739B3-ED2A-4EF5-8409-1B50D4E68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66900"/>
            <a:ext cx="10287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5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5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Tool Calling은 실행 권한을 설계하는 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308D42-448E-4B58-A4B2-3216DF481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57600"/>
            <a:ext cx="96202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E0E0E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E0E0E0"/>
                </a:solidFill>
                <a:latin typeface="Apple SD Gothic Neo"/>
                <a:ea typeface="Apple SD Gothic Neo"/>
                <a:cs typeface="Apple SD Gothic Neo"/>
              </a:rPr>
              <a:t>모델이 만든 호출을 바로 실행하지 않고 schema·권한·정책·오류로 감쌉니다.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BF95E2-D507-4132-AFBE-E04D2F86D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3870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차성재의 현업 메모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B79A45-DECD-4BA3-9521-68AB8C05A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78155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모델이 무엇을 원했는지보다, 애플리케이션이 무엇을 허용했는지가 중요하다.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DA01D7-3090-49F0-A94F-A87DA150B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29250"/>
            <a:ext cx="1040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9DC129-1FBF-4D8D-A78B-746833E2B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산출물 · Tool schema · SafeToolExecutor · 정상/실패 테스트</a:t>
            </a:r>
          </a:p>
        </p:txBody>
      </p:sp>
    </p:spTree>
    <p:extLst>
      <p:ext uri="{BB962C8B-B14F-4D97-AF65-F5344CB8AC3E}">
        <p14:creationId xmlns:p14="http://schemas.microsoft.com/office/powerpoint/2010/main" val="1980173746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FEEDE31-C92C-462B-ADF1-9A4ED0DBE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오늘의 질문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9A59FA-F31E-4059-A075-134BC64FC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모델의 JSON은 아직 실행이 아닙니다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721CAB-097B-4570-8630-057A44AE3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24E082-7783-468F-9124-4E57126D3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40D925-5FBF-48BF-848D-E9D9A264F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1ED851-FB0A-41B1-B108-F99EA5E72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031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377198-FC92-4C00-9730-A435B2653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모델의 제안을 실제 행동으로 바꾸기 전에 누가 마지막으로 검사하는가?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044A00-473D-436B-B754-90F361B6C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622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3E7F5C-8E08-4E65-A232-86C40F748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288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요청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E8A9EF-6D72-4680-81EA-93239332E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4193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tool name과 arguments를 분리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29DDB1-570B-4859-BCC6-A109EE29E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480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B928E9-B1A8-4BC0-B710-68522218A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146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계약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AB072F-DCD4-42D6-8B51-61A940C2C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1051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required·type·추가 필드를 검사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4F931A-9FF6-4A58-B7A7-A58EAB0E7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338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66A68D-CF5D-4E93-AA10-F06CF3356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004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권한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666E8C-7F25-4BE7-922A-1E2DCBA43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7909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allowlist와 workspace 경계를 확인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A952A1-7A45-4CBD-9880-41A8D880C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196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DE6A16-CF30-4128-9161-88D7482AB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862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실행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7E4A4A-6E2C-4C50-A7E6-A888FAF99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4767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registry에 등록된 함수만 호출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8D9398-CC69-41E6-8875-C1D219265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054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4FFCF0-9348-423E-B81A-2658CC5DB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720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기록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62FFEBB-A749-457D-B085-FC1091750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1625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result와 audit event를 함께 남김</a:t>
            </a:r>
          </a:p>
        </p:txBody>
      </p:sp>
    </p:spTree>
    <p:extLst>
      <p:ext uri="{BB962C8B-B14F-4D97-AF65-F5344CB8AC3E}">
        <p14:creationId xmlns:p14="http://schemas.microsoft.com/office/powerpoint/2010/main" val="1654239215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F1F9304-1DD9-4021-8A44-D51124890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처음 보는 용어 · 한 장으로 비교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99FD01-236C-42F7-8244-A24C5651C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실행 전에 알아야 할 네 가지 계약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3DDD08-4E15-4309-BA0A-A965FE60F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C26F45-3850-41CD-BA39-9DDAD6BF6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D50795-C6FD-48B0-A319-9C13E3183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A3DC26-0403-42FD-9D4C-ED5FD71D0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032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4C29CC-D421-48FF-B980-0965564BA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00200"/>
            <a:ext cx="10553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0B8F5A-FB63-4080-ACAA-AFD8CC9DF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95450"/>
            <a:ext cx="1828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용어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BE5D90-CC6F-4E61-9092-1FC26137D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695450"/>
            <a:ext cx="421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쉽게 말하면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5B6F02-CB47-47C4-8E0E-5D6D13501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6954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오늘 쓰는 곳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3DB6BC-B2C4-425D-ADEA-BF2C925F5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14550"/>
            <a:ext cx="1828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Tool Calling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Structured Tool Request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E9D333-3DA9-4480-B18A-3C7518B60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114550"/>
            <a:ext cx="4210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모델이 자유문장 대신 도구 이름과 인자를 구조화해 요청하는 방식이다.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415B7A-CF72-4441-A6D1-621ED92E2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114550"/>
            <a:ext cx="3714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read_public_text(path=...) 요청을 만들고 실행기는 따로 검증한다.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621804-D80F-43AD-A4E1-CD640CCE2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7655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568BD5-2C28-4815-9989-85477625B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76550"/>
            <a:ext cx="10553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AA0EB8-7D2B-4D70-9251-1D50069B0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1828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Schema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Data Contract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4E0A62-2674-4FCC-981F-57366342A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990850"/>
            <a:ext cx="4210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입력과 출력에 어떤 필드가 필요하고 어떤 타입인지 정한 계약이다.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A160D0-69ED-4B72-8C78-2EC18F0CA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990850"/>
            <a:ext cx="3714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path는 문자열, action_items는 배열, due는 날짜 또는 null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98B0AE-9E5B-4793-8ABE-5412FA254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5285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F97A05-9849-4062-84C4-7442363A1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67150"/>
            <a:ext cx="1828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Validation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Contract Check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BDF4A6-DD9C-4FDD-984D-3152DB97B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867150"/>
            <a:ext cx="4210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실행 전에 입력이 Schema와 정책을 지키는지 검사하는 단계이다.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C33AF1-5C37-4396-B0DB-4A40188BE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867150"/>
            <a:ext cx="3714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허용 확장자가 txt/md가 아니면 validation_error로 중단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9788B8E-A29A-4D29-8B40-3D7A2FE25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2915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0154B6C-1C2E-4764-B46D-63BA6B0D9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29150"/>
            <a:ext cx="10553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F872F42-947F-480D-8D9D-70A8CB88D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43450"/>
            <a:ext cx="1828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Side Effect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External Change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9789623-64AA-4845-81EC-D5D9B1454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743450"/>
            <a:ext cx="4210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파일 쓰기·메일 발송·DB 변경처럼 외부 상태를 바꾸는 행동이다.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E9456A0-41B4-4CD3-8414-44B0B6923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743450"/>
            <a:ext cx="3714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회의 요약을 Slack에 게시하는 행동은 승인 뒤 한 번만 실행한다.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88471F7-9200-4089-8E8A-ED4B672FB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0545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928433991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07F573-709F-4930-858B-813FA2A99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Tool Calling은 실행 권한의 계약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51F11C-74E9-4D23-B7DE-F89E6DA4B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0A948E-B2F6-431D-B409-D7BD59C90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7CD396-14ED-415D-82E5-C2045C468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 · TOOL CALLING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A859FA-36AC-471D-A209-C97F166E0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033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A86950-57CD-48F9-8D63-55F490BDB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B5D02C-44D0-44ED-BA7B-74BAA6944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80962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모델의 JSON은 제안일 뿐, 실행 허가는 애플리케이션이 결정한다.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13ea3b96e943b5">
            <a:extLst>
              <a:ext uri="{96DAC541-7B7A-43D3-8B79-37D633B846F1}">
                <asvg:svgBlip xmlns:asvg="http://schemas.microsoft.com/office/drawing/2016/SVG/main" r:embed="R7c93c27acf65478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601200" y="1847850"/>
            <a:ext cx="1352550" cy="13525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DE35CE-6EEA-4789-A57F-16DA7EADA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24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D2C340-37F0-4DC2-861D-4C93C2A8B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385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name·description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1B5CCC-9B1E-44FC-BFC1-D8C64634F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005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13E542-960F-4200-A305-A457239FB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148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arguments schema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CC82B6-30ED-417E-8E92-422B8DDB3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767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DB06FE-6EB9-4A8C-90CE-8D05C305C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910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allowlist·policy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013ABE-B0B9-451A-B5A1-AD37BB586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886450"/>
            <a:ext cx="9906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96AAF6-C081-428C-9BF9-75A02F4BF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95312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권한 설계의 핵심  |  Tool schema가 친절할수록 모델은 똑똑해 보이고, allowlist가 단단할수록 제품은 안전해진다.</a:t>
            </a:r>
          </a:p>
        </p:txBody>
      </p:sp>
    </p:spTree>
    <p:extLst>
      <p:ext uri="{BB962C8B-B14F-4D97-AF65-F5344CB8AC3E}">
        <p14:creationId xmlns:p14="http://schemas.microsoft.com/office/powerpoint/2010/main" val="427097497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813E2B-153F-48AA-B743-EA1355F7A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Schema는 문서이자 방화벽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AC955D-D25A-4C78-B0AC-3BC363DFD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EBE029-9159-4B4D-8216-23A4C15C0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B6340F-8B23-4901-B9CC-6E1A7DD5D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 · TOOL CALLING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FC2BFE-0BD4-4AC1-A325-35B3D5816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034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8E6092-D8AE-4287-A96E-AC6C56FE0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필수 필드·타입·열거값·추가 필드 금지를 코드로 고정한다.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0AD656-7C47-4BDE-BB55-ED6ADB157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6E51FB-B631-4934-9FA8-C87892E33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required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B99EE4-BC42-4760-9D51-2F2025979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35C5BF-437C-4C2F-A32B-BD8AA1660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type·enum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1CF53B-FB88-4AC4-BE48-405797DC5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C529C6-6C1E-446C-92DF-923554D75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additional properties</a:t>
            </a:r>
          </a:p>
        </p:txBody>
      </p:sp>
    </p:spTree>
    <p:extLst>
      <p:ext uri="{BB962C8B-B14F-4D97-AF65-F5344CB8AC3E}">
        <p14:creationId xmlns:p14="http://schemas.microsoft.com/office/powerpoint/2010/main" val="1830310021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963808-36AD-406F-9FB5-088A2B9CF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Registry가 실행 가능한 세계를 제한한다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F62406-4C9D-4289-A61F-AC3C27C6D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D954F3-AEC5-4549-90E3-4C2C2C7A2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FF1D30-57EA-48A1-A65D-DF039034A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 · TOOL CALLING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607F9C-FB4C-4DF4-B72A-95C87C001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035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BC3FB0-BD81-4E35-AC3E-98CB94BF3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641821-B4F5-4EB1-8BE7-CF87E5CDD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9715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모델이 아는 도구와 실제로 등록된 도구를 분리한다.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7F8187-2B61-4D26-B55A-931C83C9A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24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137D2E-FC45-4412-B757-0305BBB41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385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TOOL_SCHEMAS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F366BA-6549-4502-8AA5-9740A5E19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005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AC9C49-0D98-4F15-9B69-1DD6BC637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148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TOOL_REGISTRY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A25C2C-98FA-4E0F-BB09-E2DE5817B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767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75732F-FF51-45DD-AF35-ED967D47F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910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unknown tool 차단</a:t>
            </a:r>
          </a:p>
        </p:txBody>
      </p:sp>
    </p:spTree>
    <p:extLst>
      <p:ext uri="{BB962C8B-B14F-4D97-AF65-F5344CB8AC3E}">
        <p14:creationId xmlns:p14="http://schemas.microsoft.com/office/powerpoint/2010/main" val="1632752425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AE62E7-F774-40C8-AB53-4D341FF83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최소 권한은 기능을 줄이는 설계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03A35C-24B9-4D83-B384-776451E33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0A3594-8822-4BE3-8A36-25A7AF30E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4C09DF-EE37-420B-BDDE-3B78F5C46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 · TOOL CALLING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843F05-DDF8-46FF-BC8B-43136CDE9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036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A3D5BF-7351-465C-8048-729FD7820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범용 shell보다 목적별 좁은 도구가 더 안전하고 평가하기 쉽다.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ACEEF5-49D0-408A-B561-FED66D69E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AD3814-6FAF-4918-AF5C-F605D8E82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read_public_text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032B92-C6E6-486F-99CD-FD0B3CD09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7FB9EB-E353-4601-845D-1D38DF50C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확장자 제한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425C51-6FB3-4628-BCC0-D32DE5472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5EB87A-1D1D-4B08-BF41-D781E197D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workspace 경계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6BFFED-7DDA-491D-8A87-3141F1B31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3550"/>
            <a:ext cx="109728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0558E2-CF19-4885-ADED-E83F2880A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1049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권한 설계의 핵심  |  오류 메시지도 제품 계약이다. 복구할 수 없는 오류는 관측되지 않은 오류다.</a:t>
            </a:r>
          </a:p>
        </p:txBody>
      </p:sp>
    </p:spTree>
    <p:extLst>
      <p:ext uri="{BB962C8B-B14F-4D97-AF65-F5344CB8AC3E}">
        <p14:creationId xmlns:p14="http://schemas.microsoft.com/office/powerpoint/2010/main" val="1315799683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A97B14-8F71-4109-A05D-89E282DF0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Validation은 실행 전에 끝낸다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801944-EA3F-42AC-A853-941DFE2B6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60E84D-1262-472A-9EBA-152908615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AC7E43-C77B-4B42-8EB1-22D7474E4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 · TOOL CALLING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12E97C-DE87-4067-AD5C-8C62552E5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037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22C85E-8C6A-4ECC-860C-65C18AD14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1B264A-11AE-49CE-B78A-7F2451826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9715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누락·타입·예상 밖 인자는 side effect 전에 거부한다.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CA628A-7CFF-47C7-81E8-88F8D2905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24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447791-9552-44F2-8437-6CD24B0B9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385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missing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3D8EC5-A3AE-4545-AAF0-9E639DB0A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005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76584D-F1E5-4B6C-9507-720562AE7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148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unexpected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34256E-B690-422F-BDBF-7A90D92BD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767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2AB56B-B671-415B-8BA8-FCCFB645C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910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wrong type</a:t>
            </a:r>
          </a:p>
        </p:txBody>
      </p:sp>
    </p:spTree>
    <p:extLst>
      <p:ext uri="{BB962C8B-B14F-4D97-AF65-F5344CB8AC3E}">
        <p14:creationId xmlns:p14="http://schemas.microsoft.com/office/powerpoint/2010/main" val="1639021980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F785C9-4A04-4E7F-92C4-651067D2B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오류도 정상적인 결과 형식이다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5E18E5-EE6B-45AD-BF7E-705A10117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5E33C2-2473-4EB2-8837-8A9C6C029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013B42-D4B0-4D96-A239-552AEA837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 · TOOL CALLING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F09BB9-45FB-48C2-8BE1-9A6DF00EF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038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C0ADF3-EEBE-46E9-8629-33157BA66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traceback 대신 ok·error_code·message를 downstream에 전달한다.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23822D-72FE-432F-A59F-B326FC276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6BFDC8-A63C-4647-B5D9-FB2D6DE83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VALIDATION_ERROR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104DBE-B27B-4FE5-BD75-34BA404CE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B965CB-BFEE-45CB-BBA3-B9A483EDB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NOT_FOUND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7CE0E8-C035-457E-B7C7-75390A7BA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69DCB1-7DCF-48A1-984F-FC381EF5C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POLICY_BLOCKED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40C617-E348-4106-B623-F3566C143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38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D96508-51EB-4D88-9068-657E84A6B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529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TOOL_RUNTIME_ERROR</a:t>
            </a:r>
          </a:p>
        </p:txBody>
      </p:sp>
    </p:spTree>
    <p:extLst>
      <p:ext uri="{BB962C8B-B14F-4D97-AF65-F5344CB8AC3E}">
        <p14:creationId xmlns:p14="http://schemas.microsoft.com/office/powerpoint/2010/main" val="1036148771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509DC5-6B27-4BAB-8B90-273F676FD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Read와 Write는 위험도가 다르다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44BE87-531E-4FED-BCA5-E0AFA36BD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F7EA96-2FA3-4730-BE76-9356133A5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73A858-9CFB-44C5-9EB2-E793B7668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 · TOOL CALLING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EE2D48-43D5-49BE-A4DA-87FFA2304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039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812C13-8F03-46FF-9F62-CBB04F073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B6319D-AE99-447B-9663-744A03FD1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9715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외부 쓰기는 승인·중복 방지·감사 로그가 추가로 필요하다.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5B216A-201C-4995-8B88-0668128AB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24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F9CAA7-E982-4E75-8ECC-186D8BC10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385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read: 자동 가능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157907-CC72-434D-99BB-9D627A48A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005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9B0530-131F-451F-B6B5-B171F6105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148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draft: 검토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710DEC-904C-45CA-9E4A-FD2D6CF0C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767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0059C0-E637-4C38-855C-418D77F4A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910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publish: 승인 필수</a:t>
            </a:r>
          </a:p>
        </p:txBody>
      </p:sp>
    </p:spTree>
    <p:extLst>
      <p:ext uri="{BB962C8B-B14F-4D97-AF65-F5344CB8AC3E}">
        <p14:creationId xmlns:p14="http://schemas.microsoft.com/office/powerpoint/2010/main" val="1524838156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87F9EB-214A-4D6D-8057-A96058DEE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Audit event가 설명 가능성을 만든다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005767-045B-466B-85C9-8C97AF898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4B4787-8FC4-4FCA-9FE9-3E806E792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CE6F44-2B94-4539-ACF4-D20B070B5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 · TOOL CALLING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E3BA86-3BF9-4F21-8D65-643589233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040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962C34-06EE-48E7-910B-DBF4D796C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누가 무엇을 요청했고 무엇이 차단됐는지 구조화해 남긴다.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75E23A-9CD1-4DC5-B0D6-91D8B4784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FA03F1-A951-4067-89D6-3AD7F6B86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input hash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B4C8F7-1B06-461B-8E2C-841192B2C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59092E-9733-4741-8018-35FA87042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tool·args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887160-4CCE-465A-9A88-5373CF41B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3A07E2-5EA9-4E8B-A5D6-64667CD5A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decision·result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FED1D5-E6FE-4CDA-84DC-2DF136545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38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871056-A5B8-43E0-A22E-7089ABB2A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529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timestamp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A9254B-DFF3-4CA2-938E-40342CA02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3550"/>
            <a:ext cx="109728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028C4B-2B89-4E2A-BEA0-623B3B6F3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1049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권한 설계의 핵심  |  외부 쓰기 권한은 기능이 아니라 책임의 이전이다.</a:t>
            </a:r>
          </a:p>
        </p:txBody>
      </p:sp>
    </p:spTree>
    <p:extLst>
      <p:ext uri="{BB962C8B-B14F-4D97-AF65-F5344CB8AC3E}">
        <p14:creationId xmlns:p14="http://schemas.microsoft.com/office/powerpoint/2010/main" val="130320065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B9F05A2-5C45-4812-BD80-7E97DE530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진행 순서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4C7261-9AE5-4AC7-999F-938F984CD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Tool 호출의 4단계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163F81-7FA1-4719-9E0E-6B79214AC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938B89-F5F7-4626-B3AC-6706F0716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FB43EF-6A61-423B-927E-C7AF15551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78767F-607C-4A01-88C1-D930642A2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041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561EFC-713E-4DCC-B975-3A54DA029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3E1183-880B-4ADD-8178-4A2F090B5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B23C74-93CE-49B2-80E1-C7B6D4E75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PLAN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5EBA77-61D7-4359-A402-926371E63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도구·인자 제안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8D6568-1A60-4A2E-BAC3-B18CCAEA3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F896DB-9F0A-452F-B3A1-4EE5BEC97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CF4DBB-7F89-4D2C-86B1-67CC7ABEA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VALIDATE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DE9002-B848-4F82-A26B-D5F6DB76C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schema·policy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FFEB19-649F-4E1A-BAB2-73BB06CED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BEE474-7805-4E00-B514-4FBDB69B2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B3255C-31A7-4E8B-872A-7CB5EF99E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EXECUTE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FE03C8-131D-4D18-81DB-910CAE07D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등록 함수만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F0FF28-C269-4AE9-8E6F-04AF2E2A5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9F08D1-7B62-4F60-8B1D-62EF209F7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638916-0B2A-49EF-BA24-CBE1337C4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OBSERVE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5BF61AE-7A11-4864-8958-B506E8723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결과·오류 기록</a:t>
            </a:r>
          </a:p>
        </p:txBody>
      </p:sp>
    </p:spTree>
    <p:extLst>
      <p:ext uri="{BB962C8B-B14F-4D97-AF65-F5344CB8AC3E}">
        <p14:creationId xmlns:p14="http://schemas.microsoft.com/office/powerpoint/2010/main" val="861980380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70831C2-53B8-4075-ABD8-0BBE174D6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진행 순서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196A51-0AAC-48B0-96E8-0EFBB8D6A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Schema를 만드는 순서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E5A2CD-6446-4174-950A-DE7963DC5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8F55D2-8354-444E-969D-A9422C3F0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FC552B-C7B7-45A7-9304-3DF3A0CAC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AC8DD3-8B5E-424E-A2A1-873EB0FF2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042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94EFF4-A0A0-4DE9-97DC-4A5C155BF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56FC68-AE64-48EE-9026-F7248182F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094C23-DFE0-4464-9B73-873B4A245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업무 동사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2E6A6E-70B9-4735-97BF-E2551F176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한 가지 책임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599DEF-0C20-4390-8D78-2798C1A8F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493B3D-5CE5-45B7-AF6C-C9CD2FCDF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85EC5C-AEC3-46C9-B767-9DE86B9AC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입력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A866A5-D173-4097-8964-B20A0B82B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필수·타입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83BD21-BE4A-4EEF-989E-4A5BEB254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6C1B25-0A05-40D3-BCB8-9B6F2EC69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3A6A81-EDBD-4B9C-9F1F-015860E92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경계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5F7ACA-4DAF-48F8-A01E-0842DD88C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enum·길이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9D6C13-A301-4EDE-8CC7-A4CBE5C69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6CC66B-1966-4A45-8BAF-C2244E35F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C51F7C-0CD0-485A-90FA-587077C19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예시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AD241C4-EDA5-40B7-87F4-0D01FC255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정상·실패</a:t>
            </a:r>
          </a:p>
        </p:txBody>
      </p:sp>
    </p:spTree>
    <p:extLst>
      <p:ext uri="{BB962C8B-B14F-4D97-AF65-F5344CB8AC3E}">
        <p14:creationId xmlns:p14="http://schemas.microsoft.com/office/powerpoint/2010/main" val="2029758871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85C279A-B41A-4BDD-AA00-799F6A629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진행 순서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B6FC76-3F1D-4707-81B1-8556A3029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파일 도구의 경로 검증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6E1376-CCA0-4DAF-8A37-A9D2FD397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8CCB0B-402F-4916-964F-8DDD40631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5667A1-FCC5-4663-A4D7-B7B0061CA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529867-C1E7-4A7F-B621-121AE38F7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043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54DA92-39B7-4A31-9FB5-B7357B35A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34C3A8-6914-475D-B3FA-4DCF8C7AB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8E2D70-9BD7-4AB1-80FB-A674BDBD9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JOIN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65948B-50AA-4D18-ADC0-ADAC99B66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workspace+path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D8FBB0-B4AB-4515-9C79-429ED33FB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B2F65D-B83A-4582-B645-0EAE659F9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3A55F5-2C20-4D57-A015-4B53ED67B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RESOLVE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FF5444-10A2-43EC-99BA-03D7F0F69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절대경로 정규화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E294F9-5A7B-4776-ACCA-0A12D488B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A89B26-DA22-47F7-9DE4-B25CAA028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2B2FC7-D1B0-4EC2-9EC5-7043CB85F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CHECK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51ECBD-A6CA-49F0-BB57-4D3EF33B1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root 하위인지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4716BF-1348-4F98-9549-61B9FB42B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F15DF4-0F8A-4CC7-B640-1515B5440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46DF92-3A83-4E74-8D89-35F92D20E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ALLOW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4DBE9C-63D3-4934-9D7B-CEDCD7789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확장자·존재</a:t>
            </a:r>
          </a:p>
        </p:txBody>
      </p:sp>
    </p:spTree>
    <p:extLst>
      <p:ext uri="{BB962C8B-B14F-4D97-AF65-F5344CB8AC3E}">
        <p14:creationId xmlns:p14="http://schemas.microsoft.com/office/powerpoint/2010/main" val="1076971542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ACE860-72F2-40DA-A5F7-50FB8231B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진행 순서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F1523E-2386-4CBF-B255-E34C3A3DA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오류 분류 결정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2A8957-3617-4D31-B020-E8848DEE7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F87377-1E5F-4310-8BCC-2E477E8F8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4E97F2-D855-430A-973D-6FE8DFA50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AAEDD7-FCEB-4606-BC17-2AD3E82A1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044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722087-080B-41F0-8491-F7D623B87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E7EA69-9FBC-45EA-8847-80FB33A37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B06543-D0EB-41C9-9F1E-D054D8F98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정책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BA4EBE-7730-49B8-B7EC-C11B084DC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재시도 없음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015337-E590-4C87-88A0-D9C6E3180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377FA5-203B-497E-8D9E-55DE31779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EF6EC4-14ED-427C-8667-0D4D3787B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사용자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65B3FA-0AD6-48AB-9697-41546D952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입력 수정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5B3A7C-AF0E-40CA-A4CB-0A7A66793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E9D4E4-26D0-4ABA-B243-47E6D7579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E91988-426B-4EDE-8ACD-D9B47FDFC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일시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44D43D-AC2D-4ACF-BE27-31D661A0C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제한 retry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D3A7F4-C328-44EC-9753-376695110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ECFED2-644E-4799-A374-1FF0793D8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A5B3C9-1D09-4142-9B3F-1CC375868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미지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8D095C-D036-4DF4-BEA1-BF1525A24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중단·trace</a:t>
            </a:r>
          </a:p>
        </p:txBody>
      </p:sp>
    </p:spTree>
    <p:extLst>
      <p:ext uri="{BB962C8B-B14F-4D97-AF65-F5344CB8AC3E}">
        <p14:creationId xmlns:p14="http://schemas.microsoft.com/office/powerpoint/2010/main" val="975313669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15D4B27-CF72-44F3-9051-19454FE64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진행 순서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7B4411-59BF-4AA9-B7E9-C9C28761A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테스트 설계 순서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4AE3A6-9FE5-4B17-BD56-FBFBE20B7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3DDD35-CCA6-4502-93AD-9F5FDC983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B841FD-DF3F-4B06-AB8D-201D884EA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B328C4-E44F-46E3-874C-66F3CD04F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045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64A9A9-4524-464F-9D62-806A63746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D2DA51-6AF5-47E3-9909-811CFA860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6EB618-3FD8-4713-B93B-1B7912F26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정상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B89E33-83FF-4AE6-B13D-1400F2B7C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happy path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531F1B-1109-4E87-8B47-3A6925AAA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FE003F-746D-4C81-8A03-116949A64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C32A8D-94F7-419F-933D-E4405119B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경계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6ADBFC-22B0-49C2-868E-84656C04F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최소·최대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1D964E-D803-4E16-9A50-063AF5528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37B5CC-677C-41C0-B7C1-ABBED488B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7CF37B-141D-4D28-A9C9-C8A9FAE64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공격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FB0263-564E-4457-ADDA-86D788A05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path traversal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58BE5A-5524-415A-AF5C-F3A32BBA8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AE5771-B7A2-4DA4-8EB4-D3C832FB4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CE94DD-693D-43D3-A457-0CF7F31B1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중복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834936-2057-4E95-9CF2-F20FB1764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cached result</a:t>
            </a:r>
          </a:p>
        </p:txBody>
      </p:sp>
    </p:spTree>
    <p:extLst>
      <p:ext uri="{BB962C8B-B14F-4D97-AF65-F5344CB8AC3E}">
        <p14:creationId xmlns:p14="http://schemas.microsoft.com/office/powerpoint/2010/main" val="1208020067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3C7920F-C109-4655-A8DD-3C15AB252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실습 화면 순서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E94BEB-520F-4030-ABDB-48B279D97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‘실행 허가’가 생기는 화면을 순서대로 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D95863-0D0C-489B-8853-73620E6FE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2D90E9-A0B0-4A55-93D3-EEEBD49D1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146A5D-D70F-4BBD-A14F-5575D3B3B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A4E11E-9FC4-4910-95A6-914C470DE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046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4C201C-4B57-415F-BEFF-F08611C19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API 형식 → 인증 경계 → test 규칙 → 실제 통과 화면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D467E4-8B43-4019-A4EF-750DB1F16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4D0BA3-8433-4DF9-81C8-7852BC6D4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40030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235718-4E47-49BE-8463-125C3AC14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190750"/>
            <a:ext cx="653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요청·응답 형식 확인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3BC6F9-40B2-4F59-AD7A-2CABE0AA3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9075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base URL·payload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451421-3F0A-4371-9B0E-E6A52B2D0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724150"/>
            <a:ext cx="893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B59DDE-8C91-4C44-845F-9783309F7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9560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58C55A-9CB8-4395-9DBF-7A94EA99C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10515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FA1B01-13DA-416D-933F-5961FCF0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895600"/>
            <a:ext cx="653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인증을 코드 밖으로 분리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BEAE9C-3A8F-4096-803D-6F7DA4A71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89560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환경 변수·최소 권한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B501F1-92E9-47E3-B3DE-1644BE5BD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429000"/>
            <a:ext cx="893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3AFCDA-6E4D-4E07-9B9C-ABF55D0E0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DCC5AD-8477-4F52-94F4-39E249221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81000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6392B8-DEF7-4F07-A78F-F05D8C201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600450"/>
            <a:ext cx="653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실패를 test 함수로 고정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77ABC5-6F0F-441B-BE82-5F548C9FB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60045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assert·error code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CB3CA4-1CCA-4D90-A3F2-46CAC3910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133850"/>
            <a:ext cx="893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691D0CB-9501-464C-8012-0FDD6043B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A1E3ABF-7B1A-467B-8C26-90EC5D9E7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1485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8CFAF9D-CBDE-48F5-8C7B-E106F267E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305300"/>
            <a:ext cx="653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정상·예외를 한 번에 실행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9A22EFC-9748-46A2-A681-A378C8336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30530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9 passed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25AA6FA-41F2-4918-8384-C9A04B484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838700"/>
            <a:ext cx="893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76484036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70D479-B5FC-4816-9DB3-B4854CA98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실습 화면 1/4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C70862-8E0E-492B-B209-E7B531D22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Ollama API · 호출 형식을 공식 문서로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372DD1-A462-4174-B6D3-45164CA8C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8DD449-5BD6-48B4-A096-F23780B7F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4B91A0-90F6-478F-99D9-AF974508C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D1A270-D410-44E3-941A-E328F62E6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047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B544B7-51F7-47B5-986E-6E7C04B9B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3DFFD0-AC9E-4CD8-9B62-0C22CD717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F2E005-EB12-46A6-94FD-603778407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base URL 확인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E3A499-532C-4641-8F6D-39C18EA56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E5578A-A698-4004-895B-69E592679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request/response 형식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699620-602F-405A-AD24-BDAF87390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626C57-D5D4-4DC9-B08E-863CEEA2C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timeout·stream 선택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F77CBD-6A6D-49BD-AC50-C69AA27FF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7DB499-CE35-4E9A-8FF0-DC376A9D4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adapter 뒤에 감추기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1F4987-22C3-434F-B575-360B7FEC8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43aa7e61a74ec6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3634EB-D392-4DE7-A61B-331E2D0EC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Ollama API Introduction 공식 화면</a:t>
            </a:r>
          </a:p>
        </p:txBody>
      </p:sp>
    </p:spTree>
    <p:extLst>
      <p:ext uri="{BB962C8B-B14F-4D97-AF65-F5344CB8AC3E}">
        <p14:creationId xmlns:p14="http://schemas.microsoft.com/office/powerpoint/2010/main" val="854029268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C45468-D6BC-46AC-A421-9336ED791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실습 화면 2/4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88D2C8-0075-409A-95C0-1EA83E93E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GitHub REST · 인증은 코드와 분리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7103D0-CE84-4057-BED6-5A5412CD8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0A1FF7-2353-4A59-ABED-D77C23D77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6A14F8-6737-4596-9A36-1D144899A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953355-AED2-47DB-8914-22235DE4C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048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830CC4-27C9-477C-B7D9-DA01ABF3B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6EDF31-3123-4A1E-8D1C-FF6DEAAC4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9E22CA-38A0-4891-AE16-0582A0F14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token은 환경 변수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5AC099-F30E-43A7-A34F-C8FD31F0D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F53A8D-7E3F-479C-919E-FE7805315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학생 필수 실습은 dry-run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6E415C-676E-4243-8168-3FED316B7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725EFC-A86E-4D3D-806B-A6F5EE8A9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최소 권한 확인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55F924-95D8-44B0-AC78-62D5E0816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E5D401-E658-4859-A5D2-E1D19A344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화면에 secret 노출 금지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45D0E3-218F-4879-A2AF-C7E6F6AD8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0c7a63791d4991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4549FE-820D-423E-86B2-185FAD7D1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GitHub REST authentication 공식 문서</a:t>
            </a:r>
          </a:p>
        </p:txBody>
      </p:sp>
    </p:spTree>
    <p:extLst>
      <p:ext uri="{BB962C8B-B14F-4D97-AF65-F5344CB8AC3E}">
        <p14:creationId xmlns:p14="http://schemas.microsoft.com/office/powerpoint/2010/main" val="1070049850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6D26A0-8B93-42A7-A178-145DAEA30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실습 화면 3/4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B81C0F-1349-40F4-B279-3FA29EA9E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pytest · 실패를 재현하는 가장 작은 도구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260863-4D92-4E10-937F-585457FE7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2BCB4E-BCE5-4051-A641-0566B9135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F27FFE-9FF7-42F1-8642-92767F761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08358E-EB84-414B-95D2-DEC48299B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049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4894E0-C4C9-4548-9056-C89FFAE89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7334F7-0375-40FF-AFF8-7BF5FAE88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4F9DDF-264C-4042-ACF0-AA85FCA8D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test_ 함수 규칙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82A6DF-589E-40EC-88FF-2A7B90C02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21C5CA-0A1A-4547-8DE3-946E3408D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assert로 계약 고정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7D72D3-F4F4-40E5-B7D2-9666344F0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90A33E-FBAC-4023-A7EB-27EF2FD10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정상·예외 함께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35E49B-1741-473A-8EC7-0D21553FC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89432F-D51A-4929-95E3-9CB79EE45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짧은 명령으로 반복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8FCB90-BF83-4F98-A7AA-1DE58462C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9e1f37d332461c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99EB3F-1D30-4930-91CB-8A376B020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pytest Get Started 공식 문서</a:t>
            </a:r>
          </a:p>
        </p:txBody>
      </p:sp>
    </p:spTree>
    <p:extLst>
      <p:ext uri="{BB962C8B-B14F-4D97-AF65-F5344CB8AC3E}">
        <p14:creationId xmlns:p14="http://schemas.microsoft.com/office/powerpoint/2010/main" val="107334934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B2773A-49FE-4190-A321-275BE5057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실습 화면 4/4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CF2CD0-6505-4D59-AAB8-A48376548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실제 실행 · 9 tests 통과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26939A-9C10-4EBF-A3FE-F318A985B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7EB62C-FD1B-47E3-A355-0B66B0287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374177-84BC-459F-98EF-7967A79C4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CF05AB-57A7-4D8D-9020-C971D9FF4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050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1F0DB0-9E37-4384-9AA7-C04F03203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786980-A832-45EC-8C4C-E6BE5D4C3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FFCAA1-0A2A-467C-A491-3E7D4F5F4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......... 9개 test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18B331-4205-463B-9A89-436ADAD49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EE1854-4623-4511-AA65-DC20F03B8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[100%] 완료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1B53CC-23B0-4F7E-84F4-E9EBA5301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57C521-EC29-4C14-BAE7-1CC62D47A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실행 시간 확인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0E1E39-C193-4CE3-BCBF-F92897B7C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2776C8-B28A-4329-83A8-B31054DC1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완료 증거로 캡처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35FE74-A7E4-44B0-A953-E9D307C01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6c26cded1d4bba"/>
          <a:stretch xmlns:a="http://schemas.openxmlformats.org/drawingml/2006/main"/>
        </p:blipFill>
        <p:spPr>
          <a:xfrm xmlns:a="http://schemas.openxmlformats.org/drawingml/2006/main">
            <a:off x="5166626" y="1695450"/>
            <a:ext cx="6011648" cy="377190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DCCFE7-E849-45BD-B21A-E820BF417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VS Code 통합 터미널의 실제 pytest 결과</a:t>
            </a:r>
          </a:p>
        </p:txBody>
      </p:sp>
    </p:spTree>
    <p:extLst>
      <p:ext uri="{BB962C8B-B14F-4D97-AF65-F5344CB8AC3E}">
        <p14:creationId xmlns:p14="http://schemas.microsoft.com/office/powerpoint/2010/main" val="37152887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21B3A3-5927-496D-9EA3-77807517C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51E651-CADA-4A58-BC6C-6373E5686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도구 schema · 허용 입력만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E3B4E9-BA1C-48FF-8DF0-FBD41565E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63F17B-59A5-4448-9434-6C2464773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FB7F16-CA65-4804-9A8B-0B86F4B5C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714A43-6700-4DA5-9F8C-793D533F3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051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5C69DC-A2FD-4181-84DD-785B79B09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E476C0-44B9-40A8-A0D9-6600E30F6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17A7A5-5772-4D25-A246-0C4C34948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한 도구 한 책임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7889C7-8959-43DB-BB82-4EB7857BC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6FA6B8-459E-4D67-AC28-07B8AA31C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필수 인자 명시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10FAC8-0FF3-467C-87CA-B9DB6FADC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448AA3-4390-4D07-B146-45FCB401A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설명은 모델용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154F5C-F099-4D0E-99B3-22FFC5F1F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EF30F4-5281-45FF-A6C8-EABD9664B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실행 함수와 분리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853890-53C3-4E97-9497-EE4F23E49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29996D-7CE2-483F-A6F0-A8745A8C3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5508C2-C3CC-4F40-A331-D5532B7D7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TOOL_SCHEMAS = 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"read_public_text": 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"required": {"path": str},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"description": "공개 txt/md 읽기"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}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179126147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3E4482-2F8D-4B31-A566-125E3AB5B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68FE8C-1076-4ED8-B4D9-03CF4AB5B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예상 밖 인자를 차단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056339-C29C-4100-A84B-94D4BC4ED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D2AB2A-A9CA-4DE4-B1FC-2C421FA40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220A1F-95AD-42B6-B8D7-EAEE07A65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FB6E35-8761-49F7-AC5E-BDAFCE69F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052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1001AB-8878-40ED-A63B-53FEF2017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C90604-8556-4BD4-9F7E-4FA2CE43D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3498E2-F8F6-4C27-8570-9E9829D68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누락 검사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CA39C0-722D-4B44-8DE4-DE4FE871D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9BE65B-C0BE-447B-BF03-DDDF56573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추가 필드 금지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91EFD7-1398-45FE-81A7-FB9804EF4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AE3BD9-00D6-4853-AD68-15AF44AA5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실행 전 차단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2EF668-F46D-4CB0-9B35-D7FB119B6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FF41F2-8FA6-4131-A2EC-27215D9AC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오류 코드로 변환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9F272E-1859-494E-B9E4-19E1DFD0C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B600B0-4F70-4F62-89FA-071816880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16E4DF-05F7-46F1-A188-15B0D61BA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required = schema["required"]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missing = [k for k in required if k not in args]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unexpected = set(args) - set(required)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if missing or unexpected: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raise ToolValidationError()</a:t>
            </a:r>
          </a:p>
        </p:txBody>
      </p:sp>
    </p:spTree>
    <p:extLst>
      <p:ext uri="{BB962C8B-B14F-4D97-AF65-F5344CB8AC3E}">
        <p14:creationId xmlns:p14="http://schemas.microsoft.com/office/powerpoint/2010/main" val="751126737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E5E62C-0FDA-418F-8F29-4C7C336FE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DC38B5-CA7F-46A1-8538-2718981E9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경로 이탈을 막는 guard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FE89C7-8149-439E-AA1B-048311E89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9BB64F-6441-492E-8A29-60013D44F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F51843-6E39-4091-B1A4-ECEDC0823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589A50-EE68-410A-9287-55229634A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053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EC680E-7A85-48B6-9ECA-9657503B7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4BDD98-C5D5-4CE7-ADEC-CB3A61A7C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51C18C-7C40-47C2-B0EA-456B92CD3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../ 정규화 후 검사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0B5B7E-0576-49B5-BFE3-842171465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D80BA2-74A7-4797-84B9-CA04CD2A9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절대경로 비교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516B9E-7DA3-4B14-9707-041314166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D1AA95-669F-4412-88A7-4F1703F1C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symlink 고려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3320AA-04D0-48C1-A664-B7F246EAF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934CE1-EE46-46FF-8608-C829B084B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테스트로 공격 재현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0782F9-2480-49E0-A9BA-58A9DB7EC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A18904-BECE-4AA0-B41B-E04504BEC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ABC6BE-86B7-41A3-A2CE-3BF54C95F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root = workspace.resolve()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candidate = (root / path).resolve()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if root != candidate and root not in candidate.parents: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raise ToolValidationError("outside workspace")</a:t>
            </a:r>
          </a:p>
        </p:txBody>
      </p:sp>
    </p:spTree>
    <p:extLst>
      <p:ext uri="{BB962C8B-B14F-4D97-AF65-F5344CB8AC3E}">
        <p14:creationId xmlns:p14="http://schemas.microsoft.com/office/powerpoint/2010/main" val="313908976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F78C59-189B-4E36-B822-E9D73C276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52230D-2D32-4DFC-93DB-1FF9C7C3F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오류를 공통 result로 정규화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06FA4B-FD89-43C6-9FCA-3DDC0CECE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D4CA11-A103-4578-B80E-D5652E11B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7BE0F6-075A-4CDA-8C46-5D7FBE645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6CA997-1129-44AB-A246-73778548D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054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BD781A-1051-492D-9F77-FB90A701E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560017-2C01-4560-98AD-4F7E205DC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D23F41-F18F-4B7B-B242-BF76F4DFB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exception 경계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C294BB-BC0B-4607-9E6D-98A8D1F69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309508-2E6E-452E-99E6-0E0BD4F45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안정된 error_code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B31D01-DF20-4F37-88EF-0D6E349E0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036BC6-C378-4847-ABF4-8580035AD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사용자 메시지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C8EF7C-93F5-48A8-A1ED-584DDDF7F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EEA0CD-AF81-45EA-A697-E87F9E743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trace에는 상세 stack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DB3496-9DAA-43D9-A453-F002F5240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EE4496-02D3-4110-9343-4A707E23F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5E0362-CC77-4A00-9823-420CAAEF5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return ToolResult(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ok=False,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tool=tool_name,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error_code="POLICY_BLOCKED",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message=str(exc)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75215452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DDBC66-8465-48DB-8566-B7D3503AE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96FE20-0543-4484-A685-46023D595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call_id로 중복을 판별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3EE3D9-8C25-4310-94E2-E5C9DCE5D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058768-C866-4D11-BF3B-E9875F390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D70997-9869-4269-8F3E-F89EE78B1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75409D-76A5-46A3-9EF5-308F32391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055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82080F-7256-4221-BA61-08CFD7794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008D87-BC4B-459E-A879-07370FC0E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D333EE-6768-4630-99BC-3709D5D3E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정렬된 입력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D04D58-78FE-4D69-84DE-7B1DE4E8D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74CD38-6C9B-4E8A-9E00-158E3E63C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안정된 hash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DF7782-F2DF-478E-AAB9-59381B03F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59BA2B-0B38-4D3D-AF0C-EBDBA0158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cache key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94DE66-9F21-46E2-B35D-D1F8F5DAC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47D037-66FC-4559-9D94-75A900013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외부 쓰기에도 확장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A91D79-09C1-4FE9-8598-95C6B23CF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AE7D59-51BC-4AD6-9E42-4A21DC56F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E95642-3D7B-40CD-92EC-6A868BB16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raw = json.dumps(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{"tool": name, "arguments": args},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sort_keys=True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call_id = sha256(raw.encode()).hexdigest()[:16]</a:t>
            </a:r>
          </a:p>
        </p:txBody>
      </p:sp>
    </p:spTree>
    <p:extLst>
      <p:ext uri="{BB962C8B-B14F-4D97-AF65-F5344CB8AC3E}">
        <p14:creationId xmlns:p14="http://schemas.microsoft.com/office/powerpoint/2010/main" val="1366737574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3542CAB-EF1C-46CC-B982-82A8788F9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직접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00737E-FAF8-4DBF-8132-D319373E2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1 · 도구 한 개를 schema로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E14A34-514E-424F-B407-FDACF6B83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08383B-B578-40AE-AE8B-8F586B3BC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22C06B-7347-4727-8311-47524871F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FC0528-2CE3-496A-8945-73071D561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056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58B34A-A8C3-4BDA-B589-D75B081A9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08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9FB40E-2D23-4247-BCB5-05EB90CDC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291771-0962-44B8-9FEB-7C7103186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일단 저를 그대로 따라오세요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654D67-C2FE-478D-B5D2-ECDDC4B0F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866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숨기지 말고 첫 오류 한 줄만 가져오세요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9B8C46-2E19-4CE8-AB78-0723F8069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F9F064-362C-44F6-A738-D9DFBE17D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업무 동사를 한 개 고른다.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9053F9-B9F8-4F5D-A067-74B872943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E17827-0650-493F-A92E-45BED3337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F36E74-2C5C-400E-945D-3BB1E424D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필수 인자를 1-2개로 제한한다.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EDE869-395A-4C16-8CEF-69828A2EE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0A2C8B-E774-4982-B1C6-EA488AFCB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822DF6-57E8-425A-AD63-6FCEB9385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타입과 허용값을 적는다.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F8C374-6ECC-447F-976A-930CB6097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BBF573-CE10-460F-96B1-D1866524E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2DDE97-95CC-4525-B8F1-5CCDA9E69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정상 호출 예시를 JSON으로 쓴다.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4DA3B6-5769-47AE-A5CF-6841A3B66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2B60625-30F3-49DB-9FCC-68766DFA4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A17C335-B730-4446-92DB-A4017C1E5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tool schema 1개</a:t>
            </a:r>
          </a:p>
        </p:txBody>
      </p:sp>
    </p:spTree>
    <p:extLst>
      <p:ext uri="{BB962C8B-B14F-4D97-AF65-F5344CB8AC3E}">
        <p14:creationId xmlns:p14="http://schemas.microsoft.com/office/powerpoint/2010/main" val="895853544"/>
      </p:ext>
    </p:extLst>
  </p:cSld>
</p:sld>
</file>

<file path=ppt/slides/slide5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F44E63D-52C9-4CDA-96CA-245943582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직접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15AE73-C0F9-4430-B9E5-F5E6B90DD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2 · 잘못된 호출 3개 만들기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1E5E48-3FD9-4276-9729-CC8633367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CE9DAA-6792-4B9F-953D-A0CAF0ADD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17E0C0-7C77-43E0-B6E0-271FB9A73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2A54DC-D893-4395-AE67-5416DAFCD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057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0737F5-9E0A-424C-B1FE-AD7268AD5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08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5B7733-E191-4915-884C-189BF34C1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B0CBE0-A43F-4EB2-A836-EDD62C516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일단 저를 그대로 따라오세요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92DA09-D0EC-4158-B74E-A41B0C44B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866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숨기지 말고 첫 오류 한 줄만 가져오세요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368D7A-60D0-4B45-87A1-223DC830D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4F3FE1-90D2-430B-86A9-50D480BF6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unknown tool 호출을 만든다.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3C0EFC-0C12-45AB-912E-8B422494B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95FA4F-BAF5-4C41-B9E5-BF1285B81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366059-719D-439D-B570-1BE2B2995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필수 인자를 하나 지운다.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A5756D-5D90-459B-B9A0-3D852CA89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4EBD6C-003F-4196-9B1B-A0EBB1080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2D9CD0-DD0F-4ACA-924E-6016A06D7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예상 밖 인자를 하나 넣는다.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3643F1-0068-407D-BC13-BEA1589FA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0070C3-7603-4462-871F-50F88055F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CED3DD-9F6D-4CB7-B884-BDC7719E8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각 error_code를 예상한다.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5B3978-57D1-442F-AAFA-E71906949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6446D8-361C-4C01-9AE1-90DFD0CB9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F43D78F-506E-4325-96D0-1FE4EFE5F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실패 fixture 3개</a:t>
            </a:r>
          </a:p>
        </p:txBody>
      </p:sp>
    </p:spTree>
    <p:extLst>
      <p:ext uri="{BB962C8B-B14F-4D97-AF65-F5344CB8AC3E}">
        <p14:creationId xmlns:p14="http://schemas.microsoft.com/office/powerpoint/2010/main" val="1637525770"/>
      </p:ext>
    </p:extLst>
  </p:cSld>
</p:sld>
</file>

<file path=ppt/slides/slide5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4673D17-8A51-4A64-AB7B-9CBBAF917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직접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D4B978-9940-497E-90D6-015C10A2E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3 · workspace guard 읽기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C592C7-00A4-43BB-850C-D2B88A361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9F4371-25CF-40EA-9E6D-BB279E752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B4631E-D1CE-4A86-B6E7-E12B73666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DC809A-8304-4AE3-974D-1E99BE5FF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058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905882-1E62-4DA7-965C-4FF86DB4C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09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95F4D0-F7B5-4F03-8149-0A4B25553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A890C5-9B32-4C2D-8D2D-EBC6EDCC6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일단 저를 그대로 따라오세요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576849-FA1B-46ED-BBBF-F87BDB126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866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숨기지 말고 첫 오류 한 줄만 가져오세요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E5CB4B-D452-4F05-B9A7-5ED6F9528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586458-746F-4C7F-A222-4924091A2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정상 상대경로를 넣는다.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A8DC0D-6479-4CF5-B58F-B69F19619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54DB2F-3E9A-4652-A014-BC0D18F2A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99B09F-7A08-4F03-A90B-C2F3B4E86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../를 포함한 경로를 넣는다.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A0A044-E468-4B46-83DD-0B0D6D086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732C57-12CF-4156-A322-B7DDAC5AE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E438D2-9089-4B2F-9244-F1F47197C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.py 확장자를 넣는다.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07C9B2-72C7-45AA-BCBE-34C8060D1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ACBF8D-F1CD-470F-9B50-BDB67B129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7B5CD7-CF06-48F9-AEE5-002019C2A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어느 단계에서 차단되는지 표시한다.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2A6802-150C-43DB-9EB1-B5E794BD0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2A7030D-30EF-447E-9624-6824D1465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D77EF99-23FC-4EB0-8570-D69D186ED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정상 1 + 차단 2</a:t>
            </a:r>
          </a:p>
        </p:txBody>
      </p:sp>
    </p:spTree>
    <p:extLst>
      <p:ext uri="{BB962C8B-B14F-4D97-AF65-F5344CB8AC3E}">
        <p14:creationId xmlns:p14="http://schemas.microsoft.com/office/powerpoint/2010/main" val="1615559528"/>
      </p:ext>
    </p:extLst>
  </p:cSld>
</p:sld>
</file>

<file path=ppt/slides/slide5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B0969D5-E3B8-4D33-AADE-4A285828E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직접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E058D0-4125-4DA8-AC82-F153D08A6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4 · ToolResult 계약 검증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A77924-16B1-43B1-9A1E-845C46A1C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B816D2-7E73-40FF-A28F-432C8655F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447506-431F-43C8-A08F-18A616398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7963EF-0CE2-4DCF-81A6-275B33763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059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D2A427-50E6-4295-9C93-77FE6346B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08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07240F-4281-4B62-8323-D300838DE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B79869-67BB-4859-BD3C-394EEEFF6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일단 저를 그대로 따라오세요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CC2678-263B-43C3-B28B-7D10CB063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866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숨기지 말고 첫 오류 한 줄만 가져오세요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B442E6-9274-4B82-9202-98702E255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C6800B-DCA1-4EB7-A08E-E5AC66578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성공 result 필드를 적는다.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EE6946-1DC1-4726-9263-20C3C9D9D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36A55C-E304-46C5-89DB-EE908DB60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41404B-92E1-4276-8D63-C46A489FC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result 필드를 적는다.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64DCC1-4E96-4E4A-9E16-56D44B417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8596FF-1929-46BD-BFD2-F7BAFE560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B98B7C-9158-4B45-B13C-318F3354B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downstream이 exception을 몰라도 되는 이유를 쓴다.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2E5713-BDDF-47D2-A11E-9E92872AE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1BCBF5-EAC2-4FCC-84C9-4E774205C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4A4487-1C77-405E-97A5-ECBFC37D6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needs_human_review 조건을 정한다.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5779EC-F605-4C41-8544-103C48B32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E5B956-834D-499B-904D-197FA7434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81A0EE7-9898-440B-AB73-70A41D257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공통 result 표</a:t>
            </a:r>
          </a:p>
        </p:txBody>
      </p:sp>
    </p:spTree>
    <p:extLst>
      <p:ext uri="{BB962C8B-B14F-4D97-AF65-F5344CB8AC3E}">
        <p14:creationId xmlns:p14="http://schemas.microsoft.com/office/powerpoint/2010/main" val="2022611185"/>
      </p:ext>
    </p:extLst>
  </p:cSld>
</p:sld>
</file>

<file path=ppt/slides/slide6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1550ADF-CA61-4EF5-8AA2-9981D4403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실패 사례와 복구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3C6524-002B-4BAB-928A-9E7ABEC5A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1 · 모델 JSON을 바로 실행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F0C3FA-9A75-45EC-BAD6-52D2973DB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A54AC4-69ED-4B52-B2BF-0D8206568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327B98-221F-4024-A9F2-68F58D0EB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78F5A2-F309-492E-A6DB-D4C6EAFFF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060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7828A2-713F-4E95-91FC-FF1F60C1A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현업에서 자주 깨지는 방식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84D731-4B56-457E-A328-7B353D73C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제가 먼저 고치는 순서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456CFF-3F2C-4C0A-B6B0-50589A275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E407CF-92BC-4B69-80A8-45E3525A8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C058AF-6457-4853-8895-F877A24AD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schema 검증 생략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852534-9933-4884-A467-FCFCB492D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A0F9C3-1BCA-423D-9A67-0A69AAD32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임의 도구 이름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D0643C-4442-47C6-A2FD-FA207B6D9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88ED07-433E-46BE-8430-8B2F27417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추가 인자 허용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F5F2B6-CE56-488E-A0FC-836FF3A3D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DC0070-E0E2-442A-8232-29124BB91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side effect 직행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8DECAA-2FD0-409B-944D-D196013CC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9F64AA-1BF2-41C0-B731-0817135D1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plan은 제안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614BD4-03AD-48FB-A585-CB3C5C3F2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C8F05E-1043-4AD8-8D97-9DD52038F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validator가 허가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445983-30CC-4E66-87B1-27C283637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7FB1810-29C4-456B-8140-D27F76EA8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registry 함수만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C0C8A18-94E5-4885-AA75-0BDAE0226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9D81306-53DB-459F-8325-A7E6B0528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쓰기 전 preview</a:t>
            </a:r>
          </a:p>
        </p:txBody>
      </p:sp>
    </p:spTree>
    <p:extLst>
      <p:ext uri="{BB962C8B-B14F-4D97-AF65-F5344CB8AC3E}">
        <p14:creationId xmlns:p14="http://schemas.microsoft.com/office/powerpoint/2010/main" val="1116484788"/>
      </p:ext>
    </p:extLst>
  </p:cSld>
</p:sld>
</file>

<file path=ppt/slides/slide6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267CA56-3B33-4EF6-8AAB-223B1BAA0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실패 사례와 복구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5AEA74-9182-42D3-88C7-E138343A6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2 · 범용 shell 도구 제공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42B715-8F7C-4D1E-853E-B4C027BEB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F44CE5-3F82-497F-82B5-CC9FB3305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006D8C-BF52-4C3A-BB85-A31A5E423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A00B39-ED7D-4FF7-871D-253C2453F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061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9EF3E4-CC82-4CF7-BC67-EFE17E135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현업에서 자주 깨지는 방식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B347FE-0724-498B-9494-1A0F924A6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제가 먼저 고치는 순서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4CB3A4-CF7C-4B92-AB85-150D7D7DA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9A695A-A71C-4D69-8759-2ABAE7754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9D0E8F-05D6-4F2D-8CD0-4648B3581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rm·curl까지 가능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EFABD3-D956-4B4E-9B54-4FC59146B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00FCBE-4D3F-4DDB-B1F0-D5257EC2F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명령 문자열 해석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41D66C-9ABB-41B6-B35E-C30BDE173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C5B807-965F-40F2-8D4F-3CE200487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권한 범위 불명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F53C24-6457-4996-A4BC-11F53C7C6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64BD8E-D4A9-4FDA-837B-8ABFB658D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평가 불가능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BEDE6A-85A3-4179-802D-E6C9197F7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71284C-7726-4E6D-8A5F-EB66EE142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목적별 함수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CADA4D-D01A-4C4A-A2FC-31BC1124D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AD67A0-A906-416E-B32E-01E55C4AF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typed arguments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5532ED7-556E-4539-A4B7-210E57A38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4CD902A-5CDC-4E89-A5D0-3C12195DB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최소 파일 범위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B580469-E9E9-4752-B60A-FD0C5A945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64441AF-2479-40B2-8A73-1EF7EE0AE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정상·실패 test</a:t>
            </a:r>
          </a:p>
        </p:txBody>
      </p:sp>
    </p:spTree>
    <p:extLst>
      <p:ext uri="{BB962C8B-B14F-4D97-AF65-F5344CB8AC3E}">
        <p14:creationId xmlns:p14="http://schemas.microsoft.com/office/powerpoint/2010/main" val="967283462"/>
      </p:ext>
    </p:extLst>
  </p:cSld>
</p:sld>
</file>

<file path=ppt/slides/slide6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9BCE675-B54F-46CE-B396-3254DA2C5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실패 사례와 복구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9092FF-634A-4EF3-B87D-EBA1EE8E8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3 · 모든 오류를 retry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04BEBA-AB00-4826-8EE8-B6F78B9C9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C01EB1-C781-40C7-92FD-771D60EB7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1A10F8-0FCA-4D0F-B50E-65EB00C2D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D3AB81-9878-4536-8087-1105D319A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062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082E91-5AB3-4E0F-9A73-B7AF7F0CA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현업에서 자주 깨지는 방식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6BC604-30F4-4B4D-8A01-F45AC9CA6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제가 먼저 고치는 순서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60CFF6-AA7A-407D-88A5-3E86BCD0C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C269E1-EDC5-4757-B9EA-7FF7BCAF3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14ACA9-15BF-4A54-A382-C414227FE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정책 오류 반복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EB96E8-5E74-4E57-83E9-3F6EC1E85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48F2FD-1211-47F3-A879-5FAC8F422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비용·시간 증가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46BA52-C78A-4E1F-8DEC-F339C7AED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953520-2921-4F36-BFBB-0644F27F2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중복 쓰기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3F3B8E-119D-4A85-BA30-A236BB33D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514A73-100C-44B4-8A67-28658C347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원인 은폐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A7FD44-138F-4D85-98B3-F16E62F8F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1F3E2E-CC79-4E58-A0E8-389DC73D9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오류 class 분류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83144D-4181-4E57-ACB9-9F01E9BB3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1233FA-BE19-42AB-8892-4FD3E147A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일시 오류만 retry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A065101-784E-4BD7-AB43-A1293BEFC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645677B-7FBC-4D4B-9C79-ACE45F84F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max attempts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497F431-6F06-42C0-ADF1-1334C9B20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050BFF5-6486-4CE0-BDE3-FF6E02874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중단 후 사람 검토</a:t>
            </a:r>
          </a:p>
        </p:txBody>
      </p:sp>
    </p:spTree>
    <p:extLst>
      <p:ext uri="{BB962C8B-B14F-4D97-AF65-F5344CB8AC3E}">
        <p14:creationId xmlns:p14="http://schemas.microsoft.com/office/powerpoint/2010/main" val="1363639124"/>
      </p:ext>
    </p:extLst>
  </p:cSld>
</p:sld>
</file>

<file path=ppt/slides/slide6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D938163-8396-4006-9662-4CABD5CE8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재직자·구직자 관점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237EEA-70B8-4F0C-B881-AE73F8353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재직자 · Tool 권한 승인표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FC5FA3-7652-4E1A-A721-1222BF493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7371E5-3A7A-4B4B-8B39-6ADA82FA2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7446B9-440B-42A8-9C3C-D234EDF52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65302D-B880-428E-9074-A0850B37D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063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9A88C9-F807-4B49-85FA-60FA0F31C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자동 허용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55EC1E-254E-4BAB-9D0C-97782E752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사람 승인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83D582-B750-4CCD-8751-827A75DA9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057575-4C55-4036-BC00-D5A7B23E7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DB77F7-C07B-4513-8BF8-8C5801521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공개 문서 읽기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082B0F-786B-4871-92D4-6FE6D3BB2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83BF0A-7349-4226-B5A2-EB73893D0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로컬 parsing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18EA41-21FB-49A5-A3EE-9F3BB6BE6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E9FB15-5A74-4F27-9569-D8AB24B7B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schema validation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5CAD0F-BE12-4E2E-867D-5AC982539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B033B9-7445-4A1C-AA7A-81F9024A6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draft 저장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15475A-2B64-4A95-96E3-41B165DE6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46C3E1-AB7C-4DAC-98FA-2DD56AF91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메일·Issue 게시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8024A8-F9A7-4FA3-86CB-E6EEEC258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38A49C-4553-4097-9C5A-12F1F91C6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고객정보 접근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2426904-6460-4E8D-922F-53CB45CE9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724D8DC-9D9D-4A86-82A2-BCD3B6A80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결제·삭제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3F95074-7015-467A-AAE6-E86021830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AF8B970-A651-4495-9D1B-ACB807826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비공개 repo 쓰기</a:t>
            </a:r>
          </a:p>
        </p:txBody>
      </p:sp>
    </p:spTree>
    <p:extLst>
      <p:ext uri="{BB962C8B-B14F-4D97-AF65-F5344CB8AC3E}">
        <p14:creationId xmlns:p14="http://schemas.microsoft.com/office/powerpoint/2010/main" val="636427673"/>
      </p:ext>
    </p:extLst>
  </p:cSld>
</p:sld>
</file>

<file path=ppt/slides/slide6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19EAAB-BEDE-41A8-BE09-1E296E0E7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판단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29B118-B2F4-41DF-A575-3B926E889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Gate 2 · 이 Tool Call을 실행할까요?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D6F8EE-87BD-4F50-B4D7-4505AC89C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E16419-6E02-413F-8792-793F9049D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C4ED0D-3C21-49F8-8C44-FB3E967F0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DA3630-7DA3-43BF-8B98-B01601332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064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B447CE-9B94-4C61-9687-2A43B5667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상황: 등록되지 않은 send_email 도구에 예상 밖의 admin=true 인자가 들어왔습니다.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5B2A0F-3EF3-4F12-9FC8-BF5E2F666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0CF7DF-7987-4330-9530-67CE7504B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234C78-D507-4AD2-B556-EAC377242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2860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실행·차단·사람 검토 중 무엇을 선택할까?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03C3C6-8F0E-47B4-BC31-21FC87FC5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2D605C-9A38-4D24-BB49-AB46B4918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33D393-127A-4E62-AAE0-78D2D1C51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3528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downstream에 돌려줄 error_code는 무엇일까?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49E20D-6A00-4C4F-BE91-126C7B5E7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9D6F8E-5FE4-49F9-B239-3B1AAFC70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AB579A-B909-4E4E-BFBE-C399ADFED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4196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감사 event에 어떤 요청·판단·결과를 남길까?</a:t>
            </a:r>
          </a:p>
        </p:txBody>
      </p:sp>
    </p:spTree>
    <p:extLst>
      <p:ext uri="{BB962C8B-B14F-4D97-AF65-F5344CB8AC3E}">
        <p14:creationId xmlns:p14="http://schemas.microsoft.com/office/powerpoint/2010/main" val="2117221140"/>
      </p:ext>
    </p:extLst>
  </p:cSld>
</p:sld>
</file>

<file path=ppt/slides/slide65.xml><?xml version="1.0" encoding="utf-8"?>
<p:sld xmlns:p="http://schemas.openxmlformats.org/presentationml/2006/main">
  <p:cSld>
    <p:bg>
      <p:bgPr>
        <a:solidFill xmlns:a="http://schemas.openxmlformats.org/drawingml/2006/main">
          <a:srgbClr val="0B1F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C3F950-42EF-41F8-B95F-88886C266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F38D5B-F23A-4871-8A1E-175CB0A36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23900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3/3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FF007F-AB9C-43BE-8CD7-F93B50F3D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66900"/>
            <a:ext cx="10287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5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5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한국어 데이터의 핵심은 맥락과 책임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1E4839-D070-4D56-9AC5-B12209051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57600"/>
            <a:ext cx="96202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E0E0E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E0E0E0"/>
                </a:solidFill>
                <a:latin typeface="Apple SD Gothic Neo"/>
                <a:ea typeface="Apple SD Gothic Neo"/>
                <a:cs typeface="Apple SD Gothic Neo"/>
              </a:rPr>
              <a:t>실제처럼 보이되 공개·비식별·재현 가능한 한국어 자료로 프로젝트 범위를 정한다.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74E820-C681-4235-AAB5-5D521F7B8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3870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차성재의 현업 메모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F057E1-D2E3-462E-A997-7488035D0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78155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문장이 자연스러운가보다, 누가 무엇을 언제 하기로 했는지가 보존돼야 한다.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A31EA7-A419-4DD2-A83E-95F137E57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29250"/>
            <a:ext cx="1040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D18BE4-988E-48AA-80CD-6EEB454F8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산출물 · K-Work Copilot canvas · dataset card · golden example</a:t>
            </a:r>
          </a:p>
        </p:txBody>
      </p:sp>
    </p:spTree>
    <p:extLst>
      <p:ext uri="{BB962C8B-B14F-4D97-AF65-F5344CB8AC3E}">
        <p14:creationId xmlns:p14="http://schemas.microsoft.com/office/powerpoint/2010/main" val="73053631"/>
      </p:ext>
    </p:extLst>
  </p:cSld>
</p:sld>
</file>

<file path=ppt/slides/slide6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5BC51FB-C1C9-4593-AADA-CCB3CB300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오늘의 질문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1F7D6C-59FD-4F2E-8FDD-36AF74D09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한국어 요약보다 먼저 근거 단위를 만듭니다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1DB3C2-584D-4CDD-8F11-5FBCD7F6F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5B9FDD-8FCC-4EE4-A48B-FC3407AFC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67C6F3-28C7-41FF-83AC-24B3F0B5A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09:00-12:00 · PART 3/3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D5C6CD-8A4F-48B8-A183-0F0FD06E3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066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A94413-D0B1-48A6-84FB-810E8DAA9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요약이 그럴듯해도 원문 근거를 찾지 못하면 업무 결과라고 부를 수 있는가?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233972-7ADB-47C4-961B-B25820834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622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9739E4-A159-4AB4-BC35-F395C3B02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288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출처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ACEB1B-FBA5-42F1-B50D-E82D3F704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4193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공식 원문과 이용 조건을 확인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11545E-5946-485D-A092-5DBBCE0E3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480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6556FE-D11A-48C4-A739-D2B58C70C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146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단위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DD12E2-F341-4BC6-A6E9-C3961529C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1051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발화를 segment와 timestamp로 분리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87EE89-D8F7-4685-8E3F-4ED36857D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338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65C6CB-16FD-4AF6-947F-033E81D4F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004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민감성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A0E3EB-9AF1-4AFF-B4C1-801523A27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7909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개인정보와 회사 정보를 비식별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1F2107-5A35-4DB6-B196-ECBF39A37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196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717E45-0CBF-4D48-874E-CD6AFC2BB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862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정답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42282B-0E5E-49F2-AC43-7D4CAFEF4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4767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결정·담당자·기한·근거를 연결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23827A-CDB0-4B28-ABD7-83638DDCB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054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F2D8F0-E815-42B0-8C8A-67E399D82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720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고정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30F67E0-3AE3-4093-B3B6-C7AAD3865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1625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대표 실패를 Golden Dataset에 추가</a:t>
            </a:r>
          </a:p>
        </p:txBody>
      </p:sp>
    </p:spTree>
    <p:extLst>
      <p:ext uri="{BB962C8B-B14F-4D97-AF65-F5344CB8AC3E}">
        <p14:creationId xmlns:p14="http://schemas.microsoft.com/office/powerpoint/2010/main" val="595409841"/>
      </p:ext>
    </p:extLst>
  </p:cSld>
</p:sld>
</file>

<file path=ppt/slides/slide6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E4E9C2F-DF71-4294-B5F1-9FE96CDC0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처음 보는 용어 · 한 장으로 비교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5B4F31-42A6-495A-856B-92124CF53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한국어 데이터를 읽는 네 가지 단위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C290CA-7321-475D-8D84-666B8830F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01E899-1561-4002-A8A1-8FD51956D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2C515D-CBF0-4BB3-8A44-7B61B12D5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09:00-12:00 · PART 3/3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7C6839-7A99-44F6-BDC8-6CF345E4C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067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D88891-D412-41C8-83B8-921812781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00200"/>
            <a:ext cx="10553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58139D-5F56-4C1F-9AD8-9D6D53D71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95450"/>
            <a:ext cx="1828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용어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FD286F-177C-46B6-8EDA-B7C1E4869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695450"/>
            <a:ext cx="421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쉽게 말하면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3E7386-30BE-4CF7-8737-663D5FF30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6954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오늘 쓰는 곳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A6B165-8796-4300-B86E-142611E20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14550"/>
            <a:ext cx="1828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Transcript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Speech as Text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723C1A-6A67-4ACB-A83F-B5D471799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114550"/>
            <a:ext cx="4210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음성 내용을 시간 순서대로 문자로 옮긴 기록이다.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4BAB2B-F25D-48DE-9ADD-20E66334E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114550"/>
            <a:ext cx="3714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회의 발언과 타임스탬프를 함께 저장한다.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02534F-6713-449B-9B27-8744E231F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7655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E62B8E-63AF-432B-9317-8DA4B6A67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76550"/>
            <a:ext cx="10553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A7388C-D364-4021-9D97-9232033DC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1828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Segment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Timed Utterance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4A6D71-F85D-4C2D-A048-A7A9C8DD5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990850"/>
            <a:ext cx="4210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Transcript를 시작·종료 시각이 있는 짧은 발화 단위로 나눈 것이다.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5ED4B0-230F-48D8-AC53-46EB821AD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990850"/>
            <a:ext cx="3714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41.2-48.7초의 ‘금요일까지 초안’ 발화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75A43E-AEE3-474E-985B-F44D92781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5285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352669-DCD9-4166-B6BD-0598F43D5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67150"/>
            <a:ext cx="1828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Golden Dataset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Reference Examples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6EE99A-FF44-4B63-8B98-98884CDE3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867150"/>
            <a:ext cx="4210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정답 또는 검토 기준이 붙은 소량의 대표 예시 모음이다.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CCE577-F88B-4351-B795-A3B751DC2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867150"/>
            <a:ext cx="3714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정상 회의·무음·모호한 기한·근거 누락 5건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360608C-04B0-425C-9E0F-02C9D4D28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2915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1E8B809-1A9D-4E69-BC46-8533E23C8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29150"/>
            <a:ext cx="10553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60F45BD-794C-43F8-AC6B-3481AEA99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43450"/>
            <a:ext cx="1828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Evidence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Source Grounding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3C8D67D-6826-40ED-9299-66A54EB75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743450"/>
            <a:ext cx="4210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결론이나 Action Item이 어디에서 나왔는지 가리키는 원문 근거이다.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F483347-2CE8-4503-92D2-7C53A8877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743450"/>
            <a:ext cx="3714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Action Item마다 segment_id를 연결한다.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C5CC7D3-34F9-4972-BD00-5A21C0DD1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0545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738254720"/>
      </p:ext>
    </p:extLst>
  </p:cSld>
</p:sld>
</file>

<file path=ppt/slides/slide6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1312B9-3E11-4D42-8181-776779A48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PBL은 기술 목록이 아니라 사용자 문제에서 시작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E53215-FB0F-484C-9140-A57DBE589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6C6BA2-43C3-47AC-BD53-C49A185CB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2D891D-8A2F-456C-9E40-4EBF1AB40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09:00-12:00 · PART 3/3 · PBL &amp; K-DATA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FFA8EB-DA03-4D0A-9B5D-41318EC86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068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E28705-2372-4A83-9CC8-BE30CE792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853C98-92C4-43D4-AA55-7B23E249E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80962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STT·LLM·LangGraph를 모두 쓰되, 한 사용자의 한 업무 흐름에 묶는다.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cd34efe11541a4">
            <a:extLst>
              <a:ext uri="{96DAC541-7B7A-43D3-8B79-37D633B846F1}">
                <asvg:svgBlip xmlns:asvg="http://schemas.microsoft.com/office/drawing/2016/SVG/main" r:embed="R29a573597b96407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601200" y="1847850"/>
            <a:ext cx="1352550" cy="13525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B7D3E5-8C1B-4957-B796-377D915AC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24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6CFBDB-20B5-4C5D-81E9-17C3855D0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385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사용자·상황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483103-16DE-4AD2-AED6-C4D1024AE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005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47499B-5307-4439-AC14-25C2D4D53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148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반복 입력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5C0F7F-C210-4864-AEF9-008D8E289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767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E63B22-12B9-4715-8550-3FB64808D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910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원하는 결정·행동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7ADCFA-79EB-417C-B2D4-321116CD3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886450"/>
            <a:ext cx="9906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8C75EA-505B-4951-A3DD-034E09762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95312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한국어 업무 데이터의 함정  |  한국어 회의록에서 가장 비싼 오류는 문법이 아니라 사람·숫자·날짜 오류다.</a:t>
            </a:r>
          </a:p>
        </p:txBody>
      </p:sp>
    </p:spTree>
    <p:extLst>
      <p:ext uri="{BB962C8B-B14F-4D97-AF65-F5344CB8AC3E}">
        <p14:creationId xmlns:p14="http://schemas.microsoft.com/office/powerpoint/2010/main" val="1354305320"/>
      </p:ext>
    </p:extLst>
  </p:cSld>
</p:sld>
</file>

<file path=ppt/slides/slide6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BB59DB-751F-42FB-B3BE-F08AB37AA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K-Work Copilot의 첫 입력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B7C2D5-18B4-4FE6-8265-7DC5C1401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5F17B0-1EA3-4F71-A60D-B499E73E6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4E65FE-911A-48C7-A5D4-143C27F2C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09:00-12:00 · PART 3/3 · PBL &amp; K-DATA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7A447E-7319-4DD7-8560-F74187131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069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74A228-2C6A-44C5-83C0-B470D4A38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2-3분 한국어 회의 또는 정답 transcript 한 건으로 시작한다.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7F3F26-2164-4D92-82C1-4729FE52C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0278AE-853E-44AB-9941-71147F36A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audio metadata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EBF496-87DC-43BB-BEAF-9011D28C5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729A1F-64B0-40EB-9ED8-9F7BF27B0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timestamp transcript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B72E0A-3D03-4C34-9F76-D182A5249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48DA8B-D981-470E-853C-0B1FD91E9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summary·decision·action item</a:t>
            </a:r>
          </a:p>
        </p:txBody>
      </p:sp>
    </p:spTree>
    <p:extLst>
      <p:ext uri="{BB962C8B-B14F-4D97-AF65-F5344CB8AC3E}">
        <p14:creationId xmlns:p14="http://schemas.microsoft.com/office/powerpoint/2010/main" val="1980071041"/>
      </p:ext>
    </p:extLst>
  </p:cSld>
</p:sld>
</file>

<file path=ppt/slides/slide7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A50798-2A86-44C0-AE58-976C1BCB8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한국어는 띄어쓰기보다 업무 맥락이 어렵다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D3BA37-41DA-4B91-909F-45692385D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90EF4D-197A-4C12-B5C3-9B74D2F21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880E15-CBB0-4382-BE6B-F824F4BBD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09:00-12:00 · PART 3/3 · PBL &amp; K-DATA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997310-B000-45E1-81D9-05D69336C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070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543D31-B242-4938-9485-B85CFA8C2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7D0BA2-4A75-40EF-A2CE-1CD83364C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9715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존칭·생략·동음어·숫자·날짜·담당자 모호성을 별도 오류로 본다.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F4F36A-8E2E-4D0D-9DD7-D4BA1EE48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24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5CB4FC-87A9-4B69-975E-4AD0B6FB5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385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화자 생략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AAEEFD-898D-46CD-BCFD-9D1DFDCB1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005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A57E88-3D3B-498B-9616-E3AD530CE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148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“다음 주” 기준일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329214-0E42-41C6-95A6-2A8ED50C4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767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A33C61-2580-4759-A8D0-825423DA1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910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제품명·약어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D78DFC-B4F5-4323-8185-6FB67D4E4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1530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34A78A-97B4-420C-B333-E44A9B621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0673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책임자 추론 금지</a:t>
            </a:r>
          </a:p>
        </p:txBody>
      </p:sp>
    </p:spTree>
    <p:extLst>
      <p:ext uri="{BB962C8B-B14F-4D97-AF65-F5344CB8AC3E}">
        <p14:creationId xmlns:p14="http://schemas.microsoft.com/office/powerpoint/2010/main" val="1574431734"/>
      </p:ext>
    </p:extLst>
  </p:cSld>
</p:sld>
</file>

<file path=ppt/slides/slide7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167017-0528-4EAB-85C7-D8B8B274A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실제 데이터처럼 보이는 최소 조건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8E504E-E53A-46BF-B2AF-9F95D7C90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89E12A-E934-4F5F-B61D-CA6EE466E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6FF1D7-7451-4521-9FD1-83C2B3039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09:00-12:00 · PART 3/3 · PBL &amp; K-DATA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CD50B7-9346-48F5-9469-EA4627801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071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81BBD3-28BE-4B9D-B8D8-8B00A0FC8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자연스러운 맥락·역할·결정·마감이 있으면서 개인 식별정보는 없어야 한다.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467995-E667-43A0-97AB-7DF78FC88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E3D492-8314-40FC-90DA-AED05CC5F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가상 조직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1E4531-7914-4118-867A-178243093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C28145-1739-4869-B5C1-A826F95FC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역할명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B20B35-0ECA-4FA7-9ED5-099EA3254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B6DF1A-1F9A-457F-95E1-44DFF0DCF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합성 금액 범주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E5AB96-3633-4F5E-B213-6722078EB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38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6697D9-8747-4519-A513-F67E1039D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529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공개 가능한 업무 관계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35A6E2-F41E-4835-BB9E-C823C904A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3550"/>
            <a:ext cx="109728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B1B5B9-EA5C-4F56-95BA-2B5DD70FF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1049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한국어 업무 데이터의 함정  |  공개 데이터는 무료이지만, 사용할 수 있는 맥락까지 무료로 주지는 않는다.</a:t>
            </a:r>
          </a:p>
        </p:txBody>
      </p:sp>
    </p:spTree>
    <p:extLst>
      <p:ext uri="{BB962C8B-B14F-4D97-AF65-F5344CB8AC3E}">
        <p14:creationId xmlns:p14="http://schemas.microsoft.com/office/powerpoint/2010/main" val="1557919725"/>
      </p:ext>
    </p:extLst>
  </p:cSld>
</p:sld>
</file>

<file path=ppt/slides/slide7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477F76-B9DE-4D85-BDCE-F11DEA59E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데이터 공개와 사용 허가는 다르다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B897E0-C54B-43BB-A2C7-1EFD6FE4E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1DBBF6-4B66-4A23-A3E3-99118F414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F3F169-CAD1-4651-AB68-C7C270767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09:00-12:00 · PART 3/3 · PBL &amp; K-DATA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574164-3635-42A2-B270-BBD7ED820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072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7173A1-CEB8-4A75-BB26-90F0498BD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56B1BF-9406-4B9C-8954-AED3158FA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9715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웹에서 보인다는 사실만으로 재배포·수업 배포가 허용되지는 않는다.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C571BF-5B04-40E9-9A62-1F4AE62B8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24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D2EE3B-03C5-4649-AC76-DC66D258E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385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이용 조건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F18567-6853-4F96-B64D-B6C615564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005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AD426E-706E-411E-9933-C716F4D5E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148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다운로드·신청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BB38BE-E7C6-477A-8F0B-38E616831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767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2B5A67-FC4A-4992-955D-27845950B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910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재배포 범위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2E9F07-0C17-412C-BC74-689638CC7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1530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19D6D6-5192-4E69-9F26-6D4380035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0673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출처 기록</a:t>
            </a:r>
          </a:p>
        </p:txBody>
      </p:sp>
    </p:spTree>
    <p:extLst>
      <p:ext uri="{BB962C8B-B14F-4D97-AF65-F5344CB8AC3E}">
        <p14:creationId xmlns:p14="http://schemas.microsoft.com/office/powerpoint/2010/main" val="959397487"/>
      </p:ext>
    </p:extLst>
  </p:cSld>
</p:sld>
</file>

<file path=ppt/slides/slide7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EDEEC1-2942-47C9-8AD4-385648850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Dataset Card가 실습을 재현하게 한다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51EC73-00CA-41E5-A831-C9C3710B0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CD9F37-040B-4232-AC83-C15B76E86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1A7120-03C4-4A2D-8F73-00B73D558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09:00-12:00 · PART 3/3 · PBL &amp; K-DATA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7113D9-77A0-43CB-AAD6-1020E5215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073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6EDCBD-A706-4EC6-8A8E-749F96AAD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출처·버전·샘플링·민감성·변환을 한 페이지에 남긴다.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2EA870-67C4-4589-B194-B756BB348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F16F16-49CF-4762-BC37-E5AE5CA00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source URL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7A778B-B531-43DC-9817-24AA217AB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7B921F-9DDF-45FA-A9F9-1C8376848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collected_at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5AD96A-824D-4CB6-92FF-6D93F3702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C1693D-B430-4A28-B60F-1F47B3AE9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license·terms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28DDC7-4D04-4033-8880-F14989E5E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38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71E6AF-D6E8-4A95-9C1F-30DF93839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529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preprocessing·limitations</a:t>
            </a:r>
          </a:p>
        </p:txBody>
      </p:sp>
    </p:spTree>
    <p:extLst>
      <p:ext uri="{BB962C8B-B14F-4D97-AF65-F5344CB8AC3E}">
        <p14:creationId xmlns:p14="http://schemas.microsoft.com/office/powerpoint/2010/main" val="890876321"/>
      </p:ext>
    </p:extLst>
  </p:cSld>
</p:sld>
</file>

<file path=ppt/slides/slide7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543253-B472-47F9-84F9-A34E478A3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Transcript schema가 STT와 LLM을 연결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E03F0B-454D-492D-B8BC-A3BC57B2B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3DFF1E-B0FC-49D1-ADF0-113846C6B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DAA800-F067-4BB8-AC74-27E6126C9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09:00-12:00 · PART 3/3 · PBL &amp; K-DATA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B8319B-AF4A-4876-AF0B-9657A34F6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074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73159B-B0CD-47E2-9404-C9085BA1A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6A9D37-BF04-4B0B-A509-BC8F9E0EC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9715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텍스트만 넘기지 말고 segment·time·speaker·quality flag를 유지한다.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8AA35C-67E4-4E4F-9669-EF050F971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24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C2FC74-695C-48F5-A712-6D8578957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385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start·end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46B488-477B-4FDF-8C6F-D81C8060D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005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759A62-7C3B-4BF8-8DDC-BA6494990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148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speaker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D0FE37-4B3D-4DA5-B4B5-8BB766090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767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0744D8-2F77-4CC8-9B10-BCC4781A8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910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text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C89316-2955-4D9A-B14C-01577A054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1530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E3D993-816A-4F75-8EA1-C9FF347F8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0673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no_speech·language</a:t>
            </a:r>
          </a:p>
        </p:txBody>
      </p:sp>
    </p:spTree>
    <p:extLst>
      <p:ext uri="{BB962C8B-B14F-4D97-AF65-F5344CB8AC3E}">
        <p14:creationId xmlns:p14="http://schemas.microsoft.com/office/powerpoint/2010/main" val="523126309"/>
      </p:ext>
    </p:extLst>
  </p:cSld>
</p:sld>
</file>

<file path=ppt/slides/slide7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2BA799-D099-47B6-92A7-14CDFB767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Evidence가 요약의 근거를 고정한다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E95D10-296C-41A5-8843-30FD734F3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E17247-4284-41FC-8D30-144202AEF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ABE5BF-748A-457B-A7A9-0C464D7C2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09:00-12:00 · PART 3/3 · PBL &amp; K-DATA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AAC9B0-A8FB-4C6F-A3B4-984725D0A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075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09BF3F-0B89-4408-8888-B7599DF58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결정과 Action Item마다 원문 segment ID를 연결한다.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86BF18-0379-4299-8C18-553A5CE03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53DF18-0F03-41CE-85CB-C6FEB4C2C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claim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2D34AD-16E4-41B8-9D58-795F58128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03BE1F-24D4-4791-8E20-F1E3B09F0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evidence_ids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C4D9EF-B6AF-4EDF-B0F8-253B2E741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F0574A-0CF0-4F23-859F-D10A7AEF7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confidence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E7C18E-B755-400B-8D2B-EB372C0FD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38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0B355E-C8EF-4394-B9F8-F00E8EB75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529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needs_review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D07C71-85B6-41B7-9757-6C3F8987E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3550"/>
            <a:ext cx="109728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A8899A-245E-4452-A683-BFF333C54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1049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한국어 업무 데이터의 함정  |  Golden Dataset은 정답 모음이 아니라 팀이 합의한 품질의 경계다.</a:t>
            </a:r>
          </a:p>
        </p:txBody>
      </p:sp>
    </p:spTree>
    <p:extLst>
      <p:ext uri="{BB962C8B-B14F-4D97-AF65-F5344CB8AC3E}">
        <p14:creationId xmlns:p14="http://schemas.microsoft.com/office/powerpoint/2010/main" val="1787627904"/>
      </p:ext>
    </p:extLst>
  </p:cSld>
</p:sld>
</file>

<file path=ppt/slides/slide7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7A8341-7E4A-4290-A3AC-E99698F47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진행 순서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FBFE1D-E5FE-450B-A8B3-09225FC9F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공개 데이터 선택 4단계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BA80AC-5811-4CEE-9BB9-71FB5CB99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4A4D2D-8795-4763-96EB-A35B45882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866225-4AF4-4392-9FE5-CDD2F1D34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09:00-12:00 · PART 3/3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2BB1DE-AC6A-4B84-A6FC-5E55D6174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076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391F14-A66B-4E7F-B9B0-48ED5878C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B46AB9-F672-4C3E-8858-8DDC4D096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9C815E-BE31-484E-BE47-4FF7FE971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DISCOVER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E0C234-3DBB-44EB-8DF4-09809C34D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공식 원자료 찾기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6F2715-07F9-40CA-B9F5-9B077828E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D338A1-6B4F-4B82-B7E8-330A460B3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CC7310-A089-48F2-A826-F7C21AD87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VERIFY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9D93C2-87C7-4745-86C5-4DE79F34B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이용 조건 확인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11B4DD-7251-4C21-98F9-5DEAFFFB1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27FE64-DB75-4B3D-8701-0A8EE9D8F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9DCF10-720B-450B-9061-3C4436161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SAMPLE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15E18A-6316-42D5-98B5-0F439A92C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소량·목적 적합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6CD4AE-DB0E-4D1E-9E53-C9869D161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A13B19-A319-4818-B742-20F573FC6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81D6D7-0C1D-40B8-86BD-EF33F2FAA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DOCUMENT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861314-818B-40E4-B6C0-4A9E16B10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출처·변환 기록</a:t>
            </a:r>
          </a:p>
        </p:txBody>
      </p:sp>
    </p:spTree>
    <p:extLst>
      <p:ext uri="{BB962C8B-B14F-4D97-AF65-F5344CB8AC3E}">
        <p14:creationId xmlns:p14="http://schemas.microsoft.com/office/powerpoint/2010/main" val="766028719"/>
      </p:ext>
    </p:extLst>
  </p:cSld>
</p:sld>
</file>

<file path=ppt/slides/slide7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08E8A6-A76B-42C2-A473-613D51291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진행 순서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52EA4C-2E5C-4281-A0A2-151A29941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회의 샘플 합성 순서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88F3A4-A14A-4C12-BDAD-2ACA14E33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6026A9-8093-40FC-B337-65DBD2997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05A226-24E3-4563-BACC-923116E81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09:00-12:00 · PART 3/3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9A4F7A-C151-47A8-AF69-CB0209C09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077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EEACA8-3007-4F76-A867-01CDB3FA8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891375-DC09-4704-AC12-D7781F248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0E446E-0F06-4AEE-A5C0-A1B270B73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역할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473E98-C287-4909-B785-06C5DD291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PM·개발·운영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975ED1-B89C-4E5A-A161-C0AD3DB9D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A8D5FA-B521-4F55-81CD-358D6498B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AC545D-023A-43AE-9F6D-B999397EC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쟁점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98F4D7-08D7-4B25-89AA-0228BC7A5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한 가지 의사결정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AE8518-77C6-4EF3-B129-80B67DC24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6BF551-284D-465D-BF58-94817254A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433420-6699-4479-B068-58603EB8F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행동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F2BDDD-AE1A-4F65-8B84-94EDD2889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담당·기한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08529B-22FE-416C-B84A-4E3CDA348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308394-FFA9-441E-A0BA-C206F7586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807CE0-FD9C-4102-8ED3-A55A2657D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예외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1FBABB-9D60-44B2-BCE6-F9EDF3586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모호성·검토</a:t>
            </a:r>
          </a:p>
        </p:txBody>
      </p:sp>
    </p:spTree>
    <p:extLst>
      <p:ext uri="{BB962C8B-B14F-4D97-AF65-F5344CB8AC3E}">
        <p14:creationId xmlns:p14="http://schemas.microsoft.com/office/powerpoint/2010/main" val="1378159401"/>
      </p:ext>
    </p:extLst>
  </p:cSld>
</p:sld>
</file>

<file path=ppt/slides/slide7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4AB1202-8D9D-43DF-B51C-A3D4D2525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진행 순서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FCCD32-260F-4EDB-9E11-E4AC27882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비식별 처리 순서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A55193-D3DB-420C-A31E-2D672A9DF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7520F6-3054-4B21-B293-0AB99D062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446E0F-46DC-4889-8839-8A579B386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09:00-12:00 · PART 3/3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692BAF-6DDF-490B-9207-454DE61BA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078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0925E5-BDED-4F8E-8E52-B0AB47A0C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D6ADE2-6EDE-43A6-9D72-6CD724336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1DC503-06DB-4216-B526-24DB94A3C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DETECT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0E0125-E3A9-4445-B969-6767562F4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이름·연락처·ID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25FB92-6EE1-46D1-A738-3068D7352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466509-15DC-4658-8F8F-6F1794F84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85E536-9EED-4DB2-888F-8ED27EA2E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REPLACE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3E5353-9C36-4BE2-9966-AB62E5DEF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역할·범주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369CCE-BC78-4ABD-B862-7CB72D205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C69B95-ABCD-466A-AC15-754C37EB9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7FEA28-D09C-42E1-9C44-DCC2681E6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60D001-AF37-4734-9262-E958D9C1C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문맥 재식별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9962B9-D6F7-413A-8D3A-2BD067EFA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2271EE-54CF-4374-A033-6DCD4E6A1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311DCB-B46D-40DE-8450-8DAD89307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LOG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958B6A3-4790-47E0-A730-8AEF68FFB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변환 규칙</a:t>
            </a:r>
          </a:p>
        </p:txBody>
      </p:sp>
    </p:spTree>
    <p:extLst>
      <p:ext uri="{BB962C8B-B14F-4D97-AF65-F5344CB8AC3E}">
        <p14:creationId xmlns:p14="http://schemas.microsoft.com/office/powerpoint/2010/main" val="1280161894"/>
      </p:ext>
    </p:extLst>
  </p:cSld>
</p:sld>
</file>

<file path=ppt/slides/slide7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F58ACAE-39E0-44DF-B267-8C9368F7A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진행 순서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C9CC78-8014-45EF-BD60-6A5049DAD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Golden set 만드는 순서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00E951-2C4C-49F4-B5D4-D91A5750B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968A38-2B98-4FFD-BDE4-580EA3F8A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1B7009-DD1A-4879-8191-245E46221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09:00-12:00 · PART 3/3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719E79-4F12-4DA0-AD26-A55808CA3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079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62DF0A-2111-41EF-ABFA-56DF795E4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DB271B-1DA2-4C71-B022-4D287CD61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1CDBB9-373C-4C04-9954-2D5AC8CA6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TRANSCRIBE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832F1A-22FA-4BE7-87FC-38A875B70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사람 정답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F3497D-8FE8-4DB8-B4C3-B4C4FFAE3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49D3B5-1614-4773-B9E3-4320F5146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5209A0-E751-41A9-8597-45221DF39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ANNOTATE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A66341-2EF5-4EEF-BE09-6F0331CE6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결정·행동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E6C989-6E66-47FE-8A58-61E4F698A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C6551E-2FA4-45FB-BFDC-E8B1930F9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1DFF87-FCC6-452D-8DEC-E0F9AC71C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LINK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33F8FD-44D0-4A27-8C23-2944484EA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evidence segment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7C0CE3-A1B6-4602-8923-FBE92241A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7C0138-A56A-4147-80C4-38AA9247B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44B3FA-E9C0-4E31-980B-8DDA42745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AGREE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F58577-8AC2-4A85-863A-03FA30291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2인 합의</a:t>
            </a:r>
          </a:p>
        </p:txBody>
      </p:sp>
    </p:spTree>
    <p:extLst>
      <p:ext uri="{BB962C8B-B14F-4D97-AF65-F5344CB8AC3E}">
        <p14:creationId xmlns:p14="http://schemas.microsoft.com/office/powerpoint/2010/main" val="578452599"/>
      </p:ext>
    </p:extLst>
  </p:cSld>
</p:sld>
</file>

<file path=ppt/slides/slide8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781E18E-64EC-4851-BE99-AAB8C78A2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진행 순서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E04B7F-2188-4EA2-9972-E8FCDD8CD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PBL canvas 네 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FF636E-49BA-4DE6-8ABF-EC2A903EC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89E27C-D62E-4953-92F6-022E6328F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1E5C5A-AEA0-4597-B4B5-68D1BAB5D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09:00-12:00 · PART 3/3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3143D7-8227-484F-8060-41791DC53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080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D8CE1B-4110-4D23-9C79-C87462105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BCD701-AD7A-47CC-B205-80B97A04D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55BFA4-CA82-4B25-B7E9-A369BB005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USER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9CEA09-255A-46FE-B5C7-5537F5ADA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누가 쓰나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34AE82-5547-402E-B91D-EC24B9767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4511F3-9297-43AE-9346-092373BDF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353202-22B0-45B5-9E49-B772C78AB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PAIN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1434C9-93F7-44B8-81EF-6BA619AC6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무엇이 누락되나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AA57FB-C0A0-4868-AFE9-05504202A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F206CE-C55A-4F00-9610-27394D41F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DDAAAA-92C9-4904-BF85-2A8F57068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FLOW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542CA1-D2F9-449F-ADDB-58E0A0F76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AI와 사람 역할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390ECE-895D-4BCF-915D-DDF91CD65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57CF0F-8131-4C59-AC96-A3C72AD11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E71668-33A3-4369-9902-2B50FBE31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PROOF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409525-BABF-4D72-95F0-DC988A53D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무엇으로 좋아졌나</a:t>
            </a:r>
          </a:p>
        </p:txBody>
      </p:sp>
    </p:spTree>
    <p:extLst>
      <p:ext uri="{BB962C8B-B14F-4D97-AF65-F5344CB8AC3E}">
        <p14:creationId xmlns:p14="http://schemas.microsoft.com/office/powerpoint/2010/main" val="438668127"/>
      </p:ext>
    </p:extLst>
  </p:cSld>
</p:sld>
</file>

<file path=ppt/slides/slide8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974A195-54D4-4899-8F33-B7B7B33F2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도구 선택 기준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B400EF-57FD-4968-B7E2-DFB9E8F4E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데이터보다 먼저 출처와 발화 구조를 확인합니다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B1E8D1-CACD-4E6C-9BDC-89A2FF388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DB3751-F588-4DF7-8F5A-AD21EAF13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39723A-7C0A-462C-8B12-ECE9B9B3B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09:00-12:00 · PART 3/3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A20024-5137-485F-A29D-7747E29FB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081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1A4BFC-C52F-4437-8EBB-D16ABB6DA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6685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공공 데이터 → 말뭉치 → 회의록 → Managed 전사 화면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59024B-FA77-4283-AB21-6DE936406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38350"/>
            <a:ext cx="10553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CA5BF5-FE18-438F-8B2B-C4581776E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1581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도구·서비스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211A5C-26E9-46D3-9963-A12F6E2D5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133600"/>
            <a:ext cx="1866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도메인·역할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326681-FA58-4291-897E-DF9674BD5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133600"/>
            <a:ext cx="3676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이번 강의에서 쓰는 이유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44F9B4-3ADE-4008-8CC3-111B933DF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33600"/>
            <a:ext cx="251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유사 도구와의 차이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3192C0-B03B-4B37-BF27-BAFE146EA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24125"/>
            <a:ext cx="1581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서울 열린데이터광장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92A0A0-23F0-458C-8947-021CF0467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524125"/>
            <a:ext cx="1866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공공·행정 데이터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0FB474-D7B0-452C-A2DB-FB1AAE598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524125"/>
            <a:ext cx="3676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한국어 공개 데이터의 출처와 갱신 주기를 확인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8259D2-F9FC-4C13-94B6-5808B5B6F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24125"/>
            <a:ext cx="2514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회의 발화 데이터는 별도 가공 필요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3E9A1A-BF9A-4394-8F41-F30D4DD82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498196-8BEB-49B7-A97A-08A241718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0"/>
            <a:ext cx="105537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C0A402-820B-40D8-AC89-D1443C239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24225"/>
            <a:ext cx="1581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모두의 말뭉치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6D4C25-F215-484E-9BB6-0DF508035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324225"/>
            <a:ext cx="1866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한국어 원자료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3A0CC8-1091-4F0D-AEFE-5CC19C486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324225"/>
            <a:ext cx="3676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문장·대화 자료의 언어 특성을 이해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CB35A2-3D8B-4A1A-BDAD-13CED1B64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324225"/>
            <a:ext cx="2514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이용 신청과 재배포 조건 확인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3DADA70-BD08-41F8-B24E-807230FEA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3860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3338953-64E1-4C57-A8C9-AD3950D3A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4325"/>
            <a:ext cx="1581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국회 회의록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85EBE64-2624-42F5-8D89-82C3422FF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124325"/>
            <a:ext cx="1866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공식 회의 발화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5890D32-841A-4F24-8151-CACF89219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124325"/>
            <a:ext cx="3676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화자·안건·발언 구조가 실제 업무와 가까움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927A707-82C4-4A40-8D39-42ABCB08C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124325"/>
            <a:ext cx="2514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목표 업무에 맞는 정답 라벨은 없음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824E604-2901-4F3D-9965-F48DF851C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3870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2A7E3A2-88AC-4234-BAFC-55F6A24A3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38700"/>
            <a:ext cx="105537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DD7D903-B77B-43E5-9DB8-11A0D287D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24425"/>
            <a:ext cx="1581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Google Meet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A2DF5FF-E66C-4352-BE85-06ED9E756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924425"/>
            <a:ext cx="1866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Managed STT·노트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05E7D71-AFF4-4BCE-B449-C82D774FC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924425"/>
            <a:ext cx="3676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현업에 이미 있는 전사·요약 기능을 활용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8031C85-0B94-4E6C-BC50-03BFC7759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924425"/>
            <a:ext cx="2514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구독·edition·관리자 정책 의존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D0BC87C-4EA4-48C3-8D41-3C28BC162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3880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762307253"/>
      </p:ext>
    </p:extLst>
  </p:cSld>
</p:sld>
</file>

<file path=ppt/slides/slide8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998D68-15EF-489F-8C95-9DA06D8BD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실습 화면 1/4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7DABC3-77E3-47CD-80A0-B5254487F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서울 열린데이터광장 · 한국어 공공 데이터 탐색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23BE64-A6B3-40E7-A9DE-BF7C88DCB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FA4490-484F-4D53-B7DB-3484E5CDD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DC2721-74B2-45A5-BC5E-62AA31245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09:00-12:00 · PART 3/3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095C3B-1FBC-4609-B272-D1D5E9101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082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BC24AC-5359-4948-B363-709A13A89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A6A9E4-425C-4052-B59B-29DC76840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A7D27C-1A59-429E-B65C-D47211624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공식 제공처를 먼저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B45AEF-D89A-4BC1-8001-54EDDC580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447ADB-25E3-4816-9616-BD75BFF34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검색어·제공기관 기록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80A3E2-E1E8-458B-9741-AEFB9EF1E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10FE85-BD8C-4E6D-B83A-955635A18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다운로드 형식 확인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C038B6-B776-4DAB-A1FF-29FAEF63C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348004-AEE2-40A3-A841-5A05556DF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소량 샘플부터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33305F-752B-402E-B22E-F5041770C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e76188d3704e18"/>
          <a:stretch xmlns:a="http://schemas.openxmlformats.org/drawingml/2006/main"/>
        </p:blipFill>
        <p:spPr>
          <a:xfrm xmlns:a="http://schemas.openxmlformats.org/drawingml/2006/main">
            <a:off x="4876800" y="1727104"/>
            <a:ext cx="6591300" cy="3708593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A91E65-DE0B-4D21-BE17-5A3A1E042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서울 열린데이터광장 공식 화면</a:t>
            </a:r>
          </a:p>
        </p:txBody>
      </p:sp>
    </p:spTree>
    <p:extLst>
      <p:ext uri="{BB962C8B-B14F-4D97-AF65-F5344CB8AC3E}">
        <p14:creationId xmlns:p14="http://schemas.microsoft.com/office/powerpoint/2010/main" val="1106348645"/>
      </p:ext>
    </p:extLst>
  </p:cSld>
</p:sld>
</file>

<file path=ppt/slides/slide8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3A8B86-6EFE-424C-80C2-89E4646D3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실습 화면 2/4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E24FB1-D26A-4035-BD18-DC70D9D81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국립국어원 모두의 말뭉치 · 한국어 원자료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F4911F-FA07-4A96-B2E1-47EE32479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B6E273-73CE-4D8D-82CB-CF3D2E91A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05CDED-DCA7-463E-B3DD-0BD69913C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09:00-12:00 · PART 3/3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7BB96B-811F-4D05-817A-F0F0F34D5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083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E46F82-489C-42E0-BD86-E4D4F4302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FB2ED3-AB64-40BC-9CFD-32AC3D6A8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20AD55-75E0-417D-B903-0D8EE60C5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신청·이용 조건 확인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399391-B61A-4BD9-8D89-3DBBF2FAD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105ED5-3730-4FEB-9E85-6CA7EB644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말뭉치 종류와 목적 구분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BC855E-3D8F-4389-8B6D-5215DF322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C2D1FE-BEDE-466D-B1D2-17419BFC2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원문 재배포 주의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D19178-0D0D-45A9-87C9-CD5229BF2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498101-6752-42AB-AFC9-CC17B0E69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dataset card에 출처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5DCF17-F5C9-470E-B867-7240E5EB2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70414f95f445a9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2C44D9-B969-42AE-A9C1-833D23BB4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국립국어원 모두의 말뭉치 화면</a:t>
            </a:r>
          </a:p>
        </p:txBody>
      </p:sp>
    </p:spTree>
    <p:extLst>
      <p:ext uri="{BB962C8B-B14F-4D97-AF65-F5344CB8AC3E}">
        <p14:creationId xmlns:p14="http://schemas.microsoft.com/office/powerpoint/2010/main" val="1939593909"/>
      </p:ext>
    </p:extLst>
  </p:cSld>
</p:sld>
</file>

<file path=ppt/slides/slide8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02632D-0E6D-42FA-9BB6-0F64A5279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실습 화면 3/4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A42DD4-A2D5-44A2-9133-0C06C8DF9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국회 회의록 빅데이터 · 실제 발화 구조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BA4951-8401-40E2-AC5D-CBC6080B0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71FE06-0238-4D7B-BC94-5D9DDD718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43EF2A-1768-4508-AC2A-F1690CE31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09:00-12:00 · PART 3/3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0C447D-7E37-4C4C-B3CF-EE416C09B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084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A48FEC-6800-4AA4-BD29-5C16BBDD0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6C9012-0725-42CB-A43B-2B2D72D59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28B6FC-2006-44F2-B625-6EAA5B275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발언자·회의 맥락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EEE91E-7BF0-4F72-A946-DCFD81D65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4B88DF-0A4F-45E8-A991-FB4DE6F2B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공개 회의 기록 사례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8861B6-EBF0-46DC-BDCB-9FC06FB54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E9F9C3-D503-4E93-956C-2B14F1317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페이지·첨부 공개 범위 확인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8CD1C0-327D-4EC4-8A45-2FC66A4F3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A3A46C-E574-4464-A81C-04D741E08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학습용 소량 사례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09C38E-1E84-4DE6-A1EC-44D75D209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98b471406d4d72"/>
          <a:stretch xmlns:a="http://schemas.openxmlformats.org/drawingml/2006/main"/>
        </p:blipFill>
        <p:spPr>
          <a:xfrm xmlns:a="http://schemas.openxmlformats.org/drawingml/2006/main">
            <a:off x="4876800" y="1727597"/>
            <a:ext cx="6591300" cy="370760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F129C4-65A8-446C-9778-BEC845F46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국회 회의록 빅데이터 공식 화면</a:t>
            </a:r>
          </a:p>
        </p:txBody>
      </p:sp>
    </p:spTree>
    <p:extLst>
      <p:ext uri="{BB962C8B-B14F-4D97-AF65-F5344CB8AC3E}">
        <p14:creationId xmlns:p14="http://schemas.microsoft.com/office/powerpoint/2010/main" val="924307466"/>
      </p:ext>
    </p:extLst>
  </p:cSld>
</p:sld>
</file>

<file path=ppt/slides/slide8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A82FB4-C014-4436-81BB-D63FA3050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실습 화면 4/4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D0849D-E28A-4A6D-823E-44FE02922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Google Meet 전사 · Managed STT의 현재 위치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17445E-176C-45EF-97DA-6685A858B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CCF5E8-2BD4-4824-AFD9-6A6715430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A51EEB-8388-4D41-80F8-7E2C14667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09:00-12:00 · PART 3/3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A907F9-6D4A-4C67-B2B0-C9E15C15F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085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C855EA-A48E-41F6-A8A8-758CC241D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D485AC-29F6-48E0-8649-3CC27AED7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03391B-0E93-4528-B1BC-56216D1D2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계정·edition 의존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D5DF00-4417-4F2C-BADE-E1E359830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540434-6717-4356-BB1D-CD1959431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한국어 지원 여부 확인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C08350-7D66-45DD-B85A-41766CC83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6A9B41-E2CC-42FE-A597-3EF2EBE6A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원문 보존·권한 정책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7F4961-1D6E-4775-8623-93F9D5EF9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BBD778-52B1-4376-8D71-2832AF3E6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수업은 local 원리 중심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A835B0-8944-4F53-888E-43C8DE968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deb9d642644917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AA23F0-7D50-4573-908F-9620378F9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Google Meet transcript 도움말</a:t>
            </a:r>
          </a:p>
        </p:txBody>
      </p:sp>
    </p:spTree>
    <p:extLst>
      <p:ext uri="{BB962C8B-B14F-4D97-AF65-F5344CB8AC3E}">
        <p14:creationId xmlns:p14="http://schemas.microsoft.com/office/powerpoint/2010/main" val="1059421942"/>
      </p:ext>
    </p:extLst>
  </p:cSld>
</p:sld>
</file>

<file path=ppt/slides/slide8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E68A42-9D02-4BB6-ACB2-A4AD71278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코드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0B3855-4277-449E-A176-D795411C2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회의 segment schema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47A344-0175-4415-9A8B-FA68DA6FE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A12E40-417F-4665-9D18-B112FFF81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64CCA6-6D3E-435F-8647-820ECAA52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09:00-12:00 · PART 3/3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AF5CBA-70B0-4C77-AC01-90A703BB3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086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565A83-CE37-42D2-A266-F9987D798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F95486-8776-4C5D-8A22-E8DBDFEA7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47699F-653D-4431-A93A-804F1991D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timestamp 유지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144CCC-BFD7-41B5-ADAD-BA7FA33F7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19CBFE-8ED4-4CB8-9CDA-E2E02AAEE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speaker는 모르면 null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63C666-6F6B-4D19-8F0C-927C208D6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6D23EA-29BC-4EA3-921D-813D891BE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원문 text 보존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289563-1F39-4D0D-8722-DCE20859E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737218-2B7E-48D6-A4EC-8E2F20ECF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품질 flag 별도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FBDC27-54CF-49D6-BB3D-FDFB1A32F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7DB79B-E26C-4794-BB85-FEBDA64C0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B77859-3649-4262-ABBE-1FE283F26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segment = 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"id": "s12",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"start": 41.2,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"end": 48.7,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"speaker": "역할1",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"text": "금요일까지 초안을...",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"quality_flags": []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02764296"/>
      </p:ext>
    </p:extLst>
  </p:cSld>
</p:sld>
</file>

<file path=ppt/slides/slide8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485743-F587-4FA2-A252-19FBE6142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코드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E1AD9C-8414-4E28-A91B-70795FCAE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Action Item에 evidence 연결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8CA21C-FF8C-414F-A453-058B7CE03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46C902-19F3-4C71-86D7-85A72FAA7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784C43-66CE-49AC-A2DB-982ECF2A6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09:00-12:00 · PART 3/3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231C5E-6006-4EC4-B9B6-9A793A311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087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11F1BB-217E-4F5E-9E8E-541698B95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8DC4BD-9FC8-46F9-A881-A7A40D76B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8DF13E-6E72-4C5F-8EE4-700CA51A1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task·owner·date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B557CC-293E-46B9-A3F5-A0B6BE11E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0A03B1-F518-472F-8456-BA4A8D225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근거 segment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886B11-B49C-4F70-8348-6563F5A90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86006F-5439-4D7A-A379-4C62246C1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confidence 정책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0E5D00-9243-458C-BEDF-00F2A3BE2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C179B9-96B1-4D16-AC48-F3F3FB317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누락 시 review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21CDAC-3E32-40AA-B69C-F6768F949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981A14-7B5B-41D1-97F8-94EC4E19C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49AB5F-8440-4E0B-A545-75220FC46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action = 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"task": "FAQ 30건 정리",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"owner": "역할1",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"due_date": "2026-08-27",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"evidence_ids": ["s12"],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"confidence": 0.92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049350801"/>
      </p:ext>
    </p:extLst>
  </p:cSld>
</p:sld>
</file>

<file path=ppt/slides/slide8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6E31F8-4C46-414F-93B5-1FEB955FB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코드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E039BE-5C11-4B3E-BC53-DFC260997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모호한 날짜는 추론하지 않는다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FB3870-404E-4B47-81AE-126E2809D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256A3B-C0A7-4F76-A1C4-A0CF829DE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ACE597-FCFE-4922-A12D-F7A0D409E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09:00-12:00 · PART 3/3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AC83A6-571D-4359-AC29-DA39D56DB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088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12F273-0111-45A8-A2F3-F089A4AD0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498D64-4917-4D94-9DFA-735753926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A73B0B-D7B8-4078-9854-E9082032E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기준일 필요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3FD1B1-54A7-4787-AEA2-D38C844DA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1E6993-4C5C-4A96-BE4D-BB44E59B8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null 허용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4CC243-EECC-4530-8557-4AE1A5F28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74C317-18AB-4947-8B9A-299EBED84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모호성 코드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F3CDB8-4A22-40F2-9B76-83620A50B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724C5B-1FD4-4F99-92F9-E3B96F2A5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사람에게 질문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E82A6E-DEB6-45AD-9BAA-D687BD0C4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4E54C0-C909-4FB0-823D-F9196E1E5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570B28-68D7-47B4-A9A8-F109B3D2F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if due_text in ["다음 주", "조만간"]: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return 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"due_date": None,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"needs_review": True,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"reason": "RELATIVE_DATE"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}</a:t>
            </a:r>
          </a:p>
        </p:txBody>
      </p:sp>
    </p:spTree>
    <p:extLst>
      <p:ext uri="{BB962C8B-B14F-4D97-AF65-F5344CB8AC3E}">
        <p14:creationId xmlns:p14="http://schemas.microsoft.com/office/powerpoint/2010/main" val="1395290697"/>
      </p:ext>
    </p:extLst>
  </p:cSld>
</p:sld>
</file>

<file path=ppt/slides/slide8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850067-E536-4151-9697-C7CD7D619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코드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2D3E63-23EF-48D5-9541-9A3A9B896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간단한 개인정보 mask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D48A34-FA84-4B79-8DDF-6221B6752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E455A3-9218-4C1A-A06E-CC3ED67F9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9D04CE-F554-45C7-8D4F-889A6BD78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09:00-12:00 · PART 3/3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D924DC-E746-489C-9AFB-3413178D2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089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8E5289-C182-4815-9C60-5122D03DC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58D2A4-3D1D-4060-95BB-9C05624C7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7A2AA6-6435-44CF-A5C6-CC043CD43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정규식은 1차 필터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85A6B8-4AFD-4200-B67D-AB08B38A4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5889BE-BE32-451E-B256-ECEB3B127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원문 별도 보호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52C0FF-7C30-46EF-9ECC-426FC7822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29FDF5-C08F-4C29-98FF-0751F55C0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과잉 masking 검토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0D4691-3790-4BC5-A4B0-521BC48A8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76E362-1D2E-4E11-BC9E-461251493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변환 로그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209EA2-141B-4573-9714-91F47E132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B670C5-80C9-4B6A-84C2-B088C3C0D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3C83D0-6153-4B06-8C16-EE60FF41B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patterns = 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"email": r"[\w.-]+@[\w.-]+",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"phone": r"01\d-?\d{3,4}-?\d{4}"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}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text = redact(text, patterns)</a:t>
            </a:r>
          </a:p>
        </p:txBody>
      </p:sp>
    </p:spTree>
    <p:extLst>
      <p:ext uri="{BB962C8B-B14F-4D97-AF65-F5344CB8AC3E}">
        <p14:creationId xmlns:p14="http://schemas.microsoft.com/office/powerpoint/2010/main" val="1833019527"/>
      </p:ext>
    </p:extLst>
  </p:cSld>
</p:sld>
</file>

<file path=ppt/slides/slide9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55AE7D-5D24-440D-8E2F-10B0BE572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코드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F3BA32-85AD-437D-A967-C601EA87A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Dataset card 최소 필드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65A264-277D-4D75-A90C-56BA8A347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7E941E-5D40-436F-AEFB-3193D154B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F04049-4F60-4DF7-944B-496D41675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09:00-12:00 · PART 3/3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E6C373-A02F-4386-A3B8-7E64ABE01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090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46F057-0260-4717-8A38-5AC1C1366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D6C465-D978-4BBC-B590-F37CE4650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E0E54B-A84A-4103-9117-F389F3169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출처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D22D7C-A094-48F9-A917-C02B853F4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07FF2E-B10F-4C81-8C54-6CABC554C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수집 시점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CE5A07-1298-405B-93A9-887294406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077863-6297-4842-8D48-8CC7F0F0C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민감성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9842EE-B821-438B-B6A4-41CC563EC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184309-25E2-4EBE-BCD2-EBF4BB6F0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변환·제한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08F1A5-86F3-48CE-A163-90A4A84BF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50447E-9CD7-43B5-B397-33D1641A1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AC8DAC-E8EE-474B-965B-60A68E7A7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dataset: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source: official_url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collected_at: 2026-08-22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purpose: classroom_demo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contains_pii: false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transformations: [sampling, anonymize]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limitations: [synthetic_speakers]</a:t>
            </a:r>
          </a:p>
        </p:txBody>
      </p:sp>
    </p:spTree>
    <p:extLst>
      <p:ext uri="{BB962C8B-B14F-4D97-AF65-F5344CB8AC3E}">
        <p14:creationId xmlns:p14="http://schemas.microsoft.com/office/powerpoint/2010/main" val="1224867054"/>
      </p:ext>
    </p:extLst>
  </p:cSld>
</p:sld>
</file>

<file path=ppt/slides/slide9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D11CDEF-CAA5-495A-9CC2-3725F91D0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직접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0AEA80-2518-40AB-A12D-A50B919F4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1 · 한국어 사례 후보 3개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14F3B2-B685-462F-B6E1-70AF3D1EC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F806A1-84DC-430C-A658-CA89C038D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8039B0-2CAD-4BB1-AC96-D02B66BC3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09:00-12:00 · PART 3/3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E1BB2B-D9C3-4D37-8949-69EBA58A0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091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54D4CF-ABB9-43ED-B321-BB301C2DE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08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8C92C4-A440-47EC-B41B-E80416A23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17282B-2E8B-4059-8A38-FAA9003EC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일단 저를 그대로 따라오세요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DCC1A2-0205-40B1-93ED-E0D6AA446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866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숨기지 말고 첫 오류 한 줄만 가져오세요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41E550-BEEB-424F-8EDD-43849E52D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E00D80-B915-46A2-A5E7-3BC23D21D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공식 데이터 사이트에서 검색어를 정한다.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8EDA8D-B408-4C25-867B-4CDCE0A8A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886C59-733F-4FC7-A334-A1FE97CF4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139612-1AD9-403D-B691-56C9D4B0C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사례 후보를 세 개 적는다.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58E75A-D597-4586-B70A-A1C5BD9F4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38010C-C151-4564-B57F-A1868C05A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46A22D-BEA2-40CC-8EBD-C9830CB73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업무 흐름과 가장 가까운 한 개를 고른다.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01928F-8DD0-4B23-AC63-5C9A9365C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5E563F-649B-4AC8-A730-737D269B8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772BA3-BB79-4072-9F25-11B3E7ED8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선택 이유를 한 문장으로 쓴다.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6D9232-45C5-43B0-95EE-D1755A2EF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C31BD6-5CA8-43A3-B51C-154623381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1B1F3FD-68DC-49CC-90B1-9AF77A91C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후보 3개 + 선택 1개</a:t>
            </a:r>
          </a:p>
        </p:txBody>
      </p:sp>
    </p:spTree>
    <p:extLst>
      <p:ext uri="{BB962C8B-B14F-4D97-AF65-F5344CB8AC3E}">
        <p14:creationId xmlns:p14="http://schemas.microsoft.com/office/powerpoint/2010/main" val="628434690"/>
      </p:ext>
    </p:extLst>
  </p:cSld>
</p:sld>
</file>

<file path=ppt/slides/slide9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8F0E60E-9AAE-428F-B18A-0DF0FF4DA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직접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8D9F67-074C-4C3A-AAEA-533CEFB4C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2 · 이용 조건 확인표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A588B8-487E-4F34-A4E6-2C9E5DDB0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078429-4D7A-4A97-A3BB-2AB3FD509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3A9C6D-ABA0-4FE4-AD4E-6E13D800F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09:00-12:00 · PART 3/3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F15FDD-1B7B-4A90-A91A-73EA2EA85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092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E0C0B2-9F70-4439-AF0F-6B36AF090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08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13206C-A8C3-4F2B-B8A7-47D5FE068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8CC6F2-A0D8-40F6-948B-BDF8E4599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일단 저를 그대로 따라오세요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F9814E-040C-4479-8A1F-D8039A4E8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866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숨기지 말고 첫 오류 한 줄만 가져오세요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43E7B5-DF27-4F17-BD32-AFB9D6F1D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BCA156-6EE0-4FE7-97FF-42A34E74E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제공 기관과 URL을 기록한다.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A6BDD1-48A6-4BDC-95AB-6F5B3EB18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449926-2FE0-4757-BE45-24581DD06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BC0AF8-F8E1-4FA1-A1A4-4069FFF78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다운로드·신청 필요 여부를 적는다.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79E85B-89DA-4153-861F-51C005FA5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BC6588-F26E-46F9-B5E3-2A35D3248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36DDB2-6783-4F3E-B63A-939A73459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재배포 가능 여부를 확인한다.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98E790-E770-48BE-8B33-248CB2C3E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20C236-6831-4ED3-AE2E-1006110B1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7235AD-0465-4001-8721-CE635DAB6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불확실하면 강사 fixture를 선택한다.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9EE85E-823C-46BC-9D4A-739396A6B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060181-6579-4C94-9564-0558F1A2E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787B9E3-5B80-4FA2-B30A-AB5F8E5B3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source checklist</a:t>
            </a:r>
          </a:p>
        </p:txBody>
      </p:sp>
    </p:spTree>
    <p:extLst>
      <p:ext uri="{BB962C8B-B14F-4D97-AF65-F5344CB8AC3E}">
        <p14:creationId xmlns:p14="http://schemas.microsoft.com/office/powerpoint/2010/main" val="729720461"/>
      </p:ext>
    </p:extLst>
  </p:cSld>
</p:sld>
</file>

<file path=ppt/slides/slide9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E4BAD9B-029F-4EE7-A67B-819E89FDE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직접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0D2A76-D257-41F9-8B50-5D8CF282D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3 · 합성 회의 8문장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9585E2-D9FA-4A70-879F-4F29BC5E2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258CA0-0798-4D6A-B629-8EB7B34B9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0E7F09-E681-415A-9824-57CC1A80C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09:00-12:00 · PART 3/3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EB57A8-5578-4494-B13E-062F45F12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093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CAD69C-940D-421B-952E-62611D4E1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10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FE763E-8384-4B66-8154-DEDEA6D59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3220A2-4D08-4ED5-B3D0-3FA559FD4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일단 저를 그대로 따라오세요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1B40ED-FD70-4574-B594-C1861941E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866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숨기지 말고 첫 오류 한 줄만 가져오세요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5740BE-85A2-4C08-8B0B-2F885A534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2AD78D-6FD0-4AD3-BBF2-42D37EC08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역할 2명을 정한다.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CD3CF9-E28B-47E6-9636-5BE0DDB93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61F09D-2E33-4B53-AA7C-B31D3C922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0EB7D9-B0F0-47AF-829E-60B61659A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결정 1개를 대화에 넣는다.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C8550F-375D-4117-A68C-937A9E84D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9E8D96-4565-41B5-834E-7A8C64FE4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D9E704-D07F-49AC-BA71-FB3EB61A5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담당·기한 Action Item 2개를 넣는다.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C2BC55-F12E-44C5-87A3-125E140E9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C1B0EF-4B38-41DF-8BDF-D865F3AE0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31D0D9-68F0-413A-B39D-87BD7430F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모호한 표현 1개를 일부러 넣는다.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1D3D482-B7F7-45F6-B7FF-2AB5460FD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5890893-22F1-4E7B-89C6-BB5DD4BDF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2DD95E0-35BF-43BA-9F05-936395F0D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합성 transcript 8문장</a:t>
            </a:r>
          </a:p>
        </p:txBody>
      </p:sp>
    </p:spTree>
    <p:extLst>
      <p:ext uri="{BB962C8B-B14F-4D97-AF65-F5344CB8AC3E}">
        <p14:creationId xmlns:p14="http://schemas.microsoft.com/office/powerpoint/2010/main" val="1223653517"/>
      </p:ext>
    </p:extLst>
  </p:cSld>
</p:sld>
</file>

<file path=ppt/slides/slide9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ED411FB-DDDB-4F73-8FC8-1AC62DAB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직접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13B8B3-B1AA-4A19-B990-B8A51C41C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4 · Golden JSON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105132-3A08-4D17-BAB1-75569B88D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9EF1E7-8878-4FB5-9DEE-652CF59FE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892CF5-32A4-4641-9A8D-6FF914CB7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09:00-12:00 · PART 3/3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DCDDAF-39C2-460F-A261-50C76AC8F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094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FA7B9F-2C08-45DC-95AD-FD94A404A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10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6675C9-C07C-4474-9919-EAB784A8B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A8CCEF-311A-4A33-8C07-F9AEF6CF0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일단 저를 그대로 따라오세요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94E140-848C-403E-8BE3-D3917E831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866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숨기지 말고 첫 오류 한 줄만 가져오세요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B21884-D65D-4690-AFE0-F15B07D23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29F174-03F5-4698-BF2E-EB8638CD1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title·summary를 적는다.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D44461-3D5F-4A1D-B5ED-01A378E0D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3FEBE5-E762-44B6-9EA7-42FDF2390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A5BF03-4D27-41C5-ADBC-7FB52553C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decision을 한 개 구조화한다.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94A9B3-3471-4AA6-8CC1-FEF0BC70C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E156DC-84A7-43DA-8DD3-EC116C3D4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E55A2E-F328-4588-AE03-3A7583922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action item 두 개를 구조화한다.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15F6C6-F4D0-4B41-B514-D993BA985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6522B2-53E7-4467-B449-EFC849E92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50C17F-CC98-4657-B9B7-48D9BDBAB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각 항목에 evidence ID를 연결한다.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750646-8900-42A0-94A6-BE3024381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F5546BD-3508-4765-B6C7-2ACDFCF56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D7A13CC-BAE5-448F-8B41-37FBB4FD3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정답 JSON 1건</a:t>
            </a:r>
          </a:p>
        </p:txBody>
      </p:sp>
    </p:spTree>
    <p:extLst>
      <p:ext uri="{BB962C8B-B14F-4D97-AF65-F5344CB8AC3E}">
        <p14:creationId xmlns:p14="http://schemas.microsoft.com/office/powerpoint/2010/main" val="175875027"/>
      </p:ext>
    </p:extLst>
  </p:cSld>
</p:sld>
</file>

<file path=ppt/slides/slide9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17716C5-9A64-44A8-9B8E-420092FCB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실패 사례와 복구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B2D462-E57C-43BD-925F-0547F6F6E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1 · 데이터가 너무 크다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996A24-D259-40EE-8E62-A56260967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DD93ED-A739-4DED-B969-F24217F41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821C8D-05E0-42A9-801C-63742AB22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09:00-12:00 · PART 3/3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0F6C06-3B09-48E2-A383-8152AC664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095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7BF7C7-53E2-496C-B3FD-EE0725EEE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현업에서 자주 깨지는 방식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DD4B40-E75D-4237-B692-6B9058A8A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제가 먼저 고치는 순서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AB9780-5D32-4C3A-9A03-418A2C9DA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445551-D5A2-4F46-8793-FF49C9260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5F3086-20EF-4802-A1F1-940B138B5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수십 시간 audio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583897-0807-42DC-9D14-1C1107FF6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88C538-9AF9-483B-8363-ED99A38A4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수백 MB 전체 말뭉치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5D1CA9-8C48-4C31-9DC0-5B3086FC1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F13D94-1D04-4B04-AF73-12736DEFA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전처리만 수업 소진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9C77F1-AEB6-4671-A66A-CFA03BA89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3FF1A6-380C-4F54-BA97-5695BFC67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정답 만들기 불가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61B84A-14EC-45FA-A3C2-260F376D5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2027B5-C9A2-48DF-9845-E00CBFFF9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2-3분 audio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90907B-2163-46DC-847F-34333ACBA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CDD361-F6A8-4560-9BF1-A82FE6293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10-30건 text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21CA8C-4E68-43C3-8063-85CEFE06C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C2B790E-ECA0-41B7-A3AF-70E62BAD4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golden 3-5건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90B8417-0D57-48B0-AFC8-4C867D3EF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CA4DA04-5AA6-41C8-88C8-6BE5B1AF7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확장 과제는 별도</a:t>
            </a:r>
          </a:p>
        </p:txBody>
      </p:sp>
    </p:spTree>
    <p:extLst>
      <p:ext uri="{BB962C8B-B14F-4D97-AF65-F5344CB8AC3E}">
        <p14:creationId xmlns:p14="http://schemas.microsoft.com/office/powerpoint/2010/main" val="691100118"/>
      </p:ext>
    </p:extLst>
  </p:cSld>
</p:sld>
</file>

<file path=ppt/slides/slide9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1A2D69B-E8A3-486B-B281-9DEE51D6C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실패 사례와 복구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D15AE3-7A78-4998-8202-8B962C7B8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2 · 공개 페이지를 그대로 재배포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5847A6-4A15-414B-BA8B-084521BA7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B27DF5-5954-40D9-B5A6-A3FD7ACDE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0AD199-45FC-4E39-9E4D-38B813C12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09:00-12:00 · PART 3/3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FD34C9-8A74-470C-B8A5-7047D31BB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096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CFD3F3-9998-4E93-8B44-BBE311ED8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현업에서 자주 깨지는 방식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419FD0-5BB5-4BC6-B01C-A13DDFEEF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제가 먼저 고치는 순서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A23345-473D-4C25-A409-EC1161BFD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F49C8D-1513-4DAE-B275-826C5F65C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37D783-D6F3-4BFD-AC4A-3E36F60A4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이용 조건 미확인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5E157B-ECC9-41AE-A167-846D11532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3672C2-FA65-438A-80BB-FBCAEC636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첨부 전체 공유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4A8936-9D07-48C3-AFCC-13C03B0CC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2ACC18-8EE7-4D50-BB3B-954F46301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출처 누락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74498E-8A17-4442-8B43-6F66C4B4C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568BF5-A2F0-4C8F-898D-E469C4A4E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신청 계정 공유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FEB385-0A79-4482-A386-B2795DB42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D132B1-1C71-4FC3-ADB6-42E45C190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공식 링크 제공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5E24AB-8567-414B-86DF-CBA07F2FA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3424F4-D6FD-4114-9E1D-6344A4271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허용된 소량 샘플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24B5B9-DBBE-4E6D-B3B3-C3539D14E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37E2543-2599-4984-87EF-9474DACFF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출처·날짜 기록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B97EFD5-C898-48E6-A24C-60C0DA351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6E92B69-DD24-48C4-8EAB-E9671E846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fixture 대체</a:t>
            </a:r>
          </a:p>
        </p:txBody>
      </p:sp>
    </p:spTree>
    <p:extLst>
      <p:ext uri="{BB962C8B-B14F-4D97-AF65-F5344CB8AC3E}">
        <p14:creationId xmlns:p14="http://schemas.microsoft.com/office/powerpoint/2010/main" val="2057233842"/>
      </p:ext>
    </p:extLst>
  </p:cSld>
</p:sld>
</file>

<file path=ppt/slides/slide9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8346D31-B10E-4A3F-9F20-C04079A9A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실패 사례와 복구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EA27C8-FDB4-4765-A4CB-275860370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3 · 정답 없이 prompt를 튜닝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B4947B-9AC1-4782-A03B-48D084B28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C2437D-42E6-4636-A6BA-4B31504BB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8D77D9-B581-4454-A839-A55C7C9EA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09:00-12:00 · PART 3/3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3B032C-93F4-4DE1-A1AE-9C458E860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097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B88423-CAEB-48F6-AF29-D4CE1135C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현업에서 자주 깨지는 방식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A5D815-FABD-4E5B-8C35-B0E11F6B1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제가 먼저 고치는 순서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89047F-04B0-4A99-83A2-82C304B3B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29F009-9010-42E2-8F04-45B4523D1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95796B-80BE-4750-B5A7-3118CCFB4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좋아 보이는 출력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D77978-36C7-4309-BB32-F25C8B2DB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49A94F-C5E8-48D9-956A-28E400815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기준 매번 변경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3400B8-1E83-422C-8FFF-C9B4B3A62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297253-0EFE-4A7B-BF0D-5F407D745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모델 비교 불가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91BB68-3E7A-4298-97A3-ECB2777DD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CC81D3-9E81-4688-8F21-6CD2BEC8B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오류 회귀 모름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3074A6-F6D4-43AD-BDB4-B0371D236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329A29-924B-4FB1-90F3-F8D83481D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golden example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484D56-4611-4B00-BC61-8784E09D6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E9471E-F77E-49F7-A468-9506FA115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rubric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9CC0B1E-22D2-4445-B8D2-A5008C071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B38082-0F56-4A64-A106-356845230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고정 dataset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8CCA639-EEBF-423F-9266-9C33D1552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B91B814-CD1E-4CEB-BBA6-25FE329BD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experiment 비교</a:t>
            </a:r>
          </a:p>
        </p:txBody>
      </p:sp>
    </p:spTree>
    <p:extLst>
      <p:ext uri="{BB962C8B-B14F-4D97-AF65-F5344CB8AC3E}">
        <p14:creationId xmlns:p14="http://schemas.microsoft.com/office/powerpoint/2010/main" val="55136161"/>
      </p:ext>
    </p:extLst>
  </p:cSld>
</p:sld>
</file>

<file path=ppt/slides/slide9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8A46AD5-37DE-40DA-9470-35F96D422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재직자·구직자 관점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02DC09-A557-40CC-8B2E-3F72A8C21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재직자 · 실제 업무를 안전하게 추상화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8FAFE4-A3FF-4578-A778-C4A991642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3B3FC0-969A-4548-B854-EA349966C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B4DD3C-5E02-4412-AE8B-CECD5323D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09:00-12:00 · PART 3/3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1CC05C-7A7E-4200-BEC8-23BE6FDD6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098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EE8D17-91F4-4224-B9DE-53EF39BD4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가져오지 않을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86A6EC-3491-4DC1-943F-02C323969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남길 관계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3DE4D3-AAD5-47DC-85CD-774B05AFE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627C61-11A2-4867-8FEE-77E6BC965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2D00E1-1B75-45CB-8E32-18003FDA7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실명·고객번호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FD72CD-7203-4ACA-BA85-2738DA830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3CDF82-FB0F-4677-BFFD-ABA8AE6A5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계약 금액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97C46D-8CD6-4569-9B7D-F08EC278B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2DB26B-4B17-47C1-830B-497E31030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회사 URL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5BD7EC-E4ED-48F7-908D-182C005B5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1E16BD-F0DB-4DE0-BD3F-7F0F880F6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내부 전략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BEDDF9-BCC9-4156-859C-B6198D658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0B12C6-AE71-4EEC-8A26-061815F4F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역할 간 의사결정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02C96F-C676-4B33-AC8B-50C689230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CA47EB-2F07-452C-98BE-FE1C10AF2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업무 단계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C3AF11-66A2-4647-9D82-9523EBEB3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5721CB0-196C-4E57-AF30-B06FD48A1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승인 조건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CEE9B5F-BCDA-4505-B62B-61796C47E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5F2D620-4348-48E7-B6EE-7A8861427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비용</a:t>
            </a:r>
          </a:p>
        </p:txBody>
      </p:sp>
    </p:spTree>
    <p:extLst>
      <p:ext uri="{BB962C8B-B14F-4D97-AF65-F5344CB8AC3E}">
        <p14:creationId xmlns:p14="http://schemas.microsoft.com/office/powerpoint/2010/main" val="1522734405"/>
      </p:ext>
    </p:extLst>
  </p:cSld>
</p:sld>
</file>

<file path=ppt/slides/slide9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216969-725D-438D-94B2-E1C9C2087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판단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F60C71-FEF6-4091-835F-7DCE9C577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Gate 3 · 이 Action Item을 믿어도 될까요?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3467C2-A983-4D1A-A2AF-2A6FFE5CC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09CCB5-8534-4BED-841D-2826CACFE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8E7B77-256C-4A95-9682-5A7254547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09:00-12:00 · PART 3/3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EEF3AC-F01A-46FC-8E63-1221ED207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099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02A667-1245-4A7B-AAF5-A2971E82E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상황: 요약에는 “다음 주에 민지가 배포”라고 적혔지만 원문에는 담당자와 날짜가 명확하지 않습니다.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904C7E-AECC-4FD4-A20D-01CFDAF92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5069B3-E2B2-4CE8-9FE1-2BFB5FBE9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EB07D1-8F15-4B2B-9C63-B097EC4D0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2860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어떤 segment를 evidence로 다시 확인할까?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899380-D0E2-4D4B-B39E-52BFA78B1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FC356A-2478-427C-993C-B0186AA04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3027CF-19DC-48D8-BAB5-95BEF1033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3528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담당자·기한을 null로 둘지 사람에게 물을지 결정하자.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5A8B35-1FA7-4D4D-B7F1-99B12C158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52A533-6D8D-46C9-92F3-EB1FA9D0E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C4F650-1C5E-4163-B861-B0C6A1878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4196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이 사례를 Golden Dataset에 어떤 실패 유형으로 남길까?</a:t>
            </a:r>
          </a:p>
        </p:txBody>
      </p:sp>
    </p:spTree>
    <p:extLst>
      <p:ext uri="{BB962C8B-B14F-4D97-AF65-F5344CB8AC3E}">
        <p14:creationId xmlns:p14="http://schemas.microsoft.com/office/powerpoint/2010/main" val="1136246835"/>
      </p:ext>
    </p:extLst>
  </p:cSld>
</p:sld>
</file>

<file path=ppt/slides/slide100.xml><?xml version="1.0" encoding="utf-8"?>
<p:sld xmlns:p="http://schemas.openxmlformats.org/presentationml/2006/main">
  <p:cSld>
    <p:bg>
      <p:bgPr>
        <a:solidFill xmlns:a="http://schemas.openxmlformats.org/drawingml/2006/main">
          <a:srgbClr val="0B1F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9FB1C1-E029-4203-A52B-A9708A23F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3A8BE4-11BE-4066-AA30-CCD7DDDBE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23900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48A442-9370-48E1-AAC6-8CDCA0867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66900"/>
            <a:ext cx="10287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5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5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환경 구축의 목표는 설치 성공이 아니라 재현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5966B1-176E-41CE-B730-0D4689DB5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57600"/>
            <a:ext cx="96202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E0E0E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E0E0E0"/>
                </a:solidFill>
                <a:latin typeface="Apple SD Gothic Neo"/>
                <a:ea typeface="Apple SD Gothic Neo"/>
                <a:cs typeface="Apple SD Gothic Neo"/>
              </a:rPr>
              <a:t>모든 학습자가 완주하는 필수 경로와 Codex·Claude로 가속하는 강사 경로를 분리한다.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6736FB-02E3-4D35-A720-2558F7B24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3870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차성재의 현업 메모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2B33F1-68DA-42DB-A82B-52DC87C72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78155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강사 컴퓨터에서 한 번 되는 것보다, 학생이 막힌 지점에서 다시 시작할 수 있어야 한다.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CB51E8-6C56-4260-8D7C-2618D0C0D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29250"/>
            <a:ext cx="1040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3272FA-A95C-4EED-8FD8-AA18035AF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산출물 · Python·VS Code·Git·repo · 무료/선택 lane</a:t>
            </a:r>
          </a:p>
        </p:txBody>
      </p:sp>
    </p:spTree>
    <p:extLst>
      <p:ext uri="{BB962C8B-B14F-4D97-AF65-F5344CB8AC3E}">
        <p14:creationId xmlns:p14="http://schemas.microsoft.com/office/powerpoint/2010/main" val="1407878036"/>
      </p:ext>
    </p:extLst>
  </p:cSld>
</p:sld>
</file>

<file path=ppt/slides/slide10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A7FE8A3-E536-48DC-AB1F-67790CAE4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오늘의 질문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8D7963-F523-4B09-8C68-ED80F75A5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같은 명령이 같은 Python을 가리켜야 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056F3A-8F14-4A5B-8C0C-B41B64621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1C1750-1DA5-4413-A199-835099A80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598104-A13F-4289-99A9-037C34422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946E48-7B13-4F52-B22F-91CABA5E1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81696D-3FB0-4B16-A826-2D64B5625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설치가 실패해도 수업과 프로젝트를 계속할 수 있는 두 번째 경로가 있는가?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FE10DF-8885-450C-8470-EFA39D7D6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622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99BD1D-DC6E-4239-A217-7E4BDF2A4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288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확인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86B20C-B86E-47F4-B600-AFB55C625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4193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OS·Python·Git 버전을 먼저 캡처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265446-0023-4109-9C79-DB4B77501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480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EC2845-9DCA-4817-82B8-12F9D7F31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146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격리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3F93B6-0860-4E47-88B5-606030494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1051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프로젝트 .venv를 생성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EE0FA7-6842-4477-A758-627D5BEC6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338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2BADDE-25C4-4204-91B4-B574C62D9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004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선택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BF1D1B-69F1-4FAA-B86C-CA0AB1B22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7909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VS Code와 Notebook interpreter를 맞춤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C54C09-AE59-4DEA-8F9F-546FD7AFE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196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FB0294-5E3E-4C05-B9FD-0A6CAA5A0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862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보호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E8CBE8-6F37-4D1D-8294-EBAACA36F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4767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secret·대용량 파일을 Git 밖에 둠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889474-F773-4B30-A9AC-EE408AB90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054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A08EAD-0EFD-46A4-B584-ADA678BBE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720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복구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A62F2F-EA5A-45B6-9AAD-17307FE16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1625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첫 commit과 fixture 경로를 남김</a:t>
            </a:r>
          </a:p>
        </p:txBody>
      </p:sp>
    </p:spTree>
    <p:extLst>
      <p:ext uri="{BB962C8B-B14F-4D97-AF65-F5344CB8AC3E}">
        <p14:creationId xmlns:p14="http://schemas.microsoft.com/office/powerpoint/2010/main" val="1097461921"/>
      </p:ext>
    </p:extLst>
  </p:cSld>
</p:sld>
</file>

<file path=ppt/slides/slide10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508196D-6C9A-4D06-A931-9E3C18DDC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처음 보는 용어 · 한 장으로 비교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CCAA9D-9CCB-42CC-9058-A640D22E3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설치보다 먼저 구분할 네 가지 환경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8EBEE4-6584-4BE8-9136-29C2A5F9A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991F8A-35D8-4306-A020-C975E67E1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AEAB8D-12B1-44E4-A35A-2C7E81427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809DEC-E913-47CA-86D6-9EE0CED1C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55B467-957B-41FD-952D-2CB5E3CB1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00200"/>
            <a:ext cx="10553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EB762D-B236-4ACD-8AB7-E48F2E866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95450"/>
            <a:ext cx="1828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용어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EE04C9-DAD8-46A9-A244-7CA4437D2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695450"/>
            <a:ext cx="421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쉽게 말하면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32B374-7F5F-4EA5-8CE0-A7E039152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6954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오늘 쓰는 곳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F72BC8-0DF8-4D6C-B031-89216345E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14550"/>
            <a:ext cx="1828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Runtime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Execution Environment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B3593F-DBFC-4DA0-8039-9083C91FB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114550"/>
            <a:ext cx="4210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코드가 실제로 실행되는 Python·운영체제·패키지 환경이다.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B580C7-A332-4998-84F2-9C0D4B1BD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114550"/>
            <a:ext cx="3714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python3 --version과 실행 경로를 먼저 확인한다.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A039B6-149A-4E19-AA2C-4EF6A2081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7655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465D3D-BDC2-4E81-A605-B6A5DBD71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76550"/>
            <a:ext cx="10553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555B57-A180-4871-81A4-C5212D3A2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1828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Interpreter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Selected Python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049767-20B2-49C2-95E6-203A5A2E4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990850"/>
            <a:ext cx="4210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VS Code나 Notebook이 사용할 특정 Python 실행 파일이다.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853E71-A605-4269-BF64-3AA9524AE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990850"/>
            <a:ext cx="3714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.venv/bin/python을 VS Code Interpreter로 선택한다.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A5326B-7387-4B0C-871F-F35D68A90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5285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C1412A-C108-426D-B6FC-F26F1B2E8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67150"/>
            <a:ext cx="1828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Virtual Environment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Isolated Packages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0938D3-40ED-4415-81FF-805F68052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867150"/>
            <a:ext cx="4210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프로젝트별 Python 패키지를 격리하는 폴더이다.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3E4382-81CF-4384-AC2A-1A886A515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867150"/>
            <a:ext cx="3714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python3 -m venv .venv 후 같은 환경에서 설치·실행한다.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FDB5C9D-F7B6-428A-9FC8-7A29416A8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2915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1504342-3BCB-404D-B582-88D62DE9C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29150"/>
            <a:ext cx="10553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89B36B9-7843-4188-9262-94EFACF74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43450"/>
            <a:ext cx="1828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Repository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Versioned Project Folder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FF61002-A1B8-44E5-94CD-3195B8124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743450"/>
            <a:ext cx="4210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코드·문서·데이터와 변경 이력을 함께 관리하는 프로젝트 폴더이다.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95242BC-8CC0-4562-BB94-2E7A4C517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743450"/>
            <a:ext cx="3714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src·tests·data·materials 폴더를 하나의 저장소로 관리한다.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6056EDE-7866-4147-8EA4-A70CBB72B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0545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206656170"/>
      </p:ext>
    </p:extLst>
  </p:cSld>
</p:sld>
</file>

<file path=ppt/slides/slide10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E130EB-6ADD-4BE8-974F-4DA8CA180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무료의 정의를 먼저 합의한다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5ECFFE-EB1C-4EA5-87FA-E890BF34F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02F188-0CCB-4076-8EFE-9456A3613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864AE5-0446-4A0C-9874-8EFB61252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 · FREE SETUP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EDF8E9-EC68-48F7-9B8C-BC1CE2B83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A6B260-2910-41AA-B8F7-82931BB02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E199FC-351D-4FFB-9420-C3D0F7E1D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80962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학생은 외부 LLM API 비용 없이 필수 실습을 완주할 수 있어야 한다.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654093a6614323">
            <a:extLst>
              <a:ext uri="{96DAC541-7B7A-43D3-8B79-37D633B846F1}">
                <asvg:svgBlip xmlns:asvg="http://schemas.microsoft.com/office/drawing/2016/SVG/main" r:embed="R81a0e53b1fff435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601200" y="1847850"/>
            <a:ext cx="1352550" cy="13525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F1ECAC-D33E-4070-BF3C-29268A995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24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775E60-32B2-4D67-86AC-FBC44CD19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385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Python·Git·VS Code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CF1D53-8ECC-4AE8-9AC9-AE72CA375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005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D97F65-CAE8-4417-AE6E-A884CA93B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148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fixture·local LLM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690336-69B3-4EEB-B7C7-D44866EA6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767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7F864A-7CB4-4ACE-9719-8ACD9BF9F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910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선택 서비스 초과 과금 주의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AE3F11-5C74-4766-A02D-A0CE67C26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886450"/>
            <a:ext cx="9906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689EAD-E3F8-42F1-98FC-3893C4823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95312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수업을 살리는 기준  |  환경 문제의 절반은 패키지가 아니라 ‘지금 어떤 Python을 쓰는가’에서 시작한다.</a:t>
            </a:r>
          </a:p>
        </p:txBody>
      </p:sp>
    </p:spTree>
    <p:extLst>
      <p:ext uri="{BB962C8B-B14F-4D97-AF65-F5344CB8AC3E}">
        <p14:creationId xmlns:p14="http://schemas.microsoft.com/office/powerpoint/2010/main" val="1813604308"/>
      </p:ext>
    </p:extLst>
  </p:cSld>
</p:sld>
</file>

<file path=ppt/slides/slide10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CA1B17-72F5-49BA-B827-8B5910C58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필수 경로와 강사 가속 경로를 분리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632704-01B6-4E35-AC0B-549782024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0245D2-6C0C-4664-9C0D-8CCAF1EA3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FB2F58-5C85-44AC-B208-B0F7E8011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 · FREE SETUP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ADD56F-C580-4145-BE69-25ED1A736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C50B73-FB40-4891-9037-355280167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학생은 로컬·결정론적 코드, 강사는 Codex·Claude live demo를 사용한다.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4D37DE-BF24-4BD9-ACC8-2A7DBD116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690223-5F90-4295-978C-24CB2016D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필수: 직접 실행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49706B-22F9-4CC6-AC9F-904495C55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5F75E2-7619-41F5-8FE5-2A49ADDD9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강사: 생성·수정 가속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F20602-1E55-4E7F-B15C-E6FFD3DCF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1D1AE6-12FE-440A-8111-FA88FC651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공통: diff·test 검토</a:t>
            </a:r>
          </a:p>
        </p:txBody>
      </p:sp>
    </p:spTree>
    <p:extLst>
      <p:ext uri="{BB962C8B-B14F-4D97-AF65-F5344CB8AC3E}">
        <p14:creationId xmlns:p14="http://schemas.microsoft.com/office/powerpoint/2010/main" val="1915612082"/>
      </p:ext>
    </p:extLst>
  </p:cSld>
</p:sld>
</file>

<file path=ppt/slides/slide10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0A37D6-0F58-431A-9F2B-CD4D1F782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Python은 실행기, VS Code는 작업 공간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612106-2303-4003-A470-DD0DC698E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7AE5EA-D27B-4C91-B32C-8A8D041F0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4C07BA-A24F-420C-B04D-648DAF81C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 · FREE SETUP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0394FB-388F-4E12-9BEC-6C8BB2AAF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E2E413-79C2-4A83-A0DA-322DD873F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F60262-5036-4AEA-8220-A503E2802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9715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extension이 Python 자체를 설치해 주는 것은 아니다.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38E452-9994-48EE-9D44-FE8FCEC72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24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C80D16-5F47-499E-A834-53B77B52F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385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Python interpreter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7BB302-9CC3-4D9C-AF08-CDB75E8D1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005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F1E418-08CD-4295-88A8-7BCE5F5FA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148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VS Code editor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20CA11-7BFE-4857-A8F0-BFFDAF671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767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BD750B-DD86-4C35-9B34-7BDEA2494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910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Python·Jupyter extension</a:t>
            </a:r>
          </a:p>
        </p:txBody>
      </p:sp>
    </p:spTree>
    <p:extLst>
      <p:ext uri="{BB962C8B-B14F-4D97-AF65-F5344CB8AC3E}">
        <p14:creationId xmlns:p14="http://schemas.microsoft.com/office/powerpoint/2010/main" val="1288186789"/>
      </p:ext>
    </p:extLst>
  </p:cSld>
</p:sld>
</file>

<file path=ppt/slides/slide10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B74501-15C1-47E3-8569-BA9A9DBB8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가상환경은 프로젝트의 재현 경계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3E6534-3312-4EE2-AA34-1D58EB7BE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6E1FA0-7602-4AB4-949D-FF3C32835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8BFE01-13B0-4693-BEEB-31493231C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 · FREE SETUP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12FA7A-A60C-4824-9D6A-63BAC2578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AC13B7-E2FE-4A30-8699-922DD3EA8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전역 환경 대신 프로젝트별 dependency를 격리한다.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431199-20C3-4472-B996-943E8CDB0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9EF7FD-A02A-4841-9DAF-BE44BDD82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python -m venv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2C93D8-5BAC-4CDF-8353-A8B8D0108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86B8A0-6C33-4FAF-BAB7-331E96A04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interpreter 선택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D6A62D-C552-4672-AC72-07DC4D1A4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D2856D-014E-490A-A2D3-50DB88C2B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requirements·pyproject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374FCF-2B0A-468E-81B2-0C31C2A43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3550"/>
            <a:ext cx="109728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D60D79-D281-4C2D-96BB-755E1457F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1049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수업을 살리는 기준  |  첫 commit은 저장이 아니라 복구 지점을 만드는 일이다.</a:t>
            </a:r>
          </a:p>
        </p:txBody>
      </p:sp>
    </p:spTree>
    <p:extLst>
      <p:ext uri="{BB962C8B-B14F-4D97-AF65-F5344CB8AC3E}">
        <p14:creationId xmlns:p14="http://schemas.microsoft.com/office/powerpoint/2010/main" val="971229709"/>
      </p:ext>
    </p:extLst>
  </p:cSld>
</p:sld>
</file>

<file path=ppt/slides/slide10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4AB4D6-7DDB-4DB8-ACDA-8DAA44BA1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Git은 제출 도구가 아니라 사고 기록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E12684-8E51-4682-A148-4EF3C2D0B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313685-6BCE-44CB-89F8-E97F9367A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633230-725A-4970-BAF1-2749D7E43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 · FREE SETUP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04643C-F476-4719-8575-B3A691A18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37DE42-1155-42AB-B40E-2C6E691EE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A2E165-60C8-474D-885A-E57AF9BB3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9715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작은 commit이 무엇을 바꿨고 왜 검증했는지 보여준다.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69CDDB-091E-4B0E-9373-720CBE679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24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6FD6C8-D82F-4A2A-B62E-4135747A5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385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status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62C930-B175-42DE-95BD-60DD6A601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005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EFF276-5740-4B23-8092-86172793C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148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diff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318217-2565-43E8-BBD3-FC2FE1749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767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F24FA1-12AB-457A-B2DA-4B48DE773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910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add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5326F1-344A-493F-A41B-C41F200B7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1530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8BB9D6-5790-42A9-80CC-64AE9A803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0673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commit</a:t>
            </a:r>
          </a:p>
        </p:txBody>
      </p:sp>
    </p:spTree>
    <p:extLst>
      <p:ext uri="{BB962C8B-B14F-4D97-AF65-F5344CB8AC3E}">
        <p14:creationId xmlns:p14="http://schemas.microsoft.com/office/powerpoint/2010/main" val="535303125"/>
      </p:ext>
    </p:extLst>
  </p:cSld>
</p:sld>
</file>

<file path=ppt/slides/slide10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78A058-75B9-48D4-9124-F03E407CF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Jupyter는 설명과 실행의 다리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6EE999-F9CD-464D-B33D-3D7787459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B8D91C-163C-467F-B825-3D893325A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5ED8FB-4B58-458F-917B-239919987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 · FREE SETUP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D31563-C861-4778-8132-FF5B52518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2810DA-12D2-4567-BD9F-E95761553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한 셀 한 개념으로 결과를 보고, 모듈 코드는 src에 둔다.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DA54C1-838E-4FC2-A0AB-DA68CDB5D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5F9F7C-08C3-49F6-A072-12AD39590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Markdown 설명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AC7613-09B9-469E-AE05-7C783E958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847FD7-9F75-469B-8242-DB82EF1EC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Code 실행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C897BC-363E-420A-94D3-AB3E0FFA0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420415-5B56-48BD-9422-F03F723BB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output 증거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CF6178-2E40-4FC4-90F7-3DC07E5CE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38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9C5BD5-41C9-4596-9DE1-FF3D85F71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529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Restart &amp; Run All</a:t>
            </a:r>
          </a:p>
        </p:txBody>
      </p:sp>
    </p:spTree>
    <p:extLst>
      <p:ext uri="{BB962C8B-B14F-4D97-AF65-F5344CB8AC3E}">
        <p14:creationId xmlns:p14="http://schemas.microsoft.com/office/powerpoint/2010/main" val="188515162"/>
      </p:ext>
    </p:extLst>
  </p:cSld>
</p:sld>
</file>

<file path=ppt/slides/slide10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797185-B856-4C53-A866-98D5B4AF6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Secret은 코드·노트북·캡처 밖에 둔다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90146D-FADC-4B97-9251-BA9C75484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7B2CEF-89A3-420B-B0EA-9AA7D7995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A52DB9-D799-43DB-AED5-0A6F875FF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 · FREE SETUP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754740-A024-4E3B-BA8C-8EE5CE01A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645DA6-0238-4607-A4BA-33CAC68F1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321395-382D-4E43-AB56-CE164A093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9715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실제 값은 환경 변수, 저장소에는 이름만 있는 example을 둔다.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E8D877-CE46-4454-8EA7-4E885B38B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24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C72F54-B088-4D76-AFCB-E759E7B51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385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.env.example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E11ECB-46B6-461A-A5CB-C40D33439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005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752D83-DB3C-40E3-91EA-8A5096557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148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.gitignore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9A4D42-C7EE-443F-BFC3-019CC2062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767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0F1BB6-EA9E-4934-AB0A-730F6189A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910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화면 비식별</a:t>
            </a:r>
          </a:p>
        </p:txBody>
      </p:sp>
    </p:spTree>
    <p:extLst>
      <p:ext uri="{BB962C8B-B14F-4D97-AF65-F5344CB8AC3E}">
        <p14:creationId xmlns:p14="http://schemas.microsoft.com/office/powerpoint/2010/main" val="212013616"/>
      </p:ext>
    </p:extLst>
  </p:cSld>
</p:sld>
</file>

<file path=ppt/slides/slide1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ABB8D3-0C3A-4E00-AAF1-1FC4D1633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Harness Engineering은 작업 환경을 설계하는 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4293E1-6BAA-4135-8F08-0B874BBB9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32C652-90A7-4A90-B812-3E0042894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2FB4E1-6902-4929-80B5-57346D280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 · FREE SETUP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13DCB8-E44E-41AF-9845-05CAAEF52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E3EC88-D2B9-4462-BB05-188B83292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좋은 지시보다 좋은 파일·테스트·checkpoint가 Agent 품질을 높인다.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A0E519-48F4-46A8-B70C-9625E150D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070D39-C512-4367-A985-E89748010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AGENTS·README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1C3EBA-45CB-4752-A65D-00763B7D3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58AC63-ADFF-4B6A-957E-594B9028E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small scope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82CE9E-BD15-4625-A475-9B66AEE16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FADF38-CE84-42C4-BB46-AE78BD124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executable tests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BB6D1A-7589-4741-A964-5096E9EF5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38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176749-F0B1-437E-A7D9-B6C0FEC08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529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review loop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64C1FA-69E5-415D-A7AE-FEBAB43D6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3550"/>
            <a:ext cx="109728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B13D2A-0175-428C-87F8-A6EBEEEF9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1049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수업을 살리는 기준  |  Harness Engineering의 출발은 좋은 프롬프트보다 깨끗한 작업공간이다.</a:t>
            </a:r>
          </a:p>
        </p:txBody>
      </p:sp>
    </p:spTree>
    <p:extLst>
      <p:ext uri="{BB962C8B-B14F-4D97-AF65-F5344CB8AC3E}">
        <p14:creationId xmlns:p14="http://schemas.microsoft.com/office/powerpoint/2010/main" val="295491627"/>
      </p:ext>
    </p:extLst>
  </p:cSld>
</p:sld>
</file>

<file path=ppt/slides/slide1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4F6F1B-A83E-4180-A9D0-7234D4C53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진행 순서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563C7C-0A1D-4B81-B8A9-FC63899D7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환경 설치 순서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FC03A6-52B1-4EFF-A3AE-8CD96683E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6ECA23-8E00-47CD-B086-9968795A2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96CED1-B802-4846-8096-106621F65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6CF520-1110-4497-BDFA-00CC8C2B6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3D6063-8F3C-45F0-A18F-D90937C82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8845D1-3F03-4D25-B049-68342479F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A2CEE9-64F2-4CD6-9A48-8ED9AE5E0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PYTHON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EB6083-7667-4CB4-8B89-B70295EF2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버전 확인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F7DAD3-5378-4E5E-A2A4-835A2B9BB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177B40-1F4B-4526-B8E6-EB0923902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3425F2-EFD7-4780-B97C-4F014CF25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VSCODE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3BDFA9-F2C8-43EF-9BF9-95412C912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extension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163707-486C-45B4-9E85-8572279CA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410BDF-1417-45E0-A809-1CA3E6EAD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E84F4C-900F-406A-800C-F83DA12CB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GIT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40F234-FC13-416B-9346-B040832D9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identity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5178E4-D4CD-4F4C-BE19-FBD22E63D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64DA77-F02A-4F78-82A9-6D803C423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296DF7-7CB4-4BE6-88C8-55605F3B6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REPO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6C8480-AE34-4261-80FC-81A92437D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clone·open</a:t>
            </a:r>
          </a:p>
        </p:txBody>
      </p:sp>
    </p:spTree>
    <p:extLst>
      <p:ext uri="{BB962C8B-B14F-4D97-AF65-F5344CB8AC3E}">
        <p14:creationId xmlns:p14="http://schemas.microsoft.com/office/powerpoint/2010/main" val="522624003"/>
      </p:ext>
    </p:extLst>
  </p:cSld>
</p:sld>
</file>

<file path=ppt/slides/slide1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8BF6D25-F93C-4F69-8BF7-030905B5A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진행 순서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B8FE99-5552-4DCE-9AAF-ED67900A3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가상환경 준비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DA30D3-CB87-49EE-8EA5-A32C60BBA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D07784-72E1-48D0-8CEF-DEEFA12C1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E3BEA6-0FA9-49A9-A68D-7120A18C3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1D05D1-62CB-4D80-A899-BBFF66217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1B1377-0AC4-441A-8FF8-9437741F6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9C4DB4-9AB2-4605-B90B-989C64C1C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8FA387-3953-4D57-B966-4B72A295A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CREATE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524E8C-81B5-4FD3-9083-B98E8A655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python -m venv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44E271-ACB2-4D48-9F79-C307EECE1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40DC75-8BF1-4FF0-9676-58336AE43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9525B1-E8BF-4DE5-8147-81B0F7D1C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ACTIVATE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F7573F-D857-4AF8-8F35-6D7458A1F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OS별 명령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11E00D-30DB-41D0-BC30-B0227C422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23FE13-A4E2-47EE-ADD0-13D928CB6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49087B-6A45-44BE-A271-A0250EC4A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INSTALL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9E81C4-C171-4FC0-8B12-200AC9739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requirements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647A62-4308-43C4-B9B1-A26D070F4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3D6A2D-06FB-4AC3-8986-A87E3CACA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A64D8F-D7D2-40F7-8C8B-AE6655AF6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VERIFY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DF355D2-FDC6-4E99-8E5A-9237C15F4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python -m pip</a:t>
            </a:r>
          </a:p>
        </p:txBody>
      </p:sp>
    </p:spTree>
    <p:extLst>
      <p:ext uri="{BB962C8B-B14F-4D97-AF65-F5344CB8AC3E}">
        <p14:creationId xmlns:p14="http://schemas.microsoft.com/office/powerpoint/2010/main" val="680287820"/>
      </p:ext>
    </p:extLst>
  </p:cSld>
</p:sld>
</file>

<file path=ppt/slides/slide1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B9F3858-CCC8-408B-8CC0-7C10DD9AD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진행 순서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130CCC-0BB9-431A-A076-7082C4DCE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VS Code interpreter 선택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C8E184-9B58-471A-A5E9-4CD36D65D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F3DA14-5F7A-4942-961D-DC4C0D42D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F3D47A-15AE-4FA5-BFDB-23C5BBDD1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9F8F50-9A2A-49F3-858A-12F50CE4D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0F921C-50F0-4BDF-AA1C-511CA5912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BC3208-C10E-4E4B-9F62-FEB996EE1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902B8F-4421-43AD-A981-899B8E442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PALETTE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C420EF-460A-420E-9CF7-D55DC0CB6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Command Palette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49CB28-DC62-4FC1-8CF5-E38EFB999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44F1F0-CFD2-46B2-B822-4477A53E2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B28137-21E5-4D89-8F38-3C694D62A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SELECT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9B175F-22CD-41A9-BE64-316961520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Python interpreter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769F7B-AC65-4900-A290-E34768244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10C622-242D-46BF-82CA-EEB713F3A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C08DFB-35EB-425D-8E5E-DEF589D2F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KERNEL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D639A1-3BA1-41DB-8EC4-864B10FD8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notebook kernel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F44344-CB9E-4312-BCF3-CAA76D025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6462BF-F879-490E-8AB6-A100C71DA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E67C01-E76C-49E6-A7B4-4044FB4AF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CHECK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24E86CE-51CF-4D2B-9260-8229048C4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sys.executable</a:t>
            </a:r>
          </a:p>
        </p:txBody>
      </p:sp>
    </p:spTree>
    <p:extLst>
      <p:ext uri="{BB962C8B-B14F-4D97-AF65-F5344CB8AC3E}">
        <p14:creationId xmlns:p14="http://schemas.microsoft.com/office/powerpoint/2010/main" val="607744550"/>
      </p:ext>
    </p:extLst>
  </p:cSld>
</p:sld>
</file>

<file path=ppt/slides/slide1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136E4DF-25FE-4279-BB03-481A0F7A5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진행 순서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256A6A-3C81-45A1-AA38-DC7792D26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Git 첫 checkpoint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0A06FC-3977-49CB-AFB9-43EBA6B48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60B2DA-A7B0-4151-BA8C-F38FEB940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AD1F7D-576F-4EC5-A6B6-4E9B746B5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FA6F19-694E-4014-A47B-3C251F4A2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82191D-8245-43C6-B44E-824D40317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4CD7F5-BAC2-4F03-9AD4-DAD24412C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A70C1F-F816-4002-A97C-B484CD5DC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STATUS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DCE1CE-1ECB-4C0D-AAF9-B59669ABF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현재 파일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87D999-C89C-41B3-80F2-8AB329422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48A47E-0860-4FE6-9061-9040759FC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320803-6FA3-4B89-88B7-ABF94EAD1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DIFF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1093BF-688D-4826-8EA7-1B7ECA70A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변경 확인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EB1F76-A4F5-4FC0-8645-888EAD33F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C99921-6A18-45DD-B0E1-F392A3594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11F558-592E-4483-BF36-331DB896B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ADD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740C6F-B5EB-47DF-BA57-D8E033BE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관련 파일만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A57B46-80FC-430B-8ABB-D53BB8F94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332285-602C-408F-A3FC-621AE800F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1FEA39-A058-4362-915D-88F95E902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COMMIT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99C78C-3503-4336-88C3-B17D96757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의미 있는 메시지</a:t>
            </a:r>
          </a:p>
        </p:txBody>
      </p:sp>
    </p:spTree>
    <p:extLst>
      <p:ext uri="{BB962C8B-B14F-4D97-AF65-F5344CB8AC3E}">
        <p14:creationId xmlns:p14="http://schemas.microsoft.com/office/powerpoint/2010/main" val="1877605573"/>
      </p:ext>
    </p:extLst>
  </p:cSld>
</p:sld>
</file>

<file path=ppt/slides/slide1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8E4A93-E92C-4D3D-9067-7B58311D7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진행 순서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89864A-00AA-4B9D-BE66-A3E2F600C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Harness 작업 루프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24A66E-C4C4-4194-B22F-6213EEBB2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5D0EC8-32AB-4D2A-975F-7CE0EF352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B661CF-7A57-4DFA-9F9A-6C84555FF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FF9C8E-4E9A-40E1-BB32-DF3345D99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204D31-03B6-41D1-8DEB-22ADED09A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91DB95-0A64-45FA-B926-53ED5E501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1AEFDA-EB66-409D-959C-DE9F87454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SPEC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9AB581-BF34-4A7F-A8ED-8CE3F572C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할 일·금지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1B2F8A-6F45-4054-A205-DA443CB89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79C26A-3E77-43FD-B5BA-FBD44DD1D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DD676F-EF67-435B-AD96-B92DE73BE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CONTEXT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926B56-FD80-4123-8258-135077290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필요 파일만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F10818-F381-4E85-9F85-99665BFD5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7F1487-0331-47D5-ADDF-F1A2F4D31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CD9579-BB53-4D60-971B-03B6C6D39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AGENT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B51BD6-A474-4209-BFB4-C57251D3B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변경 생성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363CF1-264A-46DC-BCFF-3893CC2FE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D2161A-C51F-41A0-9F24-A10AE8632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6AD1C0-9DCC-44D5-A06A-97AA83F30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VERIFY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6F0621-7B6B-4DDA-9E30-E541EC095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diff·test·notes</a:t>
            </a:r>
          </a:p>
        </p:txBody>
      </p:sp>
    </p:spTree>
    <p:extLst>
      <p:ext uri="{BB962C8B-B14F-4D97-AF65-F5344CB8AC3E}">
        <p14:creationId xmlns:p14="http://schemas.microsoft.com/office/powerpoint/2010/main" val="1873669448"/>
      </p:ext>
    </p:extLst>
  </p:cSld>
</p:sld>
</file>

<file path=ppt/slides/slide1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02297DE-72BA-4849-B764-05A2D2DDA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실습 화면 순서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E7477B-37F9-4A24-B7D8-E736C9051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설치 화면은 ‘어디서 받는가’보다 ‘무엇을 확인하는가’가 중요합니다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64097D-9C34-4C51-ACA5-7C6EAAE30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9226FE-B253-4EF0-8F72-2FA474259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C544E7-637C-4FCB-84F1-9336A733A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F8A37C-04BE-4494-881C-A6C41EA32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7F0901-3E54-48E9-893D-4885ACFAC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Python → VS Code interpreter → Git identity → sandbox repository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72774A-335B-413B-9BD7-65EC6F474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849849-A010-4287-AC3D-A938951D7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40030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8D7B2D-AC16-4279-91D3-202879404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190750"/>
            <a:ext cx="653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내 OS에 맞는 runtime 선택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795EB9-9A82-427C-83DF-CCA212F20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9075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버전·실행 경로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4D99BF-164B-4498-A001-69607EF48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724150"/>
            <a:ext cx="893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422E38-3B98-4884-A98E-132B00173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9560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0954F0-5014-4F20-AD7C-6046D8A9A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10515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AB38D2-451C-4080-8C4D-36D3BF8CF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895600"/>
            <a:ext cx="653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editor가 쓸 Python 지정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973D8F-029A-430E-91D9-A08DA8A1A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89560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.venv interpreter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78C416-68BC-40EB-8FF1-1F5083282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429000"/>
            <a:ext cx="893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106144-8746-4D5A-86C8-ABDA74FF9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699915-13F4-49CE-B629-44AFF4308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81000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E02B30-2A1E-4E99-934E-DA1A70EA4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600450"/>
            <a:ext cx="653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Git 작성자와 기본 상태 확인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CE97B1-616A-4348-8EE4-0F617C30D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60045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identity·status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A55B260-B258-4987-B03F-9E55C1714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133850"/>
            <a:ext cx="893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E92416-ED95-4579-93C3-60D80C78B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B15B5DF-59E2-43C3-9321-8F6F6CED1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1485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799F468-8970-453D-90B1-19DDA6100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305300"/>
            <a:ext cx="653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교육용 저장소만 연결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8A53365-3C84-4A89-B296-4A5FCA36A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30530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sandbox remote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EE46B1D-66B5-4CB4-B4E5-C396ADD4D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838700"/>
            <a:ext cx="893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693817681"/>
      </p:ext>
    </p:extLst>
  </p:cSld>
</p:sld>
</file>

<file path=ppt/slides/slide1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F76564-7843-4DD4-BCFE-F536AD615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실습 화면 1/4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EB48A9-BF1E-4DF1-BB4F-06B97CF1A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Python 공식 다운로드 · interpreter 준비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9AC8E4-E987-4F2C-A58A-61A323004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C1B3C3-C466-4C33-AC1C-907754A76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AB820F-B765-488F-A5DA-23935283E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8030EE-A8F8-4164-B078-2BA2F206D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7685F8-40F3-4D04-852F-350A49196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1EE3D5-42C3-44DB-9B4D-29D4B82D6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F11090-5D39-4E70-ADF7-F2DD6A95A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OS와 버전 확인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B7CDDE-9A5C-41B7-903C-FE9F1D744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05B527-6D06-43D6-BA02-BEAC5A203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설치 후 새 terminal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0F6348-4B6D-45FC-9169-BC32FE237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6DF2AD-CFC4-4411-83A3-F2C930417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python3 --version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8A55E8-1245-4FA1-A27D-E9574A4F1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81EC2E-E8F3-49E2-B4A8-81C483E86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회사 PC는 권한 확인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EFC41E-24DA-449D-9F9A-0FAE69F7A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a9ef5bd5e846b4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714361-FD44-4EBE-8394-76F3A1D4B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Python.org Downloads 공식 화면</a:t>
            </a:r>
          </a:p>
        </p:txBody>
      </p:sp>
    </p:spTree>
    <p:extLst>
      <p:ext uri="{BB962C8B-B14F-4D97-AF65-F5344CB8AC3E}">
        <p14:creationId xmlns:p14="http://schemas.microsoft.com/office/powerpoint/2010/main" val="1513167160"/>
      </p:ext>
    </p:extLst>
  </p:cSld>
</p:sld>
</file>

<file path=ppt/slides/slide1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CC3A67-BD2B-4615-A2EC-2670B1619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실습 화면 2/4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872A6B-0681-4F5B-9486-336E6A263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VS Code Python 튜토리얼 · 세 구성요소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3F272C-6F16-4172-BDA7-A057E7221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440D55-ECB3-4214-B562-CAA407B84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43DDD8-482E-4CD4-AD4C-105D4E578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DA8722-0DC1-4EA4-8724-2A93260EE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A7A4D8-2434-449A-9A9B-BCC258429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291506-F0D6-4CD5-A892-0014C249F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58B7D0-72BC-4D68-BA3E-17C8D5813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VS Code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AFFE46-D0F1-40CA-A7C4-019FB4D38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02D6B6-6C4C-4F0F-8CE2-E79F26C1B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Python extension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34C617-140B-481B-B013-7D3807577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34597D-8776-4BB7-B84F-9CA61783E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Python interpreter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322BE5-E7D4-4186-8634-4D1E95056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7764D2-547D-450A-A7B9-426D91626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virtual environment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441F59-A65E-4F2E-B9F7-83ECD541C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62d5c3d3b14812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632B42-0C69-4EAA-9EA2-234892A7A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VS Code Python Tutorial 공식 화면</a:t>
            </a:r>
          </a:p>
        </p:txBody>
      </p:sp>
    </p:spTree>
    <p:extLst>
      <p:ext uri="{BB962C8B-B14F-4D97-AF65-F5344CB8AC3E}">
        <p14:creationId xmlns:p14="http://schemas.microsoft.com/office/powerpoint/2010/main" val="1202964073"/>
      </p:ext>
    </p:extLst>
  </p:cSld>
</p:sld>
</file>

<file path=ppt/slides/slide1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5E8873-A91C-466D-8965-85E763CB3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실습 화면 3/4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AEEA9B-B2C8-46C4-B7CB-C6F4A8A6C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Git 첫 설정 · identity와 기본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FB0505-73B1-443D-8656-17C37C20A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2CEC68-EF1B-4DB1-A029-5EEBCB464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A90691-969E-43C1-BE5E-6DEE499D3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F44CBA-1F69-470E-A171-C58A4FC45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119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4FB68B-12EC-4513-B346-4AF210C30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0ABBA3-D6F8-43A5-AEF1-0F1167261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3F198A-685E-41B4-B494-857CD24B2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git --version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06A4E9-0C7F-4276-A4F3-DB4A4344F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C1F0A4-418A-4E17-8249-1208851CB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user.name·user.email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1B798F-722F-4440-99B9-B3D2842F3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8523D3-BBF4-4091-97F7-6A60FA54B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회사 계정과 교육 계정 구분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5CCDBB-9559-4B95-A8BC-6AD63FB3A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4E3622-6D25-420B-8CAE-340592254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설정 범위 확인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FAE4CC-28AC-4801-9D08-00B4FCE41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bec2fdd0b34c77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182467-6ADC-48EB-9AA9-0691EDFFB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Pro Git First-Time Git Setup</a:t>
            </a:r>
          </a:p>
        </p:txBody>
      </p:sp>
    </p:spTree>
    <p:extLst>
      <p:ext uri="{BB962C8B-B14F-4D97-AF65-F5344CB8AC3E}">
        <p14:creationId xmlns:p14="http://schemas.microsoft.com/office/powerpoint/2010/main" val="1438390415"/>
      </p:ext>
    </p:extLst>
  </p:cSld>
</p:sld>
</file>

<file path=ppt/slides/slide1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480670-D768-48B0-B604-A0364348D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실습 화면 4/4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5A06B3-3CF9-466F-A163-F8D384FFA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GitHub repository quickstart · 교육용 sandbox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CD24C2-D5B6-435D-A450-253AF1B8D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CC3AD7-207B-456A-AA98-16C4FAB5D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8545FF-6119-4D95-A090-3CF3A77DD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EC73BC-8594-4744-84DC-798574328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120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1F28C4-7BB8-4DE1-BDF7-5C917EA13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9F9746-D016-4F9F-BD24-BF0C74E5F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873018-1B97-4D84-A525-019AFA510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공개/비공개 선택 주의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2C6CB8-25B9-4990-BC0A-FA1C82208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442FBF-F6D5-46B1-BB23-FFF288640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README·.gitignore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F94003-0E21-460B-BC7B-32F3F6165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D904F7-6085-4038-B36B-84CB2A255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교육용 repo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DAB5BF-94B2-412C-9914-323632A54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024BBD-BB1C-4A2E-9F8B-CE4EA87F7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비공개 회사 코드 금지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8AE634-DBAC-4FA7-9B8E-C7A9036D8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a0c890688641b2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2DFA17-CCAC-4F21-9DE4-9FBE8E3CA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GitHub repository quickstart 공식 화면</a:t>
            </a:r>
          </a:p>
        </p:txBody>
      </p:sp>
    </p:spTree>
    <p:extLst>
      <p:ext uri="{BB962C8B-B14F-4D97-AF65-F5344CB8AC3E}">
        <p14:creationId xmlns:p14="http://schemas.microsoft.com/office/powerpoint/2010/main" val="1599410329"/>
      </p:ext>
    </p:extLst>
  </p:cSld>
</p:sld>
</file>

<file path=ppt/slides/slide1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BCD4CA-DA70-40C0-8AD1-F9C8B692A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F088BF-F3C2-4A87-9A64-539C295B3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환경 확인 네 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5E28C1-C9AC-4733-A1EF-BE5D97217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CC9288-4D98-4354-8DA5-BDFE16084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7AE8D5-187C-4C43-B390-C251E5295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B9A330-9475-4689-A773-C0AAE720E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121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23C5D8-DF75-475F-B6FB-C20B3D9C1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D0C4EB-A2FA-4D71-8C0E-DD3AA4F31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2BB9E4-9EDD-4356-9A9E-85D6CBF7F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명령과 기대 결과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A5931D-C7CE-4A30-BCF2-B00420BD2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1B2696-708D-421E-929F-0070A8834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PATH 문제 확인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7C58D9-24FA-4366-9604-D7EB5AED6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7FB91C-8221-4735-8C1A-B7FB6F62A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새 terminal 재시작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D3D5BE-381F-42B1-8AE9-85B50CE24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82A17C-B8E5-4B1D-98F0-1EC22949D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캡처에 개인정보 최소화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B68C8B-F15A-43ED-B631-C9183DEFA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DA394B-2505-4AB5-8A7D-33A66E5D5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0E57BD-1F7E-486F-AB5A-4A4ACBC6B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python3 --version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git --version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code --version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python3 -m pip --version</a:t>
            </a:r>
          </a:p>
        </p:txBody>
      </p:sp>
    </p:spTree>
    <p:extLst>
      <p:ext uri="{BB962C8B-B14F-4D97-AF65-F5344CB8AC3E}">
        <p14:creationId xmlns:p14="http://schemas.microsoft.com/office/powerpoint/2010/main" val="879663996"/>
      </p:ext>
    </p:extLst>
  </p:cSld>
</p:sld>
</file>

<file path=ppt/slides/slide1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216AA9-48B7-4C85-88A7-8F877332C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853125-095D-449C-9669-26A8F5ECB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가상환경 명령 · macOS/Linux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9BA490-20C2-41DD-B48B-8DDC8CD97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DDB770-503C-49AC-84FB-47A828115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7D6B28-D78C-423B-8A23-CAA2FDC47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7BE927-427A-47F0-8929-0E5DC6131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122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AFF37E-137A-4AB0-A7CF-01D6BE8B4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A7C553-1F71-4712-9E0B-8A2101372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B13B5D-3735-4B67-906C-C94EC09DF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.venv 생성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B283BB-B374-444A-A681-047F8E074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9D9E17-2CD7-4EB1-8D4B-6C21C4AB9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활성화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7D4100-8FF1-4BC4-B451-8A70FE7C0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D3DD20-E2E8-4321-ABFD-291800C9C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dependency 설치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2B68C3-3F17-41CD-8438-E0EA7FFCF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5C7B16-1B58-448F-AB6F-53986DCB9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interpreter 경로 확인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3EEF77-9B1D-43C8-B911-D9B5E92C4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84D701-CF1C-4901-9A9A-3F6D92F3A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E8A307-1A9E-4742-99B3-D1D505F31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python3 -m venv .venv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source .venv/bin/activate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python -m pip install -r requirements-day1.txt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python -c "import sys; print(sys.executable)"</a:t>
            </a:r>
          </a:p>
        </p:txBody>
      </p:sp>
    </p:spTree>
    <p:extLst>
      <p:ext uri="{BB962C8B-B14F-4D97-AF65-F5344CB8AC3E}">
        <p14:creationId xmlns:p14="http://schemas.microsoft.com/office/powerpoint/2010/main" val="975667617"/>
      </p:ext>
    </p:extLst>
  </p:cSld>
</p:sld>
</file>

<file path=ppt/slides/slide1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4EDAF2-DB5C-430E-8E26-ED0F704A1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5E9F63-A156-4AEB-A49D-716CBA7E1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가상환경 명령 · Windows PowerShell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2812CC-347E-41A5-8148-D5A8EC130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B55C0A-2F8B-4103-A8C3-49A141EA6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42CB52-3C6C-4866-AF84-08D4B2C5B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764060-6D68-45F6-BB39-DA007C29D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123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ADCB7D-39CB-4539-BE8A-EE4EBA2A1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217A78-09ED-477B-82A1-1F051339A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2A6CDC-A794-4001-B58C-DDDD61C52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ExecutionPolicy 오류 분리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59C659-EFE6-4AE0-A1E7-800A726E0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ABE2F7-D445-4804-A624-634ADA488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py launcher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0B2DE1-C7F5-49D9-A432-1678E244D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02F0B9-3490-4057-A93A-C90E276EB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같은 requirements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53C037-2131-464A-BB58-52759B956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5EEDE8-868A-4CD5-8977-E9D3BE321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경로 화면 확인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C7C928-D2D1-4AAE-BFA1-C70F47D9B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813B5A-FF31-48CD-8FF4-356DE2552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9D653D-9116-42D1-9FCA-7686DE002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py -3 -m venv .venv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.\.venv\Scripts\Activate.ps1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python -m pip install -r requirements-day1.txt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python -c "import sys; print(sys.executable)"</a:t>
            </a:r>
          </a:p>
        </p:txBody>
      </p:sp>
    </p:spTree>
    <p:extLst>
      <p:ext uri="{BB962C8B-B14F-4D97-AF65-F5344CB8AC3E}">
        <p14:creationId xmlns:p14="http://schemas.microsoft.com/office/powerpoint/2010/main" val="672323916"/>
      </p:ext>
    </p:extLst>
  </p:cSld>
</p:sld>
</file>

<file path=ppt/slides/slide1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236695-8B1D-4048-BC43-F358C9B8A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DECF7E-F813-42BE-86F5-A630A0E78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Git의 안전한 첫 commit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72D8CD-64ED-4411-A9DD-ADECB778F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ED27C5-BBA0-4710-BDBB-3B27750AE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FD9176-5D4A-4753-A284-F701B64DA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7E5064-BD8F-48CB-9652-C389F0901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124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05D961-DDC0-4981-8E64-C4D0B8038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D8222A-4DDE-4E30-A58D-BEF13BD8D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37F382-E410-4AE9-A9B6-CE3347BC3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unrelated 파일 제외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C044D9-0915-4E9F-A18A-706F6860D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7C4333-E202-4AA6-A1C0-97107A60A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stage 전후 diff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789C0A-F095-453C-8BAE-405A7632E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EA3A1D-DDE3-4CF2-9AEE-4B242F318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작은 범위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5E7647-7EF2-42E4-81A4-6D1A906E5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1CEBB9-30E1-4754-95E2-33DC6DB77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명령형 메시지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1D31DC-7DCB-43A8-9E76-9FAC20CF6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1F11EB-3906-4E3F-82A9-01624EA5B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5C1748-A45C-48BD-82B7-81C78E5E9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git status --short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git diff -- src tests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git add src tests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git diff --cached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git commit -m "feat: add safe tool loop"</a:t>
            </a:r>
          </a:p>
        </p:txBody>
      </p:sp>
    </p:spTree>
    <p:extLst>
      <p:ext uri="{BB962C8B-B14F-4D97-AF65-F5344CB8AC3E}">
        <p14:creationId xmlns:p14="http://schemas.microsoft.com/office/powerpoint/2010/main" val="200855091"/>
      </p:ext>
    </p:extLst>
  </p:cSld>
</p:sld>
</file>

<file path=ppt/slides/slide1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C48BF4-12C1-4C17-BC1A-AF4C1F312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81BB21-AF1E-4131-8BF5-76FE4C3F4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.env.example과 .gitignore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1DEF24-8AA2-4FEA-B0F5-F83B435CF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1C7483-F557-4452-8676-00646CE74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976A77-4179-4C79-B1EF-435802F61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62FF35-B5C9-4AA4-AA06-E6A59642F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125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497FB7-FC92-439E-A875-3CDF2548F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048D1D-794E-49CC-9A06-535655993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7298B8-7CBF-4A7B-8198-A47BDD26C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이름만 공유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A8581A-D970-4538-84B9-8C7858C4A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1BD463-FEAA-4572-967C-B4572CD5D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실제 secret 금지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89CF21-802E-49B7-BE70-C78F2C067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924752-B587-41F2-857A-D90ECF4DA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가상환경 제외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61D9BC-DE2F-437B-AF89-C3DA6E706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A45696-1712-4600-905D-47B96E0FB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생성물 제외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87EC67-0BFA-4C51-AECF-627D9219D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D7D594-91FF-46DC-9BB3-897EB0246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B5F12C-F11E-4EA7-8DAE-D0153FC51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# .env.example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OLLAMA_BASE_URL=http://localhost:11434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OLLAMA_MODEL=qwen3:4b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# .gitignore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.env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.venv/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__pycache__/</a:t>
            </a:r>
          </a:p>
        </p:txBody>
      </p:sp>
    </p:spTree>
    <p:extLst>
      <p:ext uri="{BB962C8B-B14F-4D97-AF65-F5344CB8AC3E}">
        <p14:creationId xmlns:p14="http://schemas.microsoft.com/office/powerpoint/2010/main" val="614254094"/>
      </p:ext>
    </p:extLst>
  </p:cSld>
</p:sld>
</file>

<file path=ppt/slides/slide1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2841761-304B-4B26-812A-9751BA538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직접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D44B4C-4D2B-4E58-9487-47638F3D5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1 · 버전 확인 캡처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64E559-66D3-4B6D-AFCA-DB30167E8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4348AD-C8D0-456A-AA9F-DC0BC5031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F0BC06-F4F7-4921-B496-35E53BA4C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CE5D73-967C-4C18-8BC9-37C546E80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CF5E57-99E0-4E9B-BD05-3DFDA556D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08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00C99C-C84B-471F-95BD-297345A9E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956255-650F-4F65-8007-4AA0E6264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일단 저를 그대로 따라오세요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703471-3BB5-4EE6-B02D-BE0FAB098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866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숨기지 말고 첫 오류 한 줄만 가져오세요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405231-FFDB-4283-8C1F-3214D1045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001B3A-41D1-4E63-9A43-AFEA8505A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새 terminal을 연다.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8BD749-22F9-4C3C-AE10-4B3A64E47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B5A5A4-DFEA-4F2E-855E-E16B0E9EB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B89853-F49E-44D9-B9A4-1B406A716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Python·Git 버전을 확인한다.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071A23-969E-42A7-9343-4F5B94CF0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0DAEEE-15D0-4821-BC47-928681DCA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3A7807-CB6A-487D-B990-3067C03B7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VS Code가 같은 폴더를 열었는지 확인한다.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24B915-20F1-42DC-9C1D-6CC73EEAE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C5E43C-1969-4220-A5B3-880ED5F1F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D40EA0-4941-4117-80C6-AF71A9EB0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항목을 표에 표시한다.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910FE3B-078B-43AA-90E8-AF9AD405F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92B4A5F-D91F-41BC-BCC3-38103040E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9BF3F2B-120A-4C05-B2E2-D1634170A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버전 3개 + 상태표</a:t>
            </a:r>
          </a:p>
        </p:txBody>
      </p:sp>
    </p:spTree>
    <p:extLst>
      <p:ext uri="{BB962C8B-B14F-4D97-AF65-F5344CB8AC3E}">
        <p14:creationId xmlns:p14="http://schemas.microsoft.com/office/powerpoint/2010/main" val="1655576986"/>
      </p:ext>
    </p:extLst>
  </p:cSld>
</p:sld>
</file>

<file path=ppt/slides/slide1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146CAA0-B533-4F1C-9D03-0E7347C8F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직접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219278-6D65-4A9A-AB0B-DE3D3FE20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2 · 가상환경과 interpreter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C3E5C5-D3AA-4C3D-9CFC-E51BFE84A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725EE3-5FF5-4E30-9F8D-200B383C9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459EB4-BF30-413E-AF0D-B1373417F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89AD2E-5E0C-4828-ADE7-3E78E512B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127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524CD5-8110-4089-91F9-967EDD795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10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7DE4F6-80F5-4199-86BF-48FD0920C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71FEE9-AAD2-48B8-9727-1F9433D3D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일단 저를 그대로 따라오세요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D1F10F-5608-4392-B737-4B0FC732E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866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숨기지 말고 첫 오류 한 줄만 가져오세요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956372-FDF2-4F36-976A-DC053437B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40D7A0-11EB-4EB9-9FA2-E45667DBD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.venv를 만든다.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917867-8CF4-4545-9D30-BB5B205DE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3717A2-D8B7-421A-B456-F0C2D84F7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419AA0-C4C2-4E7D-8329-630DBB0F8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가상환경을 활성화한다.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ADA7DC-8372-4D1C-9C9F-54E03E4A1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9D23D1-D3D8-4956-86E8-BC3081736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6EB6C1-72B7-49AE-82B7-786E0CDA0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VS Code interpreter를 선택한다.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ACDE30-6347-491E-896C-170C17425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5357FA-803B-4CB3-9AA9-B7A484C6B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5DCFF0-95A8-4518-B195-DE1148A70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sys.executable을 출력한다.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1B923D-CBD5-4274-AB9A-1EB67D83E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DF1DFC6-7701-42B6-81D4-B529E7BB1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5440E24-BA91-4873-A296-4A674782A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가상환경 경로 출력</a:t>
            </a:r>
          </a:p>
        </p:txBody>
      </p:sp>
    </p:spTree>
    <p:extLst>
      <p:ext uri="{BB962C8B-B14F-4D97-AF65-F5344CB8AC3E}">
        <p14:creationId xmlns:p14="http://schemas.microsoft.com/office/powerpoint/2010/main" val="1303297046"/>
      </p:ext>
    </p:extLst>
  </p:cSld>
</p:sld>
</file>

<file path=ppt/slides/slide1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E2C8F93-CD35-4657-8B94-3B13377AF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직접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6FEF9B-7B7F-4649-869B-33D73C079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3 · notebook 열기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0376A1-09D0-473A-A80A-7186289AA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198305-8BEB-443E-B92B-70296E779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9F48D1-545D-479D-AC0D-26BD6A3B2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1491C8-729E-42C4-9728-62340E190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128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AD4A29-085A-474F-B4BA-F9DD5D7E7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08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33001A-6263-46CC-8DFD-D73C561A4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6B7407-3B9E-4B4F-831E-0EBC0CFB6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일단 저를 그대로 따라오세요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86BD9D-FF46-4533-926B-ABC6D0DEC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866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숨기지 말고 첫 오류 한 줄만 가져오세요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D66A8E-A7FB-491F-9EEF-CC95878EE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AFD203-E3E7-463C-BA99-61ACE17A7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materials/day1 notebook을 연다.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D1C2F8-1457-4EBB-B27C-C2AB21855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4D18E9-7E58-4FBF-B986-BFD5C7D83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988D77-1175-4771-88DD-0C7054829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선택한 kernel을 확인한다.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A0E858-5E0B-4F20-8A25-C9A5CF224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5D47F7-8656-4B56-AC64-472D86D61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01A2EC-FFD2-4821-B3C8-CDFD17D97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첫 Markdown·Code 셀을 실행한다.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D461B7-4C1C-4F90-89ED-F3FC211C4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EF3C63-D243-4539-9BD5-9F4C2F868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3B1F7F-2CFE-4E0F-A962-36BA3D242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output이 남는 위치를 확인한다.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B1B283-8C77-4538-9F62-2A52735DF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0E9F78-0AA1-4AD1-AB55-1E34F39EC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0ED9211-99D0-48E8-82AA-4817797EC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첫 셀 성공 화면</a:t>
            </a:r>
          </a:p>
        </p:txBody>
      </p:sp>
    </p:spTree>
    <p:extLst>
      <p:ext uri="{BB962C8B-B14F-4D97-AF65-F5344CB8AC3E}">
        <p14:creationId xmlns:p14="http://schemas.microsoft.com/office/powerpoint/2010/main" val="1565967587"/>
      </p:ext>
    </p:extLst>
  </p:cSld>
</p:sld>
</file>

<file path=ppt/slides/slide1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A1BE747-9239-465B-B926-03D57DD92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직접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46B5B7-49CD-47D1-84D7-DAD6039F3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4 · Git 상태 읽기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8311B0-1B8E-44DC-8A33-B862F9C6F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861248-A31B-4B30-82EC-A02704A8D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935234-8C92-4AE6-A7FD-5B22BAD36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B374AF-4404-4047-A40C-2DAB8AF95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129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258DE1-1BC3-4058-9322-1929B5BBD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08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B46882-EAAC-42C4-A7D6-6FF15B6DB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817AE6-6899-45C3-8D0A-754510D10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일단 저를 그대로 따라오세요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2ECD83-54B1-4170-9DF6-01796851B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866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숨기지 말고 첫 오류 한 줄만 가져오세요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70D3B4-2B78-4D45-8683-9A0E23D1A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EB4678-D25A-4A4E-9057-DD81BA9BD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git status --short를 실행한다.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F260A1-7660-4AA9-A013-56F2D17E4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312DFF-3808-420A-B5C2-535564645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8580BF-5F3C-4000-9AE5-AE2AB914D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수정·추적되지 않은 파일을 구분한다.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2EB6FC-DF4E-4937-BD5C-303760041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9C147E-3F60-4736-AF5E-CD8963C41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AF2F50-0748-4575-BD9A-AD2EDF77D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git diff를 읽는다.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9B532A-FFCC-45D1-9A03-92DB3D21C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038E4B-DF1B-4CB1-B661-47A30BC85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9C1831-90CA-4B02-9E0B-A6511B617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지금 stage하지 않을 파일을 말한다.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8A8CBE-09E3-4884-A1C1-90E4A364D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494C9A-BDB3-4A16-BA14-3E05ACA58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F9DF0E8-052D-4DA9-A20C-6E6CE5A2A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status·diff 설명</a:t>
            </a:r>
          </a:p>
        </p:txBody>
      </p:sp>
    </p:spTree>
    <p:extLst>
      <p:ext uri="{BB962C8B-B14F-4D97-AF65-F5344CB8AC3E}">
        <p14:creationId xmlns:p14="http://schemas.microsoft.com/office/powerpoint/2010/main" val="833574978"/>
      </p:ext>
    </p:extLst>
  </p:cSld>
</p:sld>
</file>

<file path=ppt/slides/slide1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FA5D768-D3F3-4C38-8BA2-E6664EB22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실패 사례와 복구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71C6F3-1308-4DFA-9C7E-7FA13184A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1 · 설치를 끝없이 붙잡는다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B8C509-8194-413C-BB81-0751E31ED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A51380-C8E6-4F4B-941C-A36DD19E8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D575FB-2924-4557-8589-0AA434462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2C9A17-C160-409D-89AA-2992B0E51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130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AE4548-C73F-46E4-A65E-2786FF144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현업에서 자주 깨지는 방식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4F95D0-4B1D-49E0-B682-DCE01E4B9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제가 먼저 고치는 순서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45D606-2730-486F-851D-954CA074E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DAC98D-29BB-4270-91F4-BC51055C2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7B0D74-89D5-416D-BD63-C18684779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한 명의 PATH에 30분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BBB5E7-A67E-4497-A903-6B947E9ED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5F5219-D77D-419B-B139-FC70B12C2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전체 대기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21A765-49B7-4037-AE54-57D6E476F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B1209E-406F-4B1B-B82B-552B06854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학습 목표 상실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B4035C-4971-49DB-948B-61D89CB19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502CBA-1274-4A8C-B1C2-6370FAA4D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다운로드 경쟁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D822DF-A1CF-4BA7-942C-3641C2793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021B0C-5CC3-4C2D-9775-78F9C46FB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10분 timebox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DCEA8A-F0F8-4064-9E72-3C7B2A131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B3B423-98B5-4AE4-A6B4-E1A91E344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checkpoint zip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26F501-5194-4B0E-957C-E14551DA6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796A6C-7DE1-4DC3-85F2-212472C00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fixture lane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631BAE0-DF78-46CE-A763-4EEB5EC71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56D66FC-4976-4121-91A3-F7C149C48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점심 후 재합류</a:t>
            </a:r>
          </a:p>
        </p:txBody>
      </p:sp>
    </p:spTree>
    <p:extLst>
      <p:ext uri="{BB962C8B-B14F-4D97-AF65-F5344CB8AC3E}">
        <p14:creationId xmlns:p14="http://schemas.microsoft.com/office/powerpoint/2010/main" val="1153428048"/>
      </p:ext>
    </p:extLst>
  </p:cSld>
</p:sld>
</file>

<file path=ppt/slides/slide1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2353706-1285-434F-A180-852D517CF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실패 사례와 복구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24D280-6B0D-472D-BCE3-D5E935327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2 · 전역 Python에 모두 설치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5230FC-E8C5-42B8-93B4-E83260C84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B2729B-1725-4E2A-96C5-B5170C441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1B820A-71DC-4876-A6A6-AAEE6BCB9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D8556C-3A28-49A9-8A40-C86CABDCF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131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940C9E-9544-46BA-841F-947EF1FDB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현업에서 자주 깨지는 방식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C7244B-E74C-4D8F-AAD2-AA768387A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제가 먼저 고치는 순서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771C07-4525-4579-99E6-8B5B8CF56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3ABC1A-18D1-449C-B378-A6018B575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D10B11-84C9-49D4-A40A-455F781C0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버전 충돌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9CFA35-8AFC-4548-9AC6-75905A671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459F10-38F1-47BD-8406-3FB7FC374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권한 오류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77936C-8B89-4AA1-B397-337D85160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343800-645A-4DC3-9FE5-432CA7C85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재현 불가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06C5DC-6E8D-4185-8D65-0A7D67C63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0A25E4-99BE-44A5-B6E7-CDAD5DCFC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다른 프로젝트 영향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76BB83-7AA3-476D-81D4-DE23868E7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215EC3-9DF5-4855-AD88-77615A1E9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.venv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3F0493-FC4D-4E5D-A77C-CE2883636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DE718DA-BD61-4B1B-B3E4-FA99CD195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python -m pip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7209B0-6092-4BAE-B8AE-BB9928437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3DD0AF-2B7D-4C4F-8A2B-3981ED1EA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requirements 고정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32C8C66-BBF2-4E84-BE8D-705C52BDA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B7E9985-D72D-4A32-9B5E-D21CD1A38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interpreter 확인</a:t>
            </a:r>
          </a:p>
        </p:txBody>
      </p:sp>
    </p:spTree>
    <p:extLst>
      <p:ext uri="{BB962C8B-B14F-4D97-AF65-F5344CB8AC3E}">
        <p14:creationId xmlns:p14="http://schemas.microsoft.com/office/powerpoint/2010/main" val="1386397518"/>
      </p:ext>
    </p:extLst>
  </p:cSld>
</p:sld>
</file>

<file path=ppt/slides/slide1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3D25D13-AC69-4E1D-BFBE-79DC4ED04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실패 사례와 복구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143873-5F5A-450E-9CAA-159125AF1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3 · Agent에게 저장소 전체 수정 허용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F18756-CB69-4B3B-A43B-9E37CAEB5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1E6E95-929A-4DD2-9439-6CB128554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0524FD-50AD-4B54-978C-1314A3806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67C836-576A-4727-BBB2-85E657BE4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132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2079C8-ADF7-40C0-934D-00109B542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현업에서 자주 깨지는 방식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A97BC3-7874-491C-9FEC-EE122B7E3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제가 먼저 고치는 순서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93B9FF-D517-4D89-B43A-7C8410B21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BE2C1B-0E48-47D8-ADB0-07EA9F98C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87E79A-E9D3-472E-9917-FD64F3604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범위 모호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EC695F-3B00-491B-8FAD-AEC6DEC69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2EE9D9-50F7-461F-B617-622EE1F65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불필요 파일 변경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5FD949-8F99-454C-AED3-84DB5F06D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B0E9FA-BCF8-4D67-8CC3-6D3993C1A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test 삭제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7AA8FB-FE9A-4A9C-BD91-0DAA8EC88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61247F-D56B-4BE5-AE13-EA7D15B02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secret 접근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28E87C-87F8-43A5-9932-0907C1657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A705DA-D91A-49DE-B4A2-0C5DF3B64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허용 파일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AFD46E-00AE-473D-BB04-A3B32B4B6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31321F-96E2-4AE7-9AC3-AAE6E0A1B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금지 조건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BE14C2-A22F-43A7-A182-44F4FED1E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F84C536-7B43-4206-BD3A-56779538A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diff 우선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CAF5581-5BDF-4FF9-8BF2-059B13AFE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14851B8-4488-49DE-80A8-E47D022E6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test 결과 요구</a:t>
            </a:r>
          </a:p>
        </p:txBody>
      </p:sp>
    </p:spTree>
    <p:extLst>
      <p:ext uri="{BB962C8B-B14F-4D97-AF65-F5344CB8AC3E}">
        <p14:creationId xmlns:p14="http://schemas.microsoft.com/office/powerpoint/2010/main" val="2096766932"/>
      </p:ext>
    </p:extLst>
  </p:cSld>
</p:sld>
</file>

<file path=ppt/slides/slide1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3631BCB-E5B2-4D28-9440-9F78BD281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재직자·구직자 관점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5C81CA-F1F3-42C0-A394-7E30181E1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재직자 · 회사 PC 제약 lane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0C960F-6286-484A-BBA1-5C9E74EF2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F3BD1E-4311-42BD-BBAE-C8235642C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188AB5-114B-4BB6-8D35-7B519F08A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065B43-BC0F-439F-9D1D-453D6B96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133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D9314F-CEB1-4BB7-A567-1499DD286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제약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E21DD9-5225-4671-8678-14DA0EF18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대체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458166-29F8-4A35-A6BF-02B435B37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EF6CDB-0608-4A92-8C43-DBB498C2A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1CFF5E-D96C-4BB2-9F28-9AB0C8BBB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관리자 권한 없음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5F51EE-227A-42DD-91C3-53AFDD758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010AA4-54EA-4974-B414-C1D64B118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외부 다운로드 차단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CCC9BC-9AA5-44DB-9724-2E7BE6EB4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99B696-3D3E-442F-893B-B94447253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GitHub 접속 제한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A9E8CB-FA6F-4885-A454-40D0F9E1A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24B7D5-958F-4003-826B-8F5E9F63B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GPU 없음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99C4E5-F93A-400F-BFBA-578C2F281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93BC36-85BC-473B-9CF3-998BE905F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portable/승인 절차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E2C80D-6C1E-44FC-B26A-4BEDF6DD8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7E4E6E-7FEB-4C9A-9726-B90EC743F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사전 제공 fixture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303DB5-0326-4FEA-B12E-4DCAD04BE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B07006A-F713-4902-AF15-CF4606642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로컬 Git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C927516-AA59-4C8D-9532-D4DC6913C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6269B2C-7A07-4B59-AFC1-1AD0B5479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작은 CPU 모델·텍스트</a:t>
            </a:r>
          </a:p>
        </p:txBody>
      </p:sp>
    </p:spTree>
    <p:extLst>
      <p:ext uri="{BB962C8B-B14F-4D97-AF65-F5344CB8AC3E}">
        <p14:creationId xmlns:p14="http://schemas.microsoft.com/office/powerpoint/2010/main" val="873596980"/>
      </p:ext>
    </p:extLst>
  </p:cSld>
</p:sld>
</file>

<file path=ppt/slides/slide1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22DDDB-43E9-44D7-B7D6-721DB8C01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판단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6F040D-A98A-448A-8EA9-CEC9C6120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Gate 4 · 옆자리 PC에서 다시 시작하기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1B10A5-348F-4828-A539-3E07D0A4F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E6FA34-AA2C-4A09-B60C-1A3218277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1074DA-0713-4AE3-8D34-B914927A7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2CB5BC-119D-400C-9362-6D43F69D4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134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DEF3C9-8F81-4608-8592-F696043CF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상황: 저장소는 받았지만 .venv가 없고 Notebook이 전역 Python을 보고 있습니다.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A4F8F2-5F4B-4060-B881-78B412782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60E160-04B3-4302-956F-E11B3AD0C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21C61D-9390-4ADC-946E-6CF3D6EE3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2860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첫 세 명령으로 runtime과 경로를 어떻게 확인할까?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D0A6BE-0952-4A6D-815C-6419602AC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70C25A-6DE2-4899-9105-A5621F550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40678A-2B95-491F-BAF2-229BA0A43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3528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10분 안에 설치가 안 되면 어떤 fixture로 계속할까?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844603-C74F-48CF-8DCC-8731888A3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19A8F2-D6EF-4421-B14C-95C1C4B96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1AC54B-35F0-4F93-AEE2-F2CC95137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4196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정상 상태를 어떤 commit과 캡처로 남길까?</a:t>
            </a:r>
          </a:p>
        </p:txBody>
      </p:sp>
    </p:spTree>
    <p:extLst>
      <p:ext uri="{BB962C8B-B14F-4D97-AF65-F5344CB8AC3E}">
        <p14:creationId xmlns:p14="http://schemas.microsoft.com/office/powerpoint/2010/main" val="703195841"/>
      </p:ext>
    </p:extLst>
  </p:cSld>
</p:sld>
</file>

<file path=ppt/slides/slide135.xml><?xml version="1.0" encoding="utf-8"?>
<p:sld xmlns:p="http://schemas.openxmlformats.org/presentationml/2006/main">
  <p:cSld>
    <p:bg>
      <p:bgPr>
        <a:solidFill xmlns:a="http://schemas.openxmlformats.org/drawingml/2006/main">
          <a:srgbClr val="0B1F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771B33-9174-475A-A32E-332BD8616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C3AE1B-365D-4E1F-BD21-95A313257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23900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2/2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0DBBE7-CD89-4535-8E0E-5734D1F71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66900"/>
            <a:ext cx="10287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5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5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Agent는 똑똑함보다 멈출 줄 알아야 한다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E1367B-79FF-489A-BF03-E12C25F8B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57600"/>
            <a:ext cx="96202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E0E0E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E0E0E0"/>
                </a:solidFill>
                <a:latin typeface="Apple SD Gothic Neo"/>
                <a:ea typeface="Apple SD Gothic Neo"/>
                <a:cs typeface="Apple SD Gothic Neo"/>
              </a:rPr>
              <a:t>점심 전 한 시간에 결정론적 planner·validator·executor·test·Git checkpoint를 완성한다.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4CB18F-EB2C-482A-8361-EF8C81E2A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3870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차성재의 현업 메모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3FD2A2-F23D-415D-A3F1-B3CB2E7F1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78155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planner의 화려함보다 timeout·validation·retry·stop이 제품의 신뢰도를 결정한다.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46BA2F-F231-4493-BFD3-81E361874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29250"/>
            <a:ext cx="1040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3C17FC-0E8F-4A0E-BDCF-4E537463A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산출물 · 실행 가능한 src · 9 tests · 첫 commit</a:t>
            </a:r>
          </a:p>
        </p:txBody>
      </p:sp>
    </p:spTree>
    <p:extLst>
      <p:ext uri="{BB962C8B-B14F-4D97-AF65-F5344CB8AC3E}">
        <p14:creationId xmlns:p14="http://schemas.microsoft.com/office/powerpoint/2010/main" val="1905235928"/>
      </p:ext>
    </p:extLst>
  </p:cSld>
</p:sld>
</file>

<file path=ppt/slides/slide1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A3A2F15-846D-4D59-80C0-924AD7DC6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오늘의 질문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614C61-E923-47E9-B1D2-5D5F516F2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LLM을 붙이기 전에 실패 상태부터 고정합니다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0E3B79-167A-4C6F-BC76-25C1E40C1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6512DD-721E-4EB5-B59F-939CDBAA2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21E33E-B62C-40CC-B80D-106217DCD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12:00-14:00 · PART 2/2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DCAF02-CFA9-42F3-92DC-D7708801E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136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B28653-7412-4A93-AE86-13551F085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이 실행 루프는 언제 재시도하고, 언제 사람에게 넘기고, 언제 완전히 멈추는가?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81CAEF-6C72-45CF-8C40-03C82B7AE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622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298C47-B425-4A6E-8DB4-AD61E6559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288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계획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366134-C270-4344-B951-D4CAF5302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4193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규칙 기반 planner로 next action 선택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CB1D7D-40DE-49EB-864E-45C5C9B93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480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A941C9-BB75-4469-8DB7-56001EFAC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146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검사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05C119-C57B-4932-999F-81090709C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1051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validator가 schema와 policy 확인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D5DD36-3279-4582-B3F4-4F1B4DACA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338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14CC19-D957-4B6D-BFF0-F9D295E07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004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실행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AB57E0-3180-4914-B844-5766F436B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7909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executor가 좁은 tool만 호출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515267-C7E9-4E48-867B-239D41568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196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68229E-0884-4F85-A118-8941989AE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862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관찰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F1A1B7-EF86-44A8-A9B2-B5E2E44D0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4767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ToolResult로 성공·실패를 정규화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88EAB1-B5DB-408F-8FDC-5745E7450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054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4C0555-2F09-480F-9E2D-FBFA8051E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720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중단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410E1A7-6DD6-4DB3-99A3-38CE6EA25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1625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timeout·attempt·terminal status로 종료</a:t>
            </a:r>
          </a:p>
        </p:txBody>
      </p:sp>
    </p:spTree>
    <p:extLst>
      <p:ext uri="{BB962C8B-B14F-4D97-AF65-F5344CB8AC3E}">
        <p14:creationId xmlns:p14="http://schemas.microsoft.com/office/powerpoint/2010/main" val="1256467492"/>
      </p:ext>
    </p:extLst>
  </p:cSld>
</p:sld>
</file>

<file path=ppt/slides/slide1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A89AB88-38BC-4E0F-86A5-456A36E9C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처음 보는 용어 · 한 장으로 비교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80EBA7-AC05-4F99-A079-6A93810C2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Agent 실행 루프를 나누는 네 역할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CA65B1-0C84-48C6-96AA-BBBC480E2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70520F-D595-4C52-BDFB-9CF97F36D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5DA4A9-1441-4CCD-82B0-2DFAD5B51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12:00-14:00 · PART 2/2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A6DB33-8E43-4C2E-A07D-DF8566242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137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B579BF-60A0-4958-B1A6-54BCE0928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00200"/>
            <a:ext cx="10553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51E540-412B-4E08-A1DF-76FEA2EC3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95450"/>
            <a:ext cx="1828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용어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1FA4AE-AF5A-4359-A9AA-17C9C83F1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695450"/>
            <a:ext cx="421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쉽게 말하면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A90E6C-E5E2-45B7-9FF0-54F79F6AB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6954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오늘 쓰는 곳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8568B2-E708-413C-8F46-A74A26C87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14550"/>
            <a:ext cx="1828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Planner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Next-action Selector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A0591F-DD33-4374-BF8F-7A8BBBEB9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114550"/>
            <a:ext cx="4210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현재 요청을 보고 다음에 사용할 도구와 인자를 정하는 부분이다.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8A9673-3965-4911-91D5-9C57F1CE0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114550"/>
            <a:ext cx="3714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‘txt를 읽어줘’에서 read_public_text와 path를 추출한다.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AE81BC-C132-42F6-BFD8-E5E434422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7655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332E82-28C8-49AA-BADF-3B7AA89CD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76550"/>
            <a:ext cx="10553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0A685D-C066-4DEE-9742-05F9B9A67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1828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Executor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Validated Runner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65592C-5023-4189-852A-2AEB1D6E5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990850"/>
            <a:ext cx="4210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Planner의 요청을 다시 검사한 뒤 실제 도구 함수를 실행하는 부분이다.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AC7EF7-B461-4175-A1DF-8E6B8C434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990850"/>
            <a:ext cx="3714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Registry에 있는 허용 도구만 호출한다.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53FB1D-C90B-4717-BBFB-72714E54A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5285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03C4AA-40C2-4743-9638-CBB013F1C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67150"/>
            <a:ext cx="1828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Timeout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Maximum Wait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DC9D9D-91E9-429C-A61D-9A3EA409D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867150"/>
            <a:ext cx="4210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도구가 응답하지 않을 때 기다릴 최대 시간이다.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9AA035-1646-4EC2-B680-7D26EE3EE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867150"/>
            <a:ext cx="3714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10초를 넘으면 timeout_error로 기록하고 fallback을 선택한다.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76248D5-0356-42F3-A165-8FE19E493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2915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BFBC1C9-69A4-4EB2-9AE2-80F7341B6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29150"/>
            <a:ext cx="10553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527CE39-6A6C-400F-9031-071B15662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43450"/>
            <a:ext cx="1828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69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Idempotency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Same Request, One Effect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02400A7-A3B4-4EBB-9A1F-C11E6391C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743450"/>
            <a:ext cx="4210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같은 요청을 여러 번 실행해도 외부 결과가 한 번만 생기게 하는 성질이다.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603F2B9-6FF2-47CE-ACA1-EE656896F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743450"/>
            <a:ext cx="3714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request_id가 이미 성공했으면 저장된 결과를 반환한다.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AB52C08-A0B4-405F-B57E-F7428A7A8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0545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612108726"/>
      </p:ext>
    </p:extLst>
  </p:cSld>
</p:sld>
</file>

<file path=ppt/slides/slide1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D1D48E-1A1E-4E55-942A-C5B7ADADF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처음부터 LLM을 넣지 않는 이유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768A1E-F516-4D65-A93A-E9D29C1CB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59DFD5-FA0F-4BAA-9411-D740DD274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F1894F-5A21-4A34-9CFD-A77B557F1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12:00-14:00 · PART 2/2 · SAFE LOOP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83D3D0-DEB1-46B1-86B8-A894DAB2C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138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76DDDB-5FF2-441A-BF13-BA8AB2457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E6B3DE-F5E2-4B84-9FC0-D0F6A20D6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80962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결정론적 planner로 제어 계약을 먼저 테스트하면 모델 변동과 코드 오류를 분리할 수 있다.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f2af3d30a749d1">
            <a:extLst>
              <a:ext uri="{96DAC541-7B7A-43D3-8B79-37D633B846F1}">
                <asvg:svgBlip xmlns:asvg="http://schemas.microsoft.com/office/drawing/2016/SVG/main" r:embed="Rad0440367b2444b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601200" y="1847850"/>
            <a:ext cx="1352550" cy="13525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197B2A-6696-4888-8009-B20077778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24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C2B02B-AAEE-4C63-97A3-0850F6049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385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규칙 기반 plan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212CFF-2D5D-4EA3-B1E9-B9BA1C25B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005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8C89D4-71E1-4C95-9436-EA15A7D2F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148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고정 fixture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961DBC-3AE1-4117-82E5-D1053A23E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767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98F4BE-FF8E-4183-8871-851BA106B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910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같은 executor contract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E12B6E-2532-4FE5-AF93-CADFCC407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886450"/>
            <a:ext cx="9906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47727B-D92E-4EE6-AD77-A84AAEC60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95312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운영에서 먼저 터지는 곳  |  무한 retry는 회복력이 아니라 장애를 늦게 발견하는 방식이다.</a:t>
            </a:r>
          </a:p>
        </p:txBody>
      </p:sp>
    </p:spTree>
    <p:extLst>
      <p:ext uri="{BB962C8B-B14F-4D97-AF65-F5344CB8AC3E}">
        <p14:creationId xmlns:p14="http://schemas.microsoft.com/office/powerpoint/2010/main" val="1198367962"/>
      </p:ext>
    </p:extLst>
  </p:cSld>
</p:sld>
</file>

<file path=ppt/slides/slide1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AA28FB-5F90-4220-B3BB-A588521B6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Planner는 “무엇을 할까”만 결정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4CC2E8-0849-4CEF-9BFC-33D85C69C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B481FE-FEF8-47BF-8F97-54DD9BA54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CA3A21-4CAD-428E-8552-27B5E82AD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12:00-14:00 · PART 2/2 · SAFE LOOP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3EFB37-898A-4657-8193-2315C9E8A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139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7DB12D-1649-4527-9935-86F9A77B6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도구 이름과 인자를 제안하고 실행 권한은 갖지 않는다.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DEE1B5-DFFE-46A1-9C91-109D0B086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6B75E4-E90C-4FE0-A5CC-46F78D279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input parse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2F9727-09E8-4B23-A579-3919F93D2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60763A-615F-45E2-8F61-0C9BAE365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planned_call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DA8452-CCCD-49A9-B492-958535688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CA1B70-8BF1-4DFA-8615-02DDCD674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no side effect</a:t>
            </a:r>
          </a:p>
        </p:txBody>
      </p:sp>
    </p:spTree>
    <p:extLst>
      <p:ext uri="{BB962C8B-B14F-4D97-AF65-F5344CB8AC3E}">
        <p14:creationId xmlns:p14="http://schemas.microsoft.com/office/powerpoint/2010/main" val="1566030835"/>
      </p:ext>
    </p:extLst>
  </p:cSld>
</p:sld>
</file>

<file path=ppt/slides/slide1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3B44C7-0034-4211-A06D-6B0D6A6C4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Validator는 안전 경계를 고정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5AF9B4-0224-4862-A287-99DF6E507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314BED-CF3D-4289-AD0E-2C4BBF159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AA5635-5820-4543-9491-A15251FAC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12:00-14:00 · PART 2/2 · SAFE LOOP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240C50-FE9A-43D6-A07E-08BB2F32E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140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79E0E6-8298-447A-AAE9-33B9D9E24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27C171-4C63-4B28-85FA-05A2958E3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9715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허용 도구·필수 인자·타입·추가 필드·경로를 검사한다.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A034C1-96FC-4DA8-9AA1-BA01022CB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24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7B5FD1-8322-4E12-AFBF-4CF2BD54A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385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schema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F235E0-86C6-4C6B-9CAC-2BA1F8CA1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005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1363A7-72C4-4952-AF28-7C590CC3D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148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policy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8F81AC-DD2E-4FBF-B961-0F5EBAC4B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767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412DBC-B4B6-4947-8C3A-D355C5D34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910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path guard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B95EF1-9252-4632-9B13-49E51F868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1530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13341A-67CF-42AB-B8EF-E28CBBAFE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0673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error code</a:t>
            </a:r>
          </a:p>
        </p:txBody>
      </p:sp>
    </p:spTree>
    <p:extLst>
      <p:ext uri="{BB962C8B-B14F-4D97-AF65-F5344CB8AC3E}">
        <p14:creationId xmlns:p14="http://schemas.microsoft.com/office/powerpoint/2010/main" val="515636488"/>
      </p:ext>
    </p:extLst>
  </p:cSld>
</p:sld>
</file>

<file path=ppt/slides/slide1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924F4F-A89A-4E8D-8694-3ACBFBE6E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Executor는 등록 함수만 호출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5C1D76-122E-4E8E-9A5C-9208ACB4F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CC6C0C-C3C3-4661-A110-559C08391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263CF4-FE4B-4210-955A-36ECAD9CB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12:00-14:00 · PART 2/2 · SAFE LOOP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1954D2-B50E-4620-AB63-EF7162B89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141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5BB1D2-18A5-48A8-B8DC-D08914DEC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동적 eval이나 임의 import 없이 registry에서 함수 객체를 찾는다.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40A41D-F3F0-4368-9A70-5D3B4F2AA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1E500A-F87D-406B-8B3A-A4E5456B6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registry lookup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CC48A5-DE1B-4658-9B89-0385CF6DD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5835AB-9DF9-4226-8C86-3E6CA09AA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kwargs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E4D599-4BA9-4E19-9791-72A9977FB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C78924-A5C4-4584-A11B-AD46F2BB9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exception boundary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EFAA38-2A40-46F4-B000-CEB3589DD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3550"/>
            <a:ext cx="109728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8497FF-CFA8-44CA-AA6D-85F6D5E68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1049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운영에서 먼저 터지는 곳  |  결정론적 planner로 통과하지 못한 계약은 LLM을 넣어도 안정되지 않는다.</a:t>
            </a:r>
          </a:p>
        </p:txBody>
      </p:sp>
    </p:spTree>
    <p:extLst>
      <p:ext uri="{BB962C8B-B14F-4D97-AF65-F5344CB8AC3E}">
        <p14:creationId xmlns:p14="http://schemas.microsoft.com/office/powerpoint/2010/main" val="18516869"/>
      </p:ext>
    </p:extLst>
  </p:cSld>
</p:sld>
</file>

<file path=ppt/slides/slide1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FA9ECA-9649-424B-8B4D-C87FDB62E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ToolResult는 성공과 실패의 공통 언어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9AC183-D32A-429E-B582-9E9096BA1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F3C4EC-C97E-4D0B-A6CE-BF6BA5C1F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9E89F6-DBAD-455E-BFB8-BB7C0C4D5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12:00-14:00 · PART 2/2 · SAFE LOOP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0129B3-9217-4DE4-BE0F-06F3A8C06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142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D96ED8-84E8-41D1-9482-6FC0BC38E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7727BF-5450-4569-8DBA-67C602216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9715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downstream graph가 traceback 구조를 몰라도 다음 행동을 고를 수 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27BD4B-FED4-4E1A-A738-F7E2AC7E9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24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3BE90B-470C-48CD-A364-DD056056F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385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ok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DB8A57-620B-41B0-8F90-5E24C3F93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005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3B8C28-A290-4DC2-85D4-7E32C1565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148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data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1F322C-A764-4CCE-A0B4-22D48F163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767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389011-31A7-484C-9EC8-B7FBFB56E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910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error_code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E821E4-40E2-4DC5-91F5-5C1876FB8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1530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AC990D-6078-470B-B8FA-19976A9A6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0673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message</a:t>
            </a:r>
          </a:p>
        </p:txBody>
      </p:sp>
    </p:spTree>
    <p:extLst>
      <p:ext uri="{BB962C8B-B14F-4D97-AF65-F5344CB8AC3E}">
        <p14:creationId xmlns:p14="http://schemas.microsoft.com/office/powerpoint/2010/main" val="1509801100"/>
      </p:ext>
    </p:extLst>
  </p:cSld>
</p:sld>
</file>

<file path=ppt/slides/slide1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528A62-E6EE-4C89-9E1A-CB2449BD2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read_public_text는 의도적으로 좁다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E248DA-F3DE-41E9-9C95-FD85CA57C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D1AC87-CAE0-430E-A1D0-698FD4119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C4C307-E13C-47FB-970D-E108B4C8B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12:00-14:00 · PART 2/2 · SAFE LOOP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C1A064-4BC5-4734-A7ED-97847C12F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143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4628E9-B974-4A23-8128-8DA2A8805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workspace 안의 공개 txt·md만 읽는 도구로 최소 권한을 체험한다.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2B9D82-2E5A-4A9A-862D-BCD863C58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9881D5-0B60-4CA4-B26C-1AA2BDF3B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root boundary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6AF159-5137-4D46-B12E-71D736862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77FA44-287B-4160-9439-431A3D35C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suffix allowlist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0AF2F6-583A-4DC3-958F-1ECEA6EFE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05063B-E402-42C5-9616-34D069660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UTF-8</a:t>
            </a:r>
          </a:p>
        </p:txBody>
      </p:sp>
    </p:spTree>
    <p:extLst>
      <p:ext uri="{BB962C8B-B14F-4D97-AF65-F5344CB8AC3E}">
        <p14:creationId xmlns:p14="http://schemas.microsoft.com/office/powerpoint/2010/main" val="510467724"/>
      </p:ext>
    </p:extLst>
  </p:cSld>
</p:sld>
</file>

<file path=ppt/slides/slide1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BB8E86-40DD-4F5C-83C1-283F60C23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count_action_markers는 LLM 전 fixture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C46BBF-4B39-4996-BAD6-6B5B10D2E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53D1DB-5365-478F-98F7-940475585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6204AC-F834-4A1F-A849-7FEFB0234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12:00-14:00 · PART 2/2 · SAFE LOOP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471FC3-5FDB-4B95-8551-1BA6EF399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144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D99598-8DDB-48AC-888B-2023CA9BC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B17AA3-DD9F-4006-90CD-1C964B322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9715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한국어 행동 표현을 규칙으로 찾아 구조화 파이프라인을 먼저 연결한다.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A029B8-F909-4697-B768-B2787C5A7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24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D40868-A513-4A1F-94DF-D548F8D66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385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까지·작성·검토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93E81F-28ED-42D5-9427-57A5DC396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005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00BF85-3054-43CE-A694-780F38809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148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evidence line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24ABE0-143B-4513-B418-DA40BB23E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767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C614B6-375E-45F6-A419-9831B2AA5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910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deterministic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989502-88C8-49A4-8846-29962F427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886450"/>
            <a:ext cx="9906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92E402-B1F6-4300-A13C-2DC6C625D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95312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운영에서 먼저 터지는 곳  |  Agent의 실력은 성공 횟수보다 실패 상태를 얼마나 잘 구분하는지에서 드러난다.</a:t>
            </a:r>
          </a:p>
        </p:txBody>
      </p:sp>
    </p:spTree>
    <p:extLst>
      <p:ext uri="{BB962C8B-B14F-4D97-AF65-F5344CB8AC3E}">
        <p14:creationId xmlns:p14="http://schemas.microsoft.com/office/powerpoint/2010/main" val="1852607221"/>
      </p:ext>
    </p:extLst>
  </p:cSld>
</p:sld>
</file>

<file path=ppt/slides/slide14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077B7A-CE14-4AEB-8E74-503E15C22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진행 순서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269463-1149-4C12-9B38-B7FEFEB8E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코드 읽기 순서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D03876-015E-42FE-A7A7-7EC55002D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7C15A6-4A86-438A-A70B-73AA41BCF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6991C8-55F8-41F4-A7FA-F90FD55E3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12:00-14:00 · PART 2/2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09CFA7-772C-4C7C-83DB-3183E2125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145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C35BB6-BBE1-4CE7-A94E-9822F93AB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9B6C4F-F45B-49E0-BC98-952144DD0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4CCBD3-8B38-416D-9ECD-3FC8C3EF5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DATA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C60BFC-EFFB-40B8-90C2-64ABBBEFD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dataclass·schema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0A3D36-70F0-42F3-B261-6CF9EF9EC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5A32E6-CAAE-4EAC-8D06-DA958E918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FBE840-6969-4651-81D1-9BBBE9AAF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POLICY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126535-B534-4F05-A098-C85F97F22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validate·guard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6DC5BB-7BED-4866-9EC0-0DBB5EA5B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8160E0-FD68-442E-8876-14C742579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036CF6-55C7-4AAC-9E7B-FB62F335D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EXECUTE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6AB938-8B88-4D71-92FE-8621D5EB6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registry·result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F30DBF-92ED-4FA1-BB14-67A4C060B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0E34B6-F066-4C49-9815-65BE420B4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DC1252-D967-44D4-A8B3-4DED673AD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DEMO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59D15F-E97D-4D39-9A59-A04FACF3C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__main__</a:t>
            </a:r>
          </a:p>
        </p:txBody>
      </p:sp>
    </p:spTree>
    <p:extLst>
      <p:ext uri="{BB962C8B-B14F-4D97-AF65-F5344CB8AC3E}">
        <p14:creationId xmlns:p14="http://schemas.microsoft.com/office/powerpoint/2010/main" val="339565701"/>
      </p:ext>
    </p:extLst>
  </p:cSld>
</p:sld>
</file>

<file path=ppt/slides/slide14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DCC6DE8-AB3D-4C91-877E-E62DA0349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진행 순서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286CF3-11F8-4BD3-B598-B51FBD6F1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Run All 순서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E200B4-1735-4DE2-BA90-00BD13526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765C4E-A0D8-48FF-B7F4-4FBDF3F55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4353C7-A9CA-4A66-AC9E-27BF4DA40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12:00-14:00 · PART 2/2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C3B351-3E9A-46D1-97A5-91AA2F54A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146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E7D41F-C913-4BAE-A81E-77E8DD110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094D19-B16B-4649-A7BD-B14839FBE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3DAB96-4414-49E2-8B54-5BDCD9D9B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KERNEL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FE90A7-8A5E-4575-B13E-A898C42E6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interpreter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323461-3B9C-4E00-85F5-078CD29D8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4E1565-1F19-4908-8941-0D1BDFA2F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47882C-00E7-4E6B-A781-DF0CE33D5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IMPORT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4DFDD0-D2AA-4369-B4F0-713804678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module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FF35EE-86AF-4E9F-8FB4-B588E6FCF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ED9732-D41A-45B7-BC5B-5F1742AB6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ECD8CD-90B2-4714-BDA0-46EF93722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NORMAL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06EE99-11F5-463F-9A54-1031FF534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success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683B0D-B3DE-4BCA-89FB-86F4DF4DA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7463FF-8D37-4889-8FAD-477370E11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AD3E7C-5E76-43C5-815B-B1136A40E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FAIL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92276A1-12BB-458D-A682-83F57BE76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4 error cases</a:t>
            </a:r>
          </a:p>
        </p:txBody>
      </p:sp>
    </p:spTree>
    <p:extLst>
      <p:ext uri="{BB962C8B-B14F-4D97-AF65-F5344CB8AC3E}">
        <p14:creationId xmlns:p14="http://schemas.microsoft.com/office/powerpoint/2010/main" val="1252106849"/>
      </p:ext>
    </p:extLst>
  </p:cSld>
</p:sld>
</file>

<file path=ppt/slides/slide14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B707B77-9250-486F-A18C-D31CA7228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진행 순서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BF01FD-D9D6-4D9D-A95D-BA7B3D931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주입 순서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983EFD-7FFF-4CFC-8B41-B5314EA02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090A88-3433-4AF4-8F9D-7A5E8CFA2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A6FC02-4CE6-496A-8EC6-7D7A86BC2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12:00-14:00 · PART 2/2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61815D-CD36-4908-865C-64BC16F34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147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BDF334-ACCE-4487-A660-A0823D423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C2423A-CD00-4047-B10A-0301CD7F8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BD5EE6-F1AB-4B62-AC12-D3D6E444F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UNKNOWN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6D3032-EDC7-4A16-8FA9-780965FC9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도구 없음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3DE15C-5DC2-467F-9F40-88FEC40A7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594AB9-C9F2-4774-B69C-4F6ED8C2C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7CA8AB-2B77-4BFA-9972-F3C58F12E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MISSING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4506FE-7536-4605-A675-63B223390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인자 누락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90DD00-0D50-4F0C-B480-F5717208E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66FB41-D37B-4A6E-8F72-7C73FA5EB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F74ECE-83CE-440E-9590-EC22FEBC9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TRAVERSAL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12E069-EB7D-4757-831F-4C0B3132C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경로 이탈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B69970-9C43-42F5-9E48-9CF5E6199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F718C7-06F6-484A-B4AE-00D6CBFE0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923019-13DC-48BA-91BD-2988E5B33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DUPLICATE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B0D8AB-9849-4113-B506-1ABE03D22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cache 확인</a:t>
            </a:r>
          </a:p>
        </p:txBody>
      </p:sp>
    </p:spTree>
    <p:extLst>
      <p:ext uri="{BB962C8B-B14F-4D97-AF65-F5344CB8AC3E}">
        <p14:creationId xmlns:p14="http://schemas.microsoft.com/office/powerpoint/2010/main" val="387341970"/>
      </p:ext>
    </p:extLst>
  </p:cSld>
</p:sld>
</file>

<file path=ppt/slides/slide14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ABF4B7D-406C-42C6-8FC9-10622EB1D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진행 순서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A3C4D3-DCFE-46AE-B3B1-18E99EA42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pytest 빨강→초록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0B3E90-988B-4B31-81F3-DA1459F2F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E1F006-282A-4F42-9219-F2693D8C4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55DE90-8C49-4528-BA42-7FB18F794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12:00-14:00 · PART 2/2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FDD8B0-AA6A-472E-9649-9A6AB4120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148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2F9CA8-6AAC-4B21-A4AB-DFDE2C531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530440-6C8A-49D2-9097-4F754264B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0DC835-B518-4055-9E8A-27D5BA427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RUN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7352BD-2D78-4227-A898-6603AAF9F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현재 실패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24CF15-3FD5-4D30-9DCA-5842521E4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1197F6-C57A-415B-970E-3772B9223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4453D1-2B17-44F0-827B-4E5E626FE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READ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B10D0A-76D4-4108-849B-EC1D1B68C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첫 오류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CD065E-9721-4CBE-83DD-E2B564C7A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4F3658-1129-4C68-B911-FA40F36CF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30F36E-F92D-4ACD-978A-4BE6C4E3A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FIX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022313-FD1D-48AB-ADCA-C82F5552C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최소 변경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FE18A3-3C13-41C9-93E4-AA167082D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F9C2DF-71F3-4F4B-9F80-5A8B8B103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0B5CB8-91E1-40C0-90CF-4F4EA96F9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RERUN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048A66-4FE1-4C90-85B6-E20002096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전체 9개</a:t>
            </a:r>
          </a:p>
        </p:txBody>
      </p:sp>
    </p:spTree>
    <p:extLst>
      <p:ext uri="{BB962C8B-B14F-4D97-AF65-F5344CB8AC3E}">
        <p14:creationId xmlns:p14="http://schemas.microsoft.com/office/powerpoint/2010/main" val="871355612"/>
      </p:ext>
    </p:extLst>
  </p:cSld>
</p:sld>
</file>

<file path=ppt/slides/slide14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8298305-AA0A-47BD-84A6-A54E53D7F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진행 순서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FA9A23-A986-4B8E-91F4-677909E95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Git checkpoint 만들기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850B12-24B6-4C4F-9944-694F5F9D4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C4D3A9-71BC-40A2-BF9A-4197A61A8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78504F-DA58-41B8-9174-4F451366D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12:00-14:00 · PART 2/2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518AD4-D4A2-424E-B7D4-B837888F1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149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441807-365C-4E90-9754-834C430FE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17F0FB-A464-42D4-B86D-3A138F889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2AC7DB-AA2D-4B0E-A7B4-556592E98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STATUS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0EA266-5120-4B90-84DF-C65E62DEF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변경 분리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ABE12E-7061-476D-9EFF-5BE0D0FCD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A13560-8085-4578-B92B-D65602338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628998-BFCF-44EB-AB42-5065EFE02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DIFF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B2F284-9151-4BDE-886D-DE1BA6627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의도 확인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25A160-041F-4439-8731-F1A7EB551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4AFE98-AFD8-4AEE-A60D-E1C49DE10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3C8BF8-AF1B-4CFD-89FE-B5524ED60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STAGE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E86D19-2B8A-44F3-9656-20305E2D0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src·tests만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FBD89C-028D-4EB3-84B0-8C82B56AC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F8B8D3-E490-401E-8126-D4E7EC748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DECA4B-68AF-405D-B219-D9AB0234E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COMMIT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FF2FF3-0B34-49FF-8B31-5FDD6BB34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메시지·log</a:t>
            </a:r>
          </a:p>
        </p:txBody>
      </p:sp>
    </p:spTree>
    <p:extLst>
      <p:ext uri="{BB962C8B-B14F-4D97-AF65-F5344CB8AC3E}">
        <p14:creationId xmlns:p14="http://schemas.microsoft.com/office/powerpoint/2010/main" val="1763746970"/>
      </p:ext>
    </p:extLst>
  </p:cSld>
</p:sld>
</file>

<file path=ppt/slides/slide15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8779EAA-9A16-4824-AB26-4D476C32A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실습 화면 순서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F60E08-7DFC-43D8-BF28-4E38861BA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이 네 화면은 실행보다 복구 경로를 확인하기 위한 것입니다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48AA0D-72EA-4B24-BFE9-A24178719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C59F00-D08C-42BC-86C0-664FB477C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53DE6B-4047-4388-BAC6-5FA07C257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12:00-14:00 · PART 2/2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D6476C-A1C3-49AB-8992-942D5B878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150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76C8A3-1E38-409F-8F40-25D9A0563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Notebook 실행기 → interpreter → Agent 수정 → 같은 repo 검토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C8924C-ED39-42AC-9C52-1F42736ED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FD79B9-1DB3-45FC-BFAD-CA1A3A4CE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40030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40BF47-46B7-4EE6-B489-5B7035B4B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190750"/>
            <a:ext cx="653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Notebook kernel을 준비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C81876-9815-4CD4-AB69-727C245DB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9075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Run All 가능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6CAF94-9C11-422F-A1F7-66C0F4EFF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724150"/>
            <a:ext cx="893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EC9D44-0774-4E06-810E-4690F6F85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9560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FAA0EA-BA93-451F-9C26-B7B244A77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10515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AC6F30-CE70-464A-8DB6-DE30B692B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895600"/>
            <a:ext cx="653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Terminal과 Notebook Python 맞추기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334F50-70ED-47B2-8C01-171875C41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89560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같은 interpreter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6504AA-69EC-42DF-9268-7E0273F6E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429000"/>
            <a:ext cx="893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D2DB65-D665-4AAA-8D6B-BAD98C2ED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85C111-5B43-489E-9B06-C1EA67AF8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81000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314CCB-99E3-46F3-98F3-1662E86AF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600450"/>
            <a:ext cx="653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작은 spec으로 한 경계만 수정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377D36-E5C0-45DF-86FF-0086D805A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60045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제한된 diff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3E18953-3F90-4D68-AF34-E1310E924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133850"/>
            <a:ext cx="893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357995-823D-468A-97AD-AC878484F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2BECCB-0368-41FC-8A7C-F09C24682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1485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A3A64A6-8E21-4F9F-8656-06A73FF99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305300"/>
            <a:ext cx="653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다른 Agent로 실패 조건 검토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25EB164-BE08-4B38-90ED-60B5E3D10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30530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test 재실행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08BFD27-91BD-4AE2-B15B-6A4C1EA8B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838700"/>
            <a:ext cx="893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025512259"/>
      </p:ext>
    </p:extLst>
  </p:cSld>
</p:sld>
</file>

<file path=ppt/slides/slide15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95268B-DCD8-441E-953B-7AB7E8D33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실습 화면 1/4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DC0573-AAB6-4816-B1A7-703F02B62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Jupyter 설치 · notebook 실행기의 공식 경로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2383C3-270B-4A42-B6B9-4E4E2DCB6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BAB0D9-ABF6-4224-A0BC-CEF9EEFDB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F36A1B-EEBE-4375-8BFE-4BEA96D43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12:00-14:00 · PART 2/2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5F0539-ED08-43BD-883B-661DEA6B3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151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28537C-C1ED-49CF-B253-6D70C5FB6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20E966-DE87-48B8-9F40-729A06057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AAF016-B8D7-4B12-ADEB-77DD24995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JupyterLab·Notebook 구분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27A8D9-F03F-4794-BD41-1EBDE34FD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06273C-F30C-4C55-9071-8F5A42F9C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VS Code extension과 kernel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77E127-9AFD-4FE3-BA24-3E9B4A85D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EB07F0-36E8-4EFC-A5DF-D819D4FD1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프로젝트 가상환경 사용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36F293-E497-47B4-8049-92B9EECE0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858D26-42D0-4DDE-9059-AFAD2C386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Run All이 완료 증거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0C2C17-2A89-444C-9CD5-A9D5CA221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dd5a4da13f421b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847A56-1EF0-4320-A828-B5153BE0A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Jupyter Install 공식 화면</a:t>
            </a:r>
          </a:p>
        </p:txBody>
      </p:sp>
    </p:spTree>
    <p:extLst>
      <p:ext uri="{BB962C8B-B14F-4D97-AF65-F5344CB8AC3E}">
        <p14:creationId xmlns:p14="http://schemas.microsoft.com/office/powerpoint/2010/main" val="655218028"/>
      </p:ext>
    </p:extLst>
  </p:cSld>
</p:sld>
</file>

<file path=ppt/slides/slide15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208AB1-2459-4FCC-8ECB-81EEE107D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실습 화면 2/4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B43747-DDB7-468E-8C72-5773A054F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VS Code Python · editor와 interpreter 연결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2D7B94-5118-44CD-AD31-A25A9CF22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042D49-F1DF-4BAA-BB77-19B40B9C6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8FB1C3-5BC0-47DC-845F-1503D0CD6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12:00-14:00 · PART 2/2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9D3390-BCB6-4A43-A527-011A224AF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152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00F707-DAE3-4CA6-9131-BDA13D3D8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BA5B39-5EE4-48DF-985F-342AF5DAD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F41E11-A327-41D2-A0E9-6504B127E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Python extension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3EE230-562F-4AC9-B724-8BAEECD54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99E873-9B2B-446E-9062-A486772A2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interpreter 표시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5F792B-60CA-419C-9478-5DA1F021F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9C8497-44A9-4D8F-8B75-64D732DEC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Run Python File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328755-4D84-45D9-9CFD-54AAE0530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1D8D6A-29A6-473F-82F8-E727AD7B9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testing·debugging 연결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477DB8-C053-4DFC-BEDC-8FE2D6FFA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5798d018e348cb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A9BE66-0F32-4E75-8EE7-BD5B4E8CB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VS Code Python 공식 문서 화면</a:t>
            </a:r>
          </a:p>
        </p:txBody>
      </p:sp>
    </p:spTree>
    <p:extLst>
      <p:ext uri="{BB962C8B-B14F-4D97-AF65-F5344CB8AC3E}">
        <p14:creationId xmlns:p14="http://schemas.microsoft.com/office/powerpoint/2010/main" val="159401900"/>
      </p:ext>
    </p:extLst>
  </p:cSld>
</p:sld>
</file>

<file path=ppt/slides/slide15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A4F986-51DD-428D-AA0D-63ACD80E6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실습 화면 3/4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B92861-DA91-4034-8C01-85F30C459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Codex CLI · 작은 spec으로 수정 가속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666920-ED9A-491B-991F-747397866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86E012-2358-455B-BB68-69BAACF65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EA8EC3-C175-42D7-8729-EAA104005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12:00-14:00 · PART 2/2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FA7591-BE69-4F95-880D-0BB4E1D8E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153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8B2950-B9C1-413E-BBA9-DFC8314A9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E436E4-ACD9-4A34-81D3-360EF2176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9B65BA-7611-4185-A5B8-D4C3BB6AB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허용 파일 한정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5C560C-7B81-4CCA-8574-20D053BEC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CB2313-D806-4A60-BF6E-5C3986363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테스트 명령 명시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97A2FB-8CFE-43DB-8B74-B4B4FD6A5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17603A-D37B-40A0-82AD-384E1DB04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생성 결과 diff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11F873-0114-4A78-BC24-5DF2EE67A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53D4FB-0B38-4F94-B53C-B6216997B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강사 demo 후 직접 재현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35D4D5-4851-40C9-9996-D30A0D3CA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00791746654ecd"/>
          <a:stretch xmlns:a="http://schemas.openxmlformats.org/drawingml/2006/main"/>
        </p:blipFill>
        <p:spPr>
          <a:xfrm xmlns:a="http://schemas.openxmlformats.org/drawingml/2006/main">
            <a:off x="4876800" y="1727597"/>
            <a:ext cx="6591300" cy="370760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201E7E-3FE9-44C6-BE64-B4AD36602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OpenAI Codex CLI 공식 화면</a:t>
            </a:r>
          </a:p>
        </p:txBody>
      </p:sp>
    </p:spTree>
    <p:extLst>
      <p:ext uri="{BB962C8B-B14F-4D97-AF65-F5344CB8AC3E}">
        <p14:creationId xmlns:p14="http://schemas.microsoft.com/office/powerpoint/2010/main" val="832350269"/>
      </p:ext>
    </p:extLst>
  </p:cSld>
</p:sld>
</file>

<file path=ppt/slides/slide15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BE1596-4BE7-45B9-AB3E-BE4B65C43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실습 화면 4/4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A35F24-87C3-41E3-96BB-DB85963CC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Claude Code · 동일 repo에서 검토 루프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26113C-E05D-4430-B9B7-197785AAD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AA123C-06B9-4023-8694-934FD86E3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31DA45-D6B3-4EBA-B3DD-10521B5D5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12:00-14:00 · PART 2/2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AD2A5F-1CE4-4E20-9E62-20AF9E98D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154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09B45A-81EC-4121-BB5F-366B325C2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459F05-BD66-4525-9FD6-29EB71FEA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0AC20C-8736-4E15-B523-17DCB5B9E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작업 폴더 확인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B1C251-8271-4087-93CA-2D04B80C6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B18C88-FDB3-48FE-86B1-C5A5BD100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변경 전 계획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4A82A1-7487-4BB2-AD6F-E10DCE843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FC6FEC-A4E8-4CE0-B55F-1B82C81D3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변경 후 test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3CB6D7-271D-4FCD-B8B8-4C6AF792A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38A5D1-C579-47AC-87E8-4FF423DB4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두 Agent 결과도 사람이 비교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0B4362-EFBA-40BE-BDFA-206833516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837d1eba2b45fb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47D9CE-A67D-4964-9FFA-BD0143342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Claude Code 공식 터미널 가이드 화면</a:t>
            </a:r>
          </a:p>
        </p:txBody>
      </p:sp>
    </p:spTree>
    <p:extLst>
      <p:ext uri="{BB962C8B-B14F-4D97-AF65-F5344CB8AC3E}">
        <p14:creationId xmlns:p14="http://schemas.microsoft.com/office/powerpoint/2010/main" val="260394863"/>
      </p:ext>
    </p:extLst>
  </p:cSld>
</p:sld>
</file>

<file path=ppt/slides/slide15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060F00-31C8-4F8D-8587-B7908EE3A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코드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948F74-D9F3-4E60-BD1D-1CFF0F7BE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규칙 기반 planner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C09CE8-F814-4B64-A19E-D8B946797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F06057-8F30-43D6-A454-D789DD180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8B1A35-15AF-4ECD-8F37-086E1850B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12:00-14:00 · PART 2/2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5B2A23-5040-476C-BF76-E7AB65C32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155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64B82F-857D-4BF4-B613-771E0E895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00ADF2-6A82-4CA3-8945-E4585989E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30B166-C3F0-453C-822D-402711825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결정론적 plan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E862A8-08BF-4423-9FB1-95F2CDFCC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AE2E75-D423-4C95-AF6A-B86D75468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파일명만 추출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0BC8A2-B2DE-4B42-AB89-9F68F3C7D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08702E-A0DC-449D-A002-C45EA1C4C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unknown도 정상 fixture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3AFA55-3692-4D72-BC27-C96544BEB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287C84-6826-4CEB-AE3B-BD800E1D5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Day2 model로 교체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AB8750-8767-4EA3-BA2F-74F371352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58EF1C-D539-4C35-8D27-E403020C7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FAEEB7-01F3-4ACE-928D-61ADD0963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def rule_based_planner(message):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match = re.search(r"([\w./-]+\.(txt|md))", message)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if match: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return {"name": "read_public_text",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        "arguments": {"path": match.group(1)}}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return {"name": "unknown_tool", "arguments": {}}</a:t>
            </a:r>
          </a:p>
        </p:txBody>
      </p:sp>
    </p:spTree>
    <p:extLst>
      <p:ext uri="{BB962C8B-B14F-4D97-AF65-F5344CB8AC3E}">
        <p14:creationId xmlns:p14="http://schemas.microsoft.com/office/powerpoint/2010/main" val="70727540"/>
      </p:ext>
    </p:extLst>
  </p:cSld>
</p:sld>
</file>

<file path=ppt/slides/slide15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61A5E9-5BDA-49BE-ABEE-69BDA229A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코드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531D7C-A0A6-4D4C-99A3-A2FA0E5FE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SafeToolExecutor의 경계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9CBEBC-6B5A-4E0C-B8A0-3E547C9A7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CBA3D4-E093-47AC-98B6-9DE1CC3D2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74755C-3D4A-4474-856B-C58B2974E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12:00-14:00 · PART 2/2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107577-A34B-4CE6-B682-B45CB9018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156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A9AB91-52A3-4F9D-9FE4-88314C1E9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1192E6-FB10-4F51-A65B-58AA7DAD3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C6A806-6F19-4906-A32D-1407BF84F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검증 먼저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1BBB1E-74E0-4D3D-9FD0-30F7A52F8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DE928A-7E2E-41C9-9C51-A76D72C87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registry 함수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F099FF-B78B-44C8-A562-EA4B9263D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377A5E-F39E-4C5D-8A6E-1F66AD9A1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예외 정규화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EBD1C7-7AFD-44AA-B19D-D9AB1E57B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891398-BF97-4255-9211-F7F6A0F3C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반환 계약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273C2F-DC1E-49D3-8273-3D9C48EC8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78E748-BBAF-4EC3-8497-C039D8FA5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8A42ED-70D9-4338-B94C-5F8BA1318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def execute(self, name, args):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try: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validate(name, args)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fn = TOOL_REGISTRY[name]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data = fn(**args)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return ToolResult(True, name, data=data)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except ToolValidationError as exc: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return ToolResult(False, name,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  error_code="VALIDATION_ERROR")</a:t>
            </a:r>
          </a:p>
        </p:txBody>
      </p:sp>
    </p:spTree>
    <p:extLst>
      <p:ext uri="{BB962C8B-B14F-4D97-AF65-F5344CB8AC3E}">
        <p14:creationId xmlns:p14="http://schemas.microsoft.com/office/powerpoint/2010/main" val="477648943"/>
      </p:ext>
    </p:extLst>
  </p:cSld>
</p:sld>
</file>

<file path=ppt/slides/slide15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24D7C5-D361-4787-809D-B1599298A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코드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0FA7BE-4C9B-430F-B712-E89EFA8DE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파일 확장자 allowlist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1A356B-9541-43BA-A89F-D3C4F00A8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53A4FE-00F3-467A-BB30-5C223B5B4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0E4D82-8435-4E9A-AB8D-BF6EC11BC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12:00-14:00 · PART 2/2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3A0929-5B24-4F3C-A7E7-3E522F5D6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157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D42907-66B1-46EE-84F8-2744174D3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96E856-56DB-423B-A984-23DAE4D0B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95D7D7-A518-4E46-AD1B-FD1D1C534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목적에 필요한 형식만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66B0CF-782A-4103-8FBC-E07338E46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18C778-788E-480E-8CBD-2C3F75BDF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binary 제외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C336A1-CD43-4CF3-A77D-EC692523F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F6DAC8-1C04-4898-8ADD-56030B429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정책 메시지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A05001-DE0F-46CB-80CF-63B18D099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7BE06E-1FD5-460D-8D61-91F2737C1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POLICY_BLOCKED로 매핑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8E4C85-B556-40F2-9030-EE4D67461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18A8D4-E1C4-44BB-91AD-B30185BBC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7F9DD0-DDDA-4372-8D4D-E31A816AC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if candidate.suffix.lower() not in {".txt", ".md"}: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raise ToolValidationError(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"Day 1에서는 .txt와 .md만 허용합니다."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)</a:t>
            </a:r>
          </a:p>
        </p:txBody>
      </p:sp>
    </p:spTree>
    <p:extLst>
      <p:ext uri="{BB962C8B-B14F-4D97-AF65-F5344CB8AC3E}">
        <p14:creationId xmlns:p14="http://schemas.microsoft.com/office/powerpoint/2010/main" val="679935073"/>
      </p:ext>
    </p:extLst>
  </p:cSld>
</p:sld>
</file>

<file path=ppt/slides/slide15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9AE479-516F-49EB-949B-2CF7E3BB9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코드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A02403-91C4-450F-9571-CCC9D5EAF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중복 호출 cache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67EC19-8007-42C9-9407-51B5A775E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81D6A8-65AD-4AC4-9B47-DE28CB7CB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C3709B-8A58-45C9-89AD-83DA0F56D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12:00-14:00 · PART 2/2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D4603F-4673-4EE8-B325-69EF93942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158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6D8568-C199-485B-A1FD-AE3D24E01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E212EA-F20B-440A-8CA6-A54E44815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9AF2CF-DAD4-4BF2-ABD1-4CA5AF200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실행 전 조회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4ACABF-0279-4C7E-8D3D-231EF8FF1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28834E-CA91-4309-B176-7A8854BF5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성공·실패 정책 결정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B29C4F-1E11-4370-9023-35D7F416E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714C9B-3602-4F0D-9CC2-2DC0EE74E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cached 표시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375F91-F412-485C-ADBB-EA885033D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AFBAC7-CBD5-4239-8A9A-5618AA9A8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외부 쓰기에는 영속 저장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E882EC-64DE-48FA-8BA1-8AF31579A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86A321-1098-48B1-BACF-69662450E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BC1227-CE38-489C-AED7-63F71C06B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call_id = make_call_id(name, args)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if call_id in self._cache: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prev = self._cache[call_id]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return replace(prev, cached=True)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result = call_tool()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self._cache[call_id] = result</a:t>
            </a:r>
          </a:p>
        </p:txBody>
      </p:sp>
    </p:spTree>
    <p:extLst>
      <p:ext uri="{BB962C8B-B14F-4D97-AF65-F5344CB8AC3E}">
        <p14:creationId xmlns:p14="http://schemas.microsoft.com/office/powerpoint/2010/main" val="2071983518"/>
      </p:ext>
    </p:extLst>
  </p:cSld>
</p:sld>
</file>

<file path=ppt/slides/slide15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B31EAE-7F96-49DE-8B7A-233C2F850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코드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6151E5-166F-4B0B-9696-A3FA2705D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Agent event 한 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EFDC99-1545-480A-99C5-14417A5D3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B14538-89DB-4FC1-AF12-77E441EE9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776B94-6BCE-4A00-B4F8-18E070738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12:00-14:00 · PART 2/2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598E25-3887-4CA0-9B87-5CB9AE811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159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42D074-F80E-44DE-A5E5-16308E3DB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C84B54-202A-4109-80B1-041CF8061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405F57-C6DB-4EBD-9FF4-AFCC87597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입력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F200A9-3D3A-482F-BC24-D8E2D7004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797FCD-CCA5-419A-A6AC-727F629B9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결정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DD5EFB-9FB9-4D6A-8087-41EDE8DC4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6E0838-8B94-4F20-BF09-DC8AFFC28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결과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A7D212-2167-4482-AA30-AA557D376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15FA34-225C-4FD7-948E-E4A54BC03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사람 검토 여부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933FBB-ECA2-48CB-8BEF-40C650AF7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8D2EEC-F6E6-4C34-BEAC-09642B5B2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FF5604-0181-48E8-8249-80FC4A8E9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event = 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"input": user_message,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"planned_call": call,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"tool_result": result.to_dict(),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"needs_human_review": not result.ok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089105189"/>
      </p:ext>
    </p:extLst>
  </p:cSld>
</p:sld>
</file>

<file path=ppt/slides/slide16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D0FC434-A997-4DAF-93FA-41E5BC290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직접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040F03-808E-4456-90A5-5F425310E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1 · Notebook Run All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3D4BD0-A75F-492E-B059-9F62FAC6A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51CC4F-4E6B-4793-BE4E-77D9E355F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E1EBE2-B1B5-4C29-B416-204D4B5C0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12:00-14:00 · PART 2/2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548E84-232E-4D42-A566-82794B19D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160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4B00FC-8AB0-43AD-A6CB-AB27A2C9E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12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D14B16-5BE0-4DED-9723-6D08E83DD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84FEE0-05A4-459D-899F-1E4844FD6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일단 저를 그대로 따라오세요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BEB0C3-9C04-4A2E-B85E-C0E16767F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866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숨기지 말고 첫 오류 한 줄만 가져오세요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36A3BB-86F5-4BBE-BAFE-AF41F9477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C77D0D-D703-44EC-B99D-C3E9ED083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올바른 kernel을 선택한다.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D291D4-9461-417D-9A34-BB5D074B0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089FF8-2BBA-4ACF-9B3E-E226812B7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C540D8-D57D-45A4-A75D-CA46C9264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Restart Kernel을 실행한다.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DA9DB3-0880-4B94-B980-2737E955D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EB1C12-1B73-4079-9A56-45484A01D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6F63B4-609A-48DC-B640-304840AFA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Run All을 실행한다.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BD2110-4344-4CE0-B36E-1E81B7017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E7C32A-D513-4AB8-B6EB-9A8642FC5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48D461-4408-4134-B11E-191F07DDA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첫 실패 셀에서 멈추고 원인을 기록한다.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B35917-85BD-4374-B78C-22E0578F3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3E4F3A-16F2-45F9-BD3D-CC702438D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A8887D3-CEBE-45D4-9F19-639688AE3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모든 셀 성공</a:t>
            </a:r>
          </a:p>
        </p:txBody>
      </p:sp>
    </p:spTree>
    <p:extLst>
      <p:ext uri="{BB962C8B-B14F-4D97-AF65-F5344CB8AC3E}">
        <p14:creationId xmlns:p14="http://schemas.microsoft.com/office/powerpoint/2010/main" val="1826412205"/>
      </p:ext>
    </p:extLst>
  </p:cSld>
</p:sld>
</file>

<file path=ppt/slides/slide16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8BC5882-6246-4C70-A770-49FE2B986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직접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49F28E-0760-4E5F-AEB4-09EA3DA07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2 · 정상 도구 호출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232DF4-4257-417E-B689-23403499B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BADE03-A7EC-4535-A5E7-C11CFC719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766035-7670-45EF-ABEC-EF20C5AC3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12:00-14:00 · PART 2/2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B05EEC-0C05-4799-9F23-398E27037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161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6D1C08-F53A-45DC-88B5-59B129F7A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08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AC1C52-9EB8-450A-AA5D-8D2718CB0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CECC60-332F-4334-8BD6-935F394AC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일단 저를 그대로 따라오세요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A9EAD9-87F1-41A4-A8FC-489C9964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866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숨기지 말고 첫 오류 한 줄만 가져오세요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448161-D1BC-46ED-B6CE-FE9559D5C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17FE21-B1EF-4B3E-A113-4B1B89450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sample txt 경로를 입력한다.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FDA7B9-3BA7-4889-9920-EEC59F232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806B30-97CC-4FBC-88E1-FBA1FF041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EB26B5-D426-47BF-B8D8-C26B7269E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planned_call을 확인한다.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F60D7E-D35F-4547-87B8-0F3B32384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2F166B-C376-411F-8305-8BC35FCB6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BAD0BA-3909-4F56-9E42-272FF046F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ToolResult ok와 data를 확인한다.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CF2C0E-D985-404C-B56E-37942094A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B77293-CB2E-4DEB-BC67-40D81312C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F3B00D-3E47-4515-B2D0-D8A2164F7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원문 글자 수와 경로를 검증한다.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B14532B-A493-4912-A73E-467567343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8E5D954-08F8-4EB6-9A5B-D134F07FE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BF6D02A-EA7A-4C2D-9A76-A7782D9B0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정상 event 1건</a:t>
            </a:r>
          </a:p>
        </p:txBody>
      </p:sp>
    </p:spTree>
    <p:extLst>
      <p:ext uri="{BB962C8B-B14F-4D97-AF65-F5344CB8AC3E}">
        <p14:creationId xmlns:p14="http://schemas.microsoft.com/office/powerpoint/2010/main" val="1675086750"/>
      </p:ext>
    </p:extLst>
  </p:cSld>
</p:sld>
</file>

<file path=ppt/slides/slide16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886210E-AFA8-47CE-AE1B-D667FD146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직접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C9642F-F3D2-4A98-822E-9EE312800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3 · 실패 4종 재현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8C4D29-A066-4FD3-9128-0BA52171D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00EB0F-16DE-436E-ABDD-D27F162CE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01CF36-32DA-4072-B9AE-C4F20063C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12:00-14:00 · PART 2/2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E1DBBD-D275-4503-9163-4A1BECBD7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162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61C83F-716E-4143-A285-5F17D1751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10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41928B-1879-4FF5-89DC-9F149C389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06A8D9-DECE-497C-B902-AA62AC25C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일단 저를 그대로 따라오세요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1FA9C0-B1AF-42AD-A633-A0DFB2489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866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숨기지 말고 첫 오류 한 줄만 가져오세요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3BE41B-0258-437A-A509-A3956A49F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37F1BC-8EBF-482E-876E-4916E9B06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unknown tool을 실행한다.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D1917E-C833-40EE-8751-F6BEDE2C0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8002DA-78C8-48A7-87C7-FC5DFA966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C83823-A8B6-484D-9A80-160E038C3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필수 인자를 지운다.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1E2921-B192-4EBE-B137-D5DB44037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B6B9ED-73CF-4933-A27D-D23B3E100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CADBE1-B1C4-4EEB-ADF9-61DC16A1D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../ 경로를 넣는다.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DDB8CD-0B9C-4A34-BBC8-68DD7B8FB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519EBE-145F-484B-B88B-1D05F2CAF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0A178E9-7AD4-4BBE-92A6-98E833C2C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같은 호출을 두 번 실행한다.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CA9EC5-40CB-470D-A874-EF1D3C635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087FE40-BBAC-43C9-9DCA-E6BCDE0A5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BAD7FBF-271C-4ED3-A5A3-8E4EA41EB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error_code 3개 + cached 1개</a:t>
            </a:r>
          </a:p>
        </p:txBody>
      </p:sp>
    </p:spTree>
    <p:extLst>
      <p:ext uri="{BB962C8B-B14F-4D97-AF65-F5344CB8AC3E}">
        <p14:creationId xmlns:p14="http://schemas.microsoft.com/office/powerpoint/2010/main" val="148274447"/>
      </p:ext>
    </p:extLst>
  </p:cSld>
</p:sld>
</file>

<file path=ppt/slides/slide16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615ED7A-A8CD-4F46-B3DA-5C4D2039B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직접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127C91-CAB7-48B9-ABFA-1B7B16EB1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4 · pytest 9개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BD6935-CDAD-4CA6-9BFC-8B5657AB5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0EE815-6510-4CEA-AD61-FA917E409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7C02C6-58CE-49FE-8CB1-68C235B87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12:00-14:00 · PART 2/2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CFFC02-E712-4A88-AFE0-B6E9CBA03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163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572BB5-1FF3-4B0A-8C7F-01E5068E4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08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421ECD-162A-45FA-83F2-97589EE97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BA5403-9A30-4A2E-A8CB-4CA0FAD98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일단 저를 그대로 따라오세요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FAA041-CDF4-4FC5-8B60-23D286E0E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866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숨기지 말고 첫 오류 한 줄만 가져오세요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3A8E71-51EC-4B88-969B-80DAD3046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8D7BEB-2597-4A28-AB09-FB6E636E5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terminal을 연다.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1BB569-ABDE-465E-AC0C-0FA7461F3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B25ED6-E965-4D40-97B4-8B56D818E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B4ED5E-D4B1-4AA6-887D-BCCC94638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python3 -m pytest -q를 실행한다.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79A80D-C8F9-471B-AB2D-6E94EAD53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E04858-1BAA-4F1B-B6C6-AF052CEB9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743C12-2573-46BE-8C3E-13CD6114C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시 첫 오류만 읽는다.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AAAE81-F7B1-4918-A346-6F6C58F6E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CDE8D6-2508-4335-A731-4789F8408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1C1B08-D796-420F-A78C-CC81C7593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9 passed 화면을 저장한다.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F3EB9E-FB6B-4529-A3CA-B827651B1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CDF9F2E-D462-496C-97A9-29BCCBF92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4ED7CB0-3745-4AAB-94D9-0A2CEFD6A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9 passed</a:t>
            </a:r>
          </a:p>
        </p:txBody>
      </p:sp>
    </p:spTree>
    <p:extLst>
      <p:ext uri="{BB962C8B-B14F-4D97-AF65-F5344CB8AC3E}">
        <p14:creationId xmlns:p14="http://schemas.microsoft.com/office/powerpoint/2010/main" val="964430244"/>
      </p:ext>
    </p:extLst>
  </p:cSld>
</p:sld>
</file>

<file path=ppt/slides/slide16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8BF3F7E-2E33-43F4-9334-D650BCB40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실패 사례와 복구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2BD6EB-9214-4F08-A296-79B9E91F2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1 · Notebook과 module이 다른 Python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9B7643-CDC5-498C-8DCF-2122E3616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A2A23E-A33B-4E8D-8E69-567E40177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FC1FD3-BA30-4BD3-A5C6-B88096033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12:00-14:00 · PART 2/2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4F40DE-0AF8-4C27-AF1A-746384429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164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01122C-6DBE-493F-B17E-4DADC7E4F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현업에서 자주 깨지는 방식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1A3646-3026-4D78-B985-C8873B27A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제가 먼저 고치는 순서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4E8548-D0F5-4954-A1AC-A9EFD0F7F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18D62E-0189-41C3-B7D4-86A945E17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D21B2A-7062-4D66-936F-D1E8AFE8E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import error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E34E1B-C48F-4F69-9E8F-FC49C565E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F155D0-C84D-4EE5-AE49-0789C2B86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설치했는데 못 찾음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BD6F73-833F-4CAC-8B03-68E140787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E5CB82-B975-40F8-A429-EBA43280B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terminal은 성공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E6CDC6-5271-4AAE-8EE4-459B25FAB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CED903-DCE3-4ACE-B1B1-56F9CE172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kernel은 실패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9BD21D-F59A-40F1-97F2-438A3110F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61F7E0-43DE-43DE-8B27-07858F3A7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sys.executable 비교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818E5B-4069-4F08-A3D4-B66C069A5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122804-3CA9-49F8-AD19-969FD3B80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interpreter 재선택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A8E79D6-6760-492B-9F92-7148C69F4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242326-52FB-40C1-A46F-853589AFF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kernel restart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93A685C-BF65-4EEA-9325-383121876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3C58418-4EB1-43AF-92E5-80DED2F32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같은 .venv</a:t>
            </a:r>
          </a:p>
        </p:txBody>
      </p:sp>
    </p:spTree>
    <p:extLst>
      <p:ext uri="{BB962C8B-B14F-4D97-AF65-F5344CB8AC3E}">
        <p14:creationId xmlns:p14="http://schemas.microsoft.com/office/powerpoint/2010/main" val="471809115"/>
      </p:ext>
    </p:extLst>
  </p:cSld>
</p:sld>
</file>

<file path=ppt/slides/slide16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4FB3503-8265-4C3E-9ED7-CAE200832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실패 사례와 복구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FB0650-F21D-44D0-865D-536B13558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2 · 첫 실패 뒤 계속 실행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6F5772-993F-4454-9D80-189958109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20B7AF-8324-4960-A4C7-EA60342C6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505321-84ED-48DB-8200-F8A77F653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12:00-14:00 · PART 2/2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92F770-898A-4E5B-BF51-15EF382F2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165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BE404F-3712-44E2-AC78-D86DC7B6F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현업에서 자주 깨지는 방식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0AE4AD-C4D7-4DF9-B2C7-66C5C0B8E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제가 먼저 고치는 순서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760059-1240-426C-943D-3D54DBE99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4D8A9D-18A8-482F-A10A-5B97726A6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AF9FE3-8B95-41B5-9FBB-A9D7D3E4E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연쇄 오류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4CEF40-85C2-420E-8794-97729C106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2224DA-1920-4E0A-BF97-8CDEE3804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원인 혼동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2EFFA0-4703-4BC9-9C02-FAD6ACB75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333485-0DF2-4083-9BF3-C834ED526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output 오염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5900E8-38D3-490B-9E12-E656A6D12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EC6172-E064-47EB-82F1-D66B2E218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시간 낭비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48BF51-C5B5-4221-9864-185DE62E2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1779AB-84CA-42A7-BED2-0B0A046C4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첫 traceback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A4E53F-5A00-4AFA-9B31-1C5A3DC90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E0F52F-3709-4433-B994-1DF7E889B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가장 위 원인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C6D1F6-B58F-4192-AB50-7B72325C1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AC89B55-11A3-40D6-8225-ACD031646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최소 셀 재실행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D50D2CA-2D5C-4846-8F7C-47F913148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B582013-4184-4872-99DD-430BCA50B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Restart &amp; Run All</a:t>
            </a:r>
          </a:p>
        </p:txBody>
      </p:sp>
    </p:spTree>
    <p:extLst>
      <p:ext uri="{BB962C8B-B14F-4D97-AF65-F5344CB8AC3E}">
        <p14:creationId xmlns:p14="http://schemas.microsoft.com/office/powerpoint/2010/main" val="712378397"/>
      </p:ext>
    </p:extLst>
  </p:cSld>
</p:sld>
</file>

<file path=ppt/slides/slide16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868A945-4B77-48EE-8A35-0CB7EC630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실패 사례와 복구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B5CB77-C20C-4CC4-A645-B6F41DA07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3 · 테스트를 통과시키려고 정책 완화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04D2BC-53B7-4788-B08F-8214855DA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0AA909-4453-437C-B9F3-C41748D20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2357AA-3A1A-467A-9E1B-F514DB300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12:00-14:00 · PART 2/2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D4E956-18EF-4611-A726-96F425EA0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166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5DA11E-2A4A-4552-89B6-C13E05D02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현업에서 자주 깨지는 방식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E9FCF8-19FD-418B-AE0F-5012D27AB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제가 먼저 고치는 순서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6EB5E1-EF72-462A-A606-93650C988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0D77FF-4D74-4291-BBD1-BCE0DF29B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B92355-958E-4B3E-84C8-153376C38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allowlist 제거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5FA9DB-CBA0-49DB-A67B-8E79C428D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52180E-A579-44D3-80C7-74E3B32E0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assert 삭제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6620EC-5613-4615-9C0C-7E74AE43F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5BA577-427F-4496-AA21-47ACC633D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broad except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90A41A-BA19-44B3-B0C3-8CA5A3290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5ED50F-75FE-4AC9-B6D6-502CE7C2F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expected 변경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E225C6-11EE-4A70-A7A5-2B41B6FED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97FB48-E099-4610-8AB2-0AEBE4B5F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요구사항 재확인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89E738-9969-4ACF-A473-BE23F7802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009E09-1476-4604-A5DE-4DB6D910A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최소 수정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F5BBE41-6E86-43D5-B254-4FA47C53D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AD7B253-3880-467A-A0C9-8B53FDB82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새 regression test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FFCA7B2-BC57-46B4-81F4-8CD36C825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2659EE2-586B-4FCD-B704-9C3AAC643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정책 유지</a:t>
            </a:r>
          </a:p>
        </p:txBody>
      </p:sp>
    </p:spTree>
    <p:extLst>
      <p:ext uri="{BB962C8B-B14F-4D97-AF65-F5344CB8AC3E}">
        <p14:creationId xmlns:p14="http://schemas.microsoft.com/office/powerpoint/2010/main" val="1564487637"/>
      </p:ext>
    </p:extLst>
  </p:cSld>
</p:sld>
</file>

<file path=ppt/slides/slide16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637B5F7-29CC-4C21-BA54-49FC608F1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재직자·구직자 관점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BC6E29-43EA-4D50-899A-391DF0ED4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재직자 · Safe loop를 현업 tool에 매핑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2E21AF-E9CA-49D0-BFB8-E8ED2A853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655C61-0A89-4461-8212-A09F7908D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AE141A-3B3C-4F46-87F0-0E2CAB1EF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12:00-14:00 · PART 2/2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618096-FE4B-4277-A002-FCBEE48E6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167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5A60CB-C287-4F53-B989-77B0DBACB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교육 도구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A04C96-9A82-41D5-B168-748B670A5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현업 예시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0D4633-E5AA-41A1-9756-ED3AAACA4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FF4D63-7417-4452-B879-FC0C640DA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C8168F-490D-4EEB-832B-1F1AA74EE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txt 읽기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87DD35-2F1A-4C96-B234-723B81C00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A03369-AAE2-4C38-84B2-7BF27B292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marker 세기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6200C4-A176-4F28-B6DC-27BED37F5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1C61B5-6504-4586-8D47-C906643CA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결과 JSON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771541-B34D-4A62-95D4-0FBDC485E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1C7240-331D-4DEB-B6D0-64B4615E4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로컬 cache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D2A592-3CEE-41C5-8A59-8E50A249E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B7A277-5EAB-4AB1-B225-AE6CDC3BA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FAQ 조회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031E60-C1D8-460E-86CD-B60F389BD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A8ECF9D-2BD1-4384-AF2F-94A226B47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티켓 분류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8C0DB0-0C48-47A0-BCA8-ED5E665AD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FCF363F-40FB-4D1F-B581-7FBD212B5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검토 draft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6110114-93BF-4B0F-8BD2-25831F719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7DC1DED-3D6D-4509-BA36-862B9AD6E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request dedupe</a:t>
            </a:r>
          </a:p>
        </p:txBody>
      </p:sp>
    </p:spTree>
    <p:extLst>
      <p:ext uri="{BB962C8B-B14F-4D97-AF65-F5344CB8AC3E}">
        <p14:creationId xmlns:p14="http://schemas.microsoft.com/office/powerpoint/2010/main" val="1368745804"/>
      </p:ext>
    </p:extLst>
  </p:cSld>
</p:sld>
</file>

<file path=ppt/slides/slide16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F8254A-4C52-41DA-85D3-66E02D75A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판단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893730-062E-4818-9795-D92AAE68F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Gate 5 · 14:00 점심 전 실행 증거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079ADD-D7E5-4A1A-8A34-0649C57A7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50D651-F97C-40DC-B4F3-4E220D314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89EFC9-5435-4534-92BA-531EF692D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12:00-14:00 · PART 2/2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197CD0-46BF-49D2-A92D-2D19C531A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168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65E4C7-BC2E-451A-8EC5-DD0C2088B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지금부터 점심시간입니다. 14:55까지 돌아오면 15:00에 Local LLM 연결부터 바로 시작합니다.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9C74CB-2A56-4938-9ACD-869A521FA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8A4AD2-ED11-40C3-ADAC-2E3CB9E05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37B3BC-167C-4099-9F23-56F99EDDE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2860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Notebook Run All 결과가 남았는가?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96F855-4E19-49DF-9F92-E399F9350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77B22F-1D80-459D-B63A-CB1656FC1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10DF33-A39B-4E5A-A305-333FE1F56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3528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pytest 9개 통과 화면이 남았는가?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837F3F-C04C-43CE-9995-F6576200E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4FF872-641E-47A6-BC03-C996CB684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FDE840-A87E-4B14-BB69-28F531535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4196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내 commit diff에서 바뀐 경계를 한 문장으로 말할 수 있는가?</a:t>
            </a:r>
          </a:p>
        </p:txBody>
      </p:sp>
    </p:spTree>
    <p:extLst>
      <p:ext uri="{BB962C8B-B14F-4D97-AF65-F5344CB8AC3E}">
        <p14:creationId xmlns:p14="http://schemas.microsoft.com/office/powerpoint/2010/main" val="1645076700"/>
      </p:ext>
    </p:extLst>
  </p:cSld>
</p:sld>
</file>

<file path=ppt/slides/slide169.xml><?xml version="1.0" encoding="utf-8"?>
<p:sld xmlns:p="http://schemas.openxmlformats.org/presentationml/2006/main">
  <p:cSld>
    <p:bg>
      <p:bgPr>
        <a:solidFill xmlns:a="http://schemas.openxmlformats.org/drawingml/2006/main">
          <a:srgbClr val="0B1F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C9AD9C-EC67-42EC-9A7C-2678906C9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8B8352-1B0A-44FC-BFB4-1A1645F46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23900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1/3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504E04-3FD3-401E-A7F8-979CABA9B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66900"/>
            <a:ext cx="10287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5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5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무료 실습의 핵심은 교체 가능한 구조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034983-AA86-45CB-8C78-F0B6EF537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57600"/>
            <a:ext cx="96202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E0E0E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E0E0E0"/>
                </a:solidFill>
                <a:latin typeface="Apple SD Gothic Neo"/>
                <a:ea typeface="Apple SD Gothic Neo"/>
                <a:cs typeface="Apple SD Gothic Neo"/>
              </a:rPr>
              <a:t>Ollama·LM Studio·Jan을 선택지로 두고 provider가 달라도 같은 계약을 유지한다.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083CD1-1D26-4B90-95EA-C2443F5F2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3870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차성재의 현업 메모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F0B644-0655-4CBD-B1E3-ECB6466EB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78155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Ollama가 없어도 fixture로 계속되고, provider가 바뀌어도 나머지 코드는 남아야 한다.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604312-3249-4BA6-B3D1-F70E6D471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29250"/>
            <a:ext cx="1040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FD142E-1B37-4AD6-85B2-FA6C25FB9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산출물 · 공통 provider result · structured output · fallback</a:t>
            </a:r>
          </a:p>
        </p:txBody>
      </p:sp>
    </p:spTree>
    <p:extLst>
      <p:ext uri="{BB962C8B-B14F-4D97-AF65-F5344CB8AC3E}">
        <p14:creationId xmlns:p14="http://schemas.microsoft.com/office/powerpoint/2010/main" val="61072992"/>
      </p:ext>
    </p:extLst>
  </p:cSld>
</p:sld>
</file>

<file path=ppt/slides/slide17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F15988E-12EA-4425-A361-9C111955C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오늘의 질문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56E44F-2D49-457D-AB3D-15D09ECCF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프로그램이 달라도 generate 계약은 하나로 둡니다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B2877E-0524-4F6C-9B26-906076643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35ADDB-73DC-4C1C-A3BB-E522503DF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834E02-A884-43FD-9083-63116DEAC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1/3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DFDF8E-BC59-49D4-9AE0-8100AC6B3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170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596FA3-CBC3-4EE5-941C-62DFD6DFE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특정 모델과 프로그램이 사라져도 이 실습의 핵심 계약은 그대로 실행되는가?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5B9D38-F09A-4269-9353-9FA847FAD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622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C51C40-03E1-4B28-891E-584C257C2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288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선택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D2CD40-E481-445F-A048-D2E89A080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4193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PC 사양과 UI 선호로 provider 결정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123003-965E-4B97-950F-A07C7CCAB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480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19CE38-F320-435B-834B-BE4477FBD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146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연결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DC31D8-2608-4E62-8679-EE2B3E966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1051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health와 base URL을 확인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52E541-E992-47D9-97DE-8764C65AE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338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4B24C3-67B4-4924-A038-9E9B62C19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004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변환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EF7232-DF57-4FFC-8F22-86FC75191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7909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adapter가 요청·응답 차이를 흡수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5DBDA1-1A66-4AAE-9D37-28A5A7245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196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FFE514-D43B-4FC9-9336-B5B9A0D99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862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검증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C80F11-77D5-49DC-9FAC-B837FEA95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4767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JSON parse와 schema를 순서대로 확인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7B3B92-4938-4F88-A04B-CF9F5CA87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054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83AE60-36E9-43B1-A00D-DBE06A411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720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대체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9E2E7E5-A630-4FC7-B4E3-9C7A8C0C3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1625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연결 실패 시 fixture로 계속 진행</a:t>
            </a:r>
          </a:p>
        </p:txBody>
      </p:sp>
    </p:spTree>
    <p:extLst>
      <p:ext uri="{BB962C8B-B14F-4D97-AF65-F5344CB8AC3E}">
        <p14:creationId xmlns:p14="http://schemas.microsoft.com/office/powerpoint/2010/main" val="2049582646"/>
      </p:ext>
    </p:extLst>
  </p:cSld>
</p:sld>
</file>

<file path=ppt/slides/slide17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DBCCBDA-BEAB-4A3C-A02C-93CBFAE7F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처음 보는 용어 · 한 장으로 비교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6D02F4-07D8-49E9-B770-09B3DBFED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모델을 교체하기 위한 네 가지 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472906-2C3E-4FAE-82AA-89F011EC2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5538B3-F936-47B9-BD19-FC23E41F2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23D99C-471A-4F9A-9276-4A273ABB4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1/3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0DF512-D72B-4211-A030-0C04DF456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171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4F799B-8BBC-431F-8EEE-7769BF17B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00200"/>
            <a:ext cx="10553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FEE371-4774-4547-9E00-B3C693E4A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95450"/>
            <a:ext cx="1828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용어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193F29-F019-485B-9E30-90290557C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695450"/>
            <a:ext cx="421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쉽게 말하면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28D1F8-359D-4708-9D17-FD635A704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6954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오늘 쓰는 곳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900B6F-CDE8-47E7-A0D5-8222B4C47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14550"/>
            <a:ext cx="1828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Local LLM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Model on My Computer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9BC4BF-4872-430B-B16A-A2E98C059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114550"/>
            <a:ext cx="4210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외부 API가 아니라 내 PC에서 실행되는 언어 모델이다.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2BBFD7-4494-4A12-BCAB-8E4247E04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114550"/>
            <a:ext cx="3714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Ollama에서 qwen3 계열 작은 모델을 실행한다.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6778FF-9D97-46D3-BD10-9CBC574D0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7655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1FF5FC-E5B4-4F17-9276-12192E493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76550"/>
            <a:ext cx="10553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A38E73-F3F0-445F-8C70-A4E0B938E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1828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Provider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Model Access Method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5FA664-0468-46C8-8335-C5D46DD69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990850"/>
            <a:ext cx="4210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OpenAI·Anthropic·Ollama처럼 모델을 호출하는 서비스 또는 실행 방식이다.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009A95-6E62-4F75-A5C7-757119B85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990850"/>
            <a:ext cx="3714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local provider와 fixture provider를 같은 인터페이스로 부릅니다.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BCFC81-7FDF-4B5E-925E-5C7BFCCDB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5285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F54C2D-DFF4-4826-9992-73F6FAB4C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67150"/>
            <a:ext cx="1828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Adapter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Common Interface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A32233-69A8-41EC-B7EA-888091D49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867150"/>
            <a:ext cx="4210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서로 다른 Provider 호출 방식을 하나의 공통 함수로 감싸는 계층이다.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20F8005-CBDC-4D9D-9557-F0AA0836E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867150"/>
            <a:ext cx="3714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generate(prompt) 함수 뒤에 Ollama·LM Studio·fixture를 숨깁니다.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C12891B-8B5A-496F-8960-B14123EDE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2915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C23749C-0250-4309-BC0B-2FA580A48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29150"/>
            <a:ext cx="10553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B89FA12-EBE2-491F-A1FA-A2FC2E953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43450"/>
            <a:ext cx="1828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Fallback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Alternative Path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66E4E72-37A5-4162-87DC-5804132BF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743450"/>
            <a:ext cx="4210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주 경로가 실패했을 때 학습이나 업무를 계속할 대체 경로이다.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456350C-3A49-4DBD-B75E-1775D1285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743450"/>
            <a:ext cx="3714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Local LLM이 없으면 고정 JSON fixture로 Schema·Graph 실습을 계속한다.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372D665-706F-49D1-BD2C-983F0DD1C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0545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099379567"/>
      </p:ext>
    </p:extLst>
  </p:cSld>
</p:sld>
</file>

<file path=ppt/slides/slide17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35D931-3AD1-4B01-B8F0-ACFF5D29A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필수 목표는 “모델 설치 성공”이 아니다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A156DD-F3DA-4246-B132-02FEF5180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667271-30AE-4480-9C6F-B1E7CCB6F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60A89D-DCE7-48D7-9E14-AA962E7EB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1/3 · LOCAL LLM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78A1B6-8A26-47B4-B605-9ACB32E54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172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147D02-1306-4B2D-AFF4-127AB334A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5C7096-A4DB-4890-8EF5-0AB163EEE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80962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provider가 없어도 mock·fixture로 adapter 계약과 예외 처리를 완성한다.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796e50fbda4af8">
            <a:extLst>
              <a:ext uri="{96DAC541-7B7A-43D3-8B79-37D633B846F1}">
                <asvg:svgBlip xmlns:asvg="http://schemas.microsoft.com/office/drawing/2016/SVG/main" r:embed="R186f50121a5241f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601200" y="1847850"/>
            <a:ext cx="1352550" cy="13525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8996CB-6F78-4D48-8345-2EF6E7806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24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4FFE23-2EAB-432B-95A0-26E13BAA5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385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mandatory: contract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3A7468-2073-4EFB-9189-C59E6FF3E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005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06739E-F942-483E-8CFB-4CA5072D5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148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optional: local model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A9956C-BFE7-4C16-A794-D931A9BA8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767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AA07F0-4CDE-47B6-8303-5F11943B9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910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no score penalty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47F379-957F-421C-8869-EC9DD9247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886450"/>
            <a:ext cx="9906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69D663-1251-454B-BC2B-B8073FEAB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95312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무료 실습의 진짜 조건  |  무료는 비용 0원이 아니라 선택권이 남아 있는 구조다.</a:t>
            </a:r>
          </a:p>
        </p:txBody>
      </p:sp>
    </p:spTree>
    <p:extLst>
      <p:ext uri="{BB962C8B-B14F-4D97-AF65-F5344CB8AC3E}">
        <p14:creationId xmlns:p14="http://schemas.microsoft.com/office/powerpoint/2010/main" val="575099187"/>
      </p:ext>
    </p:extLst>
  </p:cSld>
</p:sld>
</file>

<file path=ppt/slides/slide17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E7F241-C3F8-4D59-8399-2BCFFCF70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Ollama는 CLI와 localhost API 경로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CACEE2-54CF-4FC2-B0BA-B15288374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413AD3-9EB6-4784-8F7E-2DDB35FCF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629248-DD2D-44D8-9171-BC3833437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1/3 · LOCAL LLM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727C6D-87F0-412F-9231-C2EF3C639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173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72A653-5528-48DE-8E0E-44C9866A6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모델 pull·serve·generate를 간단한 로컬 흐름으로 제공한다.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890064-4006-4530-9BFE-C67BD96F3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354FA5-D933-46F6-9855-9DC54D609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ollama pull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0BC236-EE1B-48DD-BB02-C8EF409B8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B689D0-D1C4-471C-B445-AB8D706DE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localhost:11434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F6ECA1-AF05-49ED-927E-CED09B0C7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9B063D-DF58-4C49-ACDB-7C6E5A516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API key 없음</a:t>
            </a:r>
          </a:p>
        </p:txBody>
      </p:sp>
    </p:spTree>
    <p:extLst>
      <p:ext uri="{BB962C8B-B14F-4D97-AF65-F5344CB8AC3E}">
        <p14:creationId xmlns:p14="http://schemas.microsoft.com/office/powerpoint/2010/main" val="1828300061"/>
      </p:ext>
    </p:extLst>
  </p:cSld>
</p:sld>
</file>

<file path=ppt/slides/slide17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FD9852-A307-4551-92CB-5E740C78D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LM Studio는 GUI와 OpenAI-compatible server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81E9A6-D1CA-4FC5-AD5E-07091389B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8739F2-04E8-435C-9800-ADCF645D2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68BAF2-3779-46D7-BFC5-010106D04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1/3 · LOCAL LLM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1A38BA-6AD2-404A-82FE-F4482D005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174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7C3DE0-A826-45A0-B2CC-1D2DAB624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39C7EE-94DF-41A3-B14D-D1B48BF36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9715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모델 관리와 local server를 화면으로 다루기 쉬운 대안이다.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7ECFE6-AFE4-4718-B6C2-89EA09EC7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24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F0DF4F-37F7-4154-80E2-67241F924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385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download model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34FD88-2754-454C-9407-51245E590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005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62B1A0-3175-4A35-98DA-E906D0A4A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148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start server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51B0C9-0708-4945-99C7-81E4ACE07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767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1A755F-7644-43EF-A49B-E6E74F030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910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base URL</a:t>
            </a:r>
          </a:p>
        </p:txBody>
      </p:sp>
    </p:spTree>
    <p:extLst>
      <p:ext uri="{BB962C8B-B14F-4D97-AF65-F5344CB8AC3E}">
        <p14:creationId xmlns:p14="http://schemas.microsoft.com/office/powerpoint/2010/main" val="371389105"/>
      </p:ext>
    </p:extLst>
  </p:cSld>
</p:sld>
</file>

<file path=ppt/slides/slide17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BE7A72-D3E4-4B80-AB48-33DE001F4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Jan은 desktop local API 대안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B05C24-2480-4408-A065-8BB07F6CA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B826AB-3300-46AA-9311-C81EB38C0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CBC0DD-9F76-459B-9EA3-0F47EFB29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1/3 · LOCAL LLM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344FDC-2B92-44B0-992C-F854DC3D5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175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6145B2-284B-41AC-BA76-9E3DB6E08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OpenAI-compatible endpoint를 통해 기존 client를 재사용할 수 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82D81E-E20A-4504-9A08-774DAF80E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DE906E-BED4-425D-BF82-DABF4142C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local server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1CA3D3-1133-4143-B252-5AD9D2646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3612DD-6374-4088-80CF-C4DECC8C7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model selection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66F84F-424D-44C1-8E35-E31C0C5F0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F6376D-F4B3-4C61-A8D7-9EBD29A69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offline-oriented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E6AB0C-4729-4E52-812B-D2976E8A0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3550"/>
            <a:ext cx="109728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39D7AF-E7B5-45ED-A0CF-F7F95AD05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1049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무료 실습의 진짜 조건  |  adapter가 없으면 모델 교체가 곧 프로젝트 재개발이 된다.</a:t>
            </a:r>
          </a:p>
        </p:txBody>
      </p:sp>
    </p:spTree>
    <p:extLst>
      <p:ext uri="{BB962C8B-B14F-4D97-AF65-F5344CB8AC3E}">
        <p14:creationId xmlns:p14="http://schemas.microsoft.com/office/powerpoint/2010/main" val="1784214048"/>
      </p:ext>
    </p:extLst>
  </p:cSld>
</p:sld>
</file>

<file path=ppt/slides/slide17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C36DBD-A889-41D1-A332-3422CBBD3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Provider adapter가 차이를 감춘다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DC8D46-AB6F-447B-9941-00C978FDC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597744-E3AF-4128-81FF-5E17C227A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AF48EC-3F57-4770-A72A-CE5F6F86B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1/3 · LOCAL LLM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45ECA2-AA65-4914-A1E0-3215D06D6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176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659533-5785-41A9-828D-722846191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5237D1-1289-48F1-A677-09A1BFDFA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9715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URL·인증·payload·response를 provider 내부로 모으고 앱에는 공통 result를 준다.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FB0CBE-662A-41C1-8CEE-1112E327A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24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CA17B2-28A7-4843-A572-09940FCC0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385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generate(prompt)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C8DF43-F1CF-41F2-83E0-B28C2742B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005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51A807-196B-4B62-8701-6AB1831F7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148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success data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A9766D-5367-460E-A77A-724BA9C17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767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25CF45-6C82-45EC-A174-8FBACB463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910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normalized error</a:t>
            </a:r>
          </a:p>
        </p:txBody>
      </p:sp>
    </p:spTree>
    <p:extLst>
      <p:ext uri="{BB962C8B-B14F-4D97-AF65-F5344CB8AC3E}">
        <p14:creationId xmlns:p14="http://schemas.microsoft.com/office/powerpoint/2010/main" val="1815032863"/>
      </p:ext>
    </p:extLst>
  </p:cSld>
</p:sld>
</file>

<file path=ppt/slides/slide17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29E13B-2ACB-489C-997A-E786D3DEF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OpenAI-compatible은 완전 동일을 뜻하지 않는다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DC50D5-3E90-4E83-ADF1-22A046405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723FEC-06D2-461F-9D36-177B97775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A7648E-535B-4E6E-9EDD-A0E932507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1/3 · LOCAL LLM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9BB498-F442-4C62-B01D-DE16BCE9E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177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A38DDE-9996-49A9-BA33-C005DC21F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model name·지원 필드·tool calling·structured output 차이를 확인한다.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E13B6A-EBF3-4C34-81CE-13D1BDA46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EC997B-9BE8-47D6-BC79-791EC7A79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endpoint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8F2946-7B6A-4635-BCB5-67E318D15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5E19F7-A684-4436-9957-B277234CF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payload subset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F89880-7651-4D85-9BFB-17CE1041F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BB4782-775B-4370-A598-537A0BCD6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model capability</a:t>
            </a:r>
          </a:p>
        </p:txBody>
      </p:sp>
    </p:spTree>
    <p:extLst>
      <p:ext uri="{BB962C8B-B14F-4D97-AF65-F5344CB8AC3E}">
        <p14:creationId xmlns:p14="http://schemas.microsoft.com/office/powerpoint/2010/main" val="1155979652"/>
      </p:ext>
    </p:extLst>
  </p:cSld>
</p:sld>
</file>

<file path=ppt/slides/slide17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514879-9846-473B-844B-C88DD97B0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작은 모델은 출력 계약을 더 엄격히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35DC8B-CE81-4462-B4A5-99107290F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5D7717-5DA3-4D1D-8AEC-42A15ACCC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0AEF58-998D-4390-9987-F3956B20E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1/3 · LOCAL LLM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E67412-56A9-4F74-89CD-1C70ACD59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178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EE3ECC-A874-4A52-A7D0-504D118A2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925BAB-D12A-4C83-AE8E-E1B8D39E4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9715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JSON parse·schema validate·repair·human review를 별도 단계로 둔다.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6E24DA-13DE-48EC-BCB5-E6118D455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24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FBA6A9-0ACF-4356-BB0C-3389EB735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385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extract JSON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FBF170-02D6-4F5B-A1E6-F8924DF11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005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6DC968-A098-4481-947E-EF4ACDD42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148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validate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34D01C-C6E3-4FF1-B6B8-128300394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767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A86170-47FE-42EB-8909-6C0C04B5E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910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bounded repair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07B0FD-CC93-4CE9-8AFF-626042D82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1530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B75CFE-43F6-4A65-9713-B26ED880A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0673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stop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B7F952-7AA3-42C5-BB2A-C6AEED80D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886450"/>
            <a:ext cx="9906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9B2603-9693-48C9-832F-5E456CA68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95312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무료 실습의 진짜 조건  |  local LLM은 정답이 아니라 데이터·비용·지연시간 사이의 선택지다.</a:t>
            </a:r>
          </a:p>
        </p:txBody>
      </p:sp>
    </p:spTree>
    <p:extLst>
      <p:ext uri="{BB962C8B-B14F-4D97-AF65-F5344CB8AC3E}">
        <p14:creationId xmlns:p14="http://schemas.microsoft.com/office/powerpoint/2010/main" val="1219363008"/>
      </p:ext>
    </p:extLst>
  </p:cSld>
</p:sld>
</file>

<file path=ppt/slides/slide17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BDBDA13-1013-424B-B9F6-BDC84DF70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진행 순서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CBCC9E-5053-4AC8-A344-2566AA430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로컬 provider 선택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956502-AEFA-4F26-9F29-ACE9CB14C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7062F5-BC2D-4A6D-BACA-C303F5ED9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0116A7-F453-401E-9E68-8B17EEC26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1/3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DEDBB7-6CC7-4E9B-89B1-0917EA564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179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982DC2-05B4-4941-8384-11173D732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B79085-52BE-4BFA-96F4-7828962C7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2A0EAC-7916-4326-B78D-68152E83A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CHECK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76B077-81B9-4F58-B260-43EC17206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RAM·권한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E86B3F-B406-4BCD-ACA0-5030C9F8E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E9E47D-A661-421E-AA57-F97B617B3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DF1B9F-DFB9-4355-A58B-359D3E53E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CHOOSE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4A8718-3E63-4FD9-81B3-9D6CD39C1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Ollama·GUI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A5E428-9550-4BD0-88DA-BB4DE1CCD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694BE6-2068-46C8-BACA-6755CA57D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19032A-7CA8-4F65-8AE1-82FEB1C99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VERIFY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1AB0CA-459A-4F6F-AAC1-8EEB1215F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health·model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276710-2A5B-4AEC-AE63-7BC99A427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212C0D-CA00-47FE-AFC2-2EA603D70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75CB5C-142A-487E-957D-2B0E81BAC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FALLBACK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87FC5E-46F9-4860-A0EC-413432959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fixture</a:t>
            </a:r>
          </a:p>
        </p:txBody>
      </p:sp>
    </p:spTree>
    <p:extLst>
      <p:ext uri="{BB962C8B-B14F-4D97-AF65-F5344CB8AC3E}">
        <p14:creationId xmlns:p14="http://schemas.microsoft.com/office/powerpoint/2010/main" val="383575604"/>
      </p:ext>
    </p:extLst>
  </p:cSld>
</p:sld>
</file>

<file path=ppt/slides/slide18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9E050AE-65D2-4830-92F4-6C0FB6034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진행 순서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482FFF-6375-41CC-99F2-4616C5130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Ollama 최소 실행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B9026D-4348-4B6F-AF46-A1B3868F2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9B23A8-4B0A-49A1-9CFE-75990179A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755978-689E-4235-A407-158EACF2D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1/3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84A86A-775B-478B-BF25-824B78139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180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42DAAC-CE32-4092-BFA7-631D58FAE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379649-AC79-4AE3-B324-00F53C8E1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1BEDC2-E76A-40EF-AE66-1392CE9E2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INSTALL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9B0BFC-4D0F-4FA8-A941-89C8C743C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공식 배포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FD8726-B581-419B-B3C2-572C634A3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AA304D-5439-4D1D-BC08-6087F9EC8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81C312-8BE6-4552-BC99-AAB7CC96B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PULL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8F5FEE-46B2-4A40-80B7-FA5A5D7FE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작은 모델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5F776B-DAFC-4ED1-BB2E-40C43BAA1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A69558-3017-4590-B141-49D3D405E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BBB0F0-0B09-4589-A3FD-B89C32E83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LIST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FFDDA5-F37A-455B-8939-23E172C2A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model 확인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782C53-A336-4922-B004-09741D9F6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AC0A5D-057B-4F6E-B9DA-D617552E2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B11BAFF-FA1B-4442-8A73-22B903414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GENERATE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3A6CA9-257D-44C2-A54E-F9DF6C71B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API 호출</a:t>
            </a:r>
          </a:p>
        </p:txBody>
      </p:sp>
    </p:spTree>
    <p:extLst>
      <p:ext uri="{BB962C8B-B14F-4D97-AF65-F5344CB8AC3E}">
        <p14:creationId xmlns:p14="http://schemas.microsoft.com/office/powerpoint/2010/main" val="1412450067"/>
      </p:ext>
    </p:extLst>
  </p:cSld>
</p:sld>
</file>

<file path=ppt/slides/slide18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452846B-878C-45CE-AE7A-DF5EAEA94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진행 순서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F1A508-0AF3-4389-9046-6BB3A3199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Adapter 네 단계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583262-AE69-4E68-999E-B63EDAFD6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4DE2E2-1BF7-4527-A057-9147D4EF6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A893F2-E1E0-4266-85DD-E5A035E07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1/3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B27C75-A19F-437C-95A2-DE75C8412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181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D6786A-3EB2-4BE7-9E5A-0BAB7A05B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8159E9-5465-4341-9429-F307D58CB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B49B43-D791-4206-AAA4-45B4AE3F7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INPUT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E74E52-D1C3-422B-BFC0-63D8E6C5C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공통 prompt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8193A7-92CE-4DE6-9A94-7AA9F157D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BFC6EB-EE38-4496-B9A1-EA23A49C9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CF2165-4380-46EF-9BC2-2682A7275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9BA469-EB77-4522-B59E-F74D9AF0C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provider payload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1DFD07-555D-4375-A96B-300DC740A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84FB1C-F638-4D04-84BF-81CC201DE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0E1D25-17E0-4F9C-B433-04FF99F71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CALL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BD9F1F-3108-4B1D-A24D-137E57D46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timeout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56A466-AEA0-4FA3-8CB7-A54D3896B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2A8593-5195-4508-A361-691A9A565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1A4CC8-076A-4103-9892-79CC415D5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NORMALIZE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1B1222-F238-4421-BD67-9F960D28C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공통 result</a:t>
            </a:r>
          </a:p>
        </p:txBody>
      </p:sp>
    </p:spTree>
    <p:extLst>
      <p:ext uri="{BB962C8B-B14F-4D97-AF65-F5344CB8AC3E}">
        <p14:creationId xmlns:p14="http://schemas.microsoft.com/office/powerpoint/2010/main" val="57143171"/>
      </p:ext>
    </p:extLst>
  </p:cSld>
</p:sld>
</file>

<file path=ppt/slides/slide18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F645E16-3C07-409B-B818-5CBC1D7C9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진행 순서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E69926-EFA4-4E88-9C28-37C68DB24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Structured output 처리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83140C-8F3C-4D77-89A4-89BDA62DF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9EA635-9BEB-4997-8929-756F9EDB6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C73EF0-335C-4D5C-8829-FE139871C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1/3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15FC50-7C9F-48C3-9691-A808445A3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182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9BEF82-A3DC-47AB-A0C2-202A7A1A8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263C81-B928-4589-96A1-E533AC8A7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CA3C7E-5FD1-4E7C-A59B-0E64B1050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RAW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11CF4B-F29F-4E5E-9DA4-72B416920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원문 보존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F33897-8102-41EF-8A3C-3F49CE7BC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3BCEDA-DA75-46E7-9B9D-C10D54710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D33A87-8F35-482B-B995-5C2AE9853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PARSE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05A574-F439-4101-9FD8-97725DCC8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JSON 추출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398F85-2C42-452F-B3F0-6484CA3DB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FAB7D1-9ACB-4F16-BC50-02A8F9D67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C1BCE1-4E79-4209-BB82-8CBD48E8C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VALIDATE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45DBD4-4600-48C0-8899-E79A2E70B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schema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8CE246-F3BF-4372-9959-DCAC56CBB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9BB2AD-6F2E-4E4B-A880-BC80C9AE9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13FD10-B1F1-496D-B9AA-2AA8C92D7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REVIEW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D3D3E6-8B49-4981-B51E-5DF9519B9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repair·human</a:t>
            </a:r>
          </a:p>
        </p:txBody>
      </p:sp>
    </p:spTree>
    <p:extLst>
      <p:ext uri="{BB962C8B-B14F-4D97-AF65-F5344CB8AC3E}">
        <p14:creationId xmlns:p14="http://schemas.microsoft.com/office/powerpoint/2010/main" val="779399409"/>
      </p:ext>
    </p:extLst>
  </p:cSld>
</p:sld>
</file>

<file path=ppt/slides/slide18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781CF35-D3FF-403C-AB06-34BDF8CD2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진행 순서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125578-A2BC-4923-B00F-590F0FCEE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모델 오류 분류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D51D3F-60BE-4A3E-B974-A27930F7B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6B795B-75E5-4C03-98B0-18B764D2B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3E865B-965B-47D4-9C84-9F0F040AF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1/3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437555-FFE0-4069-8B83-0EEF18E74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183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34C3CF-8BC1-41E5-BDD4-4A560BE23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C3A18C-4A54-4061-AE52-D70DAC43B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F65A59-4684-4620-81E3-7CAC8AE59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CONNECT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50FE15-EAB1-4E89-94F4-27E6C4936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서버 없음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593B25-76E5-4945-A090-EBDD95267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493B4E-D14D-4461-B52A-C392FDEB9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7726AA-061E-4215-9C8A-1FF2E9BD9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MODEL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8168A3-67AE-4447-9F5D-99B8657EB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tag 없음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398197-B925-4E6D-9FE3-62B1DF3E5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E9BE92-B174-488C-9EBD-6F9A577CE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FAFF64-0468-4183-A3F6-CD7ABE29D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FORMAT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F244F3-D313-44FD-BF26-BF7A890DD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JSON 깨짐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45E71A-FB6E-4E50-A9AB-83064FF17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1E3D7E-4ACA-401F-9622-2BB46E2B8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FDAF31-7613-461A-A788-D448E0ECE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QUALITY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6E6232-93EF-46BE-BDB9-014F264BF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근거 누락</a:t>
            </a:r>
          </a:p>
        </p:txBody>
      </p:sp>
    </p:spTree>
    <p:extLst>
      <p:ext uri="{BB962C8B-B14F-4D97-AF65-F5344CB8AC3E}">
        <p14:creationId xmlns:p14="http://schemas.microsoft.com/office/powerpoint/2010/main" val="825433911"/>
      </p:ext>
    </p:extLst>
  </p:cSld>
</p:sld>
</file>

<file path=ppt/slides/slide18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336AF03-E9A7-4369-AA53-C7C083821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도구 선택 기준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892FFE-28C5-4B5E-8D90-E1FC32F3E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세 프로그램의 차이는 화면에서, 공통점은 adapter에서 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6D8E17-2A04-4963-97E8-E7A0FBCD0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4DADDD-0A7E-4AED-B3A5-69D8CE809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5F3419-0A31-45C6-BB04-D54FEB4CC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1/3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772E26-F944-461A-8ED8-5B0C50C21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184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F8F194-150D-47B3-89D1-268B9EBA7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6685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Ollama → model tag → LM Studio server → Jan API server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ABA3D7-63EE-43D1-AF74-5E20D8D59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38350"/>
            <a:ext cx="10553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3F3D3E-0D60-462C-B33F-2B05B0D7B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1581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도구·서비스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D7C5BB-BBA3-426E-84E7-58EBCA50D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133600"/>
            <a:ext cx="1866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도메인·역할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BE9428-B741-4C59-AD66-BCF80043D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133600"/>
            <a:ext cx="3676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이번 강의에서 쓰는 이유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A6AA7C-9F38-40F7-8970-0EDC6ED0E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33600"/>
            <a:ext cx="251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유사 도구와의 차이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CE1B39-106C-4E84-B6BD-468F91B05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24125"/>
            <a:ext cx="1581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Ollama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0399EB-4ADB-41F1-BAE7-C6F87D437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524125"/>
            <a:ext cx="1866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CLI·localhost API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01026E-F5DD-4D25-8243-9D770D83E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524125"/>
            <a:ext cx="3676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명령 몇 줄로 local model과 API를 함께 실습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4A71B3-EEDB-4320-B70E-8E59A6F7E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24125"/>
            <a:ext cx="2514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GUI보다 단순하고 자동화에 유리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94958D-64BC-4F6B-A7FA-F78CADADE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0E9304-937E-440B-A8F7-DB1FF7369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0"/>
            <a:ext cx="105537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3AFF9B-CF1C-4A85-B6E1-B87E75410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24225"/>
            <a:ext cx="1581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LM Studio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809582-5AEF-4A45-8904-A500DF2E6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324225"/>
            <a:ext cx="1866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GUI·Local Server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78ABF6-719D-4796-87A5-E71F6E99F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324225"/>
            <a:ext cx="3676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모델 탐색과 server 상태를 화면으로 확인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B7FBAA1-546A-4CE3-8637-9A57F4B69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324225"/>
            <a:ext cx="2514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초심자 친화적이나 GUI 조작이 필요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2B63E2-515A-4C66-81AF-77ED360F3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3860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1E63B3-3069-4F88-928E-8B5927EF9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4325"/>
            <a:ext cx="1581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Jan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17815FB-92C1-4BB9-8C5F-CB0D6A67A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124325"/>
            <a:ext cx="1866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Desktop Local API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ADF8E5F-CC6D-44C5-A5CF-ED51F13D9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124325"/>
            <a:ext cx="3676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OpenAI-compatible 대체 경로를 하나 더 확보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B468232-4A38-4096-B744-BDEF79F67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124325"/>
            <a:ext cx="2514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생태계·문서 범위는 도구별 확인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D5187E0-9992-4448-BBF2-E9F382093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3870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75989E1-360E-4C32-B2B4-4CA6572F2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38700"/>
            <a:ext cx="105537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B1C8CD0-D764-4672-909F-FE3C6122F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24425"/>
            <a:ext cx="1581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Fixture Provider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25C22B0-5DE4-4C15-93DB-8685846FC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924425"/>
            <a:ext cx="1866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설치 없는 고정 응답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99BC894-D1F2-4135-AD08-DF1CCCB49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924425"/>
            <a:ext cx="3676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모델 설치가 실패해도 Schema·Graph 실습 지속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CD6451F-1E77-4338-A12B-5A2E21036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924425"/>
            <a:ext cx="2514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생성 품질은 평가할 수 없는 복구 경로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2D6731E-5422-4E9F-906B-3B96FCFE7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3880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874550753"/>
      </p:ext>
    </p:extLst>
  </p:cSld>
</p:sld>
</file>

<file path=ppt/slides/slide18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509EDB-6BB1-45DD-9ABE-EEDDA190A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실습 화면 1/4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CDDBD6-6244-4CEC-83A9-A7C69A82F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Ollama 다운로드 · OS별 설치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0E47AA-6B58-49F9-AAF4-5B2226C55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ACDEC3-57EF-482E-A423-3BA7A99C1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59A16B-182E-4A83-A635-3DC875A70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1/3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B2A0A0-6DA3-4E99-B861-DCF4994E6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185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41CD30-894C-4CC2-889C-F87FFD447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E31080-9D25-40EE-A59D-9D6327F9A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CB99EC-B88F-4219-ACCC-5A4991A8B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공식 설치 파일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AD5160-8CF8-4034-BDAE-0B03AAC5B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025BE5-9B16-41F6-A0CE-A518EAD9B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OS 지원 확인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6A546E-ABD5-45F3-9C39-CD17BCDF2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780826-AAB4-45B0-87BD-9660244C5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회사 PC 권한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A55C9A-5F27-499E-BB07-83995A85D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B3C679-AD9A-46E2-94A8-CFF3BD7EC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수업 전 미리 다운로드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9EB124-4EAC-4D0C-8D6C-C828372BB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dc26907ae44d41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D7E4EF-8F73-4215-BAF5-B6E970999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Ollama Download 공식 화면</a:t>
            </a:r>
          </a:p>
        </p:txBody>
      </p:sp>
    </p:spTree>
    <p:extLst>
      <p:ext uri="{BB962C8B-B14F-4D97-AF65-F5344CB8AC3E}">
        <p14:creationId xmlns:p14="http://schemas.microsoft.com/office/powerpoint/2010/main" val="134876332"/>
      </p:ext>
    </p:extLst>
  </p:cSld>
</p:sld>
</file>

<file path=ppt/slides/slide18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4E00D5-02DC-4108-985D-318272E7F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실습 화면 2/4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584B0A-22AB-49F2-8AE1-C4C9657FB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Qwen3 model library · tag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41BCB3-ADDF-4F59-89A1-B542458D9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7D9A2A-CBC6-46E6-A591-4A3811134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E34479-A7E3-4ADB-B0EF-71D164272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1/3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8129EC-FB04-4D9F-BC86-616FEF1B1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186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441012-3678-4807-BF0B-93200E70E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8C39A6-AB92-48B1-90DE-72FFAD434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A9D256-3EAD-4450-8755-6A64C3E60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모델 tag를 그대로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AB9E32-7786-47EA-8E68-494B46EC8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15969A-3937-44B4-BED0-4ED253776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크기·RAM 고려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8260BF-8228-4436-B01B-EA681D051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2C6849-6508-40BA-BD09-B84FD13E6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한 모델만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ED7F29-EE48-4DCE-8531-7AE065896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9B66E4-3A0D-46FA-A6F2-C63FD4715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강의 직전 tag 재확인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0062BF-440D-45FB-AFF9-8179E09B9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d152b55b584f47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0736EC-9A93-4895-96E3-837E2C9CF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Ollama Qwen3 model library 화면</a:t>
            </a:r>
          </a:p>
        </p:txBody>
      </p:sp>
    </p:spTree>
    <p:extLst>
      <p:ext uri="{BB962C8B-B14F-4D97-AF65-F5344CB8AC3E}">
        <p14:creationId xmlns:p14="http://schemas.microsoft.com/office/powerpoint/2010/main" val="2017155134"/>
      </p:ext>
    </p:extLst>
  </p:cSld>
</p:sld>
</file>

<file path=ppt/slides/slide18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F72C5A-C78C-4148-8D51-4DAFEA5D0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실습 화면 3/4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9CE200-D735-46F2-BF30-5785C772E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LM Studio · Local LLM API server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BDBCA5-CD00-4FA7-BE60-A6BF19D59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DAB940-BE95-4ABF-AB54-6DA7ED238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8C342F-E1DD-401F-B270-4A1D0398F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1/3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0107F1-CA2D-42E0-870A-DB63B7D44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187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90869D-296A-4AFF-9DFB-B14F6D77B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B931AF-BE9C-491E-A38F-B89469C12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FF957C-FB5A-45F2-ABBC-7BE6F8FE4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GUI 모델 관리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1FBD45-2085-4D48-BBEB-D5FD50B40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C6BDE2-7858-4181-910D-98F7165F8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server start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5DAD63-A6E0-4481-B73D-6A3C31D93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DF1996-4E2D-4330-8527-C466023B7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localhost endpoint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D282C7-6DB0-4171-A265-5A2BB6B39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C07F18-492A-40F2-B412-CED47D6A3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OpenAI-compatible 확인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F90DF9-41FE-4E1D-B554-81A9F136B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573a49702247c8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196C16-3EC8-4F84-BF87-C9874818F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LM Studio local server 공식 문서</a:t>
            </a:r>
          </a:p>
        </p:txBody>
      </p:sp>
    </p:spTree>
    <p:extLst>
      <p:ext uri="{BB962C8B-B14F-4D97-AF65-F5344CB8AC3E}">
        <p14:creationId xmlns:p14="http://schemas.microsoft.com/office/powerpoint/2010/main" val="1838078266"/>
      </p:ext>
    </p:extLst>
  </p:cSld>
</p:sld>
</file>

<file path=ppt/slides/slide18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19C89E-C294-44D4-B21C-A1C8EC6EE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실습 화면 4/4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8B79ED-6877-4F15-BB20-F1D36EE47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Jan · Local API Server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FB6C61-8019-4350-BF32-B6C80BBC7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E07B87-CD10-42C4-9366-4D0F656A4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DA3467-D202-4BE4-A0AD-621AD8610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1/3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16869C-3F20-4AF9-844E-14F3D0157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188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1A3B22-D7C2-4D31-838F-88F53EA03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BA5E01-98ED-444F-B770-0ED5507F3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C96AE1-CC57-49DE-9C64-28FD72E4D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desktop 대안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7E520A-5A3F-4690-8482-8B74694D2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AA748A-5CD1-4BDD-B36E-519056C74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server 상태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B8C081-1689-4ACD-89E1-2D618CD9C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941C86-7699-4548-9E2C-16450C193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model selection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6B7031-AE87-40B2-91BB-07AB5BC59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7F8048-0AF3-4585-B21A-C6BAF1834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공통 adapter 연결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C68BDC-C7D6-4CEC-8686-3D2B1E856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168ba472e841dd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143150-2285-458B-A6B7-AAA078EE9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Jan Local API Server 공식 문서</a:t>
            </a:r>
          </a:p>
        </p:txBody>
      </p:sp>
    </p:spTree>
    <p:extLst>
      <p:ext uri="{BB962C8B-B14F-4D97-AF65-F5344CB8AC3E}">
        <p14:creationId xmlns:p14="http://schemas.microsoft.com/office/powerpoint/2010/main" val="1577806998"/>
      </p:ext>
    </p:extLst>
  </p:cSld>
</p:sld>
</file>

<file path=ppt/slides/slide18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8E9AA2-41BF-42FB-BEC8-0D717D9F4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BA4865-CC9C-4BE9-A0AD-F6EF1B551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Ollama generate payload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05328D-A5A6-4A63-A822-ACAB469C2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5A2BA1-2BF5-4B5F-B389-1E54B6A5C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7EE67F-54F3-4C15-BEC9-D52C0CBEA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1/3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F99750-19F8-4767-94D8-5D36B0808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189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53ED0B-BC61-455A-9C59-3A5635971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EBFBE4-EFEE-4649-A5AE-57E4B1189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0F12F3-F125-4C69-8847-3C49D422D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localhost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BCFD92-96DF-463D-B6A2-11477DA88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3DCBD0-B266-4CA8-81EE-3B03C7183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model tag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5CCCD3-5D2E-4706-8D98-45260BF5B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122613-53A5-4CCD-8F92-AE27E0D11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stream 단순화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4415F1-55F7-4469-BC59-2A79F3479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94DE9C-FFE5-49A6-908D-66A78564E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timeout 필수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ECFEFC-4995-4373-A858-015A7EF00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F3E3AC-ECB2-47F9-84E0-05201D3DC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FF6AE3-ECAC-4ECA-BFAA-EA4D27136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payload = 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"model": "qwen3:4b",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"prompt": prompt,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"stream": False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}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POST http://localhost:11434/api/generate</a:t>
            </a:r>
          </a:p>
        </p:txBody>
      </p:sp>
    </p:spTree>
    <p:extLst>
      <p:ext uri="{BB962C8B-B14F-4D97-AF65-F5344CB8AC3E}">
        <p14:creationId xmlns:p14="http://schemas.microsoft.com/office/powerpoint/2010/main" val="304278851"/>
      </p:ext>
    </p:extLst>
  </p:cSld>
</p:sld>
</file>

<file path=ppt/slides/slide19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2BDED5-0FEA-43F2-AAE8-6615861DA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9C8C56-CE2E-4A69-93F4-6FC316638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연결 실패도 result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21CEF9-275B-4717-A6A7-CB5D483BF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416C1E-9480-40AF-B6BB-D4C2B2F61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C7E047-E219-4BDB-9E55-8CF2A68B4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1/3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B1B897-3C4A-4F98-A69A-7B448FB45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190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88F187-0A94-47C3-AA46-06C8B2E65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3A43C8-057F-492A-9D68-E80026ABC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94F26B-3C25-44C3-9947-42AD87D62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exception 밖으로 누출 금지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821113-1289-41E7-A162-A82FC6B6A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E5D4FF-6A61-483E-AC4B-97F9A9610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안정된 코드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F1A434-FC79-413E-BE95-79E11E8E3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3A1CF4-06FF-44A1-9AA1-DDBD0D2F2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상세 원인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709C43-3759-4AC9-A940-1B8F0FC98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36A260-3C46-440D-8F90-69E37C11C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fallback 선택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ACC1DB-890B-4C12-93BA-79D1E41B1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0355EB-43E6-4B03-9F5E-FA54C8B0E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368B9D-3B1E-45AD-8796-B583DB52F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try: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data = post_json(url, payload, timeout=60)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return {"ok": True, "data": data}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except URLError as exc: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return {"ok": False,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    "error_code": "OLLAMA_UNAVAILABLE",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    "detail": str(exc)}</a:t>
            </a:r>
          </a:p>
        </p:txBody>
      </p:sp>
    </p:spTree>
    <p:extLst>
      <p:ext uri="{BB962C8B-B14F-4D97-AF65-F5344CB8AC3E}">
        <p14:creationId xmlns:p14="http://schemas.microsoft.com/office/powerpoint/2010/main" val="1132449054"/>
      </p:ext>
    </p:extLst>
  </p:cSld>
</p:sld>
</file>

<file path=ppt/slides/slide19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ABBB9F-02E8-422B-A6A7-5175B05E8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426C98-7ED0-4056-A92C-5C9748FD4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공통 Provider protocol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600954-2603-4BC7-985E-246B0DFDE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C66B62-431A-4DE4-B6E5-6EA5BBEC7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8C8AB3-6E90-4A91-8AD3-10D4F5990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1/3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18D82F-813F-435C-8111-905837110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191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3E28B7-95BA-476A-A6A9-ED1917608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7CC5E1-6688-4007-A037-48FB62637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B362CD-1348-495A-A701-3561B55DC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앱과 provider 분리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D9BF52-7E69-49DF-B77D-849D9B5FB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11A365-5DF8-4E7A-8AEB-AF3AF0EE8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같은 입력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A6B362-2A73-4CEC-9FED-5A723C2E5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13D0CA-9D5D-4DB9-B9F7-568223881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같은 result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20A260-7EEC-4DB1-A5D0-CDC5C8B71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56CF46-2C5A-4259-AF6F-1B4C42AB5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test double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936945-7046-47E3-8FE7-D53DCA13C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26C2F2-27EB-4483-9D0A-58840DD6F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22A829-8EE6-45BD-9D17-58A8E7927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class Provider(Protocol):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def generate(self, prompt: str) -&gt; ModelResult: ...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providers = 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"fixture": FixtureProvider(),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"ollama": OllamaProvider()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983873613"/>
      </p:ext>
    </p:extLst>
  </p:cSld>
</p:sld>
</file>

<file path=ppt/slides/slide19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A37B9B-6E5D-45FD-84E2-2FFDE95D8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11685A-2B2B-49A6-8DAC-8D8304593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JSON parse와 schema validate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1F1315-FA72-4086-9D15-949C789E5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56C003-03F7-4FCB-84AC-8DFE7C327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7B6AF7-9B11-4E97-AFA8-DFE699D42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1/3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2AA702-C98F-46B7-BB1B-47AD08468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192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EDFECE-BBEF-4BA7-9E1A-AF96F4E93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077A2B-AC1D-4C59-A9F2-5FEB66248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9AA2BF-3055-4C80-9EAA-D0443F71C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raw 보존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965036-9740-4D35-8191-CA6B96474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892F79-C147-4D0F-B329-B4B6DAEFB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parse 단계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C7404C-7464-47EA-AF91-39ECDFB69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2CB7CF-699B-42DB-B7C5-8912A6CDC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typed validate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4B99AF-DC6E-4B22-AA1D-9B16005CE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53B436-F2B4-41A6-9DC3-3616EE440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근거 정책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AAF92C-4653-4BCB-B381-F4487CA22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6765C6-1B1C-4C32-8E94-39251A8C7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26C42B-57DB-4719-95D8-3ECF60270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raw = provider.generate(prompt)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parsed = extract_json(raw.text)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result = MeetingResult.model_validate(parsed)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if missing_evidence(result):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return NEEDS_REVIEW</a:t>
            </a:r>
          </a:p>
        </p:txBody>
      </p:sp>
    </p:spTree>
    <p:extLst>
      <p:ext uri="{BB962C8B-B14F-4D97-AF65-F5344CB8AC3E}">
        <p14:creationId xmlns:p14="http://schemas.microsoft.com/office/powerpoint/2010/main" val="1695334047"/>
      </p:ext>
    </p:extLst>
  </p:cSld>
</p:sld>
</file>

<file path=ppt/slides/slide19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22FED1-7E51-4796-9ED5-6870E4318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8BCE57-3AB9-4A5B-91E0-C239B9FEC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bounded repair · 한 번만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165826-E913-4446-A7BB-5FCEB3185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C8A407-4215-47C3-B63A-A9E5764D0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EDD78E-2983-4CDF-8559-9E6E7F21E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1/3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5C5124-EB6F-42DC-A998-3EC597E31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193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A9B7D0-0AE1-4CCD-B576-397B11E28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17D3EF-9CBF-415E-9F83-B91B7CD4D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976F86-092C-4319-AA74-006E05E35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무한 repair 금지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E2FD4D-F925-4FE9-9D96-929238D0C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B47613-CBB8-4488-BD78-B767CE778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오류 정보 제공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E841A1-F4FC-4EDE-BC89-09846305E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FB0BC5-6765-43F1-9A08-FEB5F5B2E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최대 횟수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EDEAED-1244-4F15-B935-1E6CAC55B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CA51F6-B42A-48EC-8473-31805488F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사람 검토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96E479-E538-434C-8ECD-FCD1614F6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949ED6-9792-401B-82E3-88E1AD233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25F200-86CC-4277-98B3-34341B4E9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for attempt in range(2):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try: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return validate(parse(text))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except SchemaError as err: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if attempt == 1: break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text = provider.generate(repair_prompt(err, text))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return NEEDS_REVIEW</a:t>
            </a:r>
          </a:p>
        </p:txBody>
      </p:sp>
    </p:spTree>
    <p:extLst>
      <p:ext uri="{BB962C8B-B14F-4D97-AF65-F5344CB8AC3E}">
        <p14:creationId xmlns:p14="http://schemas.microsoft.com/office/powerpoint/2010/main" val="1858574587"/>
      </p:ext>
    </p:extLst>
  </p:cSld>
</p:sld>
</file>

<file path=ppt/slides/slide19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8B571E4-61A9-4B43-A237-62C535F49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직접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E5D4E8-09E9-43E7-B221-66BA53655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1 · Ollama health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1E0E77-E711-48B1-AFD3-06F7EE765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7BE3E9-FE24-4D74-8E04-C90B06AE8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390C18-9BEE-4422-A5B5-9A1F4CA31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1/3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94CAEC-86BE-4E42-88BD-4A2269AA0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194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B9A8F4-8C53-47B6-81AC-E29643BB4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08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E76924-E99B-4983-B976-91DD9CEB1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22F3A8-B357-4B18-B6AD-ABAA01EB2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일단 저를 그대로 따라오세요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A613C6-3135-41D0-8885-0C387DA87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866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숨기지 말고 첫 오류 한 줄만 가져오세요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696843-0E0A-40BF-976A-2E309E2C3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140DAA-9ADB-40D1-A75C-072096B6F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ollama list를 실행한다.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9FE674-BE06-4C9A-93C7-9819E7FC0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2D16F0-728C-4A67-9244-243328FDD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BC6821-FFCD-4E7B-9EE6-4EFA0B3F8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서버 연결 여부를 확인한다.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9B0C56-8739-46DF-A825-FFEB722CD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C6726C-AAC6-4FB8-A500-2C44BD69D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9D764B-F157-4053-842D-6E15DA671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모델이 없으면 설치를 강행하지 않는다.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1D6AAD-464D-411D-82ED-121DF34CD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23A209-5F57-4D68-941D-0C439DF12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24D89E-414C-4F0A-9DE9-461C4E91A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fixture lane을 선택해 기록한다.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53854A-CA26-4DA1-BE41-2744D03AD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30DFAA-AF43-4B65-8672-904BBF890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2206E22-DCA1-4DCF-82EE-206450B24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provider 상태 1줄</a:t>
            </a:r>
          </a:p>
        </p:txBody>
      </p:sp>
    </p:spTree>
    <p:extLst>
      <p:ext uri="{BB962C8B-B14F-4D97-AF65-F5344CB8AC3E}">
        <p14:creationId xmlns:p14="http://schemas.microsoft.com/office/powerpoint/2010/main" val="282484534"/>
      </p:ext>
    </p:extLst>
  </p:cSld>
</p:sld>
</file>

<file path=ppt/slides/slide19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BD7E514-6F8C-4C87-8193-F9A3C50E5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직접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28E61A-D0F4-48C7-9FB9-249FBC674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2 · 선택 provider 호출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30C704-7A1C-450F-9C27-43E19EB79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1D39C6-4423-498A-9A36-2C2CFEDF3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8BF4AF-9BEB-4A63-92FF-9D0377962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1/3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322AD5-DEB8-466E-A0D7-85CD6D0DF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195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47DD01-FA9B-4463-80F8-5AA6FB20C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12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FB7BDB-8CE6-45B4-AD9D-E94DF6171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411BFD-13F7-42B8-9C74-B5E445143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일단 저를 그대로 따라오세요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2C7762-57F8-4931-990A-6B6E28C25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866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숨기지 말고 첫 오류 한 줄만 가져오세요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179464-09D7-4FAE-B682-9D8F484AC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DA8027-EECD-4505-BC0A-87F6B81C3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prompt를 짧게 입력한다.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FD1131-5C76-42BC-B57E-BE5EBE09C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51A6E9-0170-426E-928C-0DE99C70C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9027A7-9001-45AD-9152-55E37994B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timeout을 지정한다.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6771A1-5536-48D2-BF42-B8122ECA4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FB7B41-BD79-46FD-A6BE-785E98032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C02A12-67D8-4855-A60F-A34486FB0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성공이면 response 일부를 확인한다.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39FE88-4DD9-4045-9E0B-4FA23DE15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4FE3A0-DA9F-4912-BFBD-20B4BF333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2B050C-4F23-43F3-A194-1BC749766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실패면 error_code를 확인한다.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4EFCE3-C474-4FFF-A415-D0F9A3D1C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605455-24E8-4487-B2EC-F0EBBABAD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83D3A6C-E9EC-4059-92EA-F56C9E243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성공/실패 result 1건</a:t>
            </a:r>
          </a:p>
        </p:txBody>
      </p:sp>
    </p:spTree>
    <p:extLst>
      <p:ext uri="{BB962C8B-B14F-4D97-AF65-F5344CB8AC3E}">
        <p14:creationId xmlns:p14="http://schemas.microsoft.com/office/powerpoint/2010/main" val="1303835238"/>
      </p:ext>
    </p:extLst>
  </p:cSld>
</p:sld>
</file>

<file path=ppt/slides/slide19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51BB118-EC8E-4C36-AAC9-AF9324F06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직접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C14B3B-3BCC-4E6E-8AF7-E0A3C2904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3 · 공통 contract 비교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D3D93E-0EF4-4BE9-986C-FB61EBEC6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6A9E48-6B98-495D-912C-B7E3D09C4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4EE40C-E2DA-410B-9521-52037BBB3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1/3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7DB7F7-17AA-4CCB-9B82-AE0F92965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196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634F0B-013B-432A-BE61-6E7CCB4F5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08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D73254-32AA-41C4-A814-45B290D7E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83F9CA-769D-4AA8-BBBB-5822F02C4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일단 저를 그대로 따라오세요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3193C9-DDD0-4466-AC29-56FE365D8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866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숨기지 말고 첫 오류 한 줄만 가져오세요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8920E7-3EAA-46FF-8D03-CD099CE06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0C1992-2E0D-4049-A597-666CA5388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fixture result 필드를 적는다.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56AA4A-9AF1-4C7B-A829-3ABCFF5F5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1CA644-89B5-4CD9-823E-D1B1CD25D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4259D6-3260-4E09-97CB-1BD5F64C0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local result 필드를 적는다.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0C7E02-720D-46E3-86DB-6E804EE94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085533-6FBB-4FA0-ACC3-CD0369284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6C75EC-BF21-4AC2-83DC-75CEDA039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공통 필드와 provider 전용 필드를 구분한다.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C1155B-DC86-49F2-9FB9-EABB7C897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6864D5-F96D-47F3-8F73-4459C8689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31A015-7D10-4F3F-B09C-3B4DF09AF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downstream이 볼 필드를 정한다.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AC5A6EB-D102-4957-8C1B-7CB2CFAAB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9C53287-4221-40A5-8FFE-7E14F67DB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A6A44F6-71D4-4FCD-A680-24B695DA8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provider 비교표</a:t>
            </a:r>
          </a:p>
        </p:txBody>
      </p:sp>
    </p:spTree>
    <p:extLst>
      <p:ext uri="{BB962C8B-B14F-4D97-AF65-F5344CB8AC3E}">
        <p14:creationId xmlns:p14="http://schemas.microsoft.com/office/powerpoint/2010/main" val="1404180252"/>
      </p:ext>
    </p:extLst>
  </p:cSld>
</p:sld>
</file>

<file path=ppt/slides/slide19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33B3431-43D1-4298-B029-51F71C37F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직접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D77D9F-4A9F-4D6F-9F3D-4834BD766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4 · 깨진 JSON 복구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68FF94-41F0-4B46-85FB-14FA0F802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E25766-E45F-49C5-A475-6F19F7F67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7F72A0-811F-4A09-BBA5-A05BDFBE0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1/3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8F72A5-ABC5-4701-9F87-E86C5EF05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197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28FFEC-4900-4818-B33D-AF797E19F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10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639052-F8A0-4883-95B3-03B41009C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C25F21-712D-403E-8573-658B5F76D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일단 저를 그대로 따라오세요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60D493-D812-4A7E-AB77-D107662BA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866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숨기지 말고 첫 오류 한 줄만 가져오세요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374542-FCF2-4F4C-AC53-72ED6380A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924456-3A61-4F55-BB4E-8890F1AD1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마지막 괄호가 없는 fixture를 넣는다.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85353A-A7FA-4BA7-AD93-E4AC556D6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5ED33B-FA4D-4F7E-9322-485B3EA06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78BD2E-615B-473A-9B64-FEFC6ED51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parse 오류를 확인한다.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4E3B3C-35DB-474B-9B3B-EBB31C676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66C00D-7ACB-4DD7-B4C4-DF309D082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619302-C065-4BAC-8C32-B1B8A58CB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repair를 한 번 실행한다.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F76C76-5000-4EFF-8D45-1E3681D9A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EB873D-098B-40E8-821F-322E27649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702CBF-4DAD-4044-9380-A18E3E868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두 번째 실패 시 NEEDS_REVIEW로 멈춘다.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07BD91-A9A4-43CF-8EDE-B07407E3B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1152CA-8F8C-44A1-AEDF-5BF6BB9F3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1072CEC-88B9-478A-8938-45604D85B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repair 1회 + stop</a:t>
            </a:r>
          </a:p>
        </p:txBody>
      </p:sp>
    </p:spTree>
    <p:extLst>
      <p:ext uri="{BB962C8B-B14F-4D97-AF65-F5344CB8AC3E}">
        <p14:creationId xmlns:p14="http://schemas.microsoft.com/office/powerpoint/2010/main" val="1935863257"/>
      </p:ext>
    </p:extLst>
  </p:cSld>
</p:sld>
</file>

<file path=ppt/slides/slide19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CAAE9FC-8342-43EE-A505-59F1478B6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실패 사례와 복구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0E0D88-506F-4557-881D-A440516C6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1 · 큰 모델 다운로드를 기다림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A5BDC3-BB2B-4B82-B278-7B50A53AB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B73D80-77B0-43E1-B1CE-122435AF4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15B2ED-4BFB-46E6-B665-5341F3139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1/3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0225D4-0B10-479A-9849-D4686A4A9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198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0C6B7F-D4C7-40D4-817F-ED7FFCCCE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현업에서 자주 깨지는 방식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B14889-D98E-4298-9FEB-66C2E7FF3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제가 먼저 고치는 순서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DE7C45-DB3D-4622-9165-EDA14A8A7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079231-DAC0-4509-A923-18869B558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CE3ADB-F0D7-42DA-86F4-035B520A3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수업 전체 대기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C2C53B-E6EA-4BFA-A11B-FE26A0567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DC412B-6E63-430A-B60F-2A13E035E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디스크 부족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BC72FC-9D51-49DE-93D3-ECDAF87E9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741D00-0723-4675-A418-65202A847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RAM swap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BC2AB2-2E10-43CE-A57F-663E438FC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C06383-4660-4DF5-9C33-DA0D38B3F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학습 목표 상실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DA7484-E94F-4D11-BD7D-A6A318FD6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F1914B-B681-4D41-B85F-FB55E9680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작은 모델 하나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B9F56A-C325-4087-90E5-7D9F09343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7D803D-8BE3-4AD3-B03C-7B4ABDF23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사전 설치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05343F-14B1-4DED-A677-38B67BE92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DFF462D-96E4-4E5D-8D23-86CA241B8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fixture 즉시 전환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4155B2D-4AEB-463F-8921-F0E0B35C2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53F2CA7-A761-4C58-B126-8630B2679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모델 비교는 심화</a:t>
            </a:r>
          </a:p>
        </p:txBody>
      </p:sp>
    </p:spTree>
    <p:extLst>
      <p:ext uri="{BB962C8B-B14F-4D97-AF65-F5344CB8AC3E}">
        <p14:creationId xmlns:p14="http://schemas.microsoft.com/office/powerpoint/2010/main" val="1890011296"/>
      </p:ext>
    </p:extLst>
  </p:cSld>
</p:sld>
</file>

<file path=ppt/slides/slide19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4357E47-A4B1-4F96-B3A9-76E0C86F4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실패 사례와 복구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8A3BB5-ADA8-4CD1-9382-7889D412D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2 · 연결 실패를 traceback으로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FA51DE-B800-45BA-9481-98B6B99A4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2748BA-41FA-4F93-AA9A-6FB6C46AE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4096E7-2FED-4D30-9E00-6FFBC738B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1/3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CB018B-494F-4EEC-95A0-187568E2B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199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2A9FA3-AC41-44AC-A7CC-EC372527F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현업에서 자주 깨지는 방식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8DD3B0-6002-42CB-877B-41188CD90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제가 먼저 고치는 순서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33F877-053C-4385-9C93-9AC43D8D4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5D2581-8528-4B93-B5E1-16133076E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47E933-41BB-4F8E-8DBF-28A4A9D29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노트북 중단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85F62B-2C08-4E4E-BB9B-49FAE3D5D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296EF9-1833-4EF6-86FE-F37C24ECE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학생 원인 파악 어려움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A0A065-43DF-4DFC-94F3-666E6BC9D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75E208-5900-4826-BE75-337FBD566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graph state 유실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D71990-B180-40A8-8EED-171C82E81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1CEE3B-8104-477B-8E68-6EB2C0417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fallback 불가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4A3D76-D96A-4DA2-BE6A-8C0EA514A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EF5B7A-1860-4E8A-92E3-2CD4FCAFC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error_code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3D294D-A21A-43B0-92C9-F8E4EDA77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B2CADF-DFFD-4DE8-82DD-895D73B59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사용자 메시지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7B8019-778F-41A5-9011-20E193D9D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2E2DA9-5951-49E6-B2E5-CA67C4E03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trace detail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C3A901-D4E3-4B7E-83FB-DB057450A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D1D5647-4516-4057-8F8F-20C7A2ED0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same result contract</a:t>
            </a:r>
          </a:p>
        </p:txBody>
      </p:sp>
    </p:spTree>
    <p:extLst>
      <p:ext uri="{BB962C8B-B14F-4D97-AF65-F5344CB8AC3E}">
        <p14:creationId xmlns:p14="http://schemas.microsoft.com/office/powerpoint/2010/main" val="41339139"/>
      </p:ext>
    </p:extLst>
  </p:cSld>
</p:sld>
</file>

<file path=ppt/slides/slide20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A3B287E-6CC2-4402-9D2F-CD16050F1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실패 사례와 복구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2D1B76-B251-40C5-BAE3-0011798D2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3 · JSON처럼 보이면 통과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8D9C5C-AFE1-4A21-8C47-F7FE1A45F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CCECCF-5E9C-4092-93AE-DE0177548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DAFB98-0839-4625-AA00-3387D690C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1/3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6CCE40-47B8-4FF5-AD1A-A7D782864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574B09-C480-404C-9276-C7EAE2543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현업에서 자주 깨지는 방식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C732C8-E6BF-483E-9EAA-F940625AB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제가 먼저 고치는 순서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6D4033-602C-4EB8-A41E-50CF961EB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08B58D-CE07-4E60-97C4-41B54D519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B6F953-2138-410F-9D45-D5A37D783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필드 누락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780FCC-6A00-4F3C-8B1F-9F6E2D70E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F260BE-9F15-4F74-94E6-B48FE246F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타입 오류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7911E8-6179-47DB-8565-135F34C04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9F9149-7D5B-4595-8D4A-543CDAA43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근거 없음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2045B1-C097-4544-A4A8-FAB2CE39E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030E56-13A5-464F-90ED-78340BF75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날짜 형식 혼합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A2B24B-73FC-40AB-9D8B-55DB466CC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554EC1-4866-40B6-A4A0-E79BCDC33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typed schema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A295FE-72B8-4C81-A4F9-D7FE98824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8A43E0-CA9D-4E08-BCF2-E9171A942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evidence policy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2D79A4-9226-45F7-A39E-D7E9ED068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D105875-DFCF-47E4-8CCF-18277EE18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date validator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DE8AD18-F6A4-43D5-9F4E-2C7525970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2BDAB83-3B3F-4E59-8CFD-C056F64A4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human review</a:t>
            </a:r>
          </a:p>
        </p:txBody>
      </p:sp>
    </p:spTree>
    <p:extLst>
      <p:ext uri="{BB962C8B-B14F-4D97-AF65-F5344CB8AC3E}">
        <p14:creationId xmlns:p14="http://schemas.microsoft.com/office/powerpoint/2010/main" val="876625036"/>
      </p:ext>
    </p:extLst>
  </p:cSld>
</p:sld>
</file>

<file path=ppt/slides/slide20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9805E7C-598C-49AF-92BC-C9666055A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재직자·구직자 관점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FE2818-3A51-4CFC-8BAF-319D51170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재직자 · 로컬 LLM 도입 질문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F546C1-5D24-4A24-A4D1-A0FF66EA1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8B7DED-FA53-49EA-AA47-9A41C4F49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BD8871-AFD6-48DE-B3A7-53D4B4A2B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1/3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83DDD9-A6DC-4488-8829-9E550D0BB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7F0A0E-33F5-46CD-9770-D003F994E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기술 질문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42F05D-25BB-43F0-ACED-5CFE00D78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운영 질문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BFB755-608F-43E4-8F8F-91EE016B6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FABB53-67FB-49C5-B3E5-EC7F9F6D6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5EF5AE-B9C8-4A7C-828E-14998231F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RAM·속도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CEC299-C92F-4FD0-861C-8F4CE6B0C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2F3B18-6DC0-492D-8961-BF106707C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model capability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1DD9E5-2080-474F-BD8D-5C9FB71ED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A7E275-9FEF-461B-9415-2ED97AC03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API 호환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ACE190-77C1-4375-A53C-E3A1DEF8F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BB0649-DD3C-4BB8-AD87-34367436A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배포 형태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2DAB17-4152-4C5F-96FB-2D3AC0BC6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DDA685-650E-4EDD-9F57-CB19F2E0D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데이터 경계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891553-7B37-424C-A7AC-5D824874E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274567-23A9-46FD-9C27-5C5E6308C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업데이트 책임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A819ABF-283C-40D8-976F-F5B729CBF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8D74997-1C67-478C-B777-A844B8484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관측·감사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5B9CFF2-A61F-4EA9-84C5-DD4BBAA22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3B08106-025F-4C4F-8350-72FFF4DC8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fallback·SLA</a:t>
            </a:r>
          </a:p>
        </p:txBody>
      </p:sp>
    </p:spTree>
    <p:extLst>
      <p:ext uri="{BB962C8B-B14F-4D97-AF65-F5344CB8AC3E}">
        <p14:creationId xmlns:p14="http://schemas.microsoft.com/office/powerpoint/2010/main" val="1443702463"/>
      </p:ext>
    </p:extLst>
  </p:cSld>
</p:sld>
</file>

<file path=ppt/slides/slide20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BFD2AC-2B7B-4C96-B06F-DB389A688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판단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183270-1A29-4C2E-BCFF-5DFF32683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Gate 6 · Local LLM이 꺼져도 계속하기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A030D7-F545-4FBC-A275-E9CA509FF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4BF446-F2EF-486E-83F4-637212E08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2ABB54-D06D-406C-9B61-DD11BF486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1/3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FB1220-2BD9-4285-9179-3857F55C9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090BD6-FE58-4D38-83FB-1EF6407F9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상황: Ollama 연결이 거부되고, 교실 네트워크에서는 새 모델도 받을 수 없습니다.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E273CA-2F64-4AF4-9206-B07F4B338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2B0B30-E979-4351-9224-E381EEFE5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D66582-B904-4476-9E93-330F6995F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2860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같은 Provider contract로 어떤 fallback을 연결할까?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54C579-0775-42F1-954E-F2D721F3B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344C8E-B6B1-488F-94BF-F02C796FF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754697-D05B-4B55-9FC0-3F8EB88B3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3528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연결 실패를 traceback 대신 어떤 result로 돌려줄까?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C632AE-D1E6-4115-9D54-261B741F5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1C4433-4ABB-499A-AEA8-B0108FC78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8E71C7-8B5C-4DD2-84E0-F42ED2E61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4196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fixture로도 끝까지 검증할 출력 계약은 무엇일까?</a:t>
            </a:r>
          </a:p>
        </p:txBody>
      </p:sp>
    </p:spTree>
    <p:extLst>
      <p:ext uri="{BB962C8B-B14F-4D97-AF65-F5344CB8AC3E}">
        <p14:creationId xmlns:p14="http://schemas.microsoft.com/office/powerpoint/2010/main" val="1987681319"/>
      </p:ext>
    </p:extLst>
  </p:cSld>
</p:sld>
</file>

<file path=ppt/slides/slide203.xml><?xml version="1.0" encoding="utf-8"?>
<p:sld xmlns:p="http://schemas.openxmlformats.org/presentationml/2006/main">
  <p:cSld>
    <p:bg>
      <p:bgPr>
        <a:solidFill xmlns:a="http://schemas.openxmlformats.org/drawingml/2006/main">
          <a:srgbClr val="0B1F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6EE48B-8E5B-4CE4-9806-76B729A44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459158-98C4-4B21-B2A0-FD4E42C85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23900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2/3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49C044-9DF3-4979-AA11-809B7D670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66900"/>
            <a:ext cx="10287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5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5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LangGraph는 중단과 재시작을 설계한다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609D3D-371D-48F2-B759-6CDCA3ABA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57600"/>
            <a:ext cx="96202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E0E0E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E0E0E0"/>
                </a:solidFill>
                <a:latin typeface="Apple SD Gothic Neo"/>
                <a:ea typeface="Apple SD Gothic Neo"/>
                <a:cs typeface="Apple SD Gothic Neo"/>
              </a:rPr>
              <a:t>여러 단계가 실패·중단·재개되는 흐름을 LangGraph의 state와 interrupt 관점으로 설계한다.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F37D28-A70A-4541-81E7-330536AC8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3870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차성재의 현업 메모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DD230D-9B18-4E7A-8956-71C82D6FA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78155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Graph의 가치는 멋진 그림이 아니라 중단·승인·재개를 같은 상태로 설명하는 데 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BD93BC-FACD-4E1E-8C2E-01E71D938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29250"/>
            <a:ext cx="1040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025F88-38D1-4290-90CC-63998C392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산출물 · State schema · branch · approve/edit/reject event</a:t>
            </a:r>
          </a:p>
        </p:txBody>
      </p:sp>
    </p:spTree>
    <p:extLst>
      <p:ext uri="{BB962C8B-B14F-4D97-AF65-F5344CB8AC3E}">
        <p14:creationId xmlns:p14="http://schemas.microsoft.com/office/powerpoint/2010/main" val="2023232944"/>
      </p:ext>
    </p:extLst>
  </p:cSld>
</p:sld>
</file>

<file path=ppt/slides/slide20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033176-5AA6-4564-B8A8-89484F4A8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오늘의 질문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A7BE78-45DE-4BB0-A5CC-3E7C3676A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사람 검토를 버튼이 아니라 State 전이로 만듭니다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B7DD5E-EE7C-42A0-97F4-C12760EB6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687DA2-28E4-4B49-9C52-645110571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15E0A5-F2D1-43B8-9016-BE1FAEFE3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2/3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12EA09-58C1-4901-A1DF-614E88D6E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6726EE-DF7A-490D-B994-F9C87EC49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사람이 개입한 뒤에도 같은 요청과 같은 상태에서 안전하게 이어갈 수 있는가?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5EF9D1-7E59-409A-811E-D9346DB9E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622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FB6FB9-8CC0-4A7D-9246-9A858F984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288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상태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75BB9E-DD04-47D1-B5E3-F1F7872AE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4193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다음 node에 필요한 필드만 선언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E1A211-9540-43B4-A779-E19CB5E9A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480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D9D0B0-A3B6-4882-87A7-276F991BA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146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분기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AA7366-1ACA-41B0-AEFE-D5DC1D8E3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1051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edge에 retry·review·failed 조건을 둠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B58C4F-D7D5-498C-AC1A-CE8C573A7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338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AFD980-500A-4A27-A028-767C05431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004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중단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37EF25-733B-4BFC-B745-AEAE469DB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7909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interrupt payload로 근거와 초안을 전달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9DB016-FDB7-41F4-B4EA-60A849C4E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196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A8055E-160A-44C2-B22B-ECA900C25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862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결정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01A151-E789-4AF2-9DB4-D36A8ED66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4767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approve·edit·reject event를 저장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272A31-0209-4FD1-AAA7-0ADBDD47C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054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DF8C4B-E8FB-43D7-BC56-7C3B0E0BC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720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재개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3FE7534-3F32-40F8-B895-0619548B8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1625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같은 thread에서 idempotent하게 이어감</a:t>
            </a:r>
          </a:p>
        </p:txBody>
      </p:sp>
    </p:spTree>
    <p:extLst>
      <p:ext uri="{BB962C8B-B14F-4D97-AF65-F5344CB8AC3E}">
        <p14:creationId xmlns:p14="http://schemas.microsoft.com/office/powerpoint/2010/main" val="1349171644"/>
      </p:ext>
    </p:extLst>
  </p:cSld>
</p:sld>
</file>

<file path=ppt/slides/slide20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76A8245-CCBC-4309-94DD-CED112B5B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처음 보는 용어 · 한 장으로 비교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4DAAF8-9145-457C-9A70-E3B160A73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중단과 재개를 설명하는 네 단어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2E77A8-3E71-4A18-8BB7-CA3EFDDE2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BF4817-3E80-4731-A84F-5E8257E19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CDEFCB-BC44-477C-B9FD-7EC7C4522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2/3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7D13A7-3470-4089-97B4-7B02272E0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040178-CDC2-4318-89B5-F090B4BDB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00200"/>
            <a:ext cx="10553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58CE30-BBB0-45C2-A718-2AAB68C72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95450"/>
            <a:ext cx="1828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용어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471F18-0909-4664-BD5C-65A3B2BE7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695450"/>
            <a:ext cx="421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쉽게 말하면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334BEF-E160-43DD-B141-A0D3DE4F5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6954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오늘 쓰는 곳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7C76A9-5985-4C9D-A060-8D0672335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14550"/>
            <a:ext cx="1828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State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Workflow Memory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E6A497-ABF3-45D9-B23D-1CB72E565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114550"/>
            <a:ext cx="4210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Graph의 각 단계가 읽고 갱신하는 구조화된 현재 상태이다.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04E85A-2931-4580-B253-64B4E3276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114550"/>
            <a:ext cx="3714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transcript·draft·errors·approval·status를 필드로 둡니다.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282B84-6A34-4E95-A8A3-6DDA3E345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7655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787489-E1AC-47BF-9C7C-121A9AF46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76550"/>
            <a:ext cx="10553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210B02-861D-4D99-BE82-AC2CF614F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1828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Node / Edge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Step / Route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D43674-5448-448F-A91F-87A23E177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990850"/>
            <a:ext cx="4210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Node는 한 책임의 작업이고 Edge는 다음 단계로 가는 조건이다.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61D61D-607A-4E0B-A62A-B6B82FDB5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990850"/>
            <a:ext cx="3714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validate Node가 READY면 review, 오류면 retry 또는 failed로 이동한다.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5A42A7-1BE6-407B-990F-130209584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5285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09F7D8-D620-4001-BFA9-1091800BC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67150"/>
            <a:ext cx="1828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Checkpoint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Saved State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AB6384-F118-43B6-8C95-14984241A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867150"/>
            <a:ext cx="4210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Workflow의 중간 State를 저장해 나중에 같은 지점에서 이어갈 수 있게 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458259-D523-45C6-921B-AE54205E5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867150"/>
            <a:ext cx="3714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thread_id로 저장된 State를 불러와 승인 뒤 재개한다.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72FAC91-F4FE-4EE6-A254-0D83D1429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2915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2A4AC70-7CC6-4F82-9C1F-79ED73C49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29150"/>
            <a:ext cx="10553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04B57B8-A66D-453C-AE2B-CA700F214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43450"/>
            <a:ext cx="1828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HITL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Human in the Loop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247A66B-CF11-4F90-A8D1-BDC9223D2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743450"/>
            <a:ext cx="4210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중요한 결정이나 외부 변경 전에 사람이 확인하고 승인·수정·거절하는 단계이다.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D5D0134-5D2A-44E7-9701-F1BAB8FCC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743450"/>
            <a:ext cx="3714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낮은 confidence Action Item은 reviewer가 근거를 보고 승인한다.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2BF3586-EF19-47B7-A22C-E1B834D63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0545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687021823"/>
      </p:ext>
    </p:extLst>
  </p:cSld>
</p:sld>
</file>

<file path=ppt/slides/slide20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CE7251-E9C4-4276-BE3E-B09739E0F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State는 다음 행동의 근거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6C84F2-430C-4D4C-B662-F709246F8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0550E8-0EB6-43C9-AD8A-CB40B753E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3921D2-4307-449E-8BF5-9237B9B1F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2/3 · LANGGRAPH &amp; HITL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AF83F8-4F68-452B-9A69-EE4522858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46DFE9-F401-4C0A-AAF0-8E484E672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8E3493-2F79-467C-9924-FFF8C2B3D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80962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대화 전체가 아니라 node가 판단에 필요한 최소 구조를 저장한다.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61ac82a9ac4dde">
            <a:extLst>
              <a:ext uri="{96DAC541-7B7A-43D3-8B79-37D633B846F1}">
                <asvg:svgBlip xmlns:asvg="http://schemas.microsoft.com/office/drawing/2016/SVG/main" r:embed="Rad7c4bcce2ff452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601200" y="1847850"/>
            <a:ext cx="1352550" cy="13525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027953-1C91-417F-8A8E-64CEF1394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24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F84413-88D6-4AEC-A1A8-94192E315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385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request_id·step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A3DBA3-788A-4692-B770-AFE1A7E7E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005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ABE92E-7697-4399-BCDA-6089D85A3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148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draft·errors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96524D-61FB-4446-BBAB-A5E6341EE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767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C1F1D5-EB0B-4D87-8B8B-540166BBA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910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retry·approval·status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5F6F1A-3CF9-4698-BDBE-1F6E68031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886450"/>
            <a:ext cx="9906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F79658-1B3D-4E7A-AEA3-7066569E3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95312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Graph가 필요한 이유  |  State에 모든 것을 넣는 순간 Graph는 기억장치가 아니라 쓰레기통이 된다.</a:t>
            </a:r>
          </a:p>
        </p:txBody>
      </p:sp>
    </p:spTree>
    <p:extLst>
      <p:ext uri="{BB962C8B-B14F-4D97-AF65-F5344CB8AC3E}">
        <p14:creationId xmlns:p14="http://schemas.microsoft.com/office/powerpoint/2010/main" val="471750600"/>
      </p:ext>
    </p:extLst>
  </p:cSld>
</p:sld>
</file>

<file path=ppt/slides/slide20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E84B7B-645A-43AD-9E08-D996A8A8E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Node는 한 가지 책임의 함수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649468-9E8E-4E9B-B500-48C09108F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5F91DB-2F7D-4BD3-9A29-ABEC3029B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95CEAF-9380-45FD-A37B-8070E938A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2/3 · LANGGRAPH &amp; HITL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665E88-1180-4F71-A766-8292977B9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955F0C-ED4E-46EE-AD60-2FB00B8D5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입력 state를 읽고 부분 update를 반환하도록 작게 나눈다.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3F1643-3B2F-4091-BF48-D34CF2D2D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432451-283C-4F7F-9418-65955F34A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transcribe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2F5822-A204-4E7C-8F7C-4087CE7F2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01F083-FA37-4CAF-8010-DD4D96D1E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summarize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D8387E-CCF9-4801-9F1D-A1A63DEFF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F8C531-4E92-40DD-BC28-187A05CDB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validate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1198A7-CC87-4486-84D4-EF522386D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38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BD5CCE-D948-4C37-B784-003A88CCD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529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review</a:t>
            </a:r>
          </a:p>
        </p:txBody>
      </p:sp>
    </p:spTree>
    <p:extLst>
      <p:ext uri="{BB962C8B-B14F-4D97-AF65-F5344CB8AC3E}">
        <p14:creationId xmlns:p14="http://schemas.microsoft.com/office/powerpoint/2010/main" val="702544954"/>
      </p:ext>
    </p:extLst>
  </p:cSld>
</p:sld>
</file>

<file path=ppt/slides/slide20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383F83-190E-4A8B-8884-8FFE1BC90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Edge는 다음 node를 정하는 정책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1F42E7-AB1C-4C14-8D3D-661656438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5D5F1B-4B21-425D-BF74-7A20674C3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EA40BD-CD16-4ACE-BE51-086170446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2/3 · LANGGRAPH &amp; HITL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D4E7A4-F1BB-45EB-882A-B7822787D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B84647-82C8-46C5-A0CA-611026CAD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8DBA59-6A6D-42DA-8B56-7641DB25C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9715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성공·오류·위험·승인 결과에 따라 명시적으로 분기한다.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AD32A4-601A-4CFD-B651-FA977D139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24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03D5CF-1E10-4419-B249-065CD606F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385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conditional route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262B0F-3911-45A4-B298-0D108CA59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005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BCD357-2A61-4C50-9405-55BBF2CC7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148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END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75404E-FEF7-4F73-AA93-F1CFE199B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767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AB7ECB-E18B-4B18-8A5D-003FE97FE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910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retry loop</a:t>
            </a:r>
          </a:p>
        </p:txBody>
      </p:sp>
    </p:spTree>
    <p:extLst>
      <p:ext uri="{BB962C8B-B14F-4D97-AF65-F5344CB8AC3E}">
        <p14:creationId xmlns:p14="http://schemas.microsoft.com/office/powerpoint/2010/main" val="80366229"/>
      </p:ext>
    </p:extLst>
  </p:cSld>
</p:sld>
</file>

<file path=ppt/slides/slide20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4D0373-01C7-4355-AE11-5925F6A4B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Checkpointer가 중단과 재개를 가능하게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7A8AD0-77F7-4203-915D-17069155B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8ACC54-34F9-447C-9503-CB2B582E5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832C05-F2C2-4721-B580-215A88526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2/3 · LANGGRAPH &amp; HITL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BE061F-A833-450F-A2CF-2C330FA61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275A65-972B-4928-B98E-0198328C0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각 step의 state snapshot을 thread 단위로 저장한다.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9017A9-5180-4615-B7E6-A869B003E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CEB8AA-09A3-4735-89E7-E928F8DA4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checkpoint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96E369-AC12-4B27-A9B1-7127879FF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ADC5AD-678C-4762-8C3E-3F066F372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thread_id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AA5838-DAE7-469E-9509-BAC5DF37A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9C95AD-74C4-497D-B7C4-F16D10E62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state history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98D2CE-6FE8-4017-8348-8513D0C77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3550"/>
            <a:ext cx="109728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ED5C60-0574-4376-94DB-9667C49CB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1049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Graph가 필요한 이유  |  Human Approval은 버튼이 아니라 근거·결정·책임을 남기는 event다.</a:t>
            </a:r>
          </a:p>
        </p:txBody>
      </p:sp>
    </p:spTree>
    <p:extLst>
      <p:ext uri="{BB962C8B-B14F-4D97-AF65-F5344CB8AC3E}">
        <p14:creationId xmlns:p14="http://schemas.microsoft.com/office/powerpoint/2010/main" val="2037957742"/>
      </p:ext>
    </p:extLst>
  </p:cSld>
</p:sld>
</file>

<file path=ppt/slides/slide2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D4DD9C-5AD3-4CC6-8E28-2103A8A0B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참고 사례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5D7CC6-CEEE-4FE8-9616-45FBB50F8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Interrupt는 “잠깐 멈춤”이 아니라 업무 상태다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6C6C4B-7477-414F-8573-700B00E6B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6E0831-A8B5-470A-A424-7FC8A26D9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2C28ED-AEC8-49CB-BCF2-55A4C846B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2/3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CB92E3-FE99-4940-880D-4D874525E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0889D6-CD32-4CDA-A39F-060E38828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954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E253B6-71B5-46AC-B3D3-EF2CBAED4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09750"/>
            <a:ext cx="3162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어디에서 멈추는가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366949-E6DD-44B1-80F5-B780A13D0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00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12D63C-B94F-4AF2-BAB5-34EE1B089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14600"/>
            <a:ext cx="3162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사람이 무엇을 보는가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FBA8D3-79D9-4565-85FF-F0F5CBE7C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05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5B6B65-4DD0-4024-A9BD-B618CCE75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19450"/>
            <a:ext cx="3162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같은 상태로 어떻게 재개하는가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660040673b49a2"/>
          <a:stretch xmlns:a="http://schemas.openxmlformats.org/drawingml/2006/main"/>
        </p:blipFill>
        <p:spPr>
          <a:xfrm xmlns:a="http://schemas.openxmlformats.org/drawingml/2006/main">
            <a:off x="4476750" y="1755626"/>
            <a:ext cx="7105650" cy="399444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6612544"/>
      </p:ext>
    </p:extLst>
  </p:cSld>
</p:sld>
</file>

<file path=ppt/slides/slide2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C4E1AA-9EF0-4C58-8F33-30538B2A9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Approve·Edit·Reject는 다른 event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CB938D-D106-4FF2-A70C-C8494E62E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F55FA9-FC1C-44F7-839E-7918DC8BE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A5C00E-F1BD-4A3D-AE70-6202DE616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2/3 · LANGGRAPH &amp; HITL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A9774F-B4AB-47F8-987F-8E9DAA9CE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483750-103A-44E4-BCDD-5D918DB4D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승인은 원안 진행, 수정은 새 payload, 거절은 이유와 종료·재계획을 남긴다.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E121C7-34D0-493B-AC8F-0F017DF6B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299B64-0075-46FB-9515-1B1E3A589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decision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D3AF36-133B-4807-AA71-5FAA8A410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2EFEC9-1B0D-489D-8A0B-910111B73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reviewer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051B40-6E5B-4B51-9588-24F8E9172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089598-21D1-4697-BF12-E55354176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reason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E40B20-7762-4B45-86F3-95D9EC08E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38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9845C9-2B79-4066-8987-32E6AAF62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529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edited payload</a:t>
            </a:r>
          </a:p>
        </p:txBody>
      </p:sp>
    </p:spTree>
    <p:extLst>
      <p:ext uri="{BB962C8B-B14F-4D97-AF65-F5344CB8AC3E}">
        <p14:creationId xmlns:p14="http://schemas.microsoft.com/office/powerpoint/2010/main" val="589905551"/>
      </p:ext>
    </p:extLst>
  </p:cSld>
</p:sld>
</file>

<file path=ppt/slides/slide2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D99438-0344-4E32-8702-B444BF120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Retry는 일시 오류에만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1424A2-0973-46A8-9A61-669FF8A80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8A27BA-5871-4A55-AC91-467649FE4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2D2973-0551-4B7A-BDDD-EC9D86F6B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2/3 · LANGGRAPH &amp; HITL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991708-87E7-4860-8CE2-70B94D94C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65C4A7-6A6B-4BCE-B533-FBAD16340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EB3342-0645-4AD8-9B41-2484BE4BC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9715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오류 class·max attempts·backoff·stop을 state에 남긴다.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4F4792-DEAE-4B4E-930D-B2846E46F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24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FB15BE-AEBE-4F7C-820E-95C39589B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385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transient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510524-2B29-4740-A10A-933C06598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005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FE71DF-FF5C-4A98-A069-6B608116B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148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attempts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F50C5A-865F-41FC-BAF3-368629D94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767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5CF152-5BA3-4BAF-86DE-70186DD83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910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next delay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D424E6-B1D4-42EA-AEA8-1E9415C93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1530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751ABC-E41B-4852-BF58-AD766B3E0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0673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exhausted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028BD6-F233-4610-A547-528541475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886450"/>
            <a:ext cx="9906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4132F9-CDEE-4A3B-99EB-D89BEFC2A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95312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Graph가 필요한 이유  |  Idempotency가 없는 resume은 자동화가 아니라 중복 사고의 예약이다.</a:t>
            </a:r>
          </a:p>
        </p:txBody>
      </p:sp>
    </p:spTree>
    <p:extLst>
      <p:ext uri="{BB962C8B-B14F-4D97-AF65-F5344CB8AC3E}">
        <p14:creationId xmlns:p14="http://schemas.microsoft.com/office/powerpoint/2010/main" val="1683910069"/>
      </p:ext>
    </p:extLst>
  </p:cSld>
</p:sld>
</file>

<file path=ppt/slides/slide2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7CBA668-6EE5-40FD-99D7-1A412F343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진행 순서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8BF6F2-1103-4BFD-8864-8E5BF61D0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Graph 설계 순서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F1DF38-BB00-4294-8287-52DF173C4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3AB057-B0A4-4262-B99E-301B74B60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C9F525-45A4-4FE7-9CD0-5A9B07A23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2/3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F57AD2-D05C-4C9C-85F7-C63CD46BF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DD46EC-FC50-407E-BD5A-690BDC146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C76D9F-84AD-43B0-9219-B7A0462E4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DE6250-574F-4D1E-9937-A836B3EE2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3A2E5D-5981-417E-A641-D92650497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필드·status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E56519-6984-48BC-B4CB-88A4CE185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38D5E1-EDF8-45E9-AB71-DFC251EC7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0BFDC4-EC66-4F50-AB39-FB40321D1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NODES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625043-4063-4B86-915A-0F4036913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한 책임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0230C9-B5D6-421A-BCE4-036E4B301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A2DF5E-F088-4CC1-BF02-1C3DBF8FC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9C07BA-B6F2-48CE-A2A3-8FE5E990A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EDGES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70F118-6277-4F4E-B119-148B35139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분기·END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DB2C71-BE10-449A-B0B3-C3635CC4C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86B5C8-B8C9-4786-9C77-FDC22BECC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D298A3-0B6B-494A-A4E3-66D7E51D5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CHECK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4304DA-4E50-4A81-A926-E9A3A2922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중단·재개</a:t>
            </a:r>
          </a:p>
        </p:txBody>
      </p:sp>
    </p:spTree>
    <p:extLst>
      <p:ext uri="{BB962C8B-B14F-4D97-AF65-F5344CB8AC3E}">
        <p14:creationId xmlns:p14="http://schemas.microsoft.com/office/powerpoint/2010/main" val="851935210"/>
      </p:ext>
    </p:extLst>
  </p:cSld>
</p:sld>
</file>

<file path=ppt/slides/slide2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80517DB-87AB-47C4-9345-6DE0238A1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진행 순서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7BDB4A-73E6-4056-90F7-2A76E2057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오류 routing 순서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619998-A988-47A0-B967-CA593C36E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CFA094-5EED-480C-A0D5-2E4FE21D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21F23C-0122-44CE-B551-CCA4A0275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2/3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7F00E0-C6C0-445A-B520-B0FAE875A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FB3FF6-3FCE-435C-AEE2-B73307ECE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4A7CF8-CA2F-418F-8F9F-9213F7417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17DB07-B122-4938-81A8-C80398BCE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CLASSIFY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994CD4-48A4-43A4-843C-3A36D4C40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오류 class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64F35B-83AE-476C-9D75-43D1FD424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47AE34-8E3A-4894-9E64-6989576C9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1BC614-C35F-4AE4-A685-227B27BB8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COUNT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902A7E-D261-447B-9A14-593F1BF13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attempt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23D597-87AB-431F-ADAE-A585249D9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63E43C-F2E7-4E1E-8A98-617FFF0DD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BBDFB3-F6C0-4E8A-906C-5BE185E6F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ROUTE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9B0928-F263-47FF-9790-BD23826E8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retry·review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1B9A7B-CA0E-4A8E-B5B3-F97D87AD2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D62AB6-0C05-40E8-BC18-994E4A972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6E6083-473F-455B-B813-F33922861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STOP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668A2EB-9BC6-4343-9BFD-25F69DC48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terminal status</a:t>
            </a:r>
          </a:p>
        </p:txBody>
      </p:sp>
    </p:spTree>
    <p:extLst>
      <p:ext uri="{BB962C8B-B14F-4D97-AF65-F5344CB8AC3E}">
        <p14:creationId xmlns:p14="http://schemas.microsoft.com/office/powerpoint/2010/main" val="435947166"/>
      </p:ext>
    </p:extLst>
  </p:cSld>
</p:sld>
</file>

<file path=ppt/slides/slide2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2D9272-DD7B-40D4-B620-187BEA4A4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진행 순서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211839-F942-472E-B8FB-C0216030F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Human review node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043231-CAD2-4C39-97DB-517F0A749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3B4CE0-8E68-4B8F-BA1F-2B8FA0E9F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C2CC83-CE35-47BA-9707-88B089C7F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2/3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7843AA-3968-4EA5-B97E-0B8506832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008F8F-5970-4492-84D9-49C7864BE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D7B07B-DD01-43A6-84DF-1B9A34EE5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E10078-7E3F-48F5-A7D3-66453888D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SHOW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55685C-E853-4A30-A32B-CEC5ACAB9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draft·evidence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0A7D76-9613-4EB8-8703-6E57FF9A2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CB0014-0A57-4240-8EDB-40FAF1754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FE2D81-41A0-45EF-BAE3-55C26C263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DECIDE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FFA13A-3209-4BCD-8C73-910B1F323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A/E/R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5E022C-4649-415F-A4C3-0B02C0F82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CCE22D-FFA9-4FAC-B8A1-329232072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5B61BE-2879-44D3-ADC4-F8E687655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RECORD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F4182F-6D9F-4606-902C-9E01B740F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review event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77463B-1429-492B-8092-A6A4FD46F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0ECA70-426F-4FB8-A52E-2AFAF66C0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B7C690-2A90-44F6-82F7-72F96C42C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RESUME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35FE88-755F-4155-9FFC-482875044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same thread</a:t>
            </a:r>
          </a:p>
        </p:txBody>
      </p:sp>
    </p:spTree>
    <p:extLst>
      <p:ext uri="{BB962C8B-B14F-4D97-AF65-F5344CB8AC3E}">
        <p14:creationId xmlns:p14="http://schemas.microsoft.com/office/powerpoint/2010/main" val="6858582"/>
      </p:ext>
    </p:extLst>
  </p:cSld>
</p:sld>
</file>

<file path=ppt/slides/slide2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4AD9A49-5C21-45E7-B1A2-1E86E1876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진행 순서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5B8D21-30E4-4E0D-896D-98EE3CE20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Interrupt payload 설계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16AED4-3BB4-47FB-960F-423E731D0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B1BDBA-4002-4ED9-9664-B95CA0B77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0C33DC-EE26-4DF0-B1EC-3BB5A4AD5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2/3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89E5B8-93B7-41AA-9719-9CF8091C5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A83A0B-18F9-4C5A-B944-406111B50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EE8EEC-5CEB-46DD-97B3-1A0457423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BF6183-B65E-44FB-8A5D-92C231A26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SUMMARY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E4749C-AE97-42D0-8913-7298F5C5F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무엇을 하려나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439F91-F459-40E0-9C7E-1392B19F6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833144-22FB-44FC-A9A9-FBC872643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346A36-B1FD-44E6-99B9-EE2017191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TARGET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15D363-B521-48AE-9044-EE317180B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어디에 쓰나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29A898-1986-47DC-A146-5C9475ECB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F6CE56-656F-4BB9-9437-6B60AF3AF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E644A8-4ACA-40F9-B677-63F2A4823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RISK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9B9504-E3F1-460F-B920-0F7C4AB90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왜 검토하나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BCA55C-CE1A-4621-A512-79D59C7CA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8C6209-0EFA-4E64-8DB4-9E4E9C3AB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DCB57C-C6E7-49EC-A349-62B0C8557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OPTIONS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7A823D7-4F8C-4C0D-888B-EDDBA8680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승인·수정·거절</a:t>
            </a:r>
          </a:p>
        </p:txBody>
      </p:sp>
    </p:spTree>
    <p:extLst>
      <p:ext uri="{BB962C8B-B14F-4D97-AF65-F5344CB8AC3E}">
        <p14:creationId xmlns:p14="http://schemas.microsoft.com/office/powerpoint/2010/main" val="898190679"/>
      </p:ext>
    </p:extLst>
  </p:cSld>
</p:sld>
</file>

<file path=ppt/slides/slide2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A26EF6E-6B89-4DB4-9B35-A65481BF3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진행 순서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4CD74A-8AE4-42D8-BAAE-BFFFC605C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Idempotent publish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F535D7-37B0-4106-BB0F-DD77E9109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0469EA-3B02-4EBA-87C2-D93BD9FB1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58752C-7818-4D76-8F72-82E0E2CA1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2/3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958E19-2067-4A57-8E9B-E4CA01DCB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B2B8FE-E9AD-4FFE-A519-C3025558B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AAB698-CCF5-46B0-A2FE-F1C925C30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FCA102-A7A2-48C4-B3BD-B3CE018B4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KEY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6945D4-7C2F-4FDF-B71D-BC44765D6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request_id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FC7428-3C62-4B3E-AA86-651B36E70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BFFCE2-B427-495F-80E1-262500A40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4A011C-9413-4CD1-8505-716DA5660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LOOKUP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EBF0A1-B25D-4EA7-AA6D-DD49BD90C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기존 성공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B884E7-FDE9-42CF-957F-8C534305D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3F7D36-690C-4D1D-8093-139F73C8F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FD31E7-F93E-4337-832E-6DC909B9E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WRITE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7D1995-DE14-4796-9546-0C967B57A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한 번 수행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B4A39B-4AFB-4A53-AD67-1FCF2F00C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66D13B-CEF2-4FFE-8ED8-B4E35F295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362664-792D-453B-8009-72D6D4AC4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RECORD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0B67B5-AD9D-41F9-B10D-1E228C620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external id</a:t>
            </a:r>
          </a:p>
        </p:txBody>
      </p:sp>
    </p:spTree>
    <p:extLst>
      <p:ext uri="{BB962C8B-B14F-4D97-AF65-F5344CB8AC3E}">
        <p14:creationId xmlns:p14="http://schemas.microsoft.com/office/powerpoint/2010/main" val="138530427"/>
      </p:ext>
    </p:extLst>
  </p:cSld>
</p:sld>
</file>

<file path=ppt/slides/slide2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C7E6258-A43F-40E6-8660-195A11B8B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도구 선택 기준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D31C69-36EC-46AF-A0B9-C5632659E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LangChain의 조합과 LangGraph의 중단 지점을 구분해서 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F734C2-D73E-4645-9CD0-F16A32E9B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EE9BA1-8238-4D86-9527-14FD23DDE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589C36-DF8D-4672-A050-0C53583CF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2/3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A0D60D-C8A4-4E25-A104-8FF54F11D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7AE3F6-3B0A-4BDF-83F9-88B4C7CC0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6685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조합 계층 → stateful orchestration → interrupt → persistence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6A29CE-D4D9-44F7-AE14-6645301E6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38350"/>
            <a:ext cx="10553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7988FC-4A9A-40A1-B882-8B2FD0414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1581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도구·서비스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E5DFBC-DACD-49A3-952C-65EAF0F5F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133600"/>
            <a:ext cx="1866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도메인·역할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EC8EAC-6B7B-4689-B09C-004E49819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133600"/>
            <a:ext cx="3676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이번 강의에서 쓰는 이유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B711CC-DFC3-4123-9AF6-D9C084970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33600"/>
            <a:ext cx="251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유사 도구와의 차이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1911BB-F775-47D6-B822-F028D0A17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24125"/>
            <a:ext cx="1581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LangChain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54FB6B-FE60-48C6-AF8C-17A57F6AF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524125"/>
            <a:ext cx="1866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모델·Prompt·Tool 조합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04396D-850C-4324-9F2B-0085616C3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524125"/>
            <a:ext cx="3676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개별 AI 구성요소를 공통 인터페이스로 연결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5E4671-DA2E-4487-9E0B-02F9BEF06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24125"/>
            <a:ext cx="2514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단순 호출은 SDK만으로도 가능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BDFFA8-5AE6-49CB-AEFC-DD0CC9E9F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429704-448C-4DDA-B749-416D85DFC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0"/>
            <a:ext cx="105537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A63839-CA99-403A-B956-ED2E77B2D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24225"/>
            <a:ext cx="1581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LangGraph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9B7370-DE55-4D9F-B483-0EE8B88CD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324225"/>
            <a:ext cx="1866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상태 기반 Workflow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9A133A-6C66-495D-9E12-6C39C6164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324225"/>
            <a:ext cx="3676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분기·중단·승인·재개를 State로 명시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DA3497-4179-4352-A6D2-3CA8580D3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324225"/>
            <a:ext cx="2514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짧은 직선 흐름에는 과할 수 있음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11D97A-1D9C-4941-868A-39A2679FC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3860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3B1774D-04D8-4E83-96A5-77A09C400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4325"/>
            <a:ext cx="1581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LangSmith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7E9EA2E-153C-4A34-BAB2-75ED023AF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124325"/>
            <a:ext cx="1866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관측·평가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1AEAD12-CFC0-4D8B-8FC1-6C1F32165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124325"/>
            <a:ext cx="3676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trace·dataset·experiment를 같은 실행 계보로 확인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A9C6D1E-2C03-4395-BDD5-05741E80B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124325"/>
            <a:ext cx="2514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Local JSONL은 무료지만 UI·협업이 약함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BED06CA-41EB-45F6-ADFB-A010EB7C2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3870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07FB513-F0EB-4D69-AB51-B78431EAB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38700"/>
            <a:ext cx="105537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535425F-DFC7-4F22-925E-28A013A11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24425"/>
            <a:ext cx="1581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Pydantic·pytest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69B9D97-FCE0-4C11-BBBE-3A8ACE4D8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924425"/>
            <a:ext cx="1866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계약·결정론적 검사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7A01530-4B39-44E5-BDB0-817114A85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924425"/>
            <a:ext cx="3676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Schema와 실패 조건을 빠르고 재현 가능하게 검증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2D3DB26-C903-49A2-B3EF-01EC75523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924425"/>
            <a:ext cx="2514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의미 품질 평가는 별도 rubric 필요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B1B4301-F38E-4251-98C4-AC2FB2D1C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3880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969605520"/>
      </p:ext>
    </p:extLst>
  </p:cSld>
</p:sld>
</file>

<file path=ppt/slides/slide2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20325E-66CD-446E-82C0-64AEAD47A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실습 화면 1/4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B2ED2F-BB8F-4CFF-9E2D-3812A8376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LangChain overview · 조합 계층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6E3F86-BEE4-437A-B048-3636B9503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A89559-C272-481C-8571-23C6F5F59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E08BD5-8FFB-4D58-BB5E-0F60ACDE1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2/3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D0D228-CE2E-44F4-9F08-F6B38F317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219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B44053-8DB0-4FB0-A871-7E3DCA0A3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C6AE70-3A49-4CC9-8D3F-B8B830DB4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685E6D-5F9F-4DB2-BBD1-0AF3C741B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model·messages·tools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2D67D0-64BD-4535-B899-51BB42BB1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1EBE5D-0988-41D8-A831-B79D9EACE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structured output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D5051C-D1CB-4A99-8E6C-7D4F33A7E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B94318-7C76-4CA3-8E63-68FF094E8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빠른 조합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0ACF68-C307-48D8-83FB-43878C9E5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421D6F-0B17-458F-AA46-E8850AA53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제어 흐름은 LangGraph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162AF3-5F36-4B08-8171-48814ED94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9adcbe3f674e9e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A9B8A2-9641-4779-9D56-5DF17079C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LangChain overview 공식 문서</a:t>
            </a:r>
          </a:p>
        </p:txBody>
      </p:sp>
    </p:spTree>
    <p:extLst>
      <p:ext uri="{BB962C8B-B14F-4D97-AF65-F5344CB8AC3E}">
        <p14:creationId xmlns:p14="http://schemas.microsoft.com/office/powerpoint/2010/main" val="859861916"/>
      </p:ext>
    </p:extLst>
  </p:cSld>
</p:sld>
</file>

<file path=ppt/slides/slide2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56E0C5-3490-4622-AB97-67C180D7E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실습 화면 2/4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DE0CB4-2704-443B-8E9E-97A531A11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LangGraph overview · stateful orchestration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D1BE0A-605E-4451-BCF1-E4B928218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F6F0AB-A69D-4D92-8C2F-A77EB4AD9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A7DE4D-E23A-48D8-9C6E-FE274AA74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2/3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411B96-EDFF-4CB8-84CA-083646BC0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220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27FD84-8A22-4A5B-BB26-18E3D6CB6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3F9800-0504-4C75-9DE7-A71C60554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D5BF20-4D98-435C-9EED-710D12746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state·nodes·edges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15D063-05B5-4EED-BD9E-B35CDD999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9799B9-2B97-4D55-909A-823C08DC9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durable execution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034C21-FF9F-43EF-B216-FAD52F569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9A6DC3-5C40-436B-988A-1D2EC47E7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human-in-the-loop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C06DC9-DE68-4B91-86CD-0D71A91CF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50810D-8521-49EA-A543-222E76964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장기 실행 workflow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2C392D-DA91-48E7-B30D-6D8E5E995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e96a8f986e4c27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3ABC9F-97E5-41C3-8A7C-85F92E7C3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LangGraph overview 공식 문서</a:t>
            </a:r>
          </a:p>
        </p:txBody>
      </p:sp>
    </p:spTree>
    <p:extLst>
      <p:ext uri="{BB962C8B-B14F-4D97-AF65-F5344CB8AC3E}">
        <p14:creationId xmlns:p14="http://schemas.microsoft.com/office/powerpoint/2010/main" val="1362054957"/>
      </p:ext>
    </p:extLst>
  </p:cSld>
</p:sld>
</file>

<file path=ppt/slides/slide2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B24310-F929-4F6C-AC7D-A84808AAC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실습 화면 3/4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D5FA6F-CDB6-4A57-BFB5-D39FE59FA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LangGraph interrupts · 사람 입력에서 중단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F35469-EA67-44D2-9175-7CEF71939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32AEAA-5623-47E6-BA6B-49520D6F2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5B0E6D-66A4-49F9-AF45-3CA2C82F4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2/3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07C281-D273-4B19-807C-E733CF470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221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731608-96DF-4FDF-860F-0A654C4FA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EE9F2E-7F62-4661-B1F1-B921B1E43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2E99B5-43DA-4716-AF48-AA9446BD2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interrupt payload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6FD4A2-1EF1-4C12-98FA-9F2FC3BED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1AE866-33E6-47EC-909D-FF60ED567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Command resume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F9019F-D013-4C50-96D2-7DE9E8C6C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4672F2-C664-44A9-91F6-D0AF45385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JSON-serializable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0D2CA2-0A6C-42CB-8F5E-D9540E8D3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831134-90EF-49E5-9AAA-F06D83405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side effect idempotent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6102DE-9C28-4673-9330-C7A77BEDC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23556173b94f7b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73325A-F7BE-45C4-BE25-2618B98F7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LangGraph Interrupts 공식 문서</a:t>
            </a:r>
          </a:p>
        </p:txBody>
      </p:sp>
    </p:spTree>
    <p:extLst>
      <p:ext uri="{BB962C8B-B14F-4D97-AF65-F5344CB8AC3E}">
        <p14:creationId xmlns:p14="http://schemas.microsoft.com/office/powerpoint/2010/main" val="402939124"/>
      </p:ext>
    </p:extLst>
  </p:cSld>
</p:sld>
</file>

<file path=ppt/slides/slide2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564869-9F2A-4421-9B25-6AD8829B9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실습 화면 4/4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4E2A8B-8277-4503-B245-4A9A4FDFE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LangGraph persistence · checkpoint와 thread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DD1D34-AF60-4020-B8AF-4159A393D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A253A0-E21E-438C-A02D-452DBF29E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B8893C-2269-4577-824D-409FB6570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2/3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283F64-D736-4297-8DB8-81C5C1FAC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222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11C139-AFD7-474F-A6D2-A162FC57F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11087A-2EA2-4165-A426-76A88A4AD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F56ADE-0583-4133-ACD2-6AB0F70F8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checkpointer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805182-338E-4786-8045-CA0513787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22238D-DDFB-4DE9-A189-98EDCF9DE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thread_id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3C5321-DCCE-478D-BD1D-12FBCEBDF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D65198-C3B8-4EA0-9C43-7FCC0BBFF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state history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F0FCC6-8FAF-4518-B8C8-4D1306F41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B76492-DF04-45C1-9FA3-904EAE8E9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fault tolerance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0F2504-CD37-453C-95B4-F3B906BF9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1f2c382ae44102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02E7BF-F5F3-43BC-94EF-3FC135ED5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LangGraph Persistence 공식 문서</a:t>
            </a:r>
          </a:p>
        </p:txBody>
      </p:sp>
    </p:spTree>
    <p:extLst>
      <p:ext uri="{BB962C8B-B14F-4D97-AF65-F5344CB8AC3E}">
        <p14:creationId xmlns:p14="http://schemas.microsoft.com/office/powerpoint/2010/main" val="634645465"/>
      </p:ext>
    </p:extLst>
  </p:cSld>
</p:sld>
</file>

<file path=ppt/slides/slide2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08F2CB-00B2-4BC8-8D3B-E19B0D5B4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2A3ABE-1577-43C6-90B0-88BF3ACB8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State schema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8DFF83-D665-41EB-B357-9A9D3D7A9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CED4E2-48FD-474A-A802-A3C9A0C67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97E164-CCF5-4E3E-B271-B2ADED120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2/3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1933AA-0099-4E94-ABF8-7367D918F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223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8BA8B3-E1A6-427F-8908-24D125C2E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C5C20F-E0D2-42C9-A08B-2781DC31F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FF987A-ECD3-44D4-ACC8-537A76E90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다음 node에 필요한 필드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D8D7BE-3F85-4A28-BCA3-2B1A5E7EB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5D3EBA-C368-48B6-BD06-E65A0A5DA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raw data 유지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835A9E-F5D1-42EC-821C-3ECB4C38B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CF7CFF-0D28-4D85-8A48-07C19F678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오류 누적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F543F1-2FB3-41C5-9ABF-204530265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35BB00-D955-44E9-B7EA-F81E8069C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terminal status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81BF78-FD8C-49F9-B481-F14AAAC1A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26A604-58E2-48BF-8B41-4EFC29ECD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E77897-BEBE-444B-9A2C-5929F6285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class State(TypedDict):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request_id: str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transcript: list[dict]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draft: dict | None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errors: list[dict]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retry_count: int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approval: dict | None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status: str</a:t>
            </a:r>
          </a:p>
        </p:txBody>
      </p:sp>
    </p:spTree>
    <p:extLst>
      <p:ext uri="{BB962C8B-B14F-4D97-AF65-F5344CB8AC3E}">
        <p14:creationId xmlns:p14="http://schemas.microsoft.com/office/powerpoint/2010/main" val="1843178143"/>
      </p:ext>
    </p:extLst>
  </p:cSld>
</p:sld>
</file>

<file path=ppt/slides/slide2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674601-8510-43D4-9E58-E703D71A4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5B97AF-3233-4BD1-BF98-5306FA383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오류 route 함수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39902E-85E5-4D54-986D-51FC491D5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864BE1-DEE3-4D50-B458-5E1CF3736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067285-8EAC-4F71-B31E-088FB2A49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2/3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96EEE9-3BCF-435F-AD57-68AA43E57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224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910B60-7E23-4CE0-A8F3-A6A1AC427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5B4F6F-92FD-421A-A4F5-7BAA1D588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3BA57A-1BA1-4D25-8248-AFF29742C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status 기반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2AB288-F6D6-46C5-B918-FB20CE423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5B0E73-D69A-4FC5-8DB3-2E343250F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bounded retry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FB6A68-DBC5-409A-9F2C-DEDB7AB0B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9D6ED1-8367-48B8-9EB2-263452C1C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정책 오류 제외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E71260-54C8-4A3D-BDF8-608D54194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6A99F7-051A-4792-93D9-9581E6318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명시적 failed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3A7C19-32A4-4690-90E2-8960A1624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97A604-39DB-4812-AFC3-D204E29CA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DCC6DA-371C-4B54-93E0-DF7ABA1C0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def route_after_validate(state):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if state["status"] == "READY":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return "human_review"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if state["status"] == "TRANSIENT_ERROR" and state["retry_count"] &lt; 2: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return "retry"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return "failed"</a:t>
            </a:r>
          </a:p>
        </p:txBody>
      </p:sp>
    </p:spTree>
    <p:extLst>
      <p:ext uri="{BB962C8B-B14F-4D97-AF65-F5344CB8AC3E}">
        <p14:creationId xmlns:p14="http://schemas.microsoft.com/office/powerpoint/2010/main" val="189232774"/>
      </p:ext>
    </p:extLst>
  </p:cSld>
</p:sld>
</file>

<file path=ppt/slides/slide2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4AE190-43BE-4311-A6C3-1B6AA3796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6997C5-2B0A-4896-8977-948ACCD3B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Interrupt로 검토 요청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A2955B-51B6-439F-927F-E007C7EA6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784942-78CA-42E0-9D9B-5457566F5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0C42F6-F64C-405F-B6EA-2955E00CB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2/3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E6FAFC-36D7-4DAB-8C16-6240177F9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225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891C07-6467-4B65-A494-841B01B55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09BF9E-F3E1-466B-A3BD-DEFCF1408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A47800-4A75-4789-9244-7CC4763DE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검토 정보 한 화면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BB0632-C8EB-4AEA-9B8B-256608702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0D87BC-8839-471C-B79B-4FFE59E93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직렬화 가능한 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EE6A12-F30B-48D7-B9AC-D70127730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8DFE7F-718C-4267-88AF-C3530D610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버튼만 전달 금지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074F65-B268-494C-9306-39D7E112C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F4AE79-DA26-4D5B-9FC5-E327A0680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결정은 event로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CDEEDF-DEC8-4088-A625-095DEC04E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3C4ABC-694A-40A0-A12A-C0ADE89BA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33081D-6F75-497E-B209-907E1AEE7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review = interrupt({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"draft": state["draft"],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"evidence": state["evidence"],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"target": state["publish_target"],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"options": ["approve", "edit", "reject"]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})</a:t>
            </a:r>
          </a:p>
        </p:txBody>
      </p:sp>
    </p:spTree>
    <p:extLst>
      <p:ext uri="{BB962C8B-B14F-4D97-AF65-F5344CB8AC3E}">
        <p14:creationId xmlns:p14="http://schemas.microsoft.com/office/powerpoint/2010/main" val="1211779932"/>
      </p:ext>
    </p:extLst>
  </p:cSld>
</p:sld>
</file>

<file path=ppt/slides/slide2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EC5718-F70B-422A-BEFE-81100BE77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86585D-50B0-4B3F-A935-85F59AABD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Command로 같은 thread 재개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D38F93-FAAA-4068-B751-4CB888E1E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5567C9-31D6-4B5B-A96A-25AB0D24D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19E82C-A64B-4E30-BBDA-B6CFAA903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2/3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9E3E75-5738-4BDE-BC83-B7C60CF0B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838B64-CA71-4B6E-B0E0-FD56A4B41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8847DC-84C0-412F-B11D-8F00F822E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A71D34-CCDE-454C-8EBA-3D1422507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thread_id 유지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47975F-43DB-4825-98D8-BFA0D5C38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B3BB2B-689B-4E88-9681-62FB7B771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checkpoint load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58B9A3-F61D-4C6D-8B7E-1210EC3B1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ED7FA8-2F71-41C6-AD46-2B19788B2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resume value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6C2B61-1084-407B-A563-6A23FFA30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B70C63-B45B-4FA7-B51B-387782AD1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new thread와 구분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B54790-6F68-435D-9B12-611718802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116C0C-0294-4DC1-A4DA-45B85B868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CCF74F-0E45-40AC-A90D-6D4484905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config = {"configurable": {"thread_id": request_id}}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first = graph.invoke(input_state, config)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# interrupt에서 멈춤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second = graph.invoke(Command(resume={"decision": "approve"}), config)</a:t>
            </a:r>
          </a:p>
        </p:txBody>
      </p:sp>
    </p:spTree>
    <p:extLst>
      <p:ext uri="{BB962C8B-B14F-4D97-AF65-F5344CB8AC3E}">
        <p14:creationId xmlns:p14="http://schemas.microsoft.com/office/powerpoint/2010/main" val="1288740638"/>
      </p:ext>
    </p:extLst>
  </p:cSld>
</p:sld>
</file>

<file path=ppt/slides/slide2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5FB916-7175-49B1-8420-543D0BCCE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71F905-2716-499F-B18E-842CB5747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승인 event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6AAB13-A7AD-4E94-9533-CDE21F05F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F9FFA7-A051-4391-BBFC-763659336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C0CDDB-79C4-494D-999E-EBEC68BB2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2/3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EABF24-6E65-437D-A7A8-147A9667B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227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896A13-03F6-4F10-8308-E51D75DC2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439F5D-60D8-4A16-BC76-1346F7B10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8A8339-24C7-45C0-983C-ECA2D08D9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누가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42E9BA-C4BF-4275-A82D-AD728124B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041E76-CD39-45C2-8B4D-5B24E229B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무슨 결정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6A252D-6199-4B2E-A45E-AF2E734DB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C7C257-5FCA-4BC7-A56F-D44E04B1F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이유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4E3599-0C5E-4A5A-AAD4-F9DC7226C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8AAB73-2E1A-490E-981B-1B4FD1DAD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수정 payload·시각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D76457-E878-486D-97D1-AFFF43A5F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7380DE-D411-442D-B182-CD72EA28B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22C562-6AF0-4AC3-8339-D43C36D41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approval = 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"decision": "edit",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"reviewer": "role-reviewer",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"reason": "담당자 근거 부족",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"edited_payload": corrected,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"at": iso_time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101417354"/>
      </p:ext>
    </p:extLst>
  </p:cSld>
</p:sld>
</file>

<file path=ppt/slides/slide2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8E9D507-4FA2-45B8-B137-35BC55A62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직접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BB50CF-6820-4661-9D1A-25648AD5D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1 · State 필드 설계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1827EC-1897-4A74-9E6B-E43F4A54C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7999F3-DD82-46D6-A62F-B73C67CC9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984785-0386-4023-BC0D-EBF24A5AD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2/3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00E283-89DD-4C7B-A385-925CB0452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228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6525ED-0AEE-4340-9CA1-88B066C02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08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D4F760-38D8-40F4-AD34-2688764C3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048A2F-235C-4C30-B862-405D86D5F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일단 저를 그대로 따라오세요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5BC980-541D-4939-AA71-53A139249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866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숨기지 말고 첫 오류 한 줄만 가져오세요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695A88-2A7B-4495-B367-F3A5F6007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66CCD4-747C-4B9E-8CD0-1C18CD019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입력·중간·오류·승인 필드를 나눈다.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6333B5-226B-4BE7-A473-66B589B4A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932DEC-B0C6-46F8-8949-DE18751A1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534786-91C8-47EF-B60A-1B8192D4A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각 node가 읽을 필드를 표시한다.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CBF4BA-F7FD-48C7-B8AD-F2843F2F7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E93B2F-6A8B-4029-90BC-F712C84F9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278968-1676-4E2E-B33A-582A888B2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terminal status를 세 개 정한다.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5F6134-4180-440F-ACE1-9BC8BE813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CD1087-FAD0-4402-944A-5059FBA83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6ED6AB-913B-4313-B12A-4519FA540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불필요한 chat history를 제거한다.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AB01096-D1A5-40A4-8AE3-A4D8D8B42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9038188-5773-40B3-AF4D-C3338F64B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CAEC812-6F63-469F-BEA0-05ABA29D0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State schema 1개</a:t>
            </a:r>
          </a:p>
        </p:txBody>
      </p:sp>
    </p:spTree>
    <p:extLst>
      <p:ext uri="{BB962C8B-B14F-4D97-AF65-F5344CB8AC3E}">
        <p14:creationId xmlns:p14="http://schemas.microsoft.com/office/powerpoint/2010/main" val="293816889"/>
      </p:ext>
    </p:extLst>
  </p:cSld>
</p:sld>
</file>

<file path=ppt/slides/slide2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CD6C34D-3F76-4BD0-8F10-8D9314A80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직접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E66299-951E-49FE-BA8F-AE5AEF27A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2 · Node와 edge 카드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1685A0-F57A-479E-B362-B20BBCC11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69513C-C699-4723-8E71-299F309AB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1A91B6-4DBF-42D3-BEB1-C3A4E60A1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2/3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AC7B62-7296-4D2B-B178-D2EFDC464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229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80882F-F846-48E6-A17B-415E31583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10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472769-4628-47A6-9270-91F984984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A10DCF-E9BB-4BFB-910E-1D052F3D1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일단 저를 그대로 따라오세요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0E0D29-0EE6-427A-A6FB-891E1B988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866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숨기지 말고 첫 오류 한 줄만 가져오세요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A08435-3D98-4FDF-88E8-8312A93DE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5E939A-F8D9-446B-BF88-F140E085E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transcribe부터 publish까지 카드를 놓는다.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E639DE-C351-4E02-B509-FB3BB36FB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81A391-4A5A-4670-9C30-128EC23B7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9E6296-D934-4E36-B7F6-CD887849F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각 node 한 책임을 쓴다.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6D6703-FC30-43D0-B344-2A14EBFC9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51D0BD-FAF6-4180-BFAC-BC4800085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584A4A-A79F-4C3F-8B13-48E07CDC6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성공 edge를 연결한다.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386D99-A106-4D7C-9DC4-2F7B0E089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A465E1-CCD3-42F5-BFA9-5F5E73E71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D025D2-7A55-4379-A258-4F0AC394F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오류·review edge를 다른 색으로 연결한다.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2A1C80-697E-4FCC-88CA-83B2D457A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FB919D-8719-440D-B78E-6BBFBAD50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BC5C554-D978-418A-8B8F-8B0430B22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graph sketch</a:t>
            </a:r>
          </a:p>
        </p:txBody>
      </p:sp>
    </p:spTree>
    <p:extLst>
      <p:ext uri="{BB962C8B-B14F-4D97-AF65-F5344CB8AC3E}">
        <p14:creationId xmlns:p14="http://schemas.microsoft.com/office/powerpoint/2010/main" val="1161956394"/>
      </p:ext>
    </p:extLst>
  </p:cSld>
</p:sld>
</file>

<file path=ppt/slides/slide2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4ACFE16-AA88-4A6E-A1D3-4CB8BEEBC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직접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B4605C-4698-4AC4-9014-4604F5D83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3 · Retry 정책표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0EA242-97B7-439F-8EED-3A042AF8E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783C97-578C-45F4-85E1-83F671FC0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818093-6385-4A96-A877-7000815F1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2/3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D40BB8-747A-4350-A047-211FEAB3C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230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F3B78E-AE99-46F6-AA7E-FE0EE7902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08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9D45EF-5AA8-406F-8889-151188D0F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DBDAD5-7907-4904-B841-DB7589E5E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일단 저를 그대로 따라오세요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67EF10-E57C-418F-8203-1D0E4744B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866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숨기지 말고 첫 오류 한 줄만 가져오세요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A01B3F-8035-45ED-BBFB-3EFFA570D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D1962F-D0FB-4F85-961D-330D87829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오류 네 종류를 적는다.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7B1F14-91C0-46F8-AE24-4EB15624D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D2B545-3F45-4302-9568-44B02D3BD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9FF42D-837B-4BC4-AA2E-BD0B9E860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각 오류의 retry 여부를 정한다.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7D7387-2CF7-411D-A5F7-ED9357C8A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470AA8-09B7-4A5F-AA3D-30DBD9EA1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BE8B76-FAB3-45E6-9609-52FAF3A20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max attempts와 backoff를 적는다.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4DC96D-ECAD-40F1-837D-4D4A48C36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DDA4FA-B7B6-400D-B228-404BCF5D0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A3BC96-90F8-49CE-B77D-33B468C9B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exhausted 후 상태를 정한다.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DE3CDB-DCBF-4A52-9B5D-795C90022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25B38D0-EBB8-4DBF-A71F-859799B2C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1DEA37B-1568-4A04-9341-502937983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retry matrix</a:t>
            </a:r>
          </a:p>
        </p:txBody>
      </p:sp>
    </p:spTree>
    <p:extLst>
      <p:ext uri="{BB962C8B-B14F-4D97-AF65-F5344CB8AC3E}">
        <p14:creationId xmlns:p14="http://schemas.microsoft.com/office/powerpoint/2010/main" val="994420958"/>
      </p:ext>
    </p:extLst>
  </p:cSld>
</p:sld>
</file>

<file path=ppt/slides/slide2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C028B5E-6881-4703-B1C3-6CB313677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직접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868ECB-494A-470F-A7E8-9FFEDBCC6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4 · Reviewer 역할극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52B0FD-B43E-479C-9A0D-B4421C082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F23DAB-F584-44A3-BEEE-835184689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806ED7-B67D-4733-89E6-E692C72DF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2/3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A3106A-A1D4-4085-9A9E-2A2AE63AD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231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D877E8-3DF1-48B0-8471-FEE14E87D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12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6CEB77-3016-40C9-BC0D-0D21AD932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7C1773-E1C0-4BAC-9CFC-203B051AC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일단 저를 그대로 따라오세요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8D8662-A4C6-4219-8603-5E11897C0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866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숨기지 말고 첫 오류 한 줄만 가져오세요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80AF49-B66A-4696-A431-396C14683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C1C7E2-6A8C-4F6A-9501-3EB0D4367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A는 Agent, B는 Reviewer가 된다.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347BC2-9B15-4366-BD35-4F872544B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1E0498-2EEC-4E0C-BF6E-82D156D3C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AE6FD1-D42D-43A5-AF94-E061746B7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초안과 evidence를 비교한다.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DEEC78-65EC-4774-9FC2-B169ED473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FAAEC4-6E66-47AB-8019-20862F6C7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E9E34C-F8DF-4000-BC3D-65C901337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approve/edit/reject와 이유를 남긴다.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367C25-ECEB-4115-B015-2057B2C42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457E76-013E-4E21-950F-AEB2F8408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518CDC-F22E-4FE7-9CB9-8368EA4C3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역할을 바꾸고 낮은 confidence 사례를 반복한다.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2C04A5-353A-41A0-B078-89AFFDCDD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9E07881-D53E-42DC-AF93-120AE5DE8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6D896C7-8E7D-45F3-AE9E-E55A5E8EB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review event 2건</a:t>
            </a:r>
          </a:p>
        </p:txBody>
      </p:sp>
    </p:spTree>
    <p:extLst>
      <p:ext uri="{BB962C8B-B14F-4D97-AF65-F5344CB8AC3E}">
        <p14:creationId xmlns:p14="http://schemas.microsoft.com/office/powerpoint/2010/main" val="229716455"/>
      </p:ext>
    </p:extLst>
  </p:cSld>
</p:sld>
</file>

<file path=ppt/slides/slide2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9C8FA0E-BF32-4318-AABE-06B7C741C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실패 사례와 복구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7814DC-B80C-4F26-A6D4-C112E35F3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1 · State에 모든 것을 저장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EAA581-C4DD-4253-B13B-27E43598D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FE7662-98A6-4B6F-8B0E-CD39EC3CF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AD9595-6B81-4E44-A206-4440707EA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2/3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8FF6A9-D49F-4531-89E4-F42414B67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232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8C39D2-54AE-4CA5-B1B6-5F89E004B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현업에서 자주 깨지는 방식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57335F-99AC-4C95-9A33-361FA6408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제가 먼저 고치는 순서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FA8DC0-51C5-45A6-9543-180E636E8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6A4FE4-BB91-4475-B979-DE434BEA7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8F3AAE-7C9D-4245-B2B5-F758EB6C6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거대한 message history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1C26F0-6AA0-47AD-9C1A-A874CC07D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BB6A35-FC6C-4C21-8043-1B958FFE6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binary audio 포함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C9F4C1-5143-4643-8610-2BC521952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DD1CA5-3875-4605-8053-5573BB2D7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개인정보 장기 보존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C6F9A0-B560-4B0A-9729-34C037941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596AEF-9D29-4FB9-8E0C-BDAD25B35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node coupling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205568-ECA3-4154-88CE-65E43F147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7031C0-9EA2-4889-A37E-DB10BAD0A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최소 structured state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45D80C-DD83-4D44-BF72-6996C6861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C73288-40E0-4AFB-8EAF-CD847893F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원본은 보호 저장소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2234F3-5F6B-497C-9EF8-78DF48B85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82D46BB-F1AD-4B9B-8D1F-9202D8D93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reference ID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E0B241C-23DE-45D2-ACA2-226E6DA0C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385F26E-9834-4E24-87BC-C3EB7B00E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node별 계약</a:t>
            </a:r>
          </a:p>
        </p:txBody>
      </p:sp>
    </p:spTree>
    <p:extLst>
      <p:ext uri="{BB962C8B-B14F-4D97-AF65-F5344CB8AC3E}">
        <p14:creationId xmlns:p14="http://schemas.microsoft.com/office/powerpoint/2010/main" val="1882102412"/>
      </p:ext>
    </p:extLst>
  </p:cSld>
</p:sld>
</file>

<file path=ppt/slides/slide2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2B19EEE-D0D2-4671-8AA8-DE398355A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실패 사례와 복구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766F43-6E19-4B0E-A442-072D833F0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2 · interrupt를 try/except로 감쌈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28D5E1-673D-445B-B8D5-CC8297134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540D33-60DB-491B-9438-5331292DF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50A9A1-6E17-46EA-A0BE-F905A06BE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2/3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355097-0548-4027-B8C1-FF23CF9AC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233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921908-DA33-4CDA-95A8-E7613DA0B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현업에서 자주 깨지는 방식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09D094-DF99-4EF8-85E0-BF1706525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제가 먼저 고치는 순서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ABA4DE-4087-4CA9-9F69-BADDA2E9D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526F86-9046-4910-AC54-1F11E50E0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F0E6CE-2663-450F-9C9C-DFF122FD1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중단 신호를 오류 처리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2FFB3E-32FD-40EB-82E1-487A525E1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BD703A-F772-4B05-AEDC-90D90757D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재개 불가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4FF914-2462-4F89-A191-657F09A74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03F3CE-39FD-4CA6-A2A2-D53AF726D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state 혼란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53CB65-D5F5-4A3E-A20A-A070A5FE8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1B57DA-0434-4E3A-9DB1-92F26C695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반복 호출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27D8DE-9FC8-4253-9801-69FC94632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49EED9-2F8E-4A1F-AF43-81FDA088F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공식 interrupt 규칙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63A635-28D1-40EF-8B72-4AD4F2C41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746BDE-FC1E-445C-83EE-202789F88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직렬화 payload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00201B-B23A-46C3-813E-7287D470E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115E8C5-6EFA-4EF4-94B0-65E1D65B2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같은 thread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B9C865F-061F-432B-B1BB-27F5C019E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EFE4233-B55E-43A5-A964-691DE586E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명시적 resume</a:t>
            </a:r>
          </a:p>
        </p:txBody>
      </p:sp>
    </p:spTree>
    <p:extLst>
      <p:ext uri="{BB962C8B-B14F-4D97-AF65-F5344CB8AC3E}">
        <p14:creationId xmlns:p14="http://schemas.microsoft.com/office/powerpoint/2010/main" val="1131346557"/>
      </p:ext>
    </p:extLst>
  </p:cSld>
</p:sld>
</file>

<file path=ppt/slides/slide2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EB1DC12-617B-4A45-8EF4-36BDADBAF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실패 사례와 복구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94B588-E8DE-4DD6-98BC-FFD683246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3 · 승인 전에 외부 쓰기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6D0B81-CFC3-46E0-858B-78C064180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D93A23-9AA7-4304-B139-18423DF3C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C335D4-CCA6-4D46-9D71-5DD2B406D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2/3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3E0DE1-3175-4CE8-8743-2F4DD8990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234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E0535E-6EC2-47FD-9139-F61C15EA6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현업에서 자주 깨지는 방식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461B53-CFDB-4E89-9C67-CAABEC450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제가 먼저 고치는 순서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25FEDD-9963-4A92-98CB-54A1C38C4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A579F9-3B19-4E63-A661-9F9F5DEAC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1BE081-21A5-4B16-AE6D-2D6F0E21A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재실행 중복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E66537-A755-4425-864D-5B47A06BB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DC3180-0655-466C-8A34-20885D924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오류 확산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1C0D9E-647D-42DC-8FC9-C680097EB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0675AD-D666-4D09-A6FA-0F604B101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사람이 취소 불가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7D64BC-664B-4063-BA22-213EFA046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E87AE7-8CD9-40A0-965A-0FB2EB79B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감사 추적 부재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E6244F-5277-4515-AAFD-F2D73C99A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94D758-0254-44FC-B515-856C095FA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draft·preview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9327E5-F6D6-4AC5-81A3-7011DF95D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480425-2E94-4DA2-9AFC-250160DAF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interrupt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097046E-F718-4E2F-A884-7B8A508B0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90DD0C4-AFD7-465A-8E61-25441D38D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approved payload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CB03290-C2A8-44CB-A435-976FA854F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C5188F0-21C1-4F98-A306-D763DC977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idempotent publish</a:t>
            </a:r>
          </a:p>
        </p:txBody>
      </p:sp>
    </p:spTree>
    <p:extLst>
      <p:ext uri="{BB962C8B-B14F-4D97-AF65-F5344CB8AC3E}">
        <p14:creationId xmlns:p14="http://schemas.microsoft.com/office/powerpoint/2010/main" val="653984043"/>
      </p:ext>
    </p:extLst>
  </p:cSld>
</p:sld>
</file>

<file path=ppt/slides/slide2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16D7787-3A94-4603-BABF-BB30E22DF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재직자·구직자 관점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906C63-889F-4224-A174-814B4147F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재직자 · Human Approval 운영표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D7331C-40FA-456C-9579-A6C35455A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BA5A9F-CE93-4263-9051-E0FE01A2B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274480-5B87-4F6B-BBE2-E9889D300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2/3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534BF9-8673-439B-90A5-9E43D3A4A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235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37CB08-FD49-4F5A-99E2-AEE5165D0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승인 기준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408BAD-AEE9-468D-A533-393CF85DA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운영 증거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0A7656-4638-4876-9818-B402D8B7A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E0BB43-2FF7-4D5F-BDA2-BE2B77CFE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9E9587-2C58-4FEB-9D68-8E097B897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개인정보 flag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037DDD-1EF2-4B5B-937D-F64263D33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7B7440-10EC-403F-A94C-B87EA203C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낮은 confidence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64A637-174C-4A52-93E9-72F79A043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FF038A-3DA5-4F4B-B306-B88B102AE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외부 발행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8A828B-CF1D-4B61-A24B-63384CA4A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47834F-FAA4-44FC-9AB6-FECF3C10A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금액·계약 영향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FF8EF5-FFB0-45FB-A589-85A81068A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498FCB-BA18-4E53-9F40-F1297B76F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reviewer role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ACA162-B704-4685-B522-9D65D7060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39C066-E18B-460B-A4C0-9DD53175B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SLA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C7B134C-D106-4C37-A720-FC0BCEFC5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110970-26B9-4636-9BA4-8A040865F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decision reason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30133DC-FC87-443F-954D-0C3042914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A7AF3A5-B01B-47BA-A593-6DCDB66E5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audit log</a:t>
            </a:r>
          </a:p>
        </p:txBody>
      </p:sp>
    </p:spTree>
    <p:extLst>
      <p:ext uri="{BB962C8B-B14F-4D97-AF65-F5344CB8AC3E}">
        <p14:creationId xmlns:p14="http://schemas.microsoft.com/office/powerpoint/2010/main" val="1402993515"/>
      </p:ext>
    </p:extLst>
  </p:cSld>
</p:sld>
</file>

<file path=ppt/slides/slide2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1CD5F5-A57F-40AC-AFD4-6139EAFC8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판단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CB8D07-5924-455B-87BF-6CE9E07F2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Gate 7 · 승인 뒤 같은 요청이 다시 왔습니다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B7ED77-5955-49D0-96AF-A9A6D8B2E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976891-6C32-4E6C-A8E3-53FFDB814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5FBE01-D560-4B05-AC45-750ED7560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2/3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766FA3-4922-42F0-9898-9B8A284A0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236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5196F7-E5F8-47F2-BC52-94160B5ED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상황: reviewer가 승인한 직후 네트워크가 끊겼고, 같은 request_id로 publish가 다시 호출됐습니다.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C12CE1-86B9-43C0-932D-868CDB74A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3F9251-8E44-4FC3-9619-66B0A2D43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2C70AA-249B-4405-B0C7-FB22B7C45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2860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어떤 State와 checkpoint에서 재개할까?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B543A4-12F3-43DE-BBE2-E91EE02D0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D1C54D-069E-4EA3-BEC0-FCFDDAB40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EC6DD7-AEC5-41A0-9160-98481359D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3528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승인 event에서 어떤 근거와 결정을 읽을까?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BE1952-750C-460D-B18F-AD9424F5A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636594-4AA8-417E-83C6-F46FE200F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451BC7-EE46-499B-BB8A-1AB3CC261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4196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새로 발행할까, 저장된 성공 결과를 돌려줄까?</a:t>
            </a:r>
          </a:p>
        </p:txBody>
      </p:sp>
    </p:spTree>
    <p:extLst>
      <p:ext uri="{BB962C8B-B14F-4D97-AF65-F5344CB8AC3E}">
        <p14:creationId xmlns:p14="http://schemas.microsoft.com/office/powerpoint/2010/main" val="1190841702"/>
      </p:ext>
    </p:extLst>
  </p:cSld>
</p:sld>
</file>

<file path=ppt/slides/slide237.xml><?xml version="1.0" encoding="utf-8"?>
<p:sld xmlns:p="http://schemas.openxmlformats.org/presentationml/2006/main">
  <p:cSld>
    <p:bg>
      <p:bgPr>
        <a:solidFill xmlns:a="http://schemas.openxmlformats.org/drawingml/2006/main">
          <a:srgbClr val="0B1F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E0B43E-6D40-4114-9E7F-F830ACBB4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053244-D720-460B-B3B9-D8C866B34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23900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3/3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25F3AE-2E3E-4F17-ADD3-1D964F4C4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66900"/>
            <a:ext cx="10287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5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5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LangSmith는 배포 결정을 위한 증거다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E985E7-72E7-43C0-9E21-D40459D87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57600"/>
            <a:ext cx="96202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E0E0E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E0E0E0"/>
                </a:solidFill>
                <a:latin typeface="Apple SD Gothic Neo"/>
                <a:ea typeface="Apple SD Gothic Neo"/>
                <a:cs typeface="Apple SD Gothic Neo"/>
              </a:rPr>
              <a:t>Managed 회의 기능과 local STT 원리를 구분하고, trace·dataset·evaluation으로 40시간의 평가 루프를 닫습니다.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974A7B-6B6E-40BF-A5F1-E8AA9861F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3870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차성재의 현업 메모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0ED319-9A14-4427-9AA0-A11EFA05A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78155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Trace를 많이 쌓는 것보다, 어떤 실패에서 HOLD할지 미리 정하는 것이 먼저다.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625944-0494-4982-B8FD-C4F9C4739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29250"/>
            <a:ext cx="1040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D9022C-E58E-4C13-BDA2-51B6A8F14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산출물 · 전체 architecture · 관측 필드 · 다음 32시간 실행 지도</a:t>
            </a:r>
          </a:p>
        </p:txBody>
      </p:sp>
    </p:spTree>
    <p:extLst>
      <p:ext uri="{BB962C8B-B14F-4D97-AF65-F5344CB8AC3E}">
        <p14:creationId xmlns:p14="http://schemas.microsoft.com/office/powerpoint/2010/main" val="696266873"/>
      </p:ext>
    </p:extLst>
  </p:cSld>
</p:sld>
</file>

<file path=ppt/slides/slide2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C4F636C-0AB2-4DD2-BCC6-D0F081FEF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오늘의 질문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8CA282-A3A5-4B2F-AE4F-301CD1530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관측은 READY와 HOLD를 가를 때 끝납니다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7D25D2-5F4B-4887-B631-0ED2BF939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1252F5-559E-4638-997F-174AFC24C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895B0F-0DB6-4521-A8B7-26B6ED97E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3/3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587A75-D5C7-446B-B7CC-5D9BF9597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238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831322-448A-4826-97F3-3416C15AE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다음 버전을 배포하지 말아야 할 근거를 trace와 dataset에서 바로 찾을 수 있는가?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143074-FA45-4F77-95EB-76B504CF4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622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F9BC94-B85F-4EA4-B4F8-309545E01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288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입력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EFE146-5766-4358-B875-BA1988A93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4193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Managed 또는 Local STT의 segment를 받음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4BBAB8-5E82-497B-98CE-975311118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480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620276-369E-446E-86B3-1F2AA8651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146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품질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57279B-1BBC-4D6D-904E-8FA197962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1051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무음·반복·이름·날짜 오류를 flag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E20B9F-0F60-4F57-8AD0-5F05789DF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338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2D1242-DAD5-4FF4-A47E-58F2087E1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004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계보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9AC650-E03A-457E-B870-4D3FD3C19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7909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node·LLM·tool을 trace tree로 연결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A48946-1098-4B07-BD24-05A700AC9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196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52F9A7-00DC-4293-AD80-4CC2A2760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862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비교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D86B28-1D0A-49CB-A8E3-45B633F17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4767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같은 dataset으로 baseline과 candidate 실행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9FD787-CE8F-43DB-9172-C28FDD750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054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82448B-6623-4CFB-97E1-E96F2DBEA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720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결정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7514E9-F405-41DF-9EE6-2DD2B6679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1625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품질·안전·지연 기준으로 READY/HOLD</a:t>
            </a:r>
          </a:p>
        </p:txBody>
      </p:sp>
    </p:spTree>
    <p:extLst>
      <p:ext uri="{BB962C8B-B14F-4D97-AF65-F5344CB8AC3E}">
        <p14:creationId xmlns:p14="http://schemas.microsoft.com/office/powerpoint/2010/main" val="704202636"/>
      </p:ext>
    </p:extLst>
  </p:cSld>
</p:sld>
</file>

<file path=ppt/slides/slide2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D9A724F-A4DE-4A1D-AF6B-BFA871068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처음 보는 용어 · 한 장으로 비교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72BDF8-6FC1-482F-95E3-1183AC3F2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관측과 배포 판단을 잇는 네 단어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3C417A-7551-4A75-9BB6-6D660B377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3C477C-5525-4E62-9960-FAE188DA4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072EEE-275D-438D-A9FA-6E2F31D45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3/3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8C36B5-755D-4C4B-921A-ED2874E0C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239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099C0F-EC8E-4031-B003-4F6B9C5BC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00200"/>
            <a:ext cx="10553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E0A4D9-0F49-4EF1-8E11-F9405EB00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95450"/>
            <a:ext cx="1828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용어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46BEFD-68A1-4F32-B2FD-769C6AB69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695450"/>
            <a:ext cx="421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쉽게 말하면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0FE539-B7B6-4626-ABF1-A9CAD2DA3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6954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오늘 쓰는 곳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C35FDB-94B8-48F9-ADFC-25C7137AB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14550"/>
            <a:ext cx="1828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STT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Speech to Text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1BB8EB-98AF-4CB4-B1B7-A9F6E6552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114550"/>
            <a:ext cx="4210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사람의 음성을 문자와 타임스탬프로 변환하는 기술이다.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30F679-9634-41E2-90D5-1DCC13AE5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114550"/>
            <a:ext cx="3714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faster-whisper가 audio를 segment 배열로 변환한다.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6E65A5-527E-4DB8-89E1-DEACB29B2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7655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4ED504-D6A6-42D7-8D2A-0C6064551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76550"/>
            <a:ext cx="10553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B4A540-1FAA-4799-AF62-FA09661A4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1828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Trace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Execution Record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FEDD90-05AD-442A-ACE0-9EF86BA52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990850"/>
            <a:ext cx="4210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한 요청 안에서 Node·LLM·Tool이 어떤 입력과 출력을 냈는지 연결한 실행 기록이다.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C8F95F-CBF4-4022-A2A8-A8C482925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990850"/>
            <a:ext cx="3714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LangSmith run tree에서 Graph 아래 child run을 확인한다.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9EF785-D01B-4BC9-8FD8-C91301215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5285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50D25F-1324-422E-889D-F9CC7430E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67150"/>
            <a:ext cx="1828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377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Dataset / Experiment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Fixed Inputs / Compared Runs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96D1F0-A94A-412F-BC1C-19AD684F4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867150"/>
            <a:ext cx="4210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Dataset은 평가 입력 묶음이고 Experiment는 같은 입력으로 특정 버전을 실행한 결과 묶음이다.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3F35E8-0C2D-4270-9663-7B4CBC9C8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867150"/>
            <a:ext cx="3714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day2-v1 데이터셋에 baseline과 candidate를 각각 실행한다.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454186-E70F-4261-B356-7ABE9057D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2915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D4D94A8-233D-4553-84D5-0AB70BBF1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29150"/>
            <a:ext cx="10553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41456F0-E20F-479C-9F60-12404EC7F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43450"/>
            <a:ext cx="1828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Release Gate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Ship or Hold Rule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10F31C2-90F8-4EB5-B660-9FD1C1B28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743450"/>
            <a:ext cx="4210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품질·안전·지연시간 기준을 모두 통과할 때만 배포를 허용하는 규칙이다.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8EA361F-A9B9-48F6-8797-C257BCDAC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743450"/>
            <a:ext cx="3714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Schema 98%·근거 연결 90%·오발행 0건을 모두 만족해야 READY이다.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379E551-8B4D-4381-8039-B9CA25B3A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0545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572542532"/>
      </p:ext>
    </p:extLst>
  </p:cSld>
</p:sld>
</file>

<file path=ppt/slides/slide2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486778-4657-43BA-9FB9-2E7801A3A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Managed 회의 기능은 현업의 현재 출발점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6F0AE0-D202-48A4-8243-7B89C191A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2952CD-9062-45C4-BBE9-1DB71382B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9C45B3-52CE-4727-AD37-5F4A97E40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3/3 · STT &amp; LANGSMITH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896253-28FF-41CA-8CB9-E2D08F453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240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1092B4-6070-4D0B-928B-86DFF6C56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2ADC39-9532-451E-9922-D466EC06F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80962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Google Meet 등은 전사·노트 기능을 제공하지만 계정·edition·관리자 설정에 의존한다.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8fddafb089419b">
            <a:extLst>
              <a:ext uri="{96DAC541-7B7A-43D3-8B79-37D633B846F1}">
                <asvg:svgBlip xmlns:asvg="http://schemas.microsoft.com/office/drawing/2016/SVG/main" r:embed="R0f3e33d292c148a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601200" y="1847850"/>
            <a:ext cx="1352550" cy="13525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CC2AB1-20F8-4CF6-992A-A73BA4619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24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B060BA-E192-4D21-BF0D-0FA902D03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385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빠른 활용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6C4B10-5D30-4B4D-A529-933C88E65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005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3C118E-3DBC-4696-9482-ADBE4988D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148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정책·보존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F46D31-6486-4159-A527-3790C579B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767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79F4DC-A5A4-4C2E-BF0C-DE562BEA6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910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지원 언어·edition 확인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F9F12A-096A-469B-BA45-00FEA360F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886450"/>
            <a:ext cx="9906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7FE81C-A30D-4024-8058-9E4129FA7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95312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배포 전에 보는 신호  |  STT가 틀리면 LLM은 틀린 입력을 더 그럴듯하게 정리한다.</a:t>
            </a:r>
          </a:p>
        </p:txBody>
      </p:sp>
    </p:spTree>
    <p:extLst>
      <p:ext uri="{BB962C8B-B14F-4D97-AF65-F5344CB8AC3E}">
        <p14:creationId xmlns:p14="http://schemas.microsoft.com/office/powerpoint/2010/main" val="520444457"/>
      </p:ext>
    </p:extLst>
  </p:cSld>
</p:sld>
</file>

<file path=ppt/slides/slide2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DF8029-9561-4ED4-ABA5-A325B5E50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수업의 local STT는 원리를 이해하는 최소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5F7FA8-4304-4182-B76D-ECF30CA0B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6EAE3E-F4C2-4692-8900-B41B26FD3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6F27EB-0FAA-40F4-A6AF-5FA3683DF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3/3 · STT &amp; LANGSMITH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74CA84-84EA-4F86-8DD1-E201C2562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241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3FEB40-836D-49E5-B968-A9CC3E4AF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faster-whisper 또는 whisper.cpp로 audio→segment contract를 직접 확인한다.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1B6489-6386-42BC-9F87-88438FCD8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F646C6-E354-4360-81F5-BB06DE65B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offline 가능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AD8A5E-7A5C-4226-A9C4-8308A5703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6153F3-6ECB-4431-BFCF-787CB847E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timestamp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1BADFE-27A9-40F7-8861-23814EA99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43E723-2A6B-4C6C-97AB-F0E7A15A7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model·device 선택</a:t>
            </a:r>
          </a:p>
        </p:txBody>
      </p:sp>
    </p:spTree>
    <p:extLst>
      <p:ext uri="{BB962C8B-B14F-4D97-AF65-F5344CB8AC3E}">
        <p14:creationId xmlns:p14="http://schemas.microsoft.com/office/powerpoint/2010/main" val="723243052"/>
      </p:ext>
    </p:extLst>
  </p:cSld>
</p:sld>
</file>

<file path=ppt/slides/slide2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6E8936-A845-4AD5-B9F2-2690FC006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STT 품질은 WER 하나로 끝나지 않는다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E766BB-BF25-4B78-BA7B-55B10E7FC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D87DE5-4E03-4D11-B8DF-F3CD41734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1F9FF0-9644-4E74-AFF5-447FE15A3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3/3 · STT &amp; LANGSMITH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32EBF5-5E4B-4F57-9B64-A562551A9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242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F29B31-F45F-40F6-9904-F9D4B3193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BF2205-3256-448A-97C9-FD03F6658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9715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업무에서는 이름·숫자·날짜·Action Item 근거 오류를 별도로 본다.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20500C-4026-485E-9468-84E4B58D1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24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91CEBF-5D9B-433C-B816-C7563F7D0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385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empty·repetition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FD69C9-D091-4995-A095-F617C5C8E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005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77CF82-451B-45EA-A3AA-23B08FAFC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148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entity error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A033E3-2360-4D85-BBB6-E092D125A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767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52DB4F-616C-4F81-843B-242CB814A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910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timestamp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DAC33B-54C6-458D-B916-83057D378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1530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C55E5C-628F-414D-B944-878AD6BE8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0673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human correction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E221D4-8510-46C4-9274-C7A5BDBDC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886450"/>
            <a:ext cx="9906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B77E1B-90B2-48E9-88DB-0EE6FE00E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95312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배포 전에 보는 신호  |  Trace는 과거 기록이 아니라 다음 실험 질문을 만드는 재료다.</a:t>
            </a:r>
          </a:p>
        </p:txBody>
      </p:sp>
    </p:spTree>
    <p:extLst>
      <p:ext uri="{BB962C8B-B14F-4D97-AF65-F5344CB8AC3E}">
        <p14:creationId xmlns:p14="http://schemas.microsoft.com/office/powerpoint/2010/main" val="1469662918"/>
      </p:ext>
    </p:extLst>
  </p:cSld>
</p:sld>
</file>

<file path=ppt/slides/slide2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C72D19-1FBE-4ADC-A597-97F9AB717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LangSmith trace는 실행의 계보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87F8D1-7A99-4800-BC82-729873AFF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FE2C51-FC32-4FA5-B7C6-0ECA505B8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7C7CEE-5D91-4B86-A199-64361DA59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3/3 · STT &amp; LANGSMITH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299DF9-B60F-4315-8D10-2D84C433D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243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5A1640-6790-48FD-BCCA-BC6067B53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graph run 아래 node·LLM·tool의 input/output·latency·error를 연결한다.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878D01-3BBD-4BF7-8556-66A284B85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DD98A7-EE35-414E-80AD-053363B28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parent-child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D760E1-85E5-4766-A218-6B0B1E700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F97FF3-86A1-4B4F-9848-97C4A6444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metadata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AA23FE-85BC-44EB-8BD3-797BB9082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31B928-A9FB-46C6-BA27-01468CD3B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tags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589C02-9EC0-4F66-B782-D9AD0D12B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38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82CFB5-5457-4E03-841C-83C4FBB87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529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error</a:t>
            </a:r>
          </a:p>
        </p:txBody>
      </p:sp>
    </p:spTree>
    <p:extLst>
      <p:ext uri="{BB962C8B-B14F-4D97-AF65-F5344CB8AC3E}">
        <p14:creationId xmlns:p14="http://schemas.microsoft.com/office/powerpoint/2010/main" val="1051394947"/>
      </p:ext>
    </p:extLst>
  </p:cSld>
</p:sld>
</file>

<file path=ppt/slides/slide2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DFC256-8279-42F4-8E2E-860CB1E3A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민감 데이터는 trace 전에 줄인다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46145B-1FCF-439F-BF1C-935588FFB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695792-69CC-4CE3-838C-99AC9FD7F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D86CB7-6CB1-4172-A9F7-B16D34A95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3/3 · STT &amp; LANGSMITH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D5B4AF-3AFD-410F-A919-8510ABF7F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244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7EE8A0-FE35-4097-8F60-E1A0E1A7A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0D5B50-2598-4CDA-8A21-4160C05C2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9715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교육 계정에는 공개·합성 샘플만 전송하고 원문·secret을 masking한다.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43BA9D-EB2D-4696-937E-1F9713584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24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201F78-4FFE-4898-B4AD-ABDCC7450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385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anonymize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92F8AB-22E7-4A60-82F0-B27EBE1C5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005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C8A46C-F439-421B-BA0F-3DAE4F1E1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148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sampling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25E867-6AA4-45BC-9ED5-01EBE8CBA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767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0C573F-F9B5-4183-BC0E-E7F4B75C3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910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local JSONL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7C1772-502B-457C-B402-35A0891C0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1530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07FDC7-C0D3-4943-85C9-BD26EBBD2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0673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retention 확인</a:t>
            </a:r>
          </a:p>
        </p:txBody>
      </p:sp>
    </p:spTree>
    <p:extLst>
      <p:ext uri="{BB962C8B-B14F-4D97-AF65-F5344CB8AC3E}">
        <p14:creationId xmlns:p14="http://schemas.microsoft.com/office/powerpoint/2010/main" val="2082576681"/>
      </p:ext>
    </p:extLst>
  </p:cSld>
</p:sld>
</file>

<file path=ppt/slides/slide24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A516B2-11B9-40D4-AAF2-8E5AFCB18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Dataset이 평가 입력을 고정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8CFD9A-49E2-494B-A005-70C558E41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9A1439-1018-40F1-8066-F7D2B2C98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EEA52A-D535-4751-A5B5-A8BADB300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3/3 · STT &amp; LANGSMITH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40758E-391B-4524-B999-A31D075FC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245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13455D-137E-48E8-B84A-DCC094E5A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golden example과 실패 사례를 dataset으로 만들고 experiment를 반복한다.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8D1F59-7271-4A64-BED9-5873BE0B5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BA0D05-361B-47DC-8CF8-1BAED5C16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8F975B-967B-4BB8-9AAC-A5C100D40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CF95F1-AB4E-4E34-A4F0-97D07F631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reference output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4BF8CA-2EBB-4169-8DC4-ECA236E3C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83F53E-DFDB-4B25-87BD-8B20E395B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metadata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D852A0-DCB9-4807-850E-ADF64D97A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38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61D201-8AD6-444C-A728-111BDC1F0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529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version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827508-56B0-4D26-82FF-6E23328BD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3550"/>
            <a:ext cx="109728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9EB91F-62D1-45D1-B81E-F73B30324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1049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배포 전에 보는 신호  |  평가는 점수를 내는 일이 아니라 READY와 HOLD를 가르는 운영 결정이다.</a:t>
            </a:r>
          </a:p>
        </p:txBody>
      </p:sp>
    </p:spTree>
    <p:extLst>
      <p:ext uri="{BB962C8B-B14F-4D97-AF65-F5344CB8AC3E}">
        <p14:creationId xmlns:p14="http://schemas.microsoft.com/office/powerpoint/2010/main" val="1277564444"/>
      </p:ext>
    </p:extLst>
  </p:cSld>
</p:sld>
</file>

<file path=ppt/slides/slide24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7D574C-8283-4437-8CCF-1A40296F9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진행 순서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368638-83E6-4A3C-BF87-143F5FFD5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전체 pipeline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C303DC-5EC2-4E3D-B73C-E7EDAAFCD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F97A29-6ACF-4AB7-B124-4512AD95A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FF2A06-1DFB-4A64-AA94-74729DD01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3/3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64D997-09DF-4CE5-A645-F3ACAC005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246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0E088A-026A-4ADB-BDCE-8E47D32DD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D2324A-6EC8-40D1-BB23-297437FFB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318E43-AAD3-41B0-9C0B-E5B01505E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AUDIO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9E5989-F229-482A-8FEE-6379603E3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metadata·STT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12BD51-0ED0-41C1-A28E-AC1485411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5F4374-7CA0-469A-A492-DECC9032B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4C59DC-7452-443D-BEFC-724D30CA7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DRAFT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3665E9-9461-4C2D-BAE5-261899215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LLM·schema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E18ED9-1665-4D1C-B055-52D9ADC72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D8A928-2F6B-4B27-89F6-B6667A425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E4401C-C229-4264-B514-24CEE4B6E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3E591F-BAC0-4948-B1F6-38630DD0D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evidence·interrupt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29B680-C23B-46BD-B10B-2BBF1E6B4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F2FEE5-9471-4FD9-AF46-FBE3B8258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A58B82-EC5B-4ADA-9E47-D03B3419E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PUBLISH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22DBF65-6628-4735-834D-422B11981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승인·idempotency</a:t>
            </a:r>
          </a:p>
        </p:txBody>
      </p:sp>
    </p:spTree>
    <p:extLst>
      <p:ext uri="{BB962C8B-B14F-4D97-AF65-F5344CB8AC3E}">
        <p14:creationId xmlns:p14="http://schemas.microsoft.com/office/powerpoint/2010/main" val="1054308637"/>
      </p:ext>
    </p:extLst>
  </p:cSld>
</p:sld>
</file>

<file path=ppt/slides/slide24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03A355-F4BE-4A47-9C12-17196A3F3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진행 순서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B4669A-61C2-4FAF-853A-4B388E79C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STT 실행 순서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4802DF-5F42-4A21-8CB8-FCFCAD5B9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7532DD-D40C-40D7-9BC5-BF9090EA2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CA0F84-A3BE-4018-83D6-732242542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3/3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F51785-63B1-4158-8C41-236C3F05C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247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EB927C-898F-4B85-B0E4-F679401E1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200D07-1A30-4C06-B1F3-BD81087E6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3F6379-46CE-4FB3-A1FD-61F42A6C4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CHECK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41FECF-02BD-4C4C-95C0-189A4BBB7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format·duration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EBAEB7-9652-4645-BA67-A6E14CCEF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CBA366-B1D8-43D1-ADEF-2A09B04C7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C15208-F072-4C00-9F6B-0DAB50B28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TRANSCRIBE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7FE5EE-2382-4D01-8A9F-CC4564E6A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segment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0DFEC8-20BD-48FE-896F-6A682E4E9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9FBA6A-AC1B-427E-817B-A56F403E5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0B6F8F-4D3A-44AA-B222-6F948EF19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QUALITY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176C85-83E1-416A-A8E8-0585099AE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empty·repeat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1DC37B-29DD-4523-B5FB-0F416ACFE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28BB5B-5A52-48BF-931B-4A5CFCF59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2F5637-9E5B-4870-95FE-05E20ED30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FALLBACK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CF56E8C-7AB5-4DF0-B990-5A1C3EA01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정답 transcript</a:t>
            </a:r>
          </a:p>
        </p:txBody>
      </p:sp>
    </p:spTree>
    <p:extLst>
      <p:ext uri="{BB962C8B-B14F-4D97-AF65-F5344CB8AC3E}">
        <p14:creationId xmlns:p14="http://schemas.microsoft.com/office/powerpoint/2010/main" val="1302767486"/>
      </p:ext>
    </p:extLst>
  </p:cSld>
</p:sld>
</file>

<file path=ppt/slides/slide24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82A227D-5FB2-4460-97AE-C4AC25632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진행 순서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672DBE-6215-42E1-BD02-A3C41111A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Trace 설계 순서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95DF8E-BD91-4C4C-8F21-2AD3B78A0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FD75D0-18A0-4E58-84D4-8361B8BB6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98C0A0-BE93-4789-BE6A-95F6AB823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3/3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2CD76D-3849-4F98-B066-312DBDA7A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248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644495-15B9-4FE1-B4C0-D2A7EF25D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1A3248-6DA9-43D5-8FCF-C892C74F3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01AF82-10F7-4FA6-B51D-86AAE52BA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QUESTION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988A1C-13E3-405D-9381-E6F59F788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무엇을 알고 싶나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B25BF3-864F-43A3-9971-D58EA8FAF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A55466-598E-44C9-9606-EEB9B5348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841D08-F6C7-4041-8236-60F138A02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FIELDS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71183B-D0C7-4727-AD82-446E5DD16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어떤 metadata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5B62B8-878B-486C-9721-A097DD9FC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AEE42C-FCBF-4361-8E50-6BAE44D75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2A1B85-05E2-4A9B-8290-A1029FC10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BOUNDARY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99F0AA-7ED2-4E3A-B488-8CB00DF4A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무엇을 숨기나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39E78B-1057-4EC6-9753-EC009AD0E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6E7424-D1C0-4E9A-96AB-E55D75C32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8FD490-3B59-4703-BA2B-E007414FD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VIEW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A867318-1E8E-4DBC-B40B-5E3F4E97A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run tree·filter</a:t>
            </a:r>
          </a:p>
        </p:txBody>
      </p:sp>
    </p:spTree>
    <p:extLst>
      <p:ext uri="{BB962C8B-B14F-4D97-AF65-F5344CB8AC3E}">
        <p14:creationId xmlns:p14="http://schemas.microsoft.com/office/powerpoint/2010/main" val="1811234352"/>
      </p:ext>
    </p:extLst>
  </p:cSld>
</p:sld>
</file>

<file path=ppt/slides/slide24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E87483F-0D6D-4348-AB32-909345C80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진행 순서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7E0811-6518-4F24-A4FE-B6F8D9C3D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Dataset 구축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F0FD38-8CE5-4756-9D95-8639405BF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769774-124C-4E68-94B9-B60663AA2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F307D7-110D-4EAE-BA40-0E40F8659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3/3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EE9A96-24D5-4E1A-B9D8-6BBD705DC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249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7FA805-277B-42EB-BC16-C968A1412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CB6F50-E717-485E-899D-DC27CA50A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4C4FD0-9971-43B4-932A-7BC135C3B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SEED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EB06F2-6413-49D4-BBD7-81DA0B5DF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golden 3-5건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91448B-9893-44DC-8C6E-72E8C6446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0478B1-F837-4449-B9B2-77726F424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6F31E0-B24F-4D85-BB25-57D8BB545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FAIL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883479-9ED3-4FB7-A4F0-DE7212DC8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예외 추가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20CD2E-7246-40B6-8414-D6B568478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12ED64-C812-4077-9F7E-942B827A6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EE1F70-A4D5-4168-BF7E-5788E3EC7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VERSION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B738ED-1D5F-4478-9812-0B8E79E31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변경 기록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8C6CDE-50DA-4FBA-B26D-A43245617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50CF71-5A1D-469E-81E0-B1C8CE960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824B52-9E65-46D7-B817-D5D9BA170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EXPERIMENT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C4F8E3-0CFD-48B2-AFE9-094E82A95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같은 입력 비교</a:t>
            </a:r>
          </a:p>
        </p:txBody>
      </p:sp>
    </p:spTree>
    <p:extLst>
      <p:ext uri="{BB962C8B-B14F-4D97-AF65-F5344CB8AC3E}">
        <p14:creationId xmlns:p14="http://schemas.microsoft.com/office/powerpoint/2010/main" val="279067245"/>
      </p:ext>
    </p:extLst>
  </p:cSld>
</p:sld>
</file>

<file path=ppt/slides/slide25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99611C4-CFFE-4C6E-A542-D192AC4B4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진행 순서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3FB8CA-30CE-4BA2-B7BF-22A5E32E6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평가 루프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28121F-053B-4F0A-B650-F3FA29341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86D9C0-F97E-48B3-8C19-27F760200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B38EAF-E35F-41A1-AC3F-14742071D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3/3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FF9254-DC1E-41A4-938D-51F1457C8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250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B71029-A5A4-42E3-85A4-8A1D05980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A11184-4339-4F8E-A5A8-06CDAD8FB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3DEF73-04A1-49C1-8BDB-9BD935A77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RUN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28437B-9A25-4DB6-BE96-4451228D2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dataset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DAF11D-4EA2-4792-9D0E-8DA730142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15A22D-20DC-488E-A256-D86BCC93A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FD2B29-04C8-48D3-89C5-97A676757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SCORE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C8962A-590B-401A-BF84-054452DAB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deterministic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B6B269-EFD0-4519-9124-04071843F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00EB40-A25F-47FD-AA25-576275BA2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36226A-72E4-4E04-B56F-3571D76FA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C48792-39D4-4708-A2FC-710A52FE6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human rubric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7A3F4C-5E03-4AF0-ADBF-934ED8A04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4DC644-F2A5-48CE-8BE4-B5332600A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088B56-3ED4-4524-BFE6-CFD0917D9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DECIDE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056DDA7-15FE-4136-ACDA-DDE22D726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release gate</a:t>
            </a:r>
          </a:p>
        </p:txBody>
      </p:sp>
    </p:spTree>
    <p:extLst>
      <p:ext uri="{BB962C8B-B14F-4D97-AF65-F5344CB8AC3E}">
        <p14:creationId xmlns:p14="http://schemas.microsoft.com/office/powerpoint/2010/main" val="998411137"/>
      </p:ext>
    </p:extLst>
  </p:cSld>
</p:sld>
</file>

<file path=ppt/slides/slide25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AFB96FF-B1CB-499C-9E74-CFB86D975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도구 선택 기준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7C43C9-B800-4DE5-85A8-40121A847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STT와 LangSmith 화면은 하나의 품질 루프로 연결됩니다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732342-D1F4-40B6-9B9F-859711E78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A4342D-279D-4EEB-A227-E11298837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9D20C4-3E82-4E45-99AF-88E03DBFF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3/3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EC3ECC-E647-48A9-A020-06480E111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251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4D8636-4779-40AB-96D2-1BB0F48F0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6685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Local STT 두 경로 → Managed 노트 → trace tree → experiment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DBB5AC-EE37-4076-A3FF-395317218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38350"/>
            <a:ext cx="10553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D035FF-05AC-4D0F-964E-351683763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1581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도구·서비스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040CCD-D7BC-4C1E-9D7E-94D0420B5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133600"/>
            <a:ext cx="1866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도메인·역할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68CE54-FFD9-4821-947B-FF46926FB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133600"/>
            <a:ext cx="3676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이번 강의에서 쓰는 이유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2768CC-0E46-4348-A369-AE459AA76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33600"/>
            <a:ext cx="251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유사 도구와의 차이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77E7F9-50DF-42D4-B484-345911145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24125"/>
            <a:ext cx="1581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Google Meet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B42CE6-C33E-4DBF-984F-C5AAE5665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524125"/>
            <a:ext cx="1866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Managed 회의 STT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BE2FDB-0976-4489-A13A-3BB3013D0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524125"/>
            <a:ext cx="3676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이미 제공되는 전사·노트를 현업 출발점으로 사용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7125B8-51A0-4FD6-950F-7B38B3583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24125"/>
            <a:ext cx="2514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Zoom·Teams도 유사하지만 구독 정책이 다름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2DAD66-A0CA-4AC1-890F-2230BD559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0515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19C764-CF87-4AE1-8FD2-9561615E9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05150"/>
            <a:ext cx="10553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2AD720-1425-4325-AFEB-A3ECBEE1B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90875"/>
            <a:ext cx="1581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faster-whisper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E80A3A-0150-4CE0-9C37-85ABAFADF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190875"/>
            <a:ext cx="1866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Python Local STT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E9FDA3-8828-4825-9671-7DF8B2DD9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190875"/>
            <a:ext cx="3676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segment·timestamp를 코드에서 직접 다루기 쉬움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1C51D1-343F-4782-8DC1-F35E473D6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190875"/>
            <a:ext cx="2514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whisper.cpp보다 Python 통합이 편함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F0B3B2D-598B-447C-8526-F05289EDE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7190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5119382-954C-43E6-B979-BE6C71A8E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57625"/>
            <a:ext cx="1581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whisper.cpp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41FE7E9-337F-4EC5-BA42-FBAA34A5B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857625"/>
            <a:ext cx="1866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경량 CLI STT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B431065-9314-4E7B-A93A-369B3C8B7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857625"/>
            <a:ext cx="3676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낮은 사양·다양한 환경의 local 대안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D5E6349-BA92-4B02-B8B6-3FE332BF6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57625"/>
            <a:ext cx="2514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Python pipeline 연결은 추가 작업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3395E33-F382-4B56-A0EE-63885C184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3865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8076379-4807-41B1-8BDE-FFEC23139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38650"/>
            <a:ext cx="10553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A37059A-8539-47F2-9D8E-B8F2E93C2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24375"/>
            <a:ext cx="1581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LangSmith Trace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9F14A97-E785-454D-B292-A82849D97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524375"/>
            <a:ext cx="1866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실행 관측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A3C9A8B-5C4A-494D-810E-1145D981B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524375"/>
            <a:ext cx="3676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node·LLM·tool의 지연·오류 계보를 한 화면에서 확인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FD51DD2-D6B5-4F23-BD7B-837AE52BB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524375"/>
            <a:ext cx="2514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민감 데이터는 masking 또는 local trace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F04F81D-252D-446C-B714-A2148EF7D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0540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20E6623-DC1C-45E9-96CA-2E084E7A3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91125"/>
            <a:ext cx="1581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LangSmith Eval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0C43F91-E106-422F-9F77-CBBB74C2B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191125"/>
            <a:ext cx="1866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Dataset·Experiment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2C9FB5C-BC38-44B6-B953-F6BAC3A23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191125"/>
            <a:ext cx="3676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같은 입력으로 baseline과 candidate를 비교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0E29BA9-BE75-47DD-B93C-C3B44AB55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191125"/>
            <a:ext cx="2514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pytest는 구조 검사에 강하고 의미 평가는 제한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CC64B1D-34F1-468D-8130-979862B1A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7215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54542559"/>
      </p:ext>
    </p:extLst>
  </p:cSld>
</p:sld>
</file>

<file path=ppt/slides/slide25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E05531-1AE1-4FB6-B77F-FA5FE8F31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실습 화면 1/5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332B4A-0BAD-4784-9FD4-D3F45CD05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faster-whisper · Python 기반 local STT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667A29-696D-4827-9375-564086923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5B71AD-E086-450A-BE62-C5FC5D914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1B3E40-2FC9-41E5-BE74-0C6BF499E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3/3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A72847-6B3E-4939-954F-054B89276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252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524A53-4981-4FFB-880A-2C7C24781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3F0EDE-E7F7-4873-AEF5-FF9DE94B5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E60FCA-E952-4DA7-8888-BD3BB775A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Whisper 재구현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62B5F3-5350-405F-99EA-0DA3F6FCC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85EC2B-6B42-4BB7-86FF-5C492AF88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model·device·compute_type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9AF65A-8B37-4624-8400-CD965D8D5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10D217-904E-4826-8601-14F7E6BDA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segments generator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25E4A8-A927-4595-99D0-A3F24C83F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629085-0AE1-416B-BC93-0EAC33DC4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수업 전 model 준비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F3F0DB-ECE0-48AF-92C2-FFBA5B80C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9266ef7e6446b9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B15674-851A-4365-A00E-97647F561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faster-whisper 공식 GitHub</a:t>
            </a:r>
          </a:p>
        </p:txBody>
      </p:sp>
    </p:spTree>
    <p:extLst>
      <p:ext uri="{BB962C8B-B14F-4D97-AF65-F5344CB8AC3E}">
        <p14:creationId xmlns:p14="http://schemas.microsoft.com/office/powerpoint/2010/main" val="343271126"/>
      </p:ext>
    </p:extLst>
  </p:cSld>
</p:sld>
</file>

<file path=ppt/slides/slide25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2CA6FB-A0D6-484D-98DE-62CD69F03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실습 화면 2/5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2A8F0C-C1A4-4EC2-81AB-127344117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whisper.cpp · 경량 local 대안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B9A666-BD28-462F-9C73-F15A47FCA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8DD2EC-85C8-4143-8237-BCF99562D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81FE69-73FE-4EE1-A208-2DE6E0D5D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3/3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3635EA-C946-4216-AFBC-896A0F3CC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253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B8DB13-BE2A-4303-B6CD-7045D571D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251E74-42C3-477C-B997-52A9A918A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9EA9AD-989E-4B2A-89C5-188390EA3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C/C++ 기반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E4B486-4D28-46CD-8CEE-A443372AF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8CD151-DCDC-4FAA-9192-B4C3940D8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다양한 환경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5BD0F3-27B3-4CBB-BDD5-D430B47DC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E8B764-6E14-4839-90C9-0F59F209F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CLI 실습 대안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26A68E-1D6E-41A3-87BF-9F3AEB3E2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F2B1A5-3FD8-4D5F-B24D-BE2CD1426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모델 파일 사전 준비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037823-C523-4601-BBFD-29B190824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8d677869ef48d7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44AE95-4137-488D-8161-F60D7CCE7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whisper.cpp 공식 GitHub</a:t>
            </a:r>
          </a:p>
        </p:txBody>
      </p:sp>
    </p:spTree>
    <p:extLst>
      <p:ext uri="{BB962C8B-B14F-4D97-AF65-F5344CB8AC3E}">
        <p14:creationId xmlns:p14="http://schemas.microsoft.com/office/powerpoint/2010/main" val="408164497"/>
      </p:ext>
    </p:extLst>
  </p:cSld>
</p:sld>
</file>

<file path=ppt/slides/slide25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442156-7D91-4C18-AA71-C4A7588E9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실습 화면 3/5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33EADE-80AF-4D65-B17C-8F1E87A7D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Google Meet 자동 노트 · 만들기보다 통합하기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233E1D-1DC4-4AAB-AB93-850FF4EAB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89104B-4B2D-44C1-8FAF-847A5652E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8B06FC-CD0D-4162-82E1-FA3DD1834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3/3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6E7569-C58F-42EA-BFB6-527C2833B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254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D70A07-5010-429D-BB3B-542AA80FB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5B798B-F5E5-4C06-ADF7-C6E0FED2C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7D2F12-6361-4ABD-A474-8FF9F8E52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구독·관리자 설정 의존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0C4A0C-5265-491C-B85C-D707696E7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F79A6B-8C2E-4FD1-AC7E-E213FECCB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기존 전사·요약 활용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DD423B-4BD1-4B09-AB4E-07F4B1023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91DE03-3333-42DC-B157-8F24C207E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local은 예외·통제 학습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F23C45-9776-48A7-AC0D-451FBD32D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77B0BE-1240-42B9-9300-E1B140BDA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지원 범위 강의 전 확인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6427E1-9E3C-4A1B-83B0-93D3D8713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0568e727064ea3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728FAB-023C-46D5-91A4-86F5CA24B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Google Meet Take notes for me 도움말</a:t>
            </a:r>
          </a:p>
        </p:txBody>
      </p:sp>
    </p:spTree>
    <p:extLst>
      <p:ext uri="{BB962C8B-B14F-4D97-AF65-F5344CB8AC3E}">
        <p14:creationId xmlns:p14="http://schemas.microsoft.com/office/powerpoint/2010/main" val="2063051756"/>
      </p:ext>
    </p:extLst>
  </p:cSld>
</p:sld>
</file>

<file path=ppt/slides/slide25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BCB09A-6530-4921-81EC-4836DFD41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실습 화면 4/5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FF1B38-2102-4E38-8AB9-48C93A741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LangSmith observability · trace tree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3AFCD1-D52B-4C58-B63C-58D30374B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DC39CF-AC6A-4435-AC40-10AD3104C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6E2246-D6D1-49DF-8511-2B17F82F7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3/3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BDCA8C-9DBE-452B-9333-8823CB00D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255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271162-D26B-4248-B40D-68EC4BD02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CFF134-1FFD-4B7A-8223-C0D0AE173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E796E3-FAD5-4526-8F6E-ED4EE75E7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node별 input/output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A578A1-F8F6-458F-A041-BC36F9830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816EF4-FD97-45B8-A8F0-F0EF17994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latency·token·error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6908CD-017C-4BF1-8C8B-D78CA0527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98E365-3C31-42D3-89A9-3B693F737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metadata·tag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9E8EDD-8A3B-4563-9AB4-13AD02AAE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715677-A66D-403B-B03F-C23A2D603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공개 샘플만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2C9091-658D-4DD8-A4B7-CD603B37E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ec1c2957a44b8e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E5F942-0FA6-48A1-AFFE-3D7BDA9A1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LangSmith Observability 공식 화면</a:t>
            </a:r>
          </a:p>
        </p:txBody>
      </p:sp>
    </p:spTree>
    <p:extLst>
      <p:ext uri="{BB962C8B-B14F-4D97-AF65-F5344CB8AC3E}">
        <p14:creationId xmlns:p14="http://schemas.microsoft.com/office/powerpoint/2010/main" val="439408112"/>
      </p:ext>
    </p:extLst>
  </p:cSld>
</p:sld>
</file>

<file path=ppt/slides/slide25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13B235-7AAD-4781-A95E-229C2C1A3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실습 화면 5/5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3A0DE8-BA5A-419A-B7D7-E68A54113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LangSmith evaluation · dataset과 experiment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38B83F-B4F6-4504-B95E-FD05F2AF0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CFBDE9-3C0A-4854-8B56-DEB8F44EF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0A6D99-EA4D-4091-BE6C-AE5CFF097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3/3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C98844-A073-418A-9C0B-599CEBD82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256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66DC93-F698-480B-AB31-B54FD472F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730A5B-7971-487C-8E14-1641B3BD7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BE7B63-0F24-4415-92AC-C8E1EC867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offline evaluation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CD3312-B62F-40D5-80B5-FD14A3785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64540F-4FB8-4476-B1DE-4E449A04A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online monitoring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59C56C-B7AF-44F0-B354-8E82E2576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C03A92-D674-4E40-9D6E-337226470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human feedback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5F8B78-5A3B-4A82-B717-D37CAC608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2F9C36-395B-41B9-AD44-975807A92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baseline 비교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30DB52-A775-4946-9A0E-A51A142D2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97260534e64c6d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51FBE2-1CEB-4C0E-B006-80AF0F81A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LangSmith Evaluation 공식 화면</a:t>
            </a:r>
          </a:p>
        </p:txBody>
      </p:sp>
    </p:spTree>
    <p:extLst>
      <p:ext uri="{BB962C8B-B14F-4D97-AF65-F5344CB8AC3E}">
        <p14:creationId xmlns:p14="http://schemas.microsoft.com/office/powerpoint/2010/main" val="140218065"/>
      </p:ext>
    </p:extLst>
  </p:cSld>
</p:sld>
</file>

<file path=ppt/slides/slide25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6D27DE-5B34-42EA-8FCD-C0295E2CE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CADEEA-283E-486F-B62A-042CC46F6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faster-whisper 최소 호출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469577-E0B1-4654-8514-D4E43DC97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ED5F44-B8A5-42DA-8F06-AC1DC13B6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E6A0AE-33A1-4518-A1DA-0B27F95CD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3/3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792FFC-B378-4D6E-B42E-2EA7DA497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257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738BC8-2C79-4326-BF47-2258A7E22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528C14-634F-410E-98E9-A2EB6A5D8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F24606-8DC4-4630-808F-9DA10C010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CPU int8 경로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737B1B-9887-43B4-873A-DC3CECB5A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CA3042-C6BB-4C65-86BC-B889E2C21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language 명시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E1B832-D5BB-4FD3-9202-3496A29DD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E61034-5AAB-48E1-A544-F63814619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segment timestamp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90CCEB-335A-4513-9673-360989EB6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70A812-2EBE-4ACB-9BAD-9463F0B4A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generator 소비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21F4CC-9897-4471-ACDC-93FC093F4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462407-AF41-4897-B94E-B5F5F1375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74DE72-7D59-45B0-AEFD-AECBBFE4B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from faster_whisper import WhisperModel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model = WhisperModel("small", device="cpu", compute_type="int8")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segments, info = model.transcribe(audio_path, language="ko")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rows = [{"start": s.start, "end": s.end, "text": s.text}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for s in segments]</a:t>
            </a:r>
          </a:p>
        </p:txBody>
      </p:sp>
    </p:spTree>
    <p:extLst>
      <p:ext uri="{BB962C8B-B14F-4D97-AF65-F5344CB8AC3E}">
        <p14:creationId xmlns:p14="http://schemas.microsoft.com/office/powerpoint/2010/main" val="905343310"/>
      </p:ext>
    </p:extLst>
  </p:cSld>
</p:sld>
</file>

<file path=ppt/slides/slide25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598017-6D34-474D-999D-AE427DCC1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751ECE-1CE7-47DA-A79E-FE7281A27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STT 품질 flag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BB5661-92C0-4E46-B8ED-CA91AA075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5F2806-3D79-48C3-B629-71656C685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A4D524-8A91-490E-BF4A-518B9ED5E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3/3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A96FFE-7D88-49E5-B4E0-6AA7D8473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258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EDBC96-E352-47AE-B16D-654EE7045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2DA8B9-E078-4CC3-B89A-548A5D5C5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9AF230-03F9-4108-AAC6-65DEAFBBF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무음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3F337E-5D50-4A4E-BA9A-3E5B94254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5F9A55-51A0-401C-A4AF-A5CD01E67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반복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07FCBF-7BA4-4012-B753-66AAF7735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3B63B6-43F1-456A-A7BC-57A9CDADA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지나치게 희소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0D39F6-DAB4-4FE0-8572-D320E714A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6F55B3-9948-46F2-B49A-99D714C19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사람 검토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1239C5-D4F0-4307-A689-AC741D5B3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B2772A-0639-4D7E-B3C1-89757A783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C9B344-8E08-4166-AD2A-45D7700FA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flags = []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if not text.strip(): flags.append("EMPTY")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if repeated_ratio(text) &gt; 0.35: flags.append("REPETITION")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if duration &gt; 0 and len(text) / duration &lt; 0.5: flags.append("TOO_SPARSE")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if flags: status = "NEEDS_REVIEW"</a:t>
            </a:r>
          </a:p>
        </p:txBody>
      </p:sp>
    </p:spTree>
    <p:extLst>
      <p:ext uri="{BB962C8B-B14F-4D97-AF65-F5344CB8AC3E}">
        <p14:creationId xmlns:p14="http://schemas.microsoft.com/office/powerpoint/2010/main" val="1111956991"/>
      </p:ext>
    </p:extLst>
  </p:cSld>
</p:sld>
</file>

<file path=ppt/slides/slide25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65857E-0C2A-4F67-B28F-0ABCC43BA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DE00FB-F804-4717-B232-3DB2DA829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LangSmith 환경 변수 경계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3D8AC2-6F58-4E0D-B191-8A6B803B2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FF5F54-ED58-4831-8829-59AE136F0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2B1639-6B54-4D3B-A56B-D50D11DD2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3/3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5B1D95-8636-4F44-BEAC-BDEE61F93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259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9DDD39-BE93-454F-A6FC-EBFFB347F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EE3995-DC35-40D8-BD32-6CBD3FD5D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A56482-2600-40D4-8415-8B7919BB7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프로젝트 분리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9AE1D8-2761-470B-9092-A61BB67C0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1B422F-7977-4529-ADF4-DDFBDE063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key 환경 변수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774BE8-F0FB-4035-90D6-C6A764BC6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7526A4-BB0C-4CFB-B19D-154308E65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교육 샘플만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6B4EA6-5DF7-4B97-A7EA-90116893C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0A5232-2DBB-433D-9495-FC8197989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tracing off fallback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CA350E-72CA-432F-8AE5-E17E6E5AD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812A76-FC32-4EB4-BF2B-611D96744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84B9AE-CACF-4064-9FAF-4262022D8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LANGSMITH_TRACING=true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LANGSMITH_PROJECT=ipa-k-work-copilot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# LANGSMITH_API_KEY is set outside notebook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# never print or commit the key</a:t>
            </a:r>
          </a:p>
        </p:txBody>
      </p:sp>
    </p:spTree>
    <p:extLst>
      <p:ext uri="{BB962C8B-B14F-4D97-AF65-F5344CB8AC3E}">
        <p14:creationId xmlns:p14="http://schemas.microsoft.com/office/powerpoint/2010/main" val="2147398927"/>
      </p:ext>
    </p:extLst>
  </p:cSld>
</p:sld>
</file>

<file path=ppt/slides/slide26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51D742-886D-4054-951F-F22714382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B51D5A-6194-4BBC-8D10-B20EF5C10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Trace metadata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195FE6-0109-4880-9676-4D1F85687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1627EE-B4ED-4E27-A296-550F63548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DD51F8-0D1A-483E-ABCE-A69BAF454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3/3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3C110C-EE40-4CD9-BBC7-0C5220FE2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260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7BE988-B37B-42A8-A7D8-4B3CCFCDC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DDEB6A-9823-465C-9260-280FD832F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876CDB-FA3D-46C9-903B-8C411D050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dataset version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A7F2C3-1760-494B-84B9-77DA7988F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306454-0F61-44BB-B82E-B8D0D1624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provider·model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80D3BD-75ED-423F-AF03-65FB3D24E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50B5D1-2C6F-42FC-97D7-F99851A8E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thread 연결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933017-6499-44DD-B31F-1CD551C59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4D4835-B245-42C2-9575-E8D8F6D8B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민감성·fallback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BB2C49-7DC0-46C2-9942-56E64D099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D904C1-F2B3-445F-9A3A-D2A488CA4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1AFE9B-A4AE-4198-B84A-8261A0534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metadata = 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"dataset_version": "day2-v1",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"provider": "ollama",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"model": "qwen3:4b",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"thread_id": request_id,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"contains_pii": False,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"fallback_used": False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509564231"/>
      </p:ext>
    </p:extLst>
  </p:cSld>
</p:sld>
</file>

<file path=ppt/slides/slide26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1564E1-577E-480C-BC2D-C572C19DD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CBFEE5-6541-4458-ACCF-26C0B0135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결정론적 evaluator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E2EC12-A53D-47AE-A3C8-B2E5BB101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F0D067-C8B0-469A-9688-62CE6AA18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1C17F2-C60E-4844-87A1-293023FCB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3/3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6BDF43-9577-4ED0-9029-CCA3E4FDB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261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DF6D42-7185-43BD-922D-67ACB5E78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04ED71-D6F6-40B7-B93C-EB781E010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7A6465-74DD-475D-A54F-543F72211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근거 연결률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5EBC10-0CC9-49B2-8503-342D8ACAC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6EB4BF-5CED-46F8-8804-A655ADF43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schema pass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D87FAE-EFF4-4E4C-9B3E-100AF4C8A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A7B5E2-3CB5-494F-A5BB-B0A9DA731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계산 재현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AF52AA-D30B-4B4A-8944-EEA0EED3E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E409A5-1B8D-4984-9E2D-88F09777A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release threshold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A6F03D-623D-4D04-8EC2-A68823CF5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B3FED2-CBD2-4244-8036-3027F0CCE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E6B080-AFA2-41FF-8A00-2754D466E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def evidence_rate(output):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claims = output["decisions"] + output["action_items"]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linked = [c for c in claims if c.get("evidence_ids")]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return len(linked) / max(1, len(claims))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def schema_pass(output):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return MeetingResult.model_validate(output) is not None</a:t>
            </a:r>
          </a:p>
        </p:txBody>
      </p:sp>
    </p:spTree>
    <p:extLst>
      <p:ext uri="{BB962C8B-B14F-4D97-AF65-F5344CB8AC3E}">
        <p14:creationId xmlns:p14="http://schemas.microsoft.com/office/powerpoint/2010/main" val="1905105695"/>
      </p:ext>
    </p:extLst>
  </p:cSld>
</p:sld>
</file>

<file path=ppt/slides/slide26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009694D-741C-4492-975E-187D5ECEC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직접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31A79B-E17C-4450-8D59-9C92FC14B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1 · Managed vs Local 선택표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C240BA-D8B7-48D4-A6BB-E2195B730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AB5F20-3911-41F0-AE48-4EDED6549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B07B99-7B85-43A7-B50F-B20EC413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3/3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8745B7-4A1A-45CF-8D68-FF514C348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262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311CA6-B588-4D6A-92E7-56727BA81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07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350B23-9B4D-448A-94BC-5F08A6D63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380CA5-D6D4-4E3E-B287-5DA339116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일단 저를 그대로 따라오세요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E90B0C-9373-4C15-B70D-2D2A267DD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866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숨기지 말고 첫 오류 한 줄만 가져오세요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C5A2F4-E16D-4ED1-B2AD-C0FA99A4A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CE188A-AE56-420C-BB64-1538F63FF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현재 조직의 회의 도구를 적는다.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102E5E-A4BE-4E07-8406-69305547A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5F1734-7598-4304-A2AF-14A734570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0451D1-4E6D-44E3-A63C-072919188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전사·요약 제공 여부를 적는다.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0776E1-5DD7-42B6-BB52-90D0A2433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F5AAF8-5BAB-4395-937A-227B57FDA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CD8599-3E54-4250-B5B8-032F10E40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계정·보존·권한 제약을 적는다.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15E4B0-237C-4D34-B22B-9D07258E7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01335E-1BD1-44E4-922E-AF197B483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4F2459-B4CE-4B60-A047-ECED62A14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local 최소 실습이 필요한 이유를 쓴다.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02696F-E1FE-48A6-BE16-1DA543646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019E5AA-5B41-43B8-9841-53D1CFB71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4213936-B465-4B55-B25C-B79C8C0F3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Managed/Local 비교표</a:t>
            </a:r>
          </a:p>
        </p:txBody>
      </p:sp>
    </p:spTree>
    <p:extLst>
      <p:ext uri="{BB962C8B-B14F-4D97-AF65-F5344CB8AC3E}">
        <p14:creationId xmlns:p14="http://schemas.microsoft.com/office/powerpoint/2010/main" val="539420319"/>
      </p:ext>
    </p:extLst>
  </p:cSld>
</p:sld>
</file>

<file path=ppt/slides/slide26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802C635-5763-4780-8555-972B84610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직접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D8DFE6-F5F6-4743-88B9-368C3E1DD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2 · STT quality policy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22AECF-267F-457C-BFCF-4D46AEA6A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E591BE-D2F0-47FE-A690-AD488D446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83C137-547A-4FBC-9409-20123A9C3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3/3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6C5586-81A4-456E-A10B-5C0353A20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263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0635E6-50D9-4128-A228-FF7AA152A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08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BFC26F-E010-4619-868D-EEF3212C5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4C97E2-255B-4EA9-B9FB-A97BE53E1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일단 저를 그대로 따라오세요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EC2F06-860D-4D80-A02B-3B4B14BEF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866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숨기지 말고 첫 오류 한 줄만 가져오세요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5A8941-BDDA-4B2B-8089-74D2329C2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9C47D5-2B31-4F1B-AFB8-C3D6F711C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무음 기준을 정한다.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91E1D7-5090-47FC-8566-6173246C2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55257B-25BD-4FFA-95CF-0E6B67AFA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18D4E7-AED9-41DB-8D0D-790CE5F23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반복 기준을 정한다.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C1E899-6151-4E30-8D77-8672C3081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92C36D-C0D2-4E05-90D6-DE06DAE76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7FCA64-FEA4-4D9F-BCCE-10884540D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이름·날짜 오류를 정한다.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7825A3-D89E-4939-B612-3FE2FF979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9D5B0A-F8F2-43AB-9C8A-B3DCFBBD3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384C8D-7E5A-4F16-B24F-5C58E1BD4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사람 검토로 보내는 조건을 적는다.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B1F83B-77E0-4ECD-887C-91CC2989F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E2510EF-590B-493C-92E8-9DF68761F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00CC8FC-E269-4CD2-8E5C-4CBD88332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STT review rule</a:t>
            </a:r>
          </a:p>
        </p:txBody>
      </p:sp>
    </p:spTree>
    <p:extLst>
      <p:ext uri="{BB962C8B-B14F-4D97-AF65-F5344CB8AC3E}">
        <p14:creationId xmlns:p14="http://schemas.microsoft.com/office/powerpoint/2010/main" val="497272215"/>
      </p:ext>
    </p:extLst>
  </p:cSld>
</p:sld>
</file>

<file path=ppt/slides/slide26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518FEE8-BDCE-455E-ACE6-C1B40C44E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직접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E3A2CB-811F-4066-85D1-C0D6431A8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3 · Trace에서 답할 질문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75B2EC-2A9D-48C5-84F0-45F5E3CFB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FA0190-C01B-4EC6-84B0-C68561123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6FE95A-4D93-4109-817D-427EA7DED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3/3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70D69E-956F-478E-A8E1-FDDEF709E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264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7A49E8-417B-41FE-B11C-59BB6BC35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08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A65EB2-5575-4B4F-A132-E9E6AECC7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4F055D-8719-4673-BFB6-19CF3876A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일단 저를 그대로 따라오세요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B66B8C-3BFA-494C-B2B5-1B014BAC4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866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숨기지 말고 첫 오류 한 줄만 가져오세요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453A9E-6AF8-4202-98BD-47B0DEEB2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F0F5C9-8C06-4FBB-9122-C21CCAB11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가장 느린 node를 묻는다.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2419BE-14D6-41C6-9D05-A484B18CA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DEFB75-AF30-4BC0-A516-79C6EFE79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2B6854-1250-4EEF-8F15-596F23436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가장 자주 실패한 오류를 묻는다.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DC99B3-0084-48C6-AD27-93B307D94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82092F-ECCD-4FE1-A1AA-CC64F4786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804ECE-8373-4B8C-90F3-9A0E22E07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사람이 많이 수정한 필드를 묻는다.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1DB091-9CE0-466D-8332-3CB70A6E0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FD7EA3-C4AD-4B40-9C8A-16746C177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FD69B4-A12D-4FA1-A2FE-5FFE8280B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각 질문에 필요한 metadata를 적는다.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00E94D6-D45D-445C-85AA-95C113535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32B762-62EB-4B9D-AFBF-91FB13147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AADF630-41AB-4249-8779-D6007F41C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질문 3개 + 필드</a:t>
            </a:r>
          </a:p>
        </p:txBody>
      </p:sp>
    </p:spTree>
    <p:extLst>
      <p:ext uri="{BB962C8B-B14F-4D97-AF65-F5344CB8AC3E}">
        <p14:creationId xmlns:p14="http://schemas.microsoft.com/office/powerpoint/2010/main" val="1062369797"/>
      </p:ext>
    </p:extLst>
  </p:cSld>
</p:sld>
</file>

<file path=ppt/slides/slide26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DA370F5-A345-4808-B8CD-20F8E58D2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직접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B81208-A14D-415C-B8D0-B9EDF5457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4 · Evaluation dataset 설계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2C9974-D608-43D1-A028-6F40A99BC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D8966E-A091-49B8-8A82-0B28C1BE8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B2843D-DACE-47D5-834C-C5A1F97B0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3/3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AD983E-F7E6-4BB1-9FEE-E56B4A5A5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265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A63038-A6C4-46AD-AFD3-F3A76E26E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10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EBF3CB-E9CA-49DE-9EC3-9C6A4054C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73D85F-FF0A-48FB-917D-DEEE1ABBA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일단 저를 그대로 따라오세요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196F37-C57D-4E5D-9F63-1D9B8D1C1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866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숨기지 말고 첫 오류 한 줄만 가져오세요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15B07D-24CB-47C8-BFC7-ECEF95887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27458E-558A-496D-9B9B-7447121DB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정상 회의 2건을 정한다.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CA08A7-FB8D-489C-80C8-1B2C1A1DD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D9954A-C7CC-4A6D-9971-8C0CF3F89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0A10ED-27A1-47F3-A74D-D8047C394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무음·모호한 날짜·근거 누락 사례를 추가한다.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9EBF19-DFF8-4E5D-8F81-892AEDD65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148E7B-4EA4-467E-BF3B-10ECBA88F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2135F8-5B82-4C57-A9A3-8167BBD5B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reference JSON을 정한다.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D4AB65-B82D-477B-B982-5AC99C9D3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520BDD-2B8D-484F-8BBE-6080AC18C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C90620-2613-4082-A15F-36E7E1FB3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schema·evidence evaluator를 연결한다.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A34953-7611-43C9-9D97-271F9E5D7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4A866E8-2B5E-4F3C-865A-2C8D20A63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4145E42-C8D0-460C-A3CB-2CE68EF30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dataset 5건 설계</a:t>
            </a:r>
          </a:p>
        </p:txBody>
      </p:sp>
    </p:spTree>
    <p:extLst>
      <p:ext uri="{BB962C8B-B14F-4D97-AF65-F5344CB8AC3E}">
        <p14:creationId xmlns:p14="http://schemas.microsoft.com/office/powerpoint/2010/main" val="1051479096"/>
      </p:ext>
    </p:extLst>
  </p:cSld>
</p:sld>
</file>

<file path=ppt/slides/slide26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9ADC8BA-CB55-49E1-A789-432B1F56D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실패 사례와 복구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E9DA17-A50A-46C0-A6B8-A649AAA16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1 · STT 결과를 정답으로 간주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17598E-AF46-4393-BA21-9B4ED2338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38CDD9-F34A-4C77-BFE6-4A5D9D9C7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E4A729-4415-42BC-8795-29C1FC426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3/3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882174-7547-4DA7-B34C-67C9A3E38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266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639D5D-D37E-4E56-9AA8-B52A6A0E8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현업에서 자주 깨지는 방식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929558-98C0-46B8-BE4E-09DE4E270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제가 먼저 고치는 순서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2F00ED-2AAC-4F8A-B3AC-9DB526395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C593A4-E613-44A8-80E1-8CDB492D0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A00DFD-34AB-4291-B699-BB6FF6EF6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이름·숫자 오류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03A7CF-92E1-4725-9BC8-6C58C15BA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7391FD-1656-46C0-814F-DDB97F86F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무음 반복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1524C3-F10E-42B8-97D7-68C48C083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2F05F9-88EE-457D-8610-5634C9D40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화자 혼동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D752AA-360B-4208-8489-EF2A61A65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6DC924-B96C-4A8B-ABD6-E9DF15C96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timestamp 유실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B4F234-57CD-4A68-8E08-4950DB13F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F70600-D6B5-4F83-AF40-1F55501B6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quality flags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A59786-8F46-4337-959C-0CC39481D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CC0FEB-02B3-43B2-B3CF-757F1FE91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원문 audio link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683D17F-EDA3-4D88-8330-D9736ED0F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73D58B7-259C-4F75-8393-6DC2842BB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사람 correction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8FE28C7-21FF-4088-894C-B58DA2559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F046D2A-3C50-4F39-86DD-1447E7F3E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segment evidence</a:t>
            </a:r>
          </a:p>
        </p:txBody>
      </p:sp>
    </p:spTree>
    <p:extLst>
      <p:ext uri="{BB962C8B-B14F-4D97-AF65-F5344CB8AC3E}">
        <p14:creationId xmlns:p14="http://schemas.microsoft.com/office/powerpoint/2010/main" val="450095414"/>
      </p:ext>
    </p:extLst>
  </p:cSld>
</p:sld>
</file>

<file path=ppt/slides/slide26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8C9D2AB-379D-4537-9787-2F6848B96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실패 사례와 복구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FCE2F3-71F1-4A9A-8874-DC1299003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2 · 모든 trace에 원문 전송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4AB04E-6334-4620-97F9-BB6AD2ED9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2C5D13-5F09-4E87-8269-C3F601FD4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0112EF-D6AB-4AB7-A70E-80A45BF5F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3/3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23BD11-C5F4-4B60-821A-33D0EABB0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267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F0D79F-13A0-47C0-9B2D-EFED69B2E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현업에서 자주 깨지는 방식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D7AAED-8DD1-4D20-8C13-BFF611966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제가 먼저 고치는 순서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BFFC0A-5996-4F78-ABDA-8B47C0FE5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F19D18-F600-46FB-B896-913F220BB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4630A5-3175-46EB-80A4-CE29611A0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개인정보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C68D32-E628-4F88-B855-15BF0416A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03930B-8C53-49F6-A2A9-39B77C146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회사 기밀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0BC776-6630-44D4-8D45-FA276DB29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F57198-A7C6-4817-9F76-902F76B98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보존 정책 불명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6B1276-B530-4270-AEE9-26FCDC19F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39D5E2-3661-4008-B635-ED3460256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교육 계정 혼용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E6D0EF-32DC-4160-AB1D-FDC6F80AD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3E6544-ED55-433F-89DC-3AE0DF501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공개·합성 샘플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D9EE37-3AE0-422E-8900-833E1391A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D74E6A-55FB-4F7A-ACB5-47422B005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masking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36D75C-ECE0-40B0-BEFF-08C8375B0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1795CEB-2E08-43BD-B1B8-948760D4E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metadata 최소화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B8F14AD-CC72-4E94-B637-6C028DCFD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942E4B4-5054-420C-8F1A-0072F5CD1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local JSONL fallback</a:t>
            </a:r>
          </a:p>
        </p:txBody>
      </p:sp>
    </p:spTree>
    <p:extLst>
      <p:ext uri="{BB962C8B-B14F-4D97-AF65-F5344CB8AC3E}">
        <p14:creationId xmlns:p14="http://schemas.microsoft.com/office/powerpoint/2010/main" val="1237482202"/>
      </p:ext>
    </p:extLst>
  </p:cSld>
</p:sld>
</file>

<file path=ppt/slides/slide26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F6A0907-915F-4F1B-BA7A-46E0428C1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실패 사례와 복구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227217-602D-49DA-9B16-F363C6277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3 · trace만 보고 평가 완료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5D4C2C-6481-4BE3-8C8D-1345076FF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9CBA48-85C1-47AC-967A-F8940B974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DB4C39-981C-4321-9620-140A97EA1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3/3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380D5A-8768-48C7-8EC5-8600876BD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268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7D9108-8F81-4731-A544-2901E820E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현업에서 자주 깨지는 방식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1E8E8D-1303-49E0-9954-826A2D0B5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제가 먼저 고치는 순서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64CAC2-4E31-4A2F-83C9-18A33BDFC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31D055-644A-4801-80A6-BE19B0F2F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90590A-1E58-4167-81E3-F23C22240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관찰은 가능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C57052-BD8C-4A96-9A17-A8611DE28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EF0210-99FC-4FBA-88A6-4D9E30AFD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정답 기준 없음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5393DA-A4F7-45B1-8448-666D1E456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4EECB6-25A0-41F4-A86B-6AD882ED6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회귀 판단 불가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0716A7-5EB7-4F54-A4A4-06993E3A7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9C3C59-06A6-4765-A630-029C9C99E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release 결정 없음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344C13-8DFA-43AC-B3F4-3AB959F57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34B5A9-C0E3-4035-AC8E-F42AD0958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dataset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1CE2D5-4028-4633-85FB-1F4593FE7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71EDD9-BD7A-495B-8B77-727E10138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evaluator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0153289-08A2-45C2-8E31-92CB1DC5F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C1B185C-5EF4-4586-8D45-98D1A00D0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baseline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654FDD8-EB7C-4B21-9618-F9F3894AC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DDBE59A-7406-4064-A0EC-4BA5C6561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gate·HOLD</a:t>
            </a:r>
          </a:p>
        </p:txBody>
      </p:sp>
    </p:spTree>
    <p:extLst>
      <p:ext uri="{BB962C8B-B14F-4D97-AF65-F5344CB8AC3E}">
        <p14:creationId xmlns:p14="http://schemas.microsoft.com/office/powerpoint/2010/main" val="1062599384"/>
      </p:ext>
    </p:extLst>
  </p:cSld>
</p:sld>
</file>

<file path=ppt/slides/slide26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7D4C1EB-7B8D-4195-A3E8-F86452C4F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재직자·구직자 관점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4E4F72-E183-4E61-A79B-BF11EDE5E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재직자 · 운영 dashboard 질문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3C4A84-F480-43AE-A6BF-ECED41757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578316-359D-4EA4-8D46-4A748FA7F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D81B26-4772-40F0-9499-961837243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3/3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19ABEE-4875-4EE6-81A2-744347B0F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269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9D96E8-689C-4CC6-8AFF-3A4289FC4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매일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1370F1-4A22-48C2-BDD5-F7DB23B68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배포 전 볼 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9B3884-4FDD-40B9-91B4-0F0F1DA59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E1B66E-806C-4B44-93C6-81CFF4BBB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1C167A-D4D7-49BB-9F55-06DACDB96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failure rate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4242F1-A084-4101-809E-477AB1A94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FDACC7-5E06-4314-BEF9-456A7538A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review queue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65CE34-40F3-4E97-B142-6EE6A6AA5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E30D85-5981-4A08-A8B1-B5CBD4DD9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latency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69A8D5-0C27-4A34-B510-87AF9E0CB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D7B095-59A3-4053-8527-72C7573D7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cost·fallback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C46DD7-00B9-4658-88F5-0D8758828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91E4EE-0E48-4C8E-9DCE-40A9E051D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dataset score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ACC896-C6EC-4854-B711-9B5A0ABF9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71289F-0773-4241-A6D9-47C06C8AE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schema·evidence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8B2BCC-0589-421D-9558-DE3B427E1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6C99B07-B1AB-4AD5-96AA-D4C5BBB3E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false publish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B4AB7B3-4AD7-4512-A869-54FA983C6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871032E-AAC9-4590-9F7D-3B808C3C5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rollback 기준</a:t>
            </a:r>
          </a:p>
        </p:txBody>
      </p:sp>
    </p:spTree>
    <p:extLst>
      <p:ext uri="{BB962C8B-B14F-4D97-AF65-F5344CB8AC3E}">
        <p14:creationId xmlns:p14="http://schemas.microsoft.com/office/powerpoint/2010/main" val="644020385"/>
      </p:ext>
    </p:extLst>
  </p:cSld>
</p:sld>
</file>

<file path=ppt/slides/slide27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CEF70C-683C-4371-85BA-D082DB8B1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Q&amp;A · Exit Ticket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F89CEC-703E-425D-B704-8BC51B3DF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17:30-18:00 · Q&amp;A와 Exit Ticket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F009A5-AA41-41B7-8907-BE7D3D6F2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7686C6-A2F8-443F-8027-531571EDC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643D18-2B17-4AD7-ACEC-A5A1F60E1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3/3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ADEB10-C281-4947-8BAF-FC0FCADE0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270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c8071f34c7415f">
            <a:extLst>
              <a:ext uri="{96DAC541-7B7A-43D3-8B79-37D633B846F1}">
                <asvg:svgBlip xmlns:asvg="http://schemas.microsoft.com/office/drawing/2016/SVG/main" r:embed="R65b82e7eac394f2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420350" y="666750"/>
            <a:ext cx="800100" cy="8001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C35AE9-8232-40D4-9BCB-951027978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885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오늘 막힌 부분을 먼저 복구하고, 마지막에는 내 Workflow를 READY 또는 HOLD로 판단합니다.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A0E163-5AEF-41A0-A0AC-44A93F99F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18E109-D776-4556-B03C-4FF42DD80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815DEA-8AF4-48AE-98BE-D45411F82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2860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내 흐름에서 자동 실행과 사람 승인의 경계는 어디인가?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DEABB1-AA99-4A48-A7FD-B237183F7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917FC7-86D0-4F46-8B15-82A2007BB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7490AD-4B4A-434D-A2A4-6867F59E7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3528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뒤 다시 시작할 checkpoint와 fallback은 무엇인가?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0D0ECC-7FDE-4FCB-BAE5-72DCAB6DE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F09006-A117-4D67-8CEB-30E63CC73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C0DA30-07A5-4AFD-AC65-54390FE67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4196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어떤 trace·dataset 신호가 나오면 다음 배포를 HOLD할 것인가?</a:t>
            </a:r>
          </a:p>
        </p:txBody>
      </p:sp>
    </p:spTree>
    <p:extLst>
      <p:ext uri="{BB962C8B-B14F-4D97-AF65-F5344CB8AC3E}">
        <p14:creationId xmlns:p14="http://schemas.microsoft.com/office/powerpoint/2010/main" val="76577392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2026-08-22T09:38:28.7520000Z</dcterms:created>
  <dcterms:modified xsi:type="dcterms:W3CDTF">2026-08-22T09:38:28.7520000Z</dcterms:modified>
</coreProperties>
</file>