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3a0c50591341db" /><Relationship Type="http://schemas.openxmlformats.org/officeDocument/2006/relationships/extended-properties" Target="/docProps/app.xml" Id="R3594d7a375e545e8" /><Relationship Type="http://schemas.openxmlformats.org/officeDocument/2006/relationships/officeDocument" Target="/ppt/presentation.xml" Id="R5d064cdff78c40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b44567ffea4f3e"/>
  </p:sldMasterIdLst>
  <p:notesMasterIdLst>
    <p:notesMasterId xmlns:r="http://schemas.openxmlformats.org/officeDocument/2006/relationships" r:id="Rc1424b1d60834ad8"/>
  </p:notesMasterIdLst>
  <p:sldIdLst>
    <p:sldId xmlns:r="http://schemas.openxmlformats.org/officeDocument/2006/relationships" id="256" r:id="Rfc40bceabeed49be"/>
    <p:sldId xmlns:r="http://schemas.openxmlformats.org/officeDocument/2006/relationships" id="257" r:id="R1cba8dce20924e5f"/>
    <p:sldId xmlns:r="http://schemas.openxmlformats.org/officeDocument/2006/relationships" id="258" r:id="R8b41d065dd6d4e62"/>
    <p:sldId xmlns:r="http://schemas.openxmlformats.org/officeDocument/2006/relationships" id="259" r:id="R36287c396ffe4a51"/>
    <p:sldId xmlns:r="http://schemas.openxmlformats.org/officeDocument/2006/relationships" id="260" r:id="Rdb2357dd95754633"/>
    <p:sldId xmlns:r="http://schemas.openxmlformats.org/officeDocument/2006/relationships" id="261" r:id="R92bd753a74014823"/>
    <p:sldId xmlns:r="http://schemas.openxmlformats.org/officeDocument/2006/relationships" id="262" r:id="R2dd650ea67f5409b"/>
    <p:sldId xmlns:r="http://schemas.openxmlformats.org/officeDocument/2006/relationships" id="263" r:id="R536cfcb0864e4c74"/>
    <p:sldId xmlns:r="http://schemas.openxmlformats.org/officeDocument/2006/relationships" id="264" r:id="Rb0cc3a0216fa4a34"/>
    <p:sldId xmlns:r="http://schemas.openxmlformats.org/officeDocument/2006/relationships" id="265" r:id="R359c1e3443ad484f"/>
    <p:sldId xmlns:r="http://schemas.openxmlformats.org/officeDocument/2006/relationships" id="266" r:id="R9018627217a34fe0"/>
    <p:sldId xmlns:r="http://schemas.openxmlformats.org/officeDocument/2006/relationships" id="267" r:id="R54d73d1119df49d5"/>
    <p:sldId xmlns:r="http://schemas.openxmlformats.org/officeDocument/2006/relationships" id="268" r:id="R075254936fbd488d"/>
    <p:sldId xmlns:r="http://schemas.openxmlformats.org/officeDocument/2006/relationships" id="269" r:id="R6c4b5eab9e434779"/>
    <p:sldId xmlns:r="http://schemas.openxmlformats.org/officeDocument/2006/relationships" id="270" r:id="R8664829b861343a9"/>
    <p:sldId xmlns:r="http://schemas.openxmlformats.org/officeDocument/2006/relationships" id="271" r:id="R608f66b661db4771"/>
    <p:sldId xmlns:r="http://schemas.openxmlformats.org/officeDocument/2006/relationships" id="272" r:id="R32ed6b10baf04087"/>
    <p:sldId xmlns:r="http://schemas.openxmlformats.org/officeDocument/2006/relationships" id="273" r:id="R99bd0801291547da"/>
    <p:sldId xmlns:r="http://schemas.openxmlformats.org/officeDocument/2006/relationships" id="274" r:id="Rdbf55df4680c44b2"/>
    <p:sldId xmlns:r="http://schemas.openxmlformats.org/officeDocument/2006/relationships" id="275" r:id="Ref82c95e08724327"/>
    <p:sldId xmlns:r="http://schemas.openxmlformats.org/officeDocument/2006/relationships" id="276" r:id="Rf7c23eb4cd8149b0"/>
    <p:sldId xmlns:r="http://schemas.openxmlformats.org/officeDocument/2006/relationships" id="277" r:id="Rcd10074db59e4eff"/>
    <p:sldId xmlns:r="http://schemas.openxmlformats.org/officeDocument/2006/relationships" id="278" r:id="R7abb12e6c3734938"/>
    <p:sldId xmlns:r="http://schemas.openxmlformats.org/officeDocument/2006/relationships" id="279" r:id="R281e8ec4ad4a496a"/>
    <p:sldId xmlns:r="http://schemas.openxmlformats.org/officeDocument/2006/relationships" id="280" r:id="R4e121279a7f0454b"/>
    <p:sldId xmlns:r="http://schemas.openxmlformats.org/officeDocument/2006/relationships" id="281" r:id="Rec42c17f299a4662"/>
    <p:sldId xmlns:r="http://schemas.openxmlformats.org/officeDocument/2006/relationships" id="282" r:id="R0c659bfeb61949e3"/>
    <p:sldId xmlns:r="http://schemas.openxmlformats.org/officeDocument/2006/relationships" id="283" r:id="R932545f41c434c00"/>
    <p:sldId xmlns:r="http://schemas.openxmlformats.org/officeDocument/2006/relationships" id="284" r:id="R5e4ac5aaca9941de"/>
    <p:sldId xmlns:r="http://schemas.openxmlformats.org/officeDocument/2006/relationships" id="285" r:id="Re4505faa5dbd4947"/>
    <p:sldId xmlns:r="http://schemas.openxmlformats.org/officeDocument/2006/relationships" id="286" r:id="R7b7951a35d424ce6"/>
    <p:sldId xmlns:r="http://schemas.openxmlformats.org/officeDocument/2006/relationships" id="287" r:id="R8fb2e2cb41f64bed"/>
    <p:sldId xmlns:r="http://schemas.openxmlformats.org/officeDocument/2006/relationships" id="288" r:id="Rd04caa5f1c5b4f6d"/>
    <p:sldId xmlns:r="http://schemas.openxmlformats.org/officeDocument/2006/relationships" id="289" r:id="Rb1eb10e930b84d96"/>
    <p:sldId xmlns:r="http://schemas.openxmlformats.org/officeDocument/2006/relationships" id="290" r:id="R59dff14478074060"/>
    <p:sldId xmlns:r="http://schemas.openxmlformats.org/officeDocument/2006/relationships" id="291" r:id="R30fd39a25bfd4812"/>
    <p:sldId xmlns:r="http://schemas.openxmlformats.org/officeDocument/2006/relationships" id="292" r:id="R8ea2549e3ecd4ed0"/>
    <p:sldId xmlns:r="http://schemas.openxmlformats.org/officeDocument/2006/relationships" id="293" r:id="R3aabbe7a7f9c4c74"/>
    <p:sldId xmlns:r="http://schemas.openxmlformats.org/officeDocument/2006/relationships" id="294" r:id="Rdd3c310c396b4607"/>
    <p:sldId xmlns:r="http://schemas.openxmlformats.org/officeDocument/2006/relationships" id="295" r:id="R48f45100ceb84f84"/>
    <p:sldId xmlns:r="http://schemas.openxmlformats.org/officeDocument/2006/relationships" id="296" r:id="R037f974f66344f0a"/>
    <p:sldId xmlns:r="http://schemas.openxmlformats.org/officeDocument/2006/relationships" id="297" r:id="R5bb09030ff054172"/>
    <p:sldId xmlns:r="http://schemas.openxmlformats.org/officeDocument/2006/relationships" id="298" r:id="R75222c08be344603"/>
    <p:sldId xmlns:r="http://schemas.openxmlformats.org/officeDocument/2006/relationships" id="299" r:id="Re1b491b21f724da3"/>
    <p:sldId xmlns:r="http://schemas.openxmlformats.org/officeDocument/2006/relationships" id="300" r:id="R5b6a3e46793f4295"/>
    <p:sldId xmlns:r="http://schemas.openxmlformats.org/officeDocument/2006/relationships" id="301" r:id="Rc8079fc8e9a347a4"/>
    <p:sldId xmlns:r="http://schemas.openxmlformats.org/officeDocument/2006/relationships" id="302" r:id="R301f1a63514c4e28"/>
    <p:sldId xmlns:r="http://schemas.openxmlformats.org/officeDocument/2006/relationships" id="303" r:id="R85287967ecc1494c"/>
    <p:sldId xmlns:r="http://schemas.openxmlformats.org/officeDocument/2006/relationships" id="304" r:id="Rf7c797facbfe4959"/>
    <p:sldId xmlns:r="http://schemas.openxmlformats.org/officeDocument/2006/relationships" id="305" r:id="R5fc7cd2b74184753"/>
    <p:sldId xmlns:r="http://schemas.openxmlformats.org/officeDocument/2006/relationships" id="306" r:id="Redb9facfd3354b3f"/>
    <p:sldId xmlns:r="http://schemas.openxmlformats.org/officeDocument/2006/relationships" id="307" r:id="R9689d9b52c634a8d"/>
    <p:sldId xmlns:r="http://schemas.openxmlformats.org/officeDocument/2006/relationships" id="308" r:id="Rda908e82b4bf4562"/>
    <p:sldId xmlns:r="http://schemas.openxmlformats.org/officeDocument/2006/relationships" id="309" r:id="R88b0e97faf41409b"/>
    <p:sldId xmlns:r="http://schemas.openxmlformats.org/officeDocument/2006/relationships" id="310" r:id="Reac1a392e62041ad"/>
    <p:sldId xmlns:r="http://schemas.openxmlformats.org/officeDocument/2006/relationships" id="311" r:id="Rf4d9b7e20ce6442e"/>
    <p:sldId xmlns:r="http://schemas.openxmlformats.org/officeDocument/2006/relationships" id="312" r:id="R3cc6f577c14e4746"/>
    <p:sldId xmlns:r="http://schemas.openxmlformats.org/officeDocument/2006/relationships" id="313" r:id="R5b5cdf424cf14094"/>
    <p:sldId xmlns:r="http://schemas.openxmlformats.org/officeDocument/2006/relationships" id="314" r:id="R645c0b532f8442bf"/>
    <p:sldId xmlns:r="http://schemas.openxmlformats.org/officeDocument/2006/relationships" id="315" r:id="Rfbc0cd94e3204649"/>
    <p:sldId xmlns:r="http://schemas.openxmlformats.org/officeDocument/2006/relationships" id="316" r:id="Re8a20c17101942e3"/>
    <p:sldId xmlns:r="http://schemas.openxmlformats.org/officeDocument/2006/relationships" id="317" r:id="R5ce4b91651ce415d"/>
    <p:sldId xmlns:r="http://schemas.openxmlformats.org/officeDocument/2006/relationships" id="318" r:id="R44373d32884f49a2"/>
    <p:sldId xmlns:r="http://schemas.openxmlformats.org/officeDocument/2006/relationships" id="319" r:id="R4d5da871593141c4"/>
    <p:sldId xmlns:r="http://schemas.openxmlformats.org/officeDocument/2006/relationships" id="320" r:id="R34b90cf5f8a64ab9"/>
    <p:sldId xmlns:r="http://schemas.openxmlformats.org/officeDocument/2006/relationships" id="321" r:id="R6abe89fe50c943f5"/>
    <p:sldId xmlns:r="http://schemas.openxmlformats.org/officeDocument/2006/relationships" id="322" r:id="R77dafa42d7de4c38"/>
    <p:sldId xmlns:r="http://schemas.openxmlformats.org/officeDocument/2006/relationships" id="323" r:id="R3fa82fca38f74b1d"/>
    <p:sldId xmlns:r="http://schemas.openxmlformats.org/officeDocument/2006/relationships" id="324" r:id="R07522549a9d3414b"/>
    <p:sldId xmlns:r="http://schemas.openxmlformats.org/officeDocument/2006/relationships" id="325" r:id="Rfeeac6f3cfa84a18"/>
    <p:sldId xmlns:r="http://schemas.openxmlformats.org/officeDocument/2006/relationships" id="326" r:id="Rc4c44b1a91d7473a"/>
    <p:sldId xmlns:r="http://schemas.openxmlformats.org/officeDocument/2006/relationships" id="327" r:id="R07af4cd6a4014904"/>
    <p:sldId xmlns:r="http://schemas.openxmlformats.org/officeDocument/2006/relationships" id="328" r:id="R2ccf27ab4f4f4637"/>
    <p:sldId xmlns:r="http://schemas.openxmlformats.org/officeDocument/2006/relationships" id="329" r:id="R3f24b5f9be074be4"/>
    <p:sldId xmlns:r="http://schemas.openxmlformats.org/officeDocument/2006/relationships" id="330" r:id="Ra602cdbf94744161"/>
    <p:sldId xmlns:r="http://schemas.openxmlformats.org/officeDocument/2006/relationships" id="331" r:id="Rc9c1e1ced0f54439"/>
    <p:sldId xmlns:r="http://schemas.openxmlformats.org/officeDocument/2006/relationships" id="332" r:id="R9c69d4b96273404b"/>
    <p:sldId xmlns:r="http://schemas.openxmlformats.org/officeDocument/2006/relationships" id="333" r:id="Rc0e2e24fc3c14e9a"/>
    <p:sldId xmlns:r="http://schemas.openxmlformats.org/officeDocument/2006/relationships" id="334" r:id="R9c080010d315426b"/>
    <p:sldId xmlns:r="http://schemas.openxmlformats.org/officeDocument/2006/relationships" id="335" r:id="R2b4dc71b9c394848"/>
    <p:sldId xmlns:r="http://schemas.openxmlformats.org/officeDocument/2006/relationships" id="336" r:id="R7dd7eb78982c430f"/>
    <p:sldId xmlns:r="http://schemas.openxmlformats.org/officeDocument/2006/relationships" id="337" r:id="Rfedf7e50380b4478"/>
    <p:sldId xmlns:r="http://schemas.openxmlformats.org/officeDocument/2006/relationships" id="338" r:id="R9408140a3510409b"/>
    <p:sldId xmlns:r="http://schemas.openxmlformats.org/officeDocument/2006/relationships" id="339" r:id="Rcbdcbc4054994b2c"/>
    <p:sldId xmlns:r="http://schemas.openxmlformats.org/officeDocument/2006/relationships" id="340" r:id="R03ac59013b7a4bbf"/>
    <p:sldId xmlns:r="http://schemas.openxmlformats.org/officeDocument/2006/relationships" id="341" r:id="R4d0fe38acb874524"/>
    <p:sldId xmlns:r="http://schemas.openxmlformats.org/officeDocument/2006/relationships" id="342" r:id="R2510522a019f4c4d"/>
    <p:sldId xmlns:r="http://schemas.openxmlformats.org/officeDocument/2006/relationships" id="343" r:id="Re098e281793d44ac"/>
    <p:sldId xmlns:r="http://schemas.openxmlformats.org/officeDocument/2006/relationships" id="344" r:id="R8ac3c4e54dd84b46"/>
    <p:sldId xmlns:r="http://schemas.openxmlformats.org/officeDocument/2006/relationships" id="345" r:id="Rac0207b8bff049a2"/>
    <p:sldId xmlns:r="http://schemas.openxmlformats.org/officeDocument/2006/relationships" id="346" r:id="R9816ddc9688a410e"/>
    <p:sldId xmlns:r="http://schemas.openxmlformats.org/officeDocument/2006/relationships" id="347" r:id="R9db7169b77384540"/>
    <p:sldId xmlns:r="http://schemas.openxmlformats.org/officeDocument/2006/relationships" id="348" r:id="R5aa9ee82d5284a02"/>
    <p:sldId xmlns:r="http://schemas.openxmlformats.org/officeDocument/2006/relationships" id="349" r:id="Refe61c07806a40ca"/>
    <p:sldId xmlns:r="http://schemas.openxmlformats.org/officeDocument/2006/relationships" id="350" r:id="R772d7bdb3657491a"/>
    <p:sldId xmlns:r="http://schemas.openxmlformats.org/officeDocument/2006/relationships" id="351" r:id="R6620ea6cff204ee6"/>
    <p:sldId xmlns:r="http://schemas.openxmlformats.org/officeDocument/2006/relationships" id="352" r:id="R7af37b1513fc488c"/>
    <p:sldId xmlns:r="http://schemas.openxmlformats.org/officeDocument/2006/relationships" id="353" r:id="R0649a5f4ebf04149"/>
    <p:sldId xmlns:r="http://schemas.openxmlformats.org/officeDocument/2006/relationships" id="354" r:id="Rcd88e41e93f74763"/>
    <p:sldId xmlns:r="http://schemas.openxmlformats.org/officeDocument/2006/relationships" id="355" r:id="R59a302efd6744645"/>
    <p:sldId xmlns:r="http://schemas.openxmlformats.org/officeDocument/2006/relationships" id="356" r:id="Rdf4524ec55f64f06"/>
    <p:sldId xmlns:r="http://schemas.openxmlformats.org/officeDocument/2006/relationships" id="357" r:id="Re00940d20dbf427e"/>
    <p:sldId xmlns:r="http://schemas.openxmlformats.org/officeDocument/2006/relationships" id="358" r:id="Rb56b9985247e49f2"/>
    <p:sldId xmlns:r="http://schemas.openxmlformats.org/officeDocument/2006/relationships" id="359" r:id="Rbe56ae8c8a0848c2"/>
    <p:sldId xmlns:r="http://schemas.openxmlformats.org/officeDocument/2006/relationships" id="360" r:id="R6d177786e56449e5"/>
    <p:sldId xmlns:r="http://schemas.openxmlformats.org/officeDocument/2006/relationships" id="361" r:id="R47f73842d00e45dd"/>
    <p:sldId xmlns:r="http://schemas.openxmlformats.org/officeDocument/2006/relationships" id="362" r:id="Rf0718290026f4c8d"/>
    <p:sldId xmlns:r="http://schemas.openxmlformats.org/officeDocument/2006/relationships" id="363" r:id="R47a1d42de48a4ca1"/>
    <p:sldId xmlns:r="http://schemas.openxmlformats.org/officeDocument/2006/relationships" id="364" r:id="R54615dcadaad4925"/>
    <p:sldId xmlns:r="http://schemas.openxmlformats.org/officeDocument/2006/relationships" id="365" r:id="R3f2d4f85021245a0"/>
    <p:sldId xmlns:r="http://schemas.openxmlformats.org/officeDocument/2006/relationships" id="366" r:id="Rd84d76fdd5f843e4"/>
    <p:sldId xmlns:r="http://schemas.openxmlformats.org/officeDocument/2006/relationships" id="367" r:id="Re054ea8f4fd9408c"/>
    <p:sldId xmlns:r="http://schemas.openxmlformats.org/officeDocument/2006/relationships" id="368" r:id="Rca7a2bc0e4c743bd"/>
    <p:sldId xmlns:r="http://schemas.openxmlformats.org/officeDocument/2006/relationships" id="369" r:id="R374185853f3c426d"/>
    <p:sldId xmlns:r="http://schemas.openxmlformats.org/officeDocument/2006/relationships" id="370" r:id="Ra29c7518bbb34040"/>
    <p:sldId xmlns:r="http://schemas.openxmlformats.org/officeDocument/2006/relationships" id="371" r:id="R207aec023bd74667"/>
    <p:sldId xmlns:r="http://schemas.openxmlformats.org/officeDocument/2006/relationships" id="372" r:id="R188d2dfd743840c2"/>
    <p:sldId xmlns:r="http://schemas.openxmlformats.org/officeDocument/2006/relationships" id="373" r:id="Rdb078ed9c2dc41d8"/>
    <p:sldId xmlns:r="http://schemas.openxmlformats.org/officeDocument/2006/relationships" id="374" r:id="R2ac71c78c0764771"/>
    <p:sldId xmlns:r="http://schemas.openxmlformats.org/officeDocument/2006/relationships" id="375" r:id="R0422fbf40ea44afd"/>
    <p:sldId xmlns:r="http://schemas.openxmlformats.org/officeDocument/2006/relationships" id="376" r:id="Ra7f067c763074012"/>
    <p:sldId xmlns:r="http://schemas.openxmlformats.org/officeDocument/2006/relationships" id="377" r:id="Rcfa85e53d4cb4f83"/>
    <p:sldId xmlns:r="http://schemas.openxmlformats.org/officeDocument/2006/relationships" id="378" r:id="R77ecae05ed3d4729"/>
    <p:sldId xmlns:r="http://schemas.openxmlformats.org/officeDocument/2006/relationships" id="379" r:id="Rffca07d8030440cc"/>
    <p:sldId xmlns:r="http://schemas.openxmlformats.org/officeDocument/2006/relationships" id="380" r:id="R5e311cc7795c4992"/>
    <p:sldId xmlns:r="http://schemas.openxmlformats.org/officeDocument/2006/relationships" id="381" r:id="R297c8604fe374eea"/>
    <p:sldId xmlns:r="http://schemas.openxmlformats.org/officeDocument/2006/relationships" id="382" r:id="R82a5103627b342f3"/>
    <p:sldId xmlns:r="http://schemas.openxmlformats.org/officeDocument/2006/relationships" id="383" r:id="Rdfee9c34e8034c3e"/>
    <p:sldId xmlns:r="http://schemas.openxmlformats.org/officeDocument/2006/relationships" id="384" r:id="Rff21c5b03f6742b2"/>
    <p:sldId xmlns:r="http://schemas.openxmlformats.org/officeDocument/2006/relationships" id="385" r:id="R2783893524664427"/>
    <p:sldId xmlns:r="http://schemas.openxmlformats.org/officeDocument/2006/relationships" id="386" r:id="R9b7447bdd0ba434e"/>
    <p:sldId xmlns:r="http://schemas.openxmlformats.org/officeDocument/2006/relationships" id="387" r:id="R8363ffd87b734599"/>
    <p:sldId xmlns:r="http://schemas.openxmlformats.org/officeDocument/2006/relationships" id="388" r:id="Rbe23740bba484358"/>
    <p:sldId xmlns:r="http://schemas.openxmlformats.org/officeDocument/2006/relationships" id="389" r:id="R29cda3d71c304e1d"/>
    <p:sldId xmlns:r="http://schemas.openxmlformats.org/officeDocument/2006/relationships" id="390" r:id="Rce71a357bbf44976"/>
    <p:sldId xmlns:r="http://schemas.openxmlformats.org/officeDocument/2006/relationships" id="391" r:id="Re9a28a7f49d64202"/>
    <p:sldId xmlns:r="http://schemas.openxmlformats.org/officeDocument/2006/relationships" id="392" r:id="Rc1562746b8574e76"/>
    <p:sldId xmlns:r="http://schemas.openxmlformats.org/officeDocument/2006/relationships" id="393" r:id="Re02b8bb9cca94d3c"/>
    <p:sldId xmlns:r="http://schemas.openxmlformats.org/officeDocument/2006/relationships" id="394" r:id="Rafd4c4a424114feb"/>
    <p:sldId xmlns:r="http://schemas.openxmlformats.org/officeDocument/2006/relationships" id="395" r:id="R51b8a037bdd54af5"/>
    <p:sldId xmlns:r="http://schemas.openxmlformats.org/officeDocument/2006/relationships" id="396" r:id="R78cf5440e62a48f6"/>
    <p:sldId xmlns:r="http://schemas.openxmlformats.org/officeDocument/2006/relationships" id="397" r:id="R60ece3ab59574299"/>
    <p:sldId xmlns:r="http://schemas.openxmlformats.org/officeDocument/2006/relationships" id="398" r:id="R7fc1d0a8b9d84caa"/>
    <p:sldId xmlns:r="http://schemas.openxmlformats.org/officeDocument/2006/relationships" id="399" r:id="Rda019ee5e48e4af8"/>
    <p:sldId xmlns:r="http://schemas.openxmlformats.org/officeDocument/2006/relationships" id="400" r:id="Rc76240be070b4306"/>
    <p:sldId xmlns:r="http://schemas.openxmlformats.org/officeDocument/2006/relationships" id="401" r:id="R698dbc90b912447c"/>
    <p:sldId xmlns:r="http://schemas.openxmlformats.org/officeDocument/2006/relationships" id="402" r:id="Rfc60aff7fce94a13"/>
    <p:sldId xmlns:r="http://schemas.openxmlformats.org/officeDocument/2006/relationships" id="403" r:id="R1ecc73c01fa44018"/>
    <p:sldId xmlns:r="http://schemas.openxmlformats.org/officeDocument/2006/relationships" id="404" r:id="Rf1cdfa9e27e048d2"/>
    <p:sldId xmlns:r="http://schemas.openxmlformats.org/officeDocument/2006/relationships" id="405" r:id="Raf8fc1e2648442df"/>
    <p:sldId xmlns:r="http://schemas.openxmlformats.org/officeDocument/2006/relationships" id="406" r:id="Rc5b59d56123246fa"/>
    <p:sldId xmlns:r="http://schemas.openxmlformats.org/officeDocument/2006/relationships" id="407" r:id="R9811b09b624d417c"/>
    <p:sldId xmlns:r="http://schemas.openxmlformats.org/officeDocument/2006/relationships" id="408" r:id="Ra4e9e1c174e747e1"/>
    <p:sldId xmlns:r="http://schemas.openxmlformats.org/officeDocument/2006/relationships" id="409" r:id="Rd1a28bde62b74825"/>
    <p:sldId xmlns:r="http://schemas.openxmlformats.org/officeDocument/2006/relationships" id="410" r:id="Ra3645b638de54b03"/>
    <p:sldId xmlns:r="http://schemas.openxmlformats.org/officeDocument/2006/relationships" id="411" r:id="Rce606d44d4444b86"/>
    <p:sldId xmlns:r="http://schemas.openxmlformats.org/officeDocument/2006/relationships" id="412" r:id="R22c830a46bf8478b"/>
    <p:sldId xmlns:r="http://schemas.openxmlformats.org/officeDocument/2006/relationships" id="413" r:id="Rb60de70635114119"/>
    <p:sldId xmlns:r="http://schemas.openxmlformats.org/officeDocument/2006/relationships" id="414" r:id="Rc786c56b7ab64ab2"/>
    <p:sldId xmlns:r="http://schemas.openxmlformats.org/officeDocument/2006/relationships" id="415" r:id="Ra197393c4d924313"/>
    <p:sldId xmlns:r="http://schemas.openxmlformats.org/officeDocument/2006/relationships" id="416" r:id="R3aebe8ae00904f43"/>
    <p:sldId xmlns:r="http://schemas.openxmlformats.org/officeDocument/2006/relationships" id="417" r:id="R32669db4d84f4e45"/>
    <p:sldId xmlns:r="http://schemas.openxmlformats.org/officeDocument/2006/relationships" id="418" r:id="R2e4209f2c09a4401"/>
    <p:sldId xmlns:r="http://schemas.openxmlformats.org/officeDocument/2006/relationships" id="419" r:id="Rad66b22128194e02"/>
    <p:sldId xmlns:r="http://schemas.openxmlformats.org/officeDocument/2006/relationships" id="420" r:id="Rab6c9a5da21b4f8b"/>
    <p:sldId xmlns:r="http://schemas.openxmlformats.org/officeDocument/2006/relationships" id="421" r:id="R05c2a71e89e44c11"/>
    <p:sldId xmlns:r="http://schemas.openxmlformats.org/officeDocument/2006/relationships" id="422" r:id="R5c391f51384f46b0"/>
    <p:sldId xmlns:r="http://schemas.openxmlformats.org/officeDocument/2006/relationships" id="423" r:id="Rd387110da29c46cd"/>
    <p:sldId xmlns:r="http://schemas.openxmlformats.org/officeDocument/2006/relationships" id="424" r:id="R6eab425abbef45a9"/>
    <p:sldId xmlns:r="http://schemas.openxmlformats.org/officeDocument/2006/relationships" id="425" r:id="R5be99c1eb5494b2d"/>
    <p:sldId xmlns:r="http://schemas.openxmlformats.org/officeDocument/2006/relationships" id="426" r:id="R7ddb0170971b4fd5"/>
    <p:sldId xmlns:r="http://schemas.openxmlformats.org/officeDocument/2006/relationships" id="427" r:id="R88bf595258474767"/>
    <p:sldId xmlns:r="http://schemas.openxmlformats.org/officeDocument/2006/relationships" id="428" r:id="Rd02e02bce45241f9"/>
    <p:sldId xmlns:r="http://schemas.openxmlformats.org/officeDocument/2006/relationships" id="429" r:id="R34428f7be4ef4624"/>
    <p:sldId xmlns:r="http://schemas.openxmlformats.org/officeDocument/2006/relationships" id="430" r:id="Ref50b80e90c042d3"/>
    <p:sldId xmlns:r="http://schemas.openxmlformats.org/officeDocument/2006/relationships" id="431" r:id="R272acf16883f4acd"/>
    <p:sldId xmlns:r="http://schemas.openxmlformats.org/officeDocument/2006/relationships" id="432" r:id="R2d3f3121db554d96"/>
    <p:sldId xmlns:r="http://schemas.openxmlformats.org/officeDocument/2006/relationships" id="433" r:id="R719368565fa74733"/>
    <p:sldId xmlns:r="http://schemas.openxmlformats.org/officeDocument/2006/relationships" id="434" r:id="Rcba37e39567f48a6"/>
    <p:sldId xmlns:r="http://schemas.openxmlformats.org/officeDocument/2006/relationships" id="435" r:id="Re25fb1066f024a53"/>
    <p:sldId xmlns:r="http://schemas.openxmlformats.org/officeDocument/2006/relationships" id="436" r:id="R056673bd9b98445a"/>
    <p:sldId xmlns:r="http://schemas.openxmlformats.org/officeDocument/2006/relationships" id="437" r:id="R0d85346245c845f6"/>
    <p:sldId xmlns:r="http://schemas.openxmlformats.org/officeDocument/2006/relationships" id="438" r:id="R05ab09d350ba4cd1"/>
    <p:sldId xmlns:r="http://schemas.openxmlformats.org/officeDocument/2006/relationships" id="439" r:id="Rf5002c1182f14615"/>
    <p:sldId xmlns:r="http://schemas.openxmlformats.org/officeDocument/2006/relationships" id="440" r:id="R72b8a126d0f94c4f"/>
    <p:sldId xmlns:r="http://schemas.openxmlformats.org/officeDocument/2006/relationships" id="441" r:id="Rf8afdfd6e30841dc"/>
    <p:sldId xmlns:r="http://schemas.openxmlformats.org/officeDocument/2006/relationships" id="442" r:id="R44867f16d7844e14"/>
    <p:sldId xmlns:r="http://schemas.openxmlformats.org/officeDocument/2006/relationships" id="443" r:id="R728614f595fe47fe"/>
    <p:sldId xmlns:r="http://schemas.openxmlformats.org/officeDocument/2006/relationships" id="444" r:id="R8a2e73136d174152"/>
    <p:sldId xmlns:r="http://schemas.openxmlformats.org/officeDocument/2006/relationships" id="445" r:id="R7e7dabc1184f40a3"/>
    <p:sldId xmlns:r="http://schemas.openxmlformats.org/officeDocument/2006/relationships" id="446" r:id="Rd09875b770984fd6"/>
    <p:sldId xmlns:r="http://schemas.openxmlformats.org/officeDocument/2006/relationships" id="447" r:id="R3a5c6ccbace34ed7"/>
    <p:sldId xmlns:r="http://schemas.openxmlformats.org/officeDocument/2006/relationships" id="448" r:id="R3de6ade0150c4f6f"/>
    <p:sldId xmlns:r="http://schemas.openxmlformats.org/officeDocument/2006/relationships" id="449" r:id="R49c31f5970594d08"/>
    <p:sldId xmlns:r="http://schemas.openxmlformats.org/officeDocument/2006/relationships" id="450" r:id="Rb36430496b5a4319"/>
    <p:sldId xmlns:r="http://schemas.openxmlformats.org/officeDocument/2006/relationships" id="451" r:id="Rb957f36d24314bd8"/>
    <p:sldId xmlns:r="http://schemas.openxmlformats.org/officeDocument/2006/relationships" id="452" r:id="Rfec2ac84635a46dc"/>
    <p:sldId xmlns:r="http://schemas.openxmlformats.org/officeDocument/2006/relationships" id="453" r:id="R70f4b0721fda4710"/>
    <p:sldId xmlns:r="http://schemas.openxmlformats.org/officeDocument/2006/relationships" id="454" r:id="R118660e5147c4248"/>
    <p:sldId xmlns:r="http://schemas.openxmlformats.org/officeDocument/2006/relationships" id="455" r:id="R5092b14677b54587"/>
    <p:sldId xmlns:r="http://schemas.openxmlformats.org/officeDocument/2006/relationships" id="456" r:id="R047dd1d075eb404d"/>
    <p:sldId xmlns:r="http://schemas.openxmlformats.org/officeDocument/2006/relationships" id="457" r:id="R621b629d652c4d5e"/>
    <p:sldId xmlns:r="http://schemas.openxmlformats.org/officeDocument/2006/relationships" id="458" r:id="R7a78a025ea5f4480"/>
    <p:sldId xmlns:r="http://schemas.openxmlformats.org/officeDocument/2006/relationships" id="459" r:id="R92fad2ab5d0a4af8"/>
    <p:sldId xmlns:r="http://schemas.openxmlformats.org/officeDocument/2006/relationships" id="460" r:id="Rb713270893c1406e"/>
    <p:sldId xmlns:r="http://schemas.openxmlformats.org/officeDocument/2006/relationships" id="461" r:id="R60acccc3c9d14d7a"/>
    <p:sldId xmlns:r="http://schemas.openxmlformats.org/officeDocument/2006/relationships" id="462" r:id="R7af0d0cb21ae4033"/>
    <p:sldId xmlns:r="http://schemas.openxmlformats.org/officeDocument/2006/relationships" id="463" r:id="R885f847043f247b9"/>
    <p:sldId xmlns:r="http://schemas.openxmlformats.org/officeDocument/2006/relationships" id="464" r:id="R15ddd27c16f54dd8"/>
    <p:sldId xmlns:r="http://schemas.openxmlformats.org/officeDocument/2006/relationships" id="465" r:id="R6b637e89335d4938"/>
    <p:sldId xmlns:r="http://schemas.openxmlformats.org/officeDocument/2006/relationships" id="466" r:id="R5d8cf860ba584896"/>
    <p:sldId xmlns:r="http://schemas.openxmlformats.org/officeDocument/2006/relationships" id="467" r:id="R27a54bc65ef64a46"/>
    <p:sldId xmlns:r="http://schemas.openxmlformats.org/officeDocument/2006/relationships" id="468" r:id="R1dd6cc2b85df487e"/>
    <p:sldId xmlns:r="http://schemas.openxmlformats.org/officeDocument/2006/relationships" id="469" r:id="R4e2c7320dc134431"/>
    <p:sldId xmlns:r="http://schemas.openxmlformats.org/officeDocument/2006/relationships" id="470" r:id="R51f54faffd394137"/>
    <p:sldId xmlns:r="http://schemas.openxmlformats.org/officeDocument/2006/relationships" id="471" r:id="Ra787969a2cf84fdc"/>
    <p:sldId xmlns:r="http://schemas.openxmlformats.org/officeDocument/2006/relationships" id="472" r:id="R3efa0d7cccd44213"/>
    <p:sldId xmlns:r="http://schemas.openxmlformats.org/officeDocument/2006/relationships" id="473" r:id="R62f5a5d73b90416d"/>
    <p:sldId xmlns:r="http://schemas.openxmlformats.org/officeDocument/2006/relationships" id="474" r:id="Rb35b165745404710"/>
    <p:sldId xmlns:r="http://schemas.openxmlformats.org/officeDocument/2006/relationships" id="475" r:id="R9de1551af31c4cdc"/>
    <p:sldId xmlns:r="http://schemas.openxmlformats.org/officeDocument/2006/relationships" id="476" r:id="R8b311b7ec71d49a8"/>
    <p:sldId xmlns:r="http://schemas.openxmlformats.org/officeDocument/2006/relationships" id="477" r:id="Rc5aa9ed2700248d1"/>
    <p:sldId xmlns:r="http://schemas.openxmlformats.org/officeDocument/2006/relationships" id="478" r:id="R2a8d7aeeb533400c"/>
    <p:sldId xmlns:r="http://schemas.openxmlformats.org/officeDocument/2006/relationships" id="479" r:id="R90ee3a85473347d6"/>
    <p:sldId xmlns:r="http://schemas.openxmlformats.org/officeDocument/2006/relationships" id="480" r:id="Raf3a44d6f93e4292"/>
    <p:sldId xmlns:r="http://schemas.openxmlformats.org/officeDocument/2006/relationships" id="481" r:id="R32dad86353f1403e"/>
    <p:sldId xmlns:r="http://schemas.openxmlformats.org/officeDocument/2006/relationships" id="482" r:id="R1ddb20ff870a49e9"/>
    <p:sldId xmlns:r="http://schemas.openxmlformats.org/officeDocument/2006/relationships" id="483" r:id="R15f77d9ba2cc46d5"/>
    <p:sldId xmlns:r="http://schemas.openxmlformats.org/officeDocument/2006/relationships" id="484" r:id="Re2e1dd514c454f54"/>
    <p:sldId xmlns:r="http://schemas.openxmlformats.org/officeDocument/2006/relationships" id="485" r:id="R8bf92a0dc24e411c"/>
    <p:sldId xmlns:r="http://schemas.openxmlformats.org/officeDocument/2006/relationships" id="486" r:id="R3fd1f92ed775474c"/>
    <p:sldId xmlns:r="http://schemas.openxmlformats.org/officeDocument/2006/relationships" id="487" r:id="Re25b5f14b9124fb7"/>
    <p:sldId xmlns:r="http://schemas.openxmlformats.org/officeDocument/2006/relationships" id="488" r:id="R702892f7c74d4d74"/>
    <p:sldId xmlns:r="http://schemas.openxmlformats.org/officeDocument/2006/relationships" id="489" r:id="R8fcfa36efc704373"/>
    <p:sldId xmlns:r="http://schemas.openxmlformats.org/officeDocument/2006/relationships" id="490" r:id="R3c80d4ff66084f36"/>
    <p:sldId xmlns:r="http://schemas.openxmlformats.org/officeDocument/2006/relationships" id="491" r:id="R0fc0e4cfbf3f4f70"/>
    <p:sldId xmlns:r="http://schemas.openxmlformats.org/officeDocument/2006/relationships" id="492" r:id="R07dc8d234eed4560"/>
    <p:sldId xmlns:r="http://schemas.openxmlformats.org/officeDocument/2006/relationships" id="493" r:id="R07c47fda5e5e4f70"/>
    <p:sldId xmlns:r="http://schemas.openxmlformats.org/officeDocument/2006/relationships" id="494" r:id="Rd6da3fdc7c904d08"/>
    <p:sldId xmlns:r="http://schemas.openxmlformats.org/officeDocument/2006/relationships" id="495" r:id="Rea9311ba38f14bad"/>
    <p:sldId xmlns:r="http://schemas.openxmlformats.org/officeDocument/2006/relationships" id="496" r:id="R23ab4df3a8d44922"/>
    <p:sldId xmlns:r="http://schemas.openxmlformats.org/officeDocument/2006/relationships" id="497" r:id="Re4602d4b7293401a"/>
    <p:sldId xmlns:r="http://schemas.openxmlformats.org/officeDocument/2006/relationships" id="498" r:id="Rd7f6cdb3f0264532"/>
    <p:sldId xmlns:r="http://schemas.openxmlformats.org/officeDocument/2006/relationships" id="499" r:id="R97fe39a99e824fa6"/>
    <p:sldId xmlns:r="http://schemas.openxmlformats.org/officeDocument/2006/relationships" id="500" r:id="R2988c14013794b28"/>
    <p:sldId xmlns:r="http://schemas.openxmlformats.org/officeDocument/2006/relationships" id="501" r:id="R7cd27f700d804cac"/>
    <p:sldId xmlns:r="http://schemas.openxmlformats.org/officeDocument/2006/relationships" id="502" r:id="R9994ddae6f1a4bbf"/>
    <p:sldId xmlns:r="http://schemas.openxmlformats.org/officeDocument/2006/relationships" id="503" r:id="Rcfc8c4d2d1c048d1"/>
    <p:sldId xmlns:r="http://schemas.openxmlformats.org/officeDocument/2006/relationships" id="504" r:id="R7e83d3881cc84c91"/>
    <p:sldId xmlns:r="http://schemas.openxmlformats.org/officeDocument/2006/relationships" id="505" r:id="Re50ab933125c406d"/>
    <p:sldId xmlns:r="http://schemas.openxmlformats.org/officeDocument/2006/relationships" id="506" r:id="R54350c28abae4376"/>
    <p:sldId xmlns:r="http://schemas.openxmlformats.org/officeDocument/2006/relationships" id="507" r:id="R2cd3df4837474f58"/>
    <p:sldId xmlns:r="http://schemas.openxmlformats.org/officeDocument/2006/relationships" id="508" r:id="R61c2ca4e51384fb3"/>
    <p:sldId xmlns:r="http://schemas.openxmlformats.org/officeDocument/2006/relationships" id="509" r:id="Rfead3b382e254d61"/>
    <p:sldId xmlns:r="http://schemas.openxmlformats.org/officeDocument/2006/relationships" id="510" r:id="R40e12995bf2443ba"/>
    <p:sldId xmlns:r="http://schemas.openxmlformats.org/officeDocument/2006/relationships" id="511" r:id="R3b07dc9793a04589"/>
    <p:sldId xmlns:r="http://schemas.openxmlformats.org/officeDocument/2006/relationships" id="512" r:id="Rf4c0c42344dd46df"/>
    <p:sldId xmlns:r="http://schemas.openxmlformats.org/officeDocument/2006/relationships" id="513" r:id="R81ff1cf2e6ae41c8"/>
    <p:sldId xmlns:r="http://schemas.openxmlformats.org/officeDocument/2006/relationships" id="514" r:id="R8d17fa1dc6694ef7"/>
    <p:sldId xmlns:r="http://schemas.openxmlformats.org/officeDocument/2006/relationships" id="515" r:id="Rbb21b304c88e4f20"/>
    <p:sldId xmlns:r="http://schemas.openxmlformats.org/officeDocument/2006/relationships" id="516" r:id="Rec3c43a7c51b4c70"/>
    <p:sldId xmlns:r="http://schemas.openxmlformats.org/officeDocument/2006/relationships" id="517" r:id="R61ad613f67344dc4"/>
    <p:sldId xmlns:r="http://schemas.openxmlformats.org/officeDocument/2006/relationships" id="518" r:id="Rd17362c08467414c"/>
    <p:sldId xmlns:r="http://schemas.openxmlformats.org/officeDocument/2006/relationships" id="519" r:id="Re89c2a082e5447c6"/>
    <p:sldId xmlns:r="http://schemas.openxmlformats.org/officeDocument/2006/relationships" id="520" r:id="Rfe3bdcd8e164422f"/>
    <p:sldId xmlns:r="http://schemas.openxmlformats.org/officeDocument/2006/relationships" id="521" r:id="R577ea6c65e1d4740"/>
    <p:sldId xmlns:r="http://schemas.openxmlformats.org/officeDocument/2006/relationships" id="522" r:id="R5e6ae486f206464d"/>
    <p:sldId xmlns:r="http://schemas.openxmlformats.org/officeDocument/2006/relationships" id="523" r:id="Rdc6849287b054792"/>
    <p:sldId xmlns:r="http://schemas.openxmlformats.org/officeDocument/2006/relationships" id="524" r:id="R24df3ae7b67b45b3"/>
    <p:sldId xmlns:r="http://schemas.openxmlformats.org/officeDocument/2006/relationships" id="525" r:id="Ra4b5617e92ec4d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f0477f046d44b9" /><Relationship Type="http://schemas.openxmlformats.org/officeDocument/2006/relationships/slideMaster" Target="/ppt/slideMasters/slideMaster1.xml" Id="Rf1b44567ffea4f3e" /><Relationship Type="http://schemas.openxmlformats.org/officeDocument/2006/relationships/notesMaster" Target="/ppt/notesMasters/notesMaster1.xml" Id="Rc1424b1d60834ad8" /><Relationship Type="http://schemas.openxmlformats.org/officeDocument/2006/relationships/presProps" Target="/ppt/presProps.xml" Id="R5a9c25c8730f40ed" /><Relationship Type="http://schemas.openxmlformats.org/officeDocument/2006/relationships/tableStyles" Target="/ppt/tableStyles.xml" Id="Rcd43502c65d74dfd" /><Relationship Type="http://schemas.openxmlformats.org/officeDocument/2006/relationships/slide" Target="/ppt/slides/slide1.xml" Id="Rfc40bceabeed49be" /><Relationship Type="http://schemas.openxmlformats.org/officeDocument/2006/relationships/slide" Target="/ppt/slides/slide2.xml" Id="R1cba8dce20924e5f" /><Relationship Type="http://schemas.openxmlformats.org/officeDocument/2006/relationships/slide" Target="/ppt/slides/slide3.xml" Id="R8b41d065dd6d4e62" /><Relationship Type="http://schemas.openxmlformats.org/officeDocument/2006/relationships/slide" Target="/ppt/slides/slide4.xml" Id="R36287c396ffe4a51" /><Relationship Type="http://schemas.openxmlformats.org/officeDocument/2006/relationships/slide" Target="/ppt/slides/slide5.xml" Id="Rdb2357dd95754633" /><Relationship Type="http://schemas.openxmlformats.org/officeDocument/2006/relationships/slide" Target="/ppt/slides/slide6.xml" Id="R92bd753a74014823" /><Relationship Type="http://schemas.openxmlformats.org/officeDocument/2006/relationships/slide" Target="/ppt/slides/slide7.xml" Id="R2dd650ea67f5409b" /><Relationship Type="http://schemas.openxmlformats.org/officeDocument/2006/relationships/slide" Target="/ppt/slides/slide8.xml" Id="R536cfcb0864e4c74" /><Relationship Type="http://schemas.openxmlformats.org/officeDocument/2006/relationships/slide" Target="/ppt/slides/slide9.xml" Id="Rb0cc3a0216fa4a34" /><Relationship Type="http://schemas.openxmlformats.org/officeDocument/2006/relationships/slide" Target="/ppt/slides/slide10.xml" Id="R359c1e3443ad484f" /><Relationship Type="http://schemas.openxmlformats.org/officeDocument/2006/relationships/slide" Target="/ppt/slides/slide11.xml" Id="R9018627217a34fe0" /><Relationship Type="http://schemas.openxmlformats.org/officeDocument/2006/relationships/slide" Target="/ppt/slides/slide12.xml" Id="R54d73d1119df49d5" /><Relationship Type="http://schemas.openxmlformats.org/officeDocument/2006/relationships/slide" Target="/ppt/slides/slide13.xml" Id="R075254936fbd488d" /><Relationship Type="http://schemas.openxmlformats.org/officeDocument/2006/relationships/slide" Target="/ppt/slides/slide14.xml" Id="R6c4b5eab9e434779" /><Relationship Type="http://schemas.openxmlformats.org/officeDocument/2006/relationships/slide" Target="/ppt/slides/slide15.xml" Id="R8664829b861343a9" /><Relationship Type="http://schemas.openxmlformats.org/officeDocument/2006/relationships/slide" Target="/ppt/slides/slide16.xml" Id="R608f66b661db4771" /><Relationship Type="http://schemas.openxmlformats.org/officeDocument/2006/relationships/slide" Target="/ppt/slides/slide17.xml" Id="R32ed6b10baf04087" /><Relationship Type="http://schemas.openxmlformats.org/officeDocument/2006/relationships/slide" Target="/ppt/slides/slide18.xml" Id="R99bd0801291547da" /><Relationship Type="http://schemas.openxmlformats.org/officeDocument/2006/relationships/slide" Target="/ppt/slides/slide19.xml" Id="Rdbf55df4680c44b2" /><Relationship Type="http://schemas.openxmlformats.org/officeDocument/2006/relationships/slide" Target="/ppt/slides/slide20.xml" Id="Ref82c95e08724327" /><Relationship Type="http://schemas.openxmlformats.org/officeDocument/2006/relationships/slide" Target="/ppt/slides/slide21.xml" Id="Rf7c23eb4cd8149b0" /><Relationship Type="http://schemas.openxmlformats.org/officeDocument/2006/relationships/slide" Target="/ppt/slides/slide22.xml" Id="Rcd10074db59e4eff" /><Relationship Type="http://schemas.openxmlformats.org/officeDocument/2006/relationships/slide" Target="/ppt/slides/slide23.xml" Id="R7abb12e6c3734938" /><Relationship Type="http://schemas.openxmlformats.org/officeDocument/2006/relationships/slide" Target="/ppt/slides/slide24.xml" Id="R281e8ec4ad4a496a" /><Relationship Type="http://schemas.openxmlformats.org/officeDocument/2006/relationships/slide" Target="/ppt/slides/slide25.xml" Id="R4e121279a7f0454b" /><Relationship Type="http://schemas.openxmlformats.org/officeDocument/2006/relationships/slide" Target="/ppt/slides/slide26.xml" Id="Rec42c17f299a4662" /><Relationship Type="http://schemas.openxmlformats.org/officeDocument/2006/relationships/slide" Target="/ppt/slides/slide27.xml" Id="R0c659bfeb61949e3" /><Relationship Type="http://schemas.openxmlformats.org/officeDocument/2006/relationships/slide" Target="/ppt/slides/slide28.xml" Id="R932545f41c434c00" /><Relationship Type="http://schemas.openxmlformats.org/officeDocument/2006/relationships/slide" Target="/ppt/slides/slide29.xml" Id="R5e4ac5aaca9941de" /><Relationship Type="http://schemas.openxmlformats.org/officeDocument/2006/relationships/slide" Target="/ppt/slides/slide30.xml" Id="Re4505faa5dbd4947" /><Relationship Type="http://schemas.openxmlformats.org/officeDocument/2006/relationships/slide" Target="/ppt/slides/slide31.xml" Id="R7b7951a35d424ce6" /><Relationship Type="http://schemas.openxmlformats.org/officeDocument/2006/relationships/slide" Target="/ppt/slides/slide32.xml" Id="R8fb2e2cb41f64bed" /><Relationship Type="http://schemas.openxmlformats.org/officeDocument/2006/relationships/slide" Target="/ppt/slides/slide33.xml" Id="Rd04caa5f1c5b4f6d" /><Relationship Type="http://schemas.openxmlformats.org/officeDocument/2006/relationships/slide" Target="/ppt/slides/slide34.xml" Id="Rb1eb10e930b84d96" /><Relationship Type="http://schemas.openxmlformats.org/officeDocument/2006/relationships/slide" Target="/ppt/slides/slide35.xml" Id="R59dff14478074060" /><Relationship Type="http://schemas.openxmlformats.org/officeDocument/2006/relationships/slide" Target="/ppt/slides/slide36.xml" Id="R30fd39a25bfd4812" /><Relationship Type="http://schemas.openxmlformats.org/officeDocument/2006/relationships/slide" Target="/ppt/slides/slide37.xml" Id="R8ea2549e3ecd4ed0" /><Relationship Type="http://schemas.openxmlformats.org/officeDocument/2006/relationships/slide" Target="/ppt/slides/slide38.xml" Id="R3aabbe7a7f9c4c74" /><Relationship Type="http://schemas.openxmlformats.org/officeDocument/2006/relationships/slide" Target="/ppt/slides/slide39.xml" Id="Rdd3c310c396b4607" /><Relationship Type="http://schemas.openxmlformats.org/officeDocument/2006/relationships/slide" Target="/ppt/slides/slide40.xml" Id="R48f45100ceb84f84" /><Relationship Type="http://schemas.openxmlformats.org/officeDocument/2006/relationships/slide" Target="/ppt/slides/slide41.xml" Id="R037f974f66344f0a" /><Relationship Type="http://schemas.openxmlformats.org/officeDocument/2006/relationships/slide" Target="/ppt/slides/slide42.xml" Id="R5bb09030ff054172" /><Relationship Type="http://schemas.openxmlformats.org/officeDocument/2006/relationships/slide" Target="/ppt/slides/slide43.xml" Id="R75222c08be344603" /><Relationship Type="http://schemas.openxmlformats.org/officeDocument/2006/relationships/slide" Target="/ppt/slides/slide44.xml" Id="Re1b491b21f724da3" /><Relationship Type="http://schemas.openxmlformats.org/officeDocument/2006/relationships/slide" Target="/ppt/slides/slide45.xml" Id="R5b6a3e46793f4295" /><Relationship Type="http://schemas.openxmlformats.org/officeDocument/2006/relationships/slide" Target="/ppt/slides/slide46.xml" Id="Rc8079fc8e9a347a4" /><Relationship Type="http://schemas.openxmlformats.org/officeDocument/2006/relationships/slide" Target="/ppt/slides/slide47.xml" Id="R301f1a63514c4e28" /><Relationship Type="http://schemas.openxmlformats.org/officeDocument/2006/relationships/slide" Target="/ppt/slides/slide48.xml" Id="R85287967ecc1494c" /><Relationship Type="http://schemas.openxmlformats.org/officeDocument/2006/relationships/slide" Target="/ppt/slides/slide49.xml" Id="Rf7c797facbfe4959" /><Relationship Type="http://schemas.openxmlformats.org/officeDocument/2006/relationships/slide" Target="/ppt/slides/slide50.xml" Id="R5fc7cd2b74184753" /><Relationship Type="http://schemas.openxmlformats.org/officeDocument/2006/relationships/slide" Target="/ppt/slides/slide51.xml" Id="Redb9facfd3354b3f" /><Relationship Type="http://schemas.openxmlformats.org/officeDocument/2006/relationships/slide" Target="/ppt/slides/slide52.xml" Id="R9689d9b52c634a8d" /><Relationship Type="http://schemas.openxmlformats.org/officeDocument/2006/relationships/slide" Target="/ppt/slides/slide53.xml" Id="Rda908e82b4bf4562" /><Relationship Type="http://schemas.openxmlformats.org/officeDocument/2006/relationships/slide" Target="/ppt/slides/slide54.xml" Id="R88b0e97faf41409b" /><Relationship Type="http://schemas.openxmlformats.org/officeDocument/2006/relationships/slide" Target="/ppt/slides/slide55.xml" Id="Reac1a392e62041ad" /><Relationship Type="http://schemas.openxmlformats.org/officeDocument/2006/relationships/slide" Target="/ppt/slides/slide56.xml" Id="Rf4d9b7e20ce6442e" /><Relationship Type="http://schemas.openxmlformats.org/officeDocument/2006/relationships/slide" Target="/ppt/slides/slide57.xml" Id="R3cc6f577c14e4746" /><Relationship Type="http://schemas.openxmlformats.org/officeDocument/2006/relationships/slide" Target="/ppt/slides/slide58.xml" Id="R5b5cdf424cf14094" /><Relationship Type="http://schemas.openxmlformats.org/officeDocument/2006/relationships/slide" Target="/ppt/slides/slide59.xml" Id="R645c0b532f8442bf" /><Relationship Type="http://schemas.openxmlformats.org/officeDocument/2006/relationships/slide" Target="/ppt/slides/slide60.xml" Id="Rfbc0cd94e3204649" /><Relationship Type="http://schemas.openxmlformats.org/officeDocument/2006/relationships/slide" Target="/ppt/slides/slide61.xml" Id="Re8a20c17101942e3" /><Relationship Type="http://schemas.openxmlformats.org/officeDocument/2006/relationships/slide" Target="/ppt/slides/slide62.xml" Id="R5ce4b91651ce415d" /><Relationship Type="http://schemas.openxmlformats.org/officeDocument/2006/relationships/slide" Target="/ppt/slides/slide63.xml" Id="R44373d32884f49a2" /><Relationship Type="http://schemas.openxmlformats.org/officeDocument/2006/relationships/slide" Target="/ppt/slides/slide64.xml" Id="R4d5da871593141c4" /><Relationship Type="http://schemas.openxmlformats.org/officeDocument/2006/relationships/slide" Target="/ppt/slides/slide65.xml" Id="R34b90cf5f8a64ab9" /><Relationship Type="http://schemas.openxmlformats.org/officeDocument/2006/relationships/slide" Target="/ppt/slides/slide66.xml" Id="R6abe89fe50c943f5" /><Relationship Type="http://schemas.openxmlformats.org/officeDocument/2006/relationships/slide" Target="/ppt/slides/slide67.xml" Id="R77dafa42d7de4c38" /><Relationship Type="http://schemas.openxmlformats.org/officeDocument/2006/relationships/slide" Target="/ppt/slides/slide68.xml" Id="R3fa82fca38f74b1d" /><Relationship Type="http://schemas.openxmlformats.org/officeDocument/2006/relationships/slide" Target="/ppt/slides/slide69.xml" Id="R07522549a9d3414b" /><Relationship Type="http://schemas.openxmlformats.org/officeDocument/2006/relationships/slide" Target="/ppt/slides/slide70.xml" Id="Rfeeac6f3cfa84a18" /><Relationship Type="http://schemas.openxmlformats.org/officeDocument/2006/relationships/slide" Target="/ppt/slides/slide71.xml" Id="Rc4c44b1a91d7473a" /><Relationship Type="http://schemas.openxmlformats.org/officeDocument/2006/relationships/slide" Target="/ppt/slides/slide72.xml" Id="R07af4cd6a4014904" /><Relationship Type="http://schemas.openxmlformats.org/officeDocument/2006/relationships/slide" Target="/ppt/slides/slide73.xml" Id="R2ccf27ab4f4f4637" /><Relationship Type="http://schemas.openxmlformats.org/officeDocument/2006/relationships/slide" Target="/ppt/slides/slide74.xml" Id="R3f24b5f9be074be4" /><Relationship Type="http://schemas.openxmlformats.org/officeDocument/2006/relationships/slide" Target="/ppt/slides/slide75.xml" Id="Ra602cdbf94744161" /><Relationship Type="http://schemas.openxmlformats.org/officeDocument/2006/relationships/slide" Target="/ppt/slides/slide76.xml" Id="Rc9c1e1ced0f54439" /><Relationship Type="http://schemas.openxmlformats.org/officeDocument/2006/relationships/slide" Target="/ppt/slides/slide77.xml" Id="R9c69d4b96273404b" /><Relationship Type="http://schemas.openxmlformats.org/officeDocument/2006/relationships/slide" Target="/ppt/slides/slide78.xml" Id="Rc0e2e24fc3c14e9a" /><Relationship Type="http://schemas.openxmlformats.org/officeDocument/2006/relationships/slide" Target="/ppt/slides/slide79.xml" Id="R9c080010d315426b" /><Relationship Type="http://schemas.openxmlformats.org/officeDocument/2006/relationships/slide" Target="/ppt/slides/slide80.xml" Id="R2b4dc71b9c394848" /><Relationship Type="http://schemas.openxmlformats.org/officeDocument/2006/relationships/slide" Target="/ppt/slides/slide81.xml" Id="R7dd7eb78982c430f" /><Relationship Type="http://schemas.openxmlformats.org/officeDocument/2006/relationships/slide" Target="/ppt/slides/slide82.xml" Id="Rfedf7e50380b4478" /><Relationship Type="http://schemas.openxmlformats.org/officeDocument/2006/relationships/slide" Target="/ppt/slides/slide83.xml" Id="R9408140a3510409b" /><Relationship Type="http://schemas.openxmlformats.org/officeDocument/2006/relationships/slide" Target="/ppt/slides/slide84.xml" Id="Rcbdcbc4054994b2c" /><Relationship Type="http://schemas.openxmlformats.org/officeDocument/2006/relationships/slide" Target="/ppt/slides/slide85.xml" Id="R03ac59013b7a4bbf" /><Relationship Type="http://schemas.openxmlformats.org/officeDocument/2006/relationships/slide" Target="/ppt/slides/slide86.xml" Id="R4d0fe38acb874524" /><Relationship Type="http://schemas.openxmlformats.org/officeDocument/2006/relationships/slide" Target="/ppt/slides/slide87.xml" Id="R2510522a019f4c4d" /><Relationship Type="http://schemas.openxmlformats.org/officeDocument/2006/relationships/slide" Target="/ppt/slides/slide88.xml" Id="Re098e281793d44ac" /><Relationship Type="http://schemas.openxmlformats.org/officeDocument/2006/relationships/slide" Target="/ppt/slides/slide89.xml" Id="R8ac3c4e54dd84b46" /><Relationship Type="http://schemas.openxmlformats.org/officeDocument/2006/relationships/slide" Target="/ppt/slides/slide90.xml" Id="Rac0207b8bff049a2" /><Relationship Type="http://schemas.openxmlformats.org/officeDocument/2006/relationships/slide" Target="/ppt/slides/slide91.xml" Id="R9816ddc9688a410e" /><Relationship Type="http://schemas.openxmlformats.org/officeDocument/2006/relationships/slide" Target="/ppt/slides/slide92.xml" Id="R9db7169b77384540" /><Relationship Type="http://schemas.openxmlformats.org/officeDocument/2006/relationships/slide" Target="/ppt/slides/slide93.xml" Id="R5aa9ee82d5284a02" /><Relationship Type="http://schemas.openxmlformats.org/officeDocument/2006/relationships/slide" Target="/ppt/slides/slide94.xml" Id="Refe61c07806a40ca" /><Relationship Type="http://schemas.openxmlformats.org/officeDocument/2006/relationships/slide" Target="/ppt/slides/slide95.xml" Id="R772d7bdb3657491a" /><Relationship Type="http://schemas.openxmlformats.org/officeDocument/2006/relationships/slide" Target="/ppt/slides/slide96.xml" Id="R6620ea6cff204ee6" /><Relationship Type="http://schemas.openxmlformats.org/officeDocument/2006/relationships/slide" Target="/ppt/slides/slide97.xml" Id="R7af37b1513fc488c" /><Relationship Type="http://schemas.openxmlformats.org/officeDocument/2006/relationships/slide" Target="/ppt/slides/slide98.xml" Id="R0649a5f4ebf04149" /><Relationship Type="http://schemas.openxmlformats.org/officeDocument/2006/relationships/slide" Target="/ppt/slides/slide99.xml" Id="Rcd88e41e93f74763" /><Relationship Type="http://schemas.openxmlformats.org/officeDocument/2006/relationships/slide" Target="/ppt/slides/slide100.xml" Id="R59a302efd6744645" /><Relationship Type="http://schemas.openxmlformats.org/officeDocument/2006/relationships/slide" Target="/ppt/slides/slide101.xml" Id="Rdf4524ec55f64f06" /><Relationship Type="http://schemas.openxmlformats.org/officeDocument/2006/relationships/slide" Target="/ppt/slides/slide102.xml" Id="Re00940d20dbf427e" /><Relationship Type="http://schemas.openxmlformats.org/officeDocument/2006/relationships/slide" Target="/ppt/slides/slide103.xml" Id="Rb56b9985247e49f2" /><Relationship Type="http://schemas.openxmlformats.org/officeDocument/2006/relationships/slide" Target="/ppt/slides/slide104.xml" Id="Rbe56ae8c8a0848c2" /><Relationship Type="http://schemas.openxmlformats.org/officeDocument/2006/relationships/slide" Target="/ppt/slides/slide105.xml" Id="R6d177786e56449e5" /><Relationship Type="http://schemas.openxmlformats.org/officeDocument/2006/relationships/slide" Target="/ppt/slides/slide106.xml" Id="R47f73842d00e45dd" /><Relationship Type="http://schemas.openxmlformats.org/officeDocument/2006/relationships/slide" Target="/ppt/slides/slide107.xml" Id="Rf0718290026f4c8d" /><Relationship Type="http://schemas.openxmlformats.org/officeDocument/2006/relationships/slide" Target="/ppt/slides/slide108.xml" Id="R47a1d42de48a4ca1" /><Relationship Type="http://schemas.openxmlformats.org/officeDocument/2006/relationships/slide" Target="/ppt/slides/slide109.xml" Id="R54615dcadaad4925" /><Relationship Type="http://schemas.openxmlformats.org/officeDocument/2006/relationships/slide" Target="/ppt/slides/slide110.xml" Id="R3f2d4f85021245a0" /><Relationship Type="http://schemas.openxmlformats.org/officeDocument/2006/relationships/slide" Target="/ppt/slides/slide111.xml" Id="Rd84d76fdd5f843e4" /><Relationship Type="http://schemas.openxmlformats.org/officeDocument/2006/relationships/slide" Target="/ppt/slides/slide112.xml" Id="Re054ea8f4fd9408c" /><Relationship Type="http://schemas.openxmlformats.org/officeDocument/2006/relationships/slide" Target="/ppt/slides/slide113.xml" Id="Rca7a2bc0e4c743bd" /><Relationship Type="http://schemas.openxmlformats.org/officeDocument/2006/relationships/slide" Target="/ppt/slides/slide114.xml" Id="R374185853f3c426d" /><Relationship Type="http://schemas.openxmlformats.org/officeDocument/2006/relationships/slide" Target="/ppt/slides/slide115.xml" Id="Ra29c7518bbb34040" /><Relationship Type="http://schemas.openxmlformats.org/officeDocument/2006/relationships/slide" Target="/ppt/slides/slide116.xml" Id="R207aec023bd74667" /><Relationship Type="http://schemas.openxmlformats.org/officeDocument/2006/relationships/slide" Target="/ppt/slides/slide117.xml" Id="R188d2dfd743840c2" /><Relationship Type="http://schemas.openxmlformats.org/officeDocument/2006/relationships/slide" Target="/ppt/slides/slide118.xml" Id="Rdb078ed9c2dc41d8" /><Relationship Type="http://schemas.openxmlformats.org/officeDocument/2006/relationships/slide" Target="/ppt/slides/slide119.xml" Id="R2ac71c78c0764771" /><Relationship Type="http://schemas.openxmlformats.org/officeDocument/2006/relationships/slide" Target="/ppt/slides/slide120.xml" Id="R0422fbf40ea44afd" /><Relationship Type="http://schemas.openxmlformats.org/officeDocument/2006/relationships/slide" Target="/ppt/slides/slide121.xml" Id="Ra7f067c763074012" /><Relationship Type="http://schemas.openxmlformats.org/officeDocument/2006/relationships/slide" Target="/ppt/slides/slide122.xml" Id="Rcfa85e53d4cb4f83" /><Relationship Type="http://schemas.openxmlformats.org/officeDocument/2006/relationships/slide" Target="/ppt/slides/slide123.xml" Id="R77ecae05ed3d4729" /><Relationship Type="http://schemas.openxmlformats.org/officeDocument/2006/relationships/slide" Target="/ppt/slides/slide124.xml" Id="Rffca07d8030440cc" /><Relationship Type="http://schemas.openxmlformats.org/officeDocument/2006/relationships/slide" Target="/ppt/slides/slide125.xml" Id="R5e311cc7795c4992" /><Relationship Type="http://schemas.openxmlformats.org/officeDocument/2006/relationships/slide" Target="/ppt/slides/slide126.xml" Id="R297c8604fe374eea" /><Relationship Type="http://schemas.openxmlformats.org/officeDocument/2006/relationships/slide" Target="/ppt/slides/slide127.xml" Id="R82a5103627b342f3" /><Relationship Type="http://schemas.openxmlformats.org/officeDocument/2006/relationships/slide" Target="/ppt/slides/slide128.xml" Id="Rdfee9c34e8034c3e" /><Relationship Type="http://schemas.openxmlformats.org/officeDocument/2006/relationships/slide" Target="/ppt/slides/slide129.xml" Id="Rff21c5b03f6742b2" /><Relationship Type="http://schemas.openxmlformats.org/officeDocument/2006/relationships/slide" Target="/ppt/slides/slide130.xml" Id="R2783893524664427" /><Relationship Type="http://schemas.openxmlformats.org/officeDocument/2006/relationships/slide" Target="/ppt/slides/slide131.xml" Id="R9b7447bdd0ba434e" /><Relationship Type="http://schemas.openxmlformats.org/officeDocument/2006/relationships/slide" Target="/ppt/slides/slide132.xml" Id="R8363ffd87b734599" /><Relationship Type="http://schemas.openxmlformats.org/officeDocument/2006/relationships/slide" Target="/ppt/slides/slide133.xml" Id="Rbe23740bba484358" /><Relationship Type="http://schemas.openxmlformats.org/officeDocument/2006/relationships/slide" Target="/ppt/slides/slide134.xml" Id="R29cda3d71c304e1d" /><Relationship Type="http://schemas.openxmlformats.org/officeDocument/2006/relationships/slide" Target="/ppt/slides/slide135.xml" Id="Rce71a357bbf44976" /><Relationship Type="http://schemas.openxmlformats.org/officeDocument/2006/relationships/slide" Target="/ppt/slides/slide136.xml" Id="Re9a28a7f49d64202" /><Relationship Type="http://schemas.openxmlformats.org/officeDocument/2006/relationships/slide" Target="/ppt/slides/slide137.xml" Id="Rc1562746b8574e76" /><Relationship Type="http://schemas.openxmlformats.org/officeDocument/2006/relationships/slide" Target="/ppt/slides/slide138.xml" Id="Re02b8bb9cca94d3c" /><Relationship Type="http://schemas.openxmlformats.org/officeDocument/2006/relationships/slide" Target="/ppt/slides/slide139.xml" Id="Rafd4c4a424114feb" /><Relationship Type="http://schemas.openxmlformats.org/officeDocument/2006/relationships/slide" Target="/ppt/slides/slide140.xml" Id="R51b8a037bdd54af5" /><Relationship Type="http://schemas.openxmlformats.org/officeDocument/2006/relationships/slide" Target="/ppt/slides/slide141.xml" Id="R78cf5440e62a48f6" /><Relationship Type="http://schemas.openxmlformats.org/officeDocument/2006/relationships/slide" Target="/ppt/slides/slide142.xml" Id="R60ece3ab59574299" /><Relationship Type="http://schemas.openxmlformats.org/officeDocument/2006/relationships/slide" Target="/ppt/slides/slide143.xml" Id="R7fc1d0a8b9d84caa" /><Relationship Type="http://schemas.openxmlformats.org/officeDocument/2006/relationships/slide" Target="/ppt/slides/slide144.xml" Id="Rda019ee5e48e4af8" /><Relationship Type="http://schemas.openxmlformats.org/officeDocument/2006/relationships/slide" Target="/ppt/slides/slide145.xml" Id="Rc76240be070b4306" /><Relationship Type="http://schemas.openxmlformats.org/officeDocument/2006/relationships/slide" Target="/ppt/slides/slide146.xml" Id="R698dbc90b912447c" /><Relationship Type="http://schemas.openxmlformats.org/officeDocument/2006/relationships/slide" Target="/ppt/slides/slide147.xml" Id="Rfc60aff7fce94a13" /><Relationship Type="http://schemas.openxmlformats.org/officeDocument/2006/relationships/slide" Target="/ppt/slides/slide148.xml" Id="R1ecc73c01fa44018" /><Relationship Type="http://schemas.openxmlformats.org/officeDocument/2006/relationships/slide" Target="/ppt/slides/slide149.xml" Id="Rf1cdfa9e27e048d2" /><Relationship Type="http://schemas.openxmlformats.org/officeDocument/2006/relationships/slide" Target="/ppt/slides/slide150.xml" Id="Raf8fc1e2648442df" /><Relationship Type="http://schemas.openxmlformats.org/officeDocument/2006/relationships/slide" Target="/ppt/slides/slide151.xml" Id="Rc5b59d56123246fa" /><Relationship Type="http://schemas.openxmlformats.org/officeDocument/2006/relationships/slide" Target="/ppt/slides/slide152.xml" Id="R9811b09b624d417c" /><Relationship Type="http://schemas.openxmlformats.org/officeDocument/2006/relationships/slide" Target="/ppt/slides/slide153.xml" Id="Ra4e9e1c174e747e1" /><Relationship Type="http://schemas.openxmlformats.org/officeDocument/2006/relationships/slide" Target="/ppt/slides/slide154.xml" Id="Rd1a28bde62b74825" /><Relationship Type="http://schemas.openxmlformats.org/officeDocument/2006/relationships/slide" Target="/ppt/slides/slide155.xml" Id="Ra3645b638de54b03" /><Relationship Type="http://schemas.openxmlformats.org/officeDocument/2006/relationships/slide" Target="/ppt/slides/slide156.xml" Id="Rce606d44d4444b86" /><Relationship Type="http://schemas.openxmlformats.org/officeDocument/2006/relationships/slide" Target="/ppt/slides/slide157.xml" Id="R22c830a46bf8478b" /><Relationship Type="http://schemas.openxmlformats.org/officeDocument/2006/relationships/slide" Target="/ppt/slides/slide158.xml" Id="Rb60de70635114119" /><Relationship Type="http://schemas.openxmlformats.org/officeDocument/2006/relationships/slide" Target="/ppt/slides/slide159.xml" Id="Rc786c56b7ab64ab2" /><Relationship Type="http://schemas.openxmlformats.org/officeDocument/2006/relationships/slide" Target="/ppt/slides/slide160.xml" Id="Ra197393c4d924313" /><Relationship Type="http://schemas.openxmlformats.org/officeDocument/2006/relationships/slide" Target="/ppt/slides/slide161.xml" Id="R3aebe8ae00904f43" /><Relationship Type="http://schemas.openxmlformats.org/officeDocument/2006/relationships/slide" Target="/ppt/slides/slide162.xml" Id="R32669db4d84f4e45" /><Relationship Type="http://schemas.openxmlformats.org/officeDocument/2006/relationships/slide" Target="/ppt/slides/slide163.xml" Id="R2e4209f2c09a4401" /><Relationship Type="http://schemas.openxmlformats.org/officeDocument/2006/relationships/slide" Target="/ppt/slides/slide164.xml" Id="Rad66b22128194e02" /><Relationship Type="http://schemas.openxmlformats.org/officeDocument/2006/relationships/slide" Target="/ppt/slides/slide165.xml" Id="Rab6c9a5da21b4f8b" /><Relationship Type="http://schemas.openxmlformats.org/officeDocument/2006/relationships/slide" Target="/ppt/slides/slide166.xml" Id="R05c2a71e89e44c11" /><Relationship Type="http://schemas.openxmlformats.org/officeDocument/2006/relationships/slide" Target="/ppt/slides/slide167.xml" Id="R5c391f51384f46b0" /><Relationship Type="http://schemas.openxmlformats.org/officeDocument/2006/relationships/slide" Target="/ppt/slides/slide168.xml" Id="Rd387110da29c46cd" /><Relationship Type="http://schemas.openxmlformats.org/officeDocument/2006/relationships/slide" Target="/ppt/slides/slide169.xml" Id="R6eab425abbef45a9" /><Relationship Type="http://schemas.openxmlformats.org/officeDocument/2006/relationships/slide" Target="/ppt/slides/slide170.xml" Id="R5be99c1eb5494b2d" /><Relationship Type="http://schemas.openxmlformats.org/officeDocument/2006/relationships/slide" Target="/ppt/slides/slide171.xml" Id="R7ddb0170971b4fd5" /><Relationship Type="http://schemas.openxmlformats.org/officeDocument/2006/relationships/slide" Target="/ppt/slides/slide172.xml" Id="R88bf595258474767" /><Relationship Type="http://schemas.openxmlformats.org/officeDocument/2006/relationships/slide" Target="/ppt/slides/slide173.xml" Id="Rd02e02bce45241f9" /><Relationship Type="http://schemas.openxmlformats.org/officeDocument/2006/relationships/slide" Target="/ppt/slides/slide174.xml" Id="R34428f7be4ef4624" /><Relationship Type="http://schemas.openxmlformats.org/officeDocument/2006/relationships/slide" Target="/ppt/slides/slide175.xml" Id="Ref50b80e90c042d3" /><Relationship Type="http://schemas.openxmlformats.org/officeDocument/2006/relationships/slide" Target="/ppt/slides/slide176.xml" Id="R272acf16883f4acd" /><Relationship Type="http://schemas.openxmlformats.org/officeDocument/2006/relationships/slide" Target="/ppt/slides/slide177.xml" Id="R2d3f3121db554d96" /><Relationship Type="http://schemas.openxmlformats.org/officeDocument/2006/relationships/slide" Target="/ppt/slides/slide178.xml" Id="R719368565fa74733" /><Relationship Type="http://schemas.openxmlformats.org/officeDocument/2006/relationships/slide" Target="/ppt/slides/slide179.xml" Id="Rcba37e39567f48a6" /><Relationship Type="http://schemas.openxmlformats.org/officeDocument/2006/relationships/slide" Target="/ppt/slides/slide180.xml" Id="Re25fb1066f024a53" /><Relationship Type="http://schemas.openxmlformats.org/officeDocument/2006/relationships/slide" Target="/ppt/slides/slide181.xml" Id="R056673bd9b98445a" /><Relationship Type="http://schemas.openxmlformats.org/officeDocument/2006/relationships/slide" Target="/ppt/slides/slide182.xml" Id="R0d85346245c845f6" /><Relationship Type="http://schemas.openxmlformats.org/officeDocument/2006/relationships/slide" Target="/ppt/slides/slide183.xml" Id="R05ab09d350ba4cd1" /><Relationship Type="http://schemas.openxmlformats.org/officeDocument/2006/relationships/slide" Target="/ppt/slides/slide184.xml" Id="Rf5002c1182f14615" /><Relationship Type="http://schemas.openxmlformats.org/officeDocument/2006/relationships/slide" Target="/ppt/slides/slide185.xml" Id="R72b8a126d0f94c4f" /><Relationship Type="http://schemas.openxmlformats.org/officeDocument/2006/relationships/slide" Target="/ppt/slides/slide186.xml" Id="Rf8afdfd6e30841dc" /><Relationship Type="http://schemas.openxmlformats.org/officeDocument/2006/relationships/slide" Target="/ppt/slides/slide187.xml" Id="R44867f16d7844e14" /><Relationship Type="http://schemas.openxmlformats.org/officeDocument/2006/relationships/slide" Target="/ppt/slides/slide188.xml" Id="R728614f595fe47fe" /><Relationship Type="http://schemas.openxmlformats.org/officeDocument/2006/relationships/slide" Target="/ppt/slides/slide189.xml" Id="R8a2e73136d174152" /><Relationship Type="http://schemas.openxmlformats.org/officeDocument/2006/relationships/slide" Target="/ppt/slides/slide190.xml" Id="R7e7dabc1184f40a3" /><Relationship Type="http://schemas.openxmlformats.org/officeDocument/2006/relationships/slide" Target="/ppt/slides/slide191.xml" Id="Rd09875b770984fd6" /><Relationship Type="http://schemas.openxmlformats.org/officeDocument/2006/relationships/slide" Target="/ppt/slides/slide192.xml" Id="R3a5c6ccbace34ed7" /><Relationship Type="http://schemas.openxmlformats.org/officeDocument/2006/relationships/slide" Target="/ppt/slides/slide193.xml" Id="R3de6ade0150c4f6f" /><Relationship Type="http://schemas.openxmlformats.org/officeDocument/2006/relationships/slide" Target="/ppt/slides/slide194.xml" Id="R49c31f5970594d08" /><Relationship Type="http://schemas.openxmlformats.org/officeDocument/2006/relationships/slide" Target="/ppt/slides/slide195.xml" Id="Rb36430496b5a4319" /><Relationship Type="http://schemas.openxmlformats.org/officeDocument/2006/relationships/slide" Target="/ppt/slides/slide196.xml" Id="Rb957f36d24314bd8" /><Relationship Type="http://schemas.openxmlformats.org/officeDocument/2006/relationships/slide" Target="/ppt/slides/slide197.xml" Id="Rfec2ac84635a46dc" /><Relationship Type="http://schemas.openxmlformats.org/officeDocument/2006/relationships/slide" Target="/ppt/slides/slide198.xml" Id="R70f4b0721fda4710" /><Relationship Type="http://schemas.openxmlformats.org/officeDocument/2006/relationships/slide" Target="/ppt/slides/slide199.xml" Id="R118660e5147c4248" /><Relationship Type="http://schemas.openxmlformats.org/officeDocument/2006/relationships/slide" Target="/ppt/slides/slide200.xml" Id="R5092b14677b54587" /><Relationship Type="http://schemas.openxmlformats.org/officeDocument/2006/relationships/slide" Target="/ppt/slides/slide201.xml" Id="R047dd1d075eb404d" /><Relationship Type="http://schemas.openxmlformats.org/officeDocument/2006/relationships/slide" Target="/ppt/slides/slide202.xml" Id="R621b629d652c4d5e" /><Relationship Type="http://schemas.openxmlformats.org/officeDocument/2006/relationships/slide" Target="/ppt/slides/slide203.xml" Id="R7a78a025ea5f4480" /><Relationship Type="http://schemas.openxmlformats.org/officeDocument/2006/relationships/slide" Target="/ppt/slides/slide204.xml" Id="R92fad2ab5d0a4af8" /><Relationship Type="http://schemas.openxmlformats.org/officeDocument/2006/relationships/slide" Target="/ppt/slides/slide205.xml" Id="Rb713270893c1406e" /><Relationship Type="http://schemas.openxmlformats.org/officeDocument/2006/relationships/slide" Target="/ppt/slides/slide206.xml" Id="R60acccc3c9d14d7a" /><Relationship Type="http://schemas.openxmlformats.org/officeDocument/2006/relationships/slide" Target="/ppt/slides/slide207.xml" Id="R7af0d0cb21ae4033" /><Relationship Type="http://schemas.openxmlformats.org/officeDocument/2006/relationships/slide" Target="/ppt/slides/slide208.xml" Id="R885f847043f247b9" /><Relationship Type="http://schemas.openxmlformats.org/officeDocument/2006/relationships/slide" Target="/ppt/slides/slide209.xml" Id="R15ddd27c16f54dd8" /><Relationship Type="http://schemas.openxmlformats.org/officeDocument/2006/relationships/slide" Target="/ppt/slides/slide210.xml" Id="R6b637e89335d4938" /><Relationship Type="http://schemas.openxmlformats.org/officeDocument/2006/relationships/slide" Target="/ppt/slides/slide211.xml" Id="R5d8cf860ba584896" /><Relationship Type="http://schemas.openxmlformats.org/officeDocument/2006/relationships/slide" Target="/ppt/slides/slide212.xml" Id="R27a54bc65ef64a46" /><Relationship Type="http://schemas.openxmlformats.org/officeDocument/2006/relationships/slide" Target="/ppt/slides/slide213.xml" Id="R1dd6cc2b85df487e" /><Relationship Type="http://schemas.openxmlformats.org/officeDocument/2006/relationships/slide" Target="/ppt/slides/slide214.xml" Id="R4e2c7320dc134431" /><Relationship Type="http://schemas.openxmlformats.org/officeDocument/2006/relationships/slide" Target="/ppt/slides/slide215.xml" Id="R51f54faffd394137" /><Relationship Type="http://schemas.openxmlformats.org/officeDocument/2006/relationships/slide" Target="/ppt/slides/slide216.xml" Id="Ra787969a2cf84fdc" /><Relationship Type="http://schemas.openxmlformats.org/officeDocument/2006/relationships/slide" Target="/ppt/slides/slide217.xml" Id="R3efa0d7cccd44213" /><Relationship Type="http://schemas.openxmlformats.org/officeDocument/2006/relationships/slide" Target="/ppt/slides/slide218.xml" Id="R62f5a5d73b90416d" /><Relationship Type="http://schemas.openxmlformats.org/officeDocument/2006/relationships/slide" Target="/ppt/slides/slide219.xml" Id="Rb35b165745404710" /><Relationship Type="http://schemas.openxmlformats.org/officeDocument/2006/relationships/slide" Target="/ppt/slides/slide220.xml" Id="R9de1551af31c4cdc" /><Relationship Type="http://schemas.openxmlformats.org/officeDocument/2006/relationships/slide" Target="/ppt/slides/slide221.xml" Id="R8b311b7ec71d49a8" /><Relationship Type="http://schemas.openxmlformats.org/officeDocument/2006/relationships/slide" Target="/ppt/slides/slide222.xml" Id="Rc5aa9ed2700248d1" /><Relationship Type="http://schemas.openxmlformats.org/officeDocument/2006/relationships/slide" Target="/ppt/slides/slide223.xml" Id="R2a8d7aeeb533400c" /><Relationship Type="http://schemas.openxmlformats.org/officeDocument/2006/relationships/slide" Target="/ppt/slides/slide224.xml" Id="R90ee3a85473347d6" /><Relationship Type="http://schemas.openxmlformats.org/officeDocument/2006/relationships/slide" Target="/ppt/slides/slide225.xml" Id="Raf3a44d6f93e4292" /><Relationship Type="http://schemas.openxmlformats.org/officeDocument/2006/relationships/slide" Target="/ppt/slides/slide226.xml" Id="R32dad86353f1403e" /><Relationship Type="http://schemas.openxmlformats.org/officeDocument/2006/relationships/slide" Target="/ppt/slides/slide227.xml" Id="R1ddb20ff870a49e9" /><Relationship Type="http://schemas.openxmlformats.org/officeDocument/2006/relationships/slide" Target="/ppt/slides/slide228.xml" Id="R15f77d9ba2cc46d5" /><Relationship Type="http://schemas.openxmlformats.org/officeDocument/2006/relationships/slide" Target="/ppt/slides/slide229.xml" Id="Re2e1dd514c454f54" /><Relationship Type="http://schemas.openxmlformats.org/officeDocument/2006/relationships/slide" Target="/ppt/slides/slide230.xml" Id="R8bf92a0dc24e411c" /><Relationship Type="http://schemas.openxmlformats.org/officeDocument/2006/relationships/slide" Target="/ppt/slides/slide231.xml" Id="R3fd1f92ed775474c" /><Relationship Type="http://schemas.openxmlformats.org/officeDocument/2006/relationships/slide" Target="/ppt/slides/slide232.xml" Id="Re25b5f14b9124fb7" /><Relationship Type="http://schemas.openxmlformats.org/officeDocument/2006/relationships/slide" Target="/ppt/slides/slide233.xml" Id="R702892f7c74d4d74" /><Relationship Type="http://schemas.openxmlformats.org/officeDocument/2006/relationships/slide" Target="/ppt/slides/slide234.xml" Id="R8fcfa36efc704373" /><Relationship Type="http://schemas.openxmlformats.org/officeDocument/2006/relationships/slide" Target="/ppt/slides/slide235.xml" Id="R3c80d4ff66084f36" /><Relationship Type="http://schemas.openxmlformats.org/officeDocument/2006/relationships/slide" Target="/ppt/slides/slide236.xml" Id="R0fc0e4cfbf3f4f70" /><Relationship Type="http://schemas.openxmlformats.org/officeDocument/2006/relationships/slide" Target="/ppt/slides/slide237.xml" Id="R07dc8d234eed4560" /><Relationship Type="http://schemas.openxmlformats.org/officeDocument/2006/relationships/slide" Target="/ppt/slides/slide238.xml" Id="R07c47fda5e5e4f70" /><Relationship Type="http://schemas.openxmlformats.org/officeDocument/2006/relationships/slide" Target="/ppt/slides/slide239.xml" Id="Rd6da3fdc7c904d08" /><Relationship Type="http://schemas.openxmlformats.org/officeDocument/2006/relationships/slide" Target="/ppt/slides/slide240.xml" Id="Rea9311ba38f14bad" /><Relationship Type="http://schemas.openxmlformats.org/officeDocument/2006/relationships/slide" Target="/ppt/slides/slide241.xml" Id="R23ab4df3a8d44922" /><Relationship Type="http://schemas.openxmlformats.org/officeDocument/2006/relationships/slide" Target="/ppt/slides/slide242.xml" Id="Re4602d4b7293401a" /><Relationship Type="http://schemas.openxmlformats.org/officeDocument/2006/relationships/slide" Target="/ppt/slides/slide243.xml" Id="Rd7f6cdb3f0264532" /><Relationship Type="http://schemas.openxmlformats.org/officeDocument/2006/relationships/slide" Target="/ppt/slides/slide244.xml" Id="R97fe39a99e824fa6" /><Relationship Type="http://schemas.openxmlformats.org/officeDocument/2006/relationships/slide" Target="/ppt/slides/slide245.xml" Id="R2988c14013794b28" /><Relationship Type="http://schemas.openxmlformats.org/officeDocument/2006/relationships/slide" Target="/ppt/slides/slide246.xml" Id="R7cd27f700d804cac" /><Relationship Type="http://schemas.openxmlformats.org/officeDocument/2006/relationships/slide" Target="/ppt/slides/slide247.xml" Id="R9994ddae6f1a4bbf" /><Relationship Type="http://schemas.openxmlformats.org/officeDocument/2006/relationships/slide" Target="/ppt/slides/slide248.xml" Id="Rcfc8c4d2d1c048d1" /><Relationship Type="http://schemas.openxmlformats.org/officeDocument/2006/relationships/slide" Target="/ppt/slides/slide249.xml" Id="R7e83d3881cc84c91" /><Relationship Type="http://schemas.openxmlformats.org/officeDocument/2006/relationships/slide" Target="/ppt/slides/slide250.xml" Id="Re50ab933125c406d" /><Relationship Type="http://schemas.openxmlformats.org/officeDocument/2006/relationships/slide" Target="/ppt/slides/slide251.xml" Id="R54350c28abae4376" /><Relationship Type="http://schemas.openxmlformats.org/officeDocument/2006/relationships/slide" Target="/ppt/slides/slide252.xml" Id="R2cd3df4837474f58" /><Relationship Type="http://schemas.openxmlformats.org/officeDocument/2006/relationships/slide" Target="/ppt/slides/slide253.xml" Id="R61c2ca4e51384fb3" /><Relationship Type="http://schemas.openxmlformats.org/officeDocument/2006/relationships/slide" Target="/ppt/slides/slide254.xml" Id="Rfead3b382e254d61" /><Relationship Type="http://schemas.openxmlformats.org/officeDocument/2006/relationships/slide" Target="/ppt/slides/slide255.xml" Id="R40e12995bf2443ba" /><Relationship Type="http://schemas.openxmlformats.org/officeDocument/2006/relationships/slide" Target="/ppt/slides/slide256.xml" Id="R3b07dc9793a04589" /><Relationship Type="http://schemas.openxmlformats.org/officeDocument/2006/relationships/slide" Target="/ppt/slides/slide257.xml" Id="Rf4c0c42344dd46df" /><Relationship Type="http://schemas.openxmlformats.org/officeDocument/2006/relationships/slide" Target="/ppt/slides/slide258.xml" Id="R81ff1cf2e6ae41c8" /><Relationship Type="http://schemas.openxmlformats.org/officeDocument/2006/relationships/slide" Target="/ppt/slides/slide259.xml" Id="R8d17fa1dc6694ef7" /><Relationship Type="http://schemas.openxmlformats.org/officeDocument/2006/relationships/slide" Target="/ppt/slides/slide260.xml" Id="Rbb21b304c88e4f20" /><Relationship Type="http://schemas.openxmlformats.org/officeDocument/2006/relationships/slide" Target="/ppt/slides/slide261.xml" Id="Rec3c43a7c51b4c70" /><Relationship Type="http://schemas.openxmlformats.org/officeDocument/2006/relationships/slide" Target="/ppt/slides/slide262.xml" Id="R61ad613f67344dc4" /><Relationship Type="http://schemas.openxmlformats.org/officeDocument/2006/relationships/slide" Target="/ppt/slides/slide263.xml" Id="Rd17362c08467414c" /><Relationship Type="http://schemas.openxmlformats.org/officeDocument/2006/relationships/slide" Target="/ppt/slides/slide264.xml" Id="Re89c2a082e5447c6" /><Relationship Type="http://schemas.openxmlformats.org/officeDocument/2006/relationships/slide" Target="/ppt/slides/slide265.xml" Id="Rfe3bdcd8e164422f" /><Relationship Type="http://schemas.openxmlformats.org/officeDocument/2006/relationships/slide" Target="/ppt/slides/slide266.xml" Id="R577ea6c65e1d4740" /><Relationship Type="http://schemas.openxmlformats.org/officeDocument/2006/relationships/slide" Target="/ppt/slides/slide267.xml" Id="R5e6ae486f206464d" /><Relationship Type="http://schemas.openxmlformats.org/officeDocument/2006/relationships/slide" Target="/ppt/slides/slide268.xml" Id="Rdc6849287b054792" /><Relationship Type="http://schemas.openxmlformats.org/officeDocument/2006/relationships/slide" Target="/ppt/slides/slide269.xml" Id="R24df3ae7b67b45b3" /><Relationship Type="http://schemas.openxmlformats.org/officeDocument/2006/relationships/slide" Target="/ppt/slides/slide270.xml" Id="Ra4b5617e92ec4d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a6c0af14a04a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c278b86a014e52" /><Relationship Type="http://schemas.openxmlformats.org/officeDocument/2006/relationships/notesMaster" Target="/ppt/notesMasters/notesMaster1.xml" Id="Rcaf741aa34874c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760d1d4c734d8f" /><Relationship Type="http://schemas.openxmlformats.org/officeDocument/2006/relationships/notesMaster" Target="/ppt/notesMasters/notesMaster1.xml" Id="Rd9c89d95583c44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86927d573e4908" /><Relationship Type="http://schemas.openxmlformats.org/officeDocument/2006/relationships/notesMaster" Target="/ppt/notesMasters/notesMaster1.xml" Id="R72dec85bd4bf4e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ea02c6895c425a" /><Relationship Type="http://schemas.openxmlformats.org/officeDocument/2006/relationships/notesMaster" Target="/ppt/notesMasters/notesMaster1.xml" Id="Rc04d2083e3e247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9e60ea108842cb" /><Relationship Type="http://schemas.openxmlformats.org/officeDocument/2006/relationships/notesMaster" Target="/ppt/notesMasters/notesMaster1.xml" Id="Rb8e763683f3249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52a80c3ba549de" /><Relationship Type="http://schemas.openxmlformats.org/officeDocument/2006/relationships/notesMaster" Target="/ppt/notesMasters/notesMaster1.xml" Id="R89a3a1d0dda344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56ebb68a5c453a" /><Relationship Type="http://schemas.openxmlformats.org/officeDocument/2006/relationships/notesMaster" Target="/ppt/notesMasters/notesMaster1.xml" Id="R848ed979467744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f7ccc2a6af4682" /><Relationship Type="http://schemas.openxmlformats.org/officeDocument/2006/relationships/notesMaster" Target="/ppt/notesMasters/notesMaster1.xml" Id="Rf1a27a6151f14f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58dad89d1d4337" /><Relationship Type="http://schemas.openxmlformats.org/officeDocument/2006/relationships/notesMaster" Target="/ppt/notesMasters/notesMaster1.xml" Id="R1fe1af87c2af49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86d427d2b647a2" /><Relationship Type="http://schemas.openxmlformats.org/officeDocument/2006/relationships/notesMaster" Target="/ppt/notesMasters/notesMaster1.xml" Id="R95ded633e9e84d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71fa0389854368" /><Relationship Type="http://schemas.openxmlformats.org/officeDocument/2006/relationships/notesMaster" Target="/ppt/notesMasters/notesMaster1.xml" Id="R4f2db775d26b4a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45ed70b4d24895" /><Relationship Type="http://schemas.openxmlformats.org/officeDocument/2006/relationships/notesMaster" Target="/ppt/notesMasters/notesMaster1.xml" Id="R464420d47deb43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36b856ec364f53" /><Relationship Type="http://schemas.openxmlformats.org/officeDocument/2006/relationships/notesMaster" Target="/ppt/notesMasters/notesMaster1.xml" Id="R596fd8d4abf14d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781cd4d3a74c0c" /><Relationship Type="http://schemas.openxmlformats.org/officeDocument/2006/relationships/notesMaster" Target="/ppt/notesMasters/notesMaster1.xml" Id="R37208aadc1a84e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30743e898b40af" /><Relationship Type="http://schemas.openxmlformats.org/officeDocument/2006/relationships/notesMaster" Target="/ppt/notesMasters/notesMaster1.xml" Id="R661bbf463cd44ba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6a20a8a6964415" /><Relationship Type="http://schemas.openxmlformats.org/officeDocument/2006/relationships/notesMaster" Target="/ppt/notesMasters/notesMaster1.xml" Id="R25655f90ddc548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6f5dd556b6746ce" /><Relationship Type="http://schemas.openxmlformats.org/officeDocument/2006/relationships/notesMaster" Target="/ppt/notesMasters/notesMaster1.xml" Id="Rbc840a22496a4b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47da2586ddb4cb3" /><Relationship Type="http://schemas.openxmlformats.org/officeDocument/2006/relationships/notesMaster" Target="/ppt/notesMasters/notesMaster1.xml" Id="Rb03e4d17fc5a4a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41efceda3cf4ec3" /><Relationship Type="http://schemas.openxmlformats.org/officeDocument/2006/relationships/notesMaster" Target="/ppt/notesMasters/notesMaster1.xml" Id="Rcb4b6cba9c964c9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e21ea2acdb642ee" /><Relationship Type="http://schemas.openxmlformats.org/officeDocument/2006/relationships/notesMaster" Target="/ppt/notesMasters/notesMaster1.xml" Id="Rf553bb9d48ca4c9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a2c069e7eba4a40" /><Relationship Type="http://schemas.openxmlformats.org/officeDocument/2006/relationships/notesMaster" Target="/ppt/notesMasters/notesMaster1.xml" Id="R4a7e53937b7a4b9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27c3379922f4d8d" /><Relationship Type="http://schemas.openxmlformats.org/officeDocument/2006/relationships/notesMaster" Target="/ppt/notesMasters/notesMaster1.xml" Id="Rc43ef8cf649e4b3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00d52d8d73f4520" /><Relationship Type="http://schemas.openxmlformats.org/officeDocument/2006/relationships/notesMaster" Target="/ppt/notesMasters/notesMaster1.xml" Id="R8ffbedffe479411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be5defa48ba4160" /><Relationship Type="http://schemas.openxmlformats.org/officeDocument/2006/relationships/notesMaster" Target="/ppt/notesMasters/notesMaster1.xml" Id="Rb528b6046f5c462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90155997dc740e5" /><Relationship Type="http://schemas.openxmlformats.org/officeDocument/2006/relationships/notesMaster" Target="/ppt/notesMasters/notesMaster1.xml" Id="Raa081aefa65d488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9fe877b2012466f" /><Relationship Type="http://schemas.openxmlformats.org/officeDocument/2006/relationships/notesMaster" Target="/ppt/notesMasters/notesMaster1.xml" Id="Re4c56c7f2f774f5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6b61b2607084db9" /><Relationship Type="http://schemas.openxmlformats.org/officeDocument/2006/relationships/notesMaster" Target="/ppt/notesMasters/notesMaster1.xml" Id="R52b7cae51228458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0db6f04c73143fa" /><Relationship Type="http://schemas.openxmlformats.org/officeDocument/2006/relationships/notesMaster" Target="/ppt/notesMasters/notesMaster1.xml" Id="R7eaa6742dd0542b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093214e27de45f8" /><Relationship Type="http://schemas.openxmlformats.org/officeDocument/2006/relationships/notesMaster" Target="/ppt/notesMasters/notesMaster1.xml" Id="R3321d59dd0d840a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d21f06529fa4e15" /><Relationship Type="http://schemas.openxmlformats.org/officeDocument/2006/relationships/notesMaster" Target="/ppt/notesMasters/notesMaster1.xml" Id="R95e33147d5bc4ea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3f7885bc2c4412e" /><Relationship Type="http://schemas.openxmlformats.org/officeDocument/2006/relationships/notesMaster" Target="/ppt/notesMasters/notesMaster1.xml" Id="Rdbdd09d4f54746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d3a3b04cd934282" /><Relationship Type="http://schemas.openxmlformats.org/officeDocument/2006/relationships/notesMaster" Target="/ppt/notesMasters/notesMaster1.xml" Id="R740b0c751ad1425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84a45ac52ad474e" /><Relationship Type="http://schemas.openxmlformats.org/officeDocument/2006/relationships/notesMaster" Target="/ppt/notesMasters/notesMaster1.xml" Id="R45a5cfe5bd6047a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c96a655ee704b00" /><Relationship Type="http://schemas.openxmlformats.org/officeDocument/2006/relationships/notesMaster" Target="/ppt/notesMasters/notesMaster1.xml" Id="R2a3ea2133ff94b5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cdb8203a4d842e5" /><Relationship Type="http://schemas.openxmlformats.org/officeDocument/2006/relationships/notesMaster" Target="/ppt/notesMasters/notesMaster1.xml" Id="Rca2790a5562740b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895311069734cfe" /><Relationship Type="http://schemas.openxmlformats.org/officeDocument/2006/relationships/notesMaster" Target="/ppt/notesMasters/notesMaster1.xml" Id="R257de848f2344d3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844d204aaa34ff1" /><Relationship Type="http://schemas.openxmlformats.org/officeDocument/2006/relationships/notesMaster" Target="/ppt/notesMasters/notesMaster1.xml" Id="Rb642cabd171d4a2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faca0e551144dd1" /><Relationship Type="http://schemas.openxmlformats.org/officeDocument/2006/relationships/notesMaster" Target="/ppt/notesMasters/notesMaster1.xml" Id="Rddf5bc145d6140c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a24e08cdb8046e2" /><Relationship Type="http://schemas.openxmlformats.org/officeDocument/2006/relationships/notesMaster" Target="/ppt/notesMasters/notesMaster1.xml" Id="Rff6f6a3ab754447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959875c516c40d3" /><Relationship Type="http://schemas.openxmlformats.org/officeDocument/2006/relationships/notesMaster" Target="/ppt/notesMasters/notesMaster1.xml" Id="Rf67a7cc99bf24c7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0bd407fa5fa40e3" /><Relationship Type="http://schemas.openxmlformats.org/officeDocument/2006/relationships/notesMaster" Target="/ppt/notesMasters/notesMaster1.xml" Id="R51d553105c4d4c4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e01e0df01724934" /><Relationship Type="http://schemas.openxmlformats.org/officeDocument/2006/relationships/notesMaster" Target="/ppt/notesMasters/notesMaster1.xml" Id="R75472ee8bd554cc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8631b874ac84868" /><Relationship Type="http://schemas.openxmlformats.org/officeDocument/2006/relationships/notesMaster" Target="/ppt/notesMasters/notesMaster1.xml" Id="Rf97c26fe58ef4f3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4dd383104924e27" /><Relationship Type="http://schemas.openxmlformats.org/officeDocument/2006/relationships/notesMaster" Target="/ppt/notesMasters/notesMaster1.xml" Id="Rf87c7e6306d1400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e6558d8af1a496f" /><Relationship Type="http://schemas.openxmlformats.org/officeDocument/2006/relationships/notesMaster" Target="/ppt/notesMasters/notesMaster1.xml" Id="Rb42cd284afdf4d3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d4517e970ec4f41" /><Relationship Type="http://schemas.openxmlformats.org/officeDocument/2006/relationships/notesMaster" Target="/ppt/notesMasters/notesMaster1.xml" Id="R495f5f7c7b2645a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d53c53b2ba047e3" /><Relationship Type="http://schemas.openxmlformats.org/officeDocument/2006/relationships/notesMaster" Target="/ppt/notesMasters/notesMaster1.xml" Id="Ra93625bc256d46c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273cd2050a44442" /><Relationship Type="http://schemas.openxmlformats.org/officeDocument/2006/relationships/notesMaster" Target="/ppt/notesMasters/notesMaster1.xml" Id="R313dd9998588464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7ba418d80844a0d" /><Relationship Type="http://schemas.openxmlformats.org/officeDocument/2006/relationships/notesMaster" Target="/ppt/notesMasters/notesMaster1.xml" Id="Rf7c59f85a96f4ca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8d0cf9c733149f2" /><Relationship Type="http://schemas.openxmlformats.org/officeDocument/2006/relationships/notesMaster" Target="/ppt/notesMasters/notesMaster1.xml" Id="R7a14b6aa79fe47c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a542b4c4a884f57" /><Relationship Type="http://schemas.openxmlformats.org/officeDocument/2006/relationships/notesMaster" Target="/ppt/notesMasters/notesMaster1.xml" Id="R3edf6508512345c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6508cd81dbf464b" /><Relationship Type="http://schemas.openxmlformats.org/officeDocument/2006/relationships/notesMaster" Target="/ppt/notesMasters/notesMaster1.xml" Id="R35f5c5d9de084059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d8402b213f1459f" /><Relationship Type="http://schemas.openxmlformats.org/officeDocument/2006/relationships/notesMaster" Target="/ppt/notesMasters/notesMaster1.xml" Id="R19132eec480b4c0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31896ad05714e90" /><Relationship Type="http://schemas.openxmlformats.org/officeDocument/2006/relationships/notesMaster" Target="/ppt/notesMasters/notesMaster1.xml" Id="R032791ae32714cd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c434f9827034d4c" /><Relationship Type="http://schemas.openxmlformats.org/officeDocument/2006/relationships/notesMaster" Target="/ppt/notesMasters/notesMaster1.xml" Id="Ra2ee21049ffd4a9f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436690c4858c4a93" /><Relationship Type="http://schemas.openxmlformats.org/officeDocument/2006/relationships/notesMaster" Target="/ppt/notesMasters/notesMaster1.xml" Id="Rb3aea0973d78400a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a0dc8cba65348cf" /><Relationship Type="http://schemas.openxmlformats.org/officeDocument/2006/relationships/notesMaster" Target="/ppt/notesMasters/notesMaster1.xml" Id="Raf8555e99df5466a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35338b3d9c2454b" /><Relationship Type="http://schemas.openxmlformats.org/officeDocument/2006/relationships/notesMaster" Target="/ppt/notesMasters/notesMaster1.xml" Id="R4335d7454f9846e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ef66fb70fc94eff" /><Relationship Type="http://schemas.openxmlformats.org/officeDocument/2006/relationships/notesMaster" Target="/ppt/notesMasters/notesMaster1.xml" Id="R34d11743e5804d01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4e5bd83d5d204ff3" /><Relationship Type="http://schemas.openxmlformats.org/officeDocument/2006/relationships/notesMaster" Target="/ppt/notesMasters/notesMaster1.xml" Id="Rb184b3f61fcf4a67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9a5eda85ffd41df" /><Relationship Type="http://schemas.openxmlformats.org/officeDocument/2006/relationships/notesMaster" Target="/ppt/notesMasters/notesMaster1.xml" Id="Re1f2ca79ecc74dd6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873ba2b0474a46a7" /><Relationship Type="http://schemas.openxmlformats.org/officeDocument/2006/relationships/notesMaster" Target="/ppt/notesMasters/notesMaster1.xml" Id="R5176b6d90ef74b23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e339db3548e4170" /><Relationship Type="http://schemas.openxmlformats.org/officeDocument/2006/relationships/notesMaster" Target="/ppt/notesMasters/notesMaster1.xml" Id="Rfafa75b151484d00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078bb64d4b543bc" /><Relationship Type="http://schemas.openxmlformats.org/officeDocument/2006/relationships/notesMaster" Target="/ppt/notesMasters/notesMaster1.xml" Id="Rf078c7fb88c44601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ae5376d794804ba3" /><Relationship Type="http://schemas.openxmlformats.org/officeDocument/2006/relationships/notesMaster" Target="/ppt/notesMasters/notesMaster1.xml" Id="R347baa82017f46f7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58f963506aa4384" /><Relationship Type="http://schemas.openxmlformats.org/officeDocument/2006/relationships/notesMaster" Target="/ppt/notesMasters/notesMaster1.xml" Id="Rc9f799d4d37647ca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7fbf32bb6f39453c" /><Relationship Type="http://schemas.openxmlformats.org/officeDocument/2006/relationships/notesMaster" Target="/ppt/notesMasters/notesMaster1.xml" Id="R1e27fec76c324db2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b402e93618a74fc2" /><Relationship Type="http://schemas.openxmlformats.org/officeDocument/2006/relationships/notesMaster" Target="/ppt/notesMasters/notesMaster1.xml" Id="Re78e12f65a7b4a7a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a14ac65f8d0649cd" /><Relationship Type="http://schemas.openxmlformats.org/officeDocument/2006/relationships/notesMaster" Target="/ppt/notesMasters/notesMaster1.xml" Id="R79f387da9b3240c5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d52c6bbe51a24eb6" /><Relationship Type="http://schemas.openxmlformats.org/officeDocument/2006/relationships/notesMaster" Target="/ppt/notesMasters/notesMaster1.xml" Id="Rac0494d3f3a44b76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1c34c7ac9850410c" /><Relationship Type="http://schemas.openxmlformats.org/officeDocument/2006/relationships/notesMaster" Target="/ppt/notesMasters/notesMaster1.xml" Id="R698378df04d34eef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444977a25ca94d87" /><Relationship Type="http://schemas.openxmlformats.org/officeDocument/2006/relationships/notesMaster" Target="/ppt/notesMasters/notesMaster1.xml" Id="R9e4ff05ce90a4453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f24366a62111459c" /><Relationship Type="http://schemas.openxmlformats.org/officeDocument/2006/relationships/notesMaster" Target="/ppt/notesMasters/notesMaster1.xml" Id="R4ff29654b327452a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644e947d66b644b3" /><Relationship Type="http://schemas.openxmlformats.org/officeDocument/2006/relationships/notesMaster" Target="/ppt/notesMasters/notesMaster1.xml" Id="R716e6bc1dd444fc4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8f7d1589e5fa4a99" /><Relationship Type="http://schemas.openxmlformats.org/officeDocument/2006/relationships/notesMaster" Target="/ppt/notesMasters/notesMaster1.xml" Id="R5c08b4417ebb40a8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409e55eb8e44ae9" /><Relationship Type="http://schemas.openxmlformats.org/officeDocument/2006/relationships/notesMaster" Target="/ppt/notesMasters/notesMaster1.xml" Id="Rcf32075a966e4fee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45197d1b6f7a43de" /><Relationship Type="http://schemas.openxmlformats.org/officeDocument/2006/relationships/notesMaster" Target="/ppt/notesMasters/notesMaster1.xml" Id="R62ebfbd36ecf4b75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cc0d825e5d6a4411" /><Relationship Type="http://schemas.openxmlformats.org/officeDocument/2006/relationships/notesMaster" Target="/ppt/notesMasters/notesMaster1.xml" Id="R700fa86912d74f65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fc94a4464020449c" /><Relationship Type="http://schemas.openxmlformats.org/officeDocument/2006/relationships/notesMaster" Target="/ppt/notesMasters/notesMaster1.xml" Id="R920989d8e0b84a02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85bb5077593e4ab7" /><Relationship Type="http://schemas.openxmlformats.org/officeDocument/2006/relationships/notesMaster" Target="/ppt/notesMasters/notesMaster1.xml" Id="Rf0ea737e93334691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5fafb0b669744fa0" /><Relationship Type="http://schemas.openxmlformats.org/officeDocument/2006/relationships/notesMaster" Target="/ppt/notesMasters/notesMaster1.xml" Id="Rd8a5527d7fa444cf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58b38c0844b0405d" /><Relationship Type="http://schemas.openxmlformats.org/officeDocument/2006/relationships/notesMaster" Target="/ppt/notesMasters/notesMaster1.xml" Id="R8bb44998aad54abe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2d3fee4cf7474c86" /><Relationship Type="http://schemas.openxmlformats.org/officeDocument/2006/relationships/notesMaster" Target="/ppt/notesMasters/notesMaster1.xml" Id="R47808079bcbd44b1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f5cdd7c71d9c4a20" /><Relationship Type="http://schemas.openxmlformats.org/officeDocument/2006/relationships/notesMaster" Target="/ppt/notesMasters/notesMaster1.xml" Id="Rf1189154bb504479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a3201d6ed641469c" /><Relationship Type="http://schemas.openxmlformats.org/officeDocument/2006/relationships/notesMaster" Target="/ppt/notesMasters/notesMaster1.xml" Id="R2dc1e4087a5f4f9b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4507ac241f4446c3" /><Relationship Type="http://schemas.openxmlformats.org/officeDocument/2006/relationships/notesMaster" Target="/ppt/notesMasters/notesMaster1.xml" Id="Rb629dae7738640e4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b26189054d3e4b7d" /><Relationship Type="http://schemas.openxmlformats.org/officeDocument/2006/relationships/notesMaster" Target="/ppt/notesMasters/notesMaster1.xml" Id="R3beef1384b9e4a1f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4a41d66048854b54" /><Relationship Type="http://schemas.openxmlformats.org/officeDocument/2006/relationships/notesMaster" Target="/ppt/notesMasters/notesMaster1.xml" Id="R52dfaf4fc0c9429b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4e1a9d31f1bc4251" /><Relationship Type="http://schemas.openxmlformats.org/officeDocument/2006/relationships/notesMaster" Target="/ppt/notesMasters/notesMaster1.xml" Id="Rf1e7454ee0b34972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c7b8445bd53c4bec" /><Relationship Type="http://schemas.openxmlformats.org/officeDocument/2006/relationships/notesMaster" Target="/ppt/notesMasters/notesMaster1.xml" Id="R3ff3782ed8c54874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e6a67f8ad0284064" /><Relationship Type="http://schemas.openxmlformats.org/officeDocument/2006/relationships/notesMaster" Target="/ppt/notesMasters/notesMaster1.xml" Id="R1a3cc68b55454abb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d3276acec3834201" /><Relationship Type="http://schemas.openxmlformats.org/officeDocument/2006/relationships/notesMaster" Target="/ppt/notesMasters/notesMaster1.xml" Id="R141679fffba1480d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7fc75942178c4183" /><Relationship Type="http://schemas.openxmlformats.org/officeDocument/2006/relationships/notesMaster" Target="/ppt/notesMasters/notesMaster1.xml" Id="R12859ad3ad0f4cc2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3b48c76438c84d09" /><Relationship Type="http://schemas.openxmlformats.org/officeDocument/2006/relationships/notesMaster" Target="/ppt/notesMasters/notesMaster1.xml" Id="R711940eb06e341da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f3d9c77227ae4256" /><Relationship Type="http://schemas.openxmlformats.org/officeDocument/2006/relationships/notesMaster" Target="/ppt/notesMasters/notesMaster1.xml" Id="R95f038d654ec41eb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740eaeee7d9b4d88" /><Relationship Type="http://schemas.openxmlformats.org/officeDocument/2006/relationships/notesMaster" Target="/ppt/notesMasters/notesMaster1.xml" Id="Rc94aa61d325b4725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4835d5c7016a49a5" /><Relationship Type="http://schemas.openxmlformats.org/officeDocument/2006/relationships/notesMaster" Target="/ppt/notesMasters/notesMaster1.xml" Id="Recb6fe03999948bc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f851a552984a4f2a" /><Relationship Type="http://schemas.openxmlformats.org/officeDocument/2006/relationships/notesMaster" Target="/ppt/notesMasters/notesMaster1.xml" Id="Rdacf464d88934984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0d5188e8c93a4f20" /><Relationship Type="http://schemas.openxmlformats.org/officeDocument/2006/relationships/notesMaster" Target="/ppt/notesMasters/notesMaster1.xml" Id="R273b9da3bf2844dd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afb8e07b82b84bc4" /><Relationship Type="http://schemas.openxmlformats.org/officeDocument/2006/relationships/notesMaster" Target="/ppt/notesMasters/notesMaster1.xml" Id="Rfb2201216f174c93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c44b548746834ef3" /><Relationship Type="http://schemas.openxmlformats.org/officeDocument/2006/relationships/notesMaster" Target="/ppt/notesMasters/notesMaster1.xml" Id="R943b9d062fbd41b4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d68e4298ddbc455f" /><Relationship Type="http://schemas.openxmlformats.org/officeDocument/2006/relationships/notesMaster" Target="/ppt/notesMasters/notesMaster1.xml" Id="R8760b538e9524acd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611e32ceccb44ff9" /><Relationship Type="http://schemas.openxmlformats.org/officeDocument/2006/relationships/notesMaster" Target="/ppt/notesMasters/notesMaster1.xml" Id="R3dd144eaf6854c2a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ac00ab071a4b4aac" /><Relationship Type="http://schemas.openxmlformats.org/officeDocument/2006/relationships/notesMaster" Target="/ppt/notesMasters/notesMaster1.xml" Id="R23f8030dbc244795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3ef74bc80f9f4115" /><Relationship Type="http://schemas.openxmlformats.org/officeDocument/2006/relationships/notesMaster" Target="/ppt/notesMasters/notesMaster1.xml" Id="R84f5856e713041d4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ad5d873df3774132" /><Relationship Type="http://schemas.openxmlformats.org/officeDocument/2006/relationships/notesMaster" Target="/ppt/notesMasters/notesMaster1.xml" Id="Rb02692c0ed6a4239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d86b56eaa4504614" /><Relationship Type="http://schemas.openxmlformats.org/officeDocument/2006/relationships/notesMaster" Target="/ppt/notesMasters/notesMaster1.xml" Id="R6f9f3a5b9f7e49f4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13bdf3e7d942408a" /><Relationship Type="http://schemas.openxmlformats.org/officeDocument/2006/relationships/notesMaster" Target="/ppt/notesMasters/notesMaster1.xml" Id="R7dbbc09f4bf34401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d92c9d0f12f74199" /><Relationship Type="http://schemas.openxmlformats.org/officeDocument/2006/relationships/notesMaster" Target="/ppt/notesMasters/notesMaster1.xml" Id="R21ded382f3474534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5b5cd28b61784dfd" /><Relationship Type="http://schemas.openxmlformats.org/officeDocument/2006/relationships/notesMaster" Target="/ppt/notesMasters/notesMaster1.xml" Id="R4fb3475ab1634847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7c5d6f5bf59e4a96" /><Relationship Type="http://schemas.openxmlformats.org/officeDocument/2006/relationships/notesMaster" Target="/ppt/notesMasters/notesMaster1.xml" Id="Rbd4157d9df0a4736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9c4fb8ad2bd34db8" /><Relationship Type="http://schemas.openxmlformats.org/officeDocument/2006/relationships/notesMaster" Target="/ppt/notesMasters/notesMaster1.xml" Id="R5c1d1f375e074210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3a47b6f1ef1b4dcc" /><Relationship Type="http://schemas.openxmlformats.org/officeDocument/2006/relationships/notesMaster" Target="/ppt/notesMasters/notesMaster1.xml" Id="R177ae2e749a441ae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a3dda4679d3542f8" /><Relationship Type="http://schemas.openxmlformats.org/officeDocument/2006/relationships/notesMaster" Target="/ppt/notesMasters/notesMaster1.xml" Id="R24b2f402adab4e39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0609d80e77434c94" /><Relationship Type="http://schemas.openxmlformats.org/officeDocument/2006/relationships/notesMaster" Target="/ppt/notesMasters/notesMaster1.xml" Id="R6f532896943e4b3e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8d60717169e74972" /><Relationship Type="http://schemas.openxmlformats.org/officeDocument/2006/relationships/notesMaster" Target="/ppt/notesMasters/notesMaster1.xml" Id="R1eee4169c4394eed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faf2463aca514af3" /><Relationship Type="http://schemas.openxmlformats.org/officeDocument/2006/relationships/notesMaster" Target="/ppt/notesMasters/notesMaster1.xml" Id="R05e4f26613804413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9c8c6b3aa3534654" /><Relationship Type="http://schemas.openxmlformats.org/officeDocument/2006/relationships/notesMaster" Target="/ppt/notesMasters/notesMaster1.xml" Id="R2e3345e52ed745b5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ab451237a58548e1" /><Relationship Type="http://schemas.openxmlformats.org/officeDocument/2006/relationships/notesMaster" Target="/ppt/notesMasters/notesMaster1.xml" Id="R2a1db1f3c2ee43b4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ca29d420212c4b71" /><Relationship Type="http://schemas.openxmlformats.org/officeDocument/2006/relationships/notesMaster" Target="/ppt/notesMasters/notesMaster1.xml" Id="R7ec4f4eb702244d4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4dc19fad69dd4490" /><Relationship Type="http://schemas.openxmlformats.org/officeDocument/2006/relationships/notesMaster" Target="/ppt/notesMasters/notesMaster1.xml" Id="Re59b06e9a4ce4ec0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a7d1add9327148fb" /><Relationship Type="http://schemas.openxmlformats.org/officeDocument/2006/relationships/notesMaster" Target="/ppt/notesMasters/notesMaster1.xml" Id="R28a02edf263d4c84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b4f00727ab324bb7" /><Relationship Type="http://schemas.openxmlformats.org/officeDocument/2006/relationships/notesMaster" Target="/ppt/notesMasters/notesMaster1.xml" Id="Rc9d0cf44ff6e407b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47d050bb42aa4181" /><Relationship Type="http://schemas.openxmlformats.org/officeDocument/2006/relationships/notesMaster" Target="/ppt/notesMasters/notesMaster1.xml" Id="R24306f7d08b0443d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a6d553575ec44ac2" /><Relationship Type="http://schemas.openxmlformats.org/officeDocument/2006/relationships/notesMaster" Target="/ppt/notesMasters/notesMaster1.xml" Id="R0999da899182411c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12620b2a3f0d4174" /><Relationship Type="http://schemas.openxmlformats.org/officeDocument/2006/relationships/notesMaster" Target="/ppt/notesMasters/notesMaster1.xml" Id="Ra1adb186439d4490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c38b0f4f7f6641c2" /><Relationship Type="http://schemas.openxmlformats.org/officeDocument/2006/relationships/notesMaster" Target="/ppt/notesMasters/notesMaster1.xml" Id="Rf25ae9c1b4b840b3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28376813999a4c23" /><Relationship Type="http://schemas.openxmlformats.org/officeDocument/2006/relationships/notesMaster" Target="/ppt/notesMasters/notesMaster1.xml" Id="R8403b550af5c4b83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9a96cc397ee6433b" /><Relationship Type="http://schemas.openxmlformats.org/officeDocument/2006/relationships/notesMaster" Target="/ppt/notesMasters/notesMaster1.xml" Id="Rf8daf12d00f047df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bea133f1894f451d" /><Relationship Type="http://schemas.openxmlformats.org/officeDocument/2006/relationships/notesMaster" Target="/ppt/notesMasters/notesMaster1.xml" Id="Ra81439fabde84c97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aa524c68bb114d29" /><Relationship Type="http://schemas.openxmlformats.org/officeDocument/2006/relationships/notesMaster" Target="/ppt/notesMasters/notesMaster1.xml" Id="Ree768c785bcc453a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408898f000714f75" /><Relationship Type="http://schemas.openxmlformats.org/officeDocument/2006/relationships/notesMaster" Target="/ppt/notesMasters/notesMaster1.xml" Id="Rdf7abccef8854d54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dd7ecaadd67e4ac7" /><Relationship Type="http://schemas.openxmlformats.org/officeDocument/2006/relationships/notesMaster" Target="/ppt/notesMasters/notesMaster1.xml" Id="Ra7747ae7f3f940df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f316ffdf5c494315" /><Relationship Type="http://schemas.openxmlformats.org/officeDocument/2006/relationships/notesMaster" Target="/ppt/notesMasters/notesMaster1.xml" Id="R00c80ec44bd24501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9ad491828b1f4aa6" /><Relationship Type="http://schemas.openxmlformats.org/officeDocument/2006/relationships/notesMaster" Target="/ppt/notesMasters/notesMaster1.xml" Id="R926c5c4472624bea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6210fe3d88c94a62" /><Relationship Type="http://schemas.openxmlformats.org/officeDocument/2006/relationships/notesMaster" Target="/ppt/notesMasters/notesMaster1.xml" Id="R4e1d40fdb67545d6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a00bbc9cc08d4c05" /><Relationship Type="http://schemas.openxmlformats.org/officeDocument/2006/relationships/notesMaster" Target="/ppt/notesMasters/notesMaster1.xml" Id="Rdd1c3f94a61c42ba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a569384dfa3941cd" /><Relationship Type="http://schemas.openxmlformats.org/officeDocument/2006/relationships/notesMaster" Target="/ppt/notesMasters/notesMaster1.xml" Id="R1eb7ca5fa147423f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82b5d408127e4f5d" /><Relationship Type="http://schemas.openxmlformats.org/officeDocument/2006/relationships/notesMaster" Target="/ppt/notesMasters/notesMaster1.xml" Id="Rdca8736deecf4669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b974e629ee15445a" /><Relationship Type="http://schemas.openxmlformats.org/officeDocument/2006/relationships/notesMaster" Target="/ppt/notesMasters/notesMaster1.xml" Id="R174996a8d4534fe8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27843b06a80646e4" /><Relationship Type="http://schemas.openxmlformats.org/officeDocument/2006/relationships/notesMaster" Target="/ppt/notesMasters/notesMaster1.xml" Id="R450e4858c302405a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489cc6a1dd124e78" /><Relationship Type="http://schemas.openxmlformats.org/officeDocument/2006/relationships/notesMaster" Target="/ppt/notesMasters/notesMaster1.xml" Id="Rf5746ac9b8f54d90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05da7c975b124f46" /><Relationship Type="http://schemas.openxmlformats.org/officeDocument/2006/relationships/notesMaster" Target="/ppt/notesMasters/notesMaster1.xml" Id="R53a52792f05a491a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41caa6c92bf34e74" /><Relationship Type="http://schemas.openxmlformats.org/officeDocument/2006/relationships/notesMaster" Target="/ppt/notesMasters/notesMaster1.xml" Id="R5d84ba21ffeb43c6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97f539abfff04199" /><Relationship Type="http://schemas.openxmlformats.org/officeDocument/2006/relationships/notesMaster" Target="/ppt/notesMasters/notesMaster1.xml" Id="R79acbb16005c4fcf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1134b52fddf241e2" /><Relationship Type="http://schemas.openxmlformats.org/officeDocument/2006/relationships/notesMaster" Target="/ppt/notesMasters/notesMaster1.xml" Id="R6989d7113a9846a1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2938bb7585514dc4" /><Relationship Type="http://schemas.openxmlformats.org/officeDocument/2006/relationships/notesMaster" Target="/ppt/notesMasters/notesMaster1.xml" Id="R0ef4f89e7d7a4876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870489e79e0d4a06" /><Relationship Type="http://schemas.openxmlformats.org/officeDocument/2006/relationships/notesMaster" Target="/ppt/notesMasters/notesMaster1.xml" Id="Rc5a8f3e3b6b7433b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b871acafd85f4241" /><Relationship Type="http://schemas.openxmlformats.org/officeDocument/2006/relationships/notesMaster" Target="/ppt/notesMasters/notesMaster1.xml" Id="R39512af720644713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a119b57ad54d4c68" /><Relationship Type="http://schemas.openxmlformats.org/officeDocument/2006/relationships/notesMaster" Target="/ppt/notesMasters/notesMaster1.xml" Id="R55956aef59a4467b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05da5e03caf54107" /><Relationship Type="http://schemas.openxmlformats.org/officeDocument/2006/relationships/notesMaster" Target="/ppt/notesMasters/notesMaster1.xml" Id="R7afb3467a5e44fcb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71be65481baa4569" /><Relationship Type="http://schemas.openxmlformats.org/officeDocument/2006/relationships/notesMaster" Target="/ppt/notesMasters/notesMaster1.xml" Id="R07501dbf245349aa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5bae64f611df41b8" /><Relationship Type="http://schemas.openxmlformats.org/officeDocument/2006/relationships/notesMaster" Target="/ppt/notesMasters/notesMaster1.xml" Id="R494f213e3aec435c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52ef1fb1a9b449b9" /><Relationship Type="http://schemas.openxmlformats.org/officeDocument/2006/relationships/notesMaster" Target="/ppt/notesMasters/notesMaster1.xml" Id="R5d00638073fd4272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f782186e6e0b4220" /><Relationship Type="http://schemas.openxmlformats.org/officeDocument/2006/relationships/notesMaster" Target="/ppt/notesMasters/notesMaster1.xml" Id="R94cd366be83f4bfe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cea0d906b1b84fb2" /><Relationship Type="http://schemas.openxmlformats.org/officeDocument/2006/relationships/notesMaster" Target="/ppt/notesMasters/notesMaster1.xml" Id="Rcb084aaaa8ec4fc5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cc5a017323c34aa9" /><Relationship Type="http://schemas.openxmlformats.org/officeDocument/2006/relationships/notesMaster" Target="/ppt/notesMasters/notesMaster1.xml" Id="Rb4a302bc6c194cd9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10d351a2ed9a464f" /><Relationship Type="http://schemas.openxmlformats.org/officeDocument/2006/relationships/notesMaster" Target="/ppt/notesMasters/notesMaster1.xml" Id="R9114741ca6194523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0dc5398c1c294948" /><Relationship Type="http://schemas.openxmlformats.org/officeDocument/2006/relationships/notesMaster" Target="/ppt/notesMasters/notesMaster1.xml" Id="R7f363fc349d14749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735aa8726ffc4e87" /><Relationship Type="http://schemas.openxmlformats.org/officeDocument/2006/relationships/notesMaster" Target="/ppt/notesMasters/notesMaster1.xml" Id="R1a38b7e8a5684144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9fc882ae156a4823" /><Relationship Type="http://schemas.openxmlformats.org/officeDocument/2006/relationships/notesMaster" Target="/ppt/notesMasters/notesMaster1.xml" Id="R8851567b7d0b4d3c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647f818cc22a4cb1" /><Relationship Type="http://schemas.openxmlformats.org/officeDocument/2006/relationships/notesMaster" Target="/ppt/notesMasters/notesMaster1.xml" Id="R8eb3dc3445284689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b4ca621a271b4cba" /><Relationship Type="http://schemas.openxmlformats.org/officeDocument/2006/relationships/notesMaster" Target="/ppt/notesMasters/notesMaster1.xml" Id="Re5d613c8a0e24b7c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8a3a078c2ff04596" /><Relationship Type="http://schemas.openxmlformats.org/officeDocument/2006/relationships/notesMaster" Target="/ppt/notesMasters/notesMaster1.xml" Id="R5eae491742cd4f58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fb90b389e07d4e83" /><Relationship Type="http://schemas.openxmlformats.org/officeDocument/2006/relationships/notesMaster" Target="/ppt/notesMasters/notesMaster1.xml" Id="R88c819b1f9774847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2814ee6fc3ba4466" /><Relationship Type="http://schemas.openxmlformats.org/officeDocument/2006/relationships/notesMaster" Target="/ppt/notesMasters/notesMaster1.xml" Id="R3c48907b44634ed4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4b56b7420a744e9a" /><Relationship Type="http://schemas.openxmlformats.org/officeDocument/2006/relationships/notesMaster" Target="/ppt/notesMasters/notesMaster1.xml" Id="R660a7c3dc4ab4bd9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4c6f2ccb34234141" /><Relationship Type="http://schemas.openxmlformats.org/officeDocument/2006/relationships/notesMaster" Target="/ppt/notesMasters/notesMaster1.xml" Id="Rc5f86730330440c8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07d7a28094034f99" /><Relationship Type="http://schemas.openxmlformats.org/officeDocument/2006/relationships/notesMaster" Target="/ppt/notesMasters/notesMaster1.xml" Id="R285b29be0f5a43ad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8037961995734a06" /><Relationship Type="http://schemas.openxmlformats.org/officeDocument/2006/relationships/notesMaster" Target="/ppt/notesMasters/notesMaster1.xml" Id="Rddd2cea9688642e2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0add537800024350" /><Relationship Type="http://schemas.openxmlformats.org/officeDocument/2006/relationships/notesMaster" Target="/ppt/notesMasters/notesMaster1.xml" Id="Ra5c8b252860b415a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b34b1ac5063547e0" /><Relationship Type="http://schemas.openxmlformats.org/officeDocument/2006/relationships/notesMaster" Target="/ppt/notesMasters/notesMaster1.xml" Id="R75c7a1554174415c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7d47d6c4110c4b5a" /><Relationship Type="http://schemas.openxmlformats.org/officeDocument/2006/relationships/notesMaster" Target="/ppt/notesMasters/notesMaster1.xml" Id="Rd901c33fe8914fdb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afdc22cf42944bad" /><Relationship Type="http://schemas.openxmlformats.org/officeDocument/2006/relationships/notesMaster" Target="/ppt/notesMasters/notesMaster1.xml" Id="R67ba36e0cb7c4da9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21bbbd4520be4937" /><Relationship Type="http://schemas.openxmlformats.org/officeDocument/2006/relationships/notesMaster" Target="/ppt/notesMasters/notesMaster1.xml" Id="Rbb8c06ec12a84ea7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56f523410c0c4af4" /><Relationship Type="http://schemas.openxmlformats.org/officeDocument/2006/relationships/notesMaster" Target="/ppt/notesMasters/notesMaster1.xml" Id="Rd7762f3d79ef432d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5429e67a659d41c1" /><Relationship Type="http://schemas.openxmlformats.org/officeDocument/2006/relationships/notesMaster" Target="/ppt/notesMasters/notesMaster1.xml" Id="R0d52b34b97d54788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ed3c8a0080b142dc" /><Relationship Type="http://schemas.openxmlformats.org/officeDocument/2006/relationships/notesMaster" Target="/ppt/notesMasters/notesMaster1.xml" Id="Re1afb789f7bd42aa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2b69a602e0484fec" /><Relationship Type="http://schemas.openxmlformats.org/officeDocument/2006/relationships/notesMaster" Target="/ppt/notesMasters/notesMaster1.xml" Id="Re3a62c5d5d0a4bc5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1c63c3d97e2343cb" /><Relationship Type="http://schemas.openxmlformats.org/officeDocument/2006/relationships/notesMaster" Target="/ppt/notesMasters/notesMaster1.xml" Id="R41ad5def824d447f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2e66aec8ab114d45" /><Relationship Type="http://schemas.openxmlformats.org/officeDocument/2006/relationships/notesMaster" Target="/ppt/notesMasters/notesMaster1.xml" Id="Rd7ce06b4f68d43da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691160f43fdb4778" /><Relationship Type="http://schemas.openxmlformats.org/officeDocument/2006/relationships/notesMaster" Target="/ppt/notesMasters/notesMaster1.xml" Id="Ra60fd56551e8464c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e1ad5b979573483e" /><Relationship Type="http://schemas.openxmlformats.org/officeDocument/2006/relationships/notesMaster" Target="/ppt/notesMasters/notesMaster1.xml" Id="R2aa1e678b1e84109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1cbe243e4dea49a3" /><Relationship Type="http://schemas.openxmlformats.org/officeDocument/2006/relationships/notesMaster" Target="/ppt/notesMasters/notesMaster1.xml" Id="Rb5da0bba0c514f10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d4a881a26ea8406a" /><Relationship Type="http://schemas.openxmlformats.org/officeDocument/2006/relationships/notesMaster" Target="/ppt/notesMasters/notesMaster1.xml" Id="R3f8d0f607eac49b1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bb0e26470eb74c37" /><Relationship Type="http://schemas.openxmlformats.org/officeDocument/2006/relationships/notesMaster" Target="/ppt/notesMasters/notesMaster1.xml" Id="R088bf78e998d48f8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a57444c305a94882" /><Relationship Type="http://schemas.openxmlformats.org/officeDocument/2006/relationships/notesMaster" Target="/ppt/notesMasters/notesMaster1.xml" Id="Rae33f0a7aef042a0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37189a25f3974bca" /><Relationship Type="http://schemas.openxmlformats.org/officeDocument/2006/relationships/notesMaster" Target="/ppt/notesMasters/notesMaster1.xml" Id="R6b898e84d53a464e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d45f6b3498504ca7" /><Relationship Type="http://schemas.openxmlformats.org/officeDocument/2006/relationships/notesMaster" Target="/ppt/notesMasters/notesMaster1.xml" Id="R8b0d4c523ab54d9e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81b87e5aae584fb5" /><Relationship Type="http://schemas.openxmlformats.org/officeDocument/2006/relationships/notesMaster" Target="/ppt/notesMasters/notesMaster1.xml" Id="Rf67cd5b8967e4c95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6ba8d34273494667" /><Relationship Type="http://schemas.openxmlformats.org/officeDocument/2006/relationships/notesMaster" Target="/ppt/notesMasters/notesMaster1.xml" Id="R648a9249b66a4941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5a5515daefb3407b" /><Relationship Type="http://schemas.openxmlformats.org/officeDocument/2006/relationships/notesMaster" Target="/ppt/notesMasters/notesMaster1.xml" Id="R87bf9f6031344249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70cd24605202453b" /><Relationship Type="http://schemas.openxmlformats.org/officeDocument/2006/relationships/notesMaster" Target="/ppt/notesMasters/notesMaster1.xml" Id="Rc8ff6ce52b8d4837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04245f8b867742c6" /><Relationship Type="http://schemas.openxmlformats.org/officeDocument/2006/relationships/notesMaster" Target="/ppt/notesMasters/notesMaster1.xml" Id="Rdfa320c8cfb44d03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dcc98faf58b243a3" /><Relationship Type="http://schemas.openxmlformats.org/officeDocument/2006/relationships/notesMaster" Target="/ppt/notesMasters/notesMaster1.xml" Id="R8b1c7e24ca6d4005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597b00f973dc4bcb" /><Relationship Type="http://schemas.openxmlformats.org/officeDocument/2006/relationships/notesMaster" Target="/ppt/notesMasters/notesMaster1.xml" Id="R1af9f3b24b7d417a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3f240f66f5b04008" /><Relationship Type="http://schemas.openxmlformats.org/officeDocument/2006/relationships/notesMaster" Target="/ppt/notesMasters/notesMaster1.xml" Id="Rc9ca6e7d51854355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29699e0b350e4bca" /><Relationship Type="http://schemas.openxmlformats.org/officeDocument/2006/relationships/notesMaster" Target="/ppt/notesMasters/notesMaster1.xml" Id="R07ee93e050b84e21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8fca8272cede4691" /><Relationship Type="http://schemas.openxmlformats.org/officeDocument/2006/relationships/notesMaster" Target="/ppt/notesMasters/notesMaster1.xml" Id="R72a1f54806ce4a93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eb448932d6914708" /><Relationship Type="http://schemas.openxmlformats.org/officeDocument/2006/relationships/notesMaster" Target="/ppt/notesMasters/notesMaster1.xml" Id="Rd2b8c19a70a8401d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375149ec7bae48ba" /><Relationship Type="http://schemas.openxmlformats.org/officeDocument/2006/relationships/notesMaster" Target="/ppt/notesMasters/notesMaster1.xml" Id="R1930420b2f6a47c2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85f3d263e69543fb" /><Relationship Type="http://schemas.openxmlformats.org/officeDocument/2006/relationships/notesMaster" Target="/ppt/notesMasters/notesMaster1.xml" Id="Rc78b18833b794f34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7fe446d39f534a63" /><Relationship Type="http://schemas.openxmlformats.org/officeDocument/2006/relationships/notesMaster" Target="/ppt/notesMasters/notesMaster1.xml" Id="Rd099288d910c4fc1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57c78aa975e24ef9" /><Relationship Type="http://schemas.openxmlformats.org/officeDocument/2006/relationships/notesMaster" Target="/ppt/notesMasters/notesMaster1.xml" Id="Rd428f61e610944cc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f5864c9cd95a47d3" /><Relationship Type="http://schemas.openxmlformats.org/officeDocument/2006/relationships/notesMaster" Target="/ppt/notesMasters/notesMaster1.xml" Id="R5b9ec0e2e1cb40ca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6494cd7e1bf64442" /><Relationship Type="http://schemas.openxmlformats.org/officeDocument/2006/relationships/notesMaster" Target="/ppt/notesMasters/notesMaster1.xml" Id="Rebccc439acf54d3e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bac9c28a05804ed5" /><Relationship Type="http://schemas.openxmlformats.org/officeDocument/2006/relationships/notesMaster" Target="/ppt/notesMasters/notesMaster1.xml" Id="R41419c67a4324b6b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9a143a29f436459b" /><Relationship Type="http://schemas.openxmlformats.org/officeDocument/2006/relationships/notesMaster" Target="/ppt/notesMasters/notesMaster1.xml" Id="R1b59de68b6364154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fe28258c0bca4748" /><Relationship Type="http://schemas.openxmlformats.org/officeDocument/2006/relationships/notesMaster" Target="/ppt/notesMasters/notesMaster1.xml" Id="Rd52c23006fee422b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8973faefdb504cfc" /><Relationship Type="http://schemas.openxmlformats.org/officeDocument/2006/relationships/notesMaster" Target="/ppt/notesMasters/notesMaster1.xml" Id="R807998a3dd0e4ea2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d032e56170ab4bdd" /><Relationship Type="http://schemas.openxmlformats.org/officeDocument/2006/relationships/notesMaster" Target="/ppt/notesMasters/notesMaster1.xml" Id="R639e3e8b447a4202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27c0d9cca4264fcd" /><Relationship Type="http://schemas.openxmlformats.org/officeDocument/2006/relationships/notesMaster" Target="/ppt/notesMasters/notesMaster1.xml" Id="R19eef232d4a0485e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61832e588ce8481a" /><Relationship Type="http://schemas.openxmlformats.org/officeDocument/2006/relationships/notesMaster" Target="/ppt/notesMasters/notesMaster1.xml" Id="R0cc8aa0202604d98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2955c40b048140d9" /><Relationship Type="http://schemas.openxmlformats.org/officeDocument/2006/relationships/notesMaster" Target="/ppt/notesMasters/notesMaster1.xml" Id="Rcf70cbc2e6c94eda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c158fdb63ece4481" /><Relationship Type="http://schemas.openxmlformats.org/officeDocument/2006/relationships/notesMaster" Target="/ppt/notesMasters/notesMaster1.xml" Id="R9276e0a589dc4b72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3dee877fddb241b0" /><Relationship Type="http://schemas.openxmlformats.org/officeDocument/2006/relationships/notesMaster" Target="/ppt/notesMasters/notesMaster1.xml" Id="R752f2a33168b482d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0d4b75c67a2c4925" /><Relationship Type="http://schemas.openxmlformats.org/officeDocument/2006/relationships/notesMaster" Target="/ppt/notesMasters/notesMaster1.xml" Id="Rf9dd5f8a52b5484f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cee97eabac984c11" /><Relationship Type="http://schemas.openxmlformats.org/officeDocument/2006/relationships/notesMaster" Target="/ppt/notesMasters/notesMaster1.xml" Id="R451a94af6b8b488b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e7bbb3364bc745ca" /><Relationship Type="http://schemas.openxmlformats.org/officeDocument/2006/relationships/notesMaster" Target="/ppt/notesMasters/notesMaster1.xml" Id="R158c1d9c5df4431d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7100786c1fb74321" /><Relationship Type="http://schemas.openxmlformats.org/officeDocument/2006/relationships/notesMaster" Target="/ppt/notesMasters/notesMaster1.xml" Id="Rc6dbc2ed99c6405b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3ec537b8c2b748df" /><Relationship Type="http://schemas.openxmlformats.org/officeDocument/2006/relationships/notesMaster" Target="/ppt/notesMasters/notesMaster1.xml" Id="R266229dff2614a42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ec09cdf33e2b471d" /><Relationship Type="http://schemas.openxmlformats.org/officeDocument/2006/relationships/notesMaster" Target="/ppt/notesMasters/notesMaster1.xml" Id="Rca3ce243aacd4f7b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6977159ecfa4417b" /><Relationship Type="http://schemas.openxmlformats.org/officeDocument/2006/relationships/notesMaster" Target="/ppt/notesMasters/notesMaster1.xml" Id="Rd2def7e798674731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1c165b0b92624402" /><Relationship Type="http://schemas.openxmlformats.org/officeDocument/2006/relationships/notesMaster" Target="/ppt/notesMasters/notesMaster1.xml" Id="R3debb2b8edd84733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ced81ede05ef4d21" /><Relationship Type="http://schemas.openxmlformats.org/officeDocument/2006/relationships/notesMaster" Target="/ppt/notesMasters/notesMaster1.xml" Id="R83a144f0bc35473f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c9176c7dedf94620" /><Relationship Type="http://schemas.openxmlformats.org/officeDocument/2006/relationships/notesMaster" Target="/ppt/notesMasters/notesMaster1.xml" Id="R8b239e6a6f00403e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f54694a85d9d4024" /><Relationship Type="http://schemas.openxmlformats.org/officeDocument/2006/relationships/notesMaster" Target="/ppt/notesMasters/notesMaster1.xml" Id="R6184fd124b594b08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3fd501a78bb94a8f" /><Relationship Type="http://schemas.openxmlformats.org/officeDocument/2006/relationships/notesMaster" Target="/ppt/notesMasters/notesMaster1.xml" Id="R3bdf8055b2234276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754a8337e9b64b1f" /><Relationship Type="http://schemas.openxmlformats.org/officeDocument/2006/relationships/notesMaster" Target="/ppt/notesMasters/notesMaster1.xml" Id="Rc6e63ec68aef41c3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151f014aefb8475f" /><Relationship Type="http://schemas.openxmlformats.org/officeDocument/2006/relationships/notesMaster" Target="/ppt/notesMasters/notesMaster1.xml" Id="Rd9ddcda98d8c4c06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04654262cceb43df" /><Relationship Type="http://schemas.openxmlformats.org/officeDocument/2006/relationships/notesMaster" Target="/ppt/notesMasters/notesMaster1.xml" Id="Rf966087b44634207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329ab06a38b44c75" /><Relationship Type="http://schemas.openxmlformats.org/officeDocument/2006/relationships/notesMaster" Target="/ppt/notesMasters/notesMaster1.xml" Id="R144b152dbbd74deb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6071ca12a45940a1" /><Relationship Type="http://schemas.openxmlformats.org/officeDocument/2006/relationships/notesMaster" Target="/ppt/notesMasters/notesMaster1.xml" Id="R0b9a1932a9c64a8a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f416d24ee2514529" /><Relationship Type="http://schemas.openxmlformats.org/officeDocument/2006/relationships/notesMaster" Target="/ppt/notesMasters/notesMaster1.xml" Id="R5c682f1e729544dd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e9915872a98e4d37" /><Relationship Type="http://schemas.openxmlformats.org/officeDocument/2006/relationships/notesMaster" Target="/ppt/notesMasters/notesMaster1.xml" Id="R6de3a607cd7c47b8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5e2dfef33cc0427f" /><Relationship Type="http://schemas.openxmlformats.org/officeDocument/2006/relationships/notesMaster" Target="/ppt/notesMasters/notesMaster1.xml" Id="R1993fb59c96447b4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9ae5400de7a1488a" /><Relationship Type="http://schemas.openxmlformats.org/officeDocument/2006/relationships/notesMaster" Target="/ppt/notesMasters/notesMaster1.xml" Id="R6a6c56ba25244179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99454420a5cf4a54" /><Relationship Type="http://schemas.openxmlformats.org/officeDocument/2006/relationships/notesMaster" Target="/ppt/notesMasters/notesMaster1.xml" Id="R34d459f3fb4a474b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c12d51b425464cf8" /><Relationship Type="http://schemas.openxmlformats.org/officeDocument/2006/relationships/notesMaster" Target="/ppt/notesMasters/notesMaster1.xml" Id="R871a5485b90f42bd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2f3c053db3c44665" /><Relationship Type="http://schemas.openxmlformats.org/officeDocument/2006/relationships/notesMaster" Target="/ppt/notesMasters/notesMaster1.xml" Id="R5ceaa6a2c44042d0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dc6511aa9de64667" /><Relationship Type="http://schemas.openxmlformats.org/officeDocument/2006/relationships/notesMaster" Target="/ppt/notesMasters/notesMaster1.xml" Id="Rfa9313c758eb4c30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03e0ce40783242c4" /><Relationship Type="http://schemas.openxmlformats.org/officeDocument/2006/relationships/notesMaster" Target="/ppt/notesMasters/notesMaster1.xml" Id="Rf37dc0213dde441b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d23518adeb39445e" /><Relationship Type="http://schemas.openxmlformats.org/officeDocument/2006/relationships/notesMaster" Target="/ppt/notesMasters/notesMaster1.xml" Id="R75751885596240f3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61e1cee968e84b41" /><Relationship Type="http://schemas.openxmlformats.org/officeDocument/2006/relationships/notesMaster" Target="/ppt/notesMasters/notesMaster1.xml" Id="Rafc3c11a42594604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216681f1e953407d" /><Relationship Type="http://schemas.openxmlformats.org/officeDocument/2006/relationships/notesMaster" Target="/ppt/notesMasters/notesMaster1.xml" Id="R28d263dc970a4752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b22e1fe737714faf" /><Relationship Type="http://schemas.openxmlformats.org/officeDocument/2006/relationships/notesMaster" Target="/ppt/notesMasters/notesMaster1.xml" Id="Rf88c99b1f1df4cc8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c8e4d143b6994489" /><Relationship Type="http://schemas.openxmlformats.org/officeDocument/2006/relationships/notesMaster" Target="/ppt/notesMasters/notesMaster1.xml" Id="Rc38c7ad6c30f436b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2c12607e05174539" /><Relationship Type="http://schemas.openxmlformats.org/officeDocument/2006/relationships/notesMaster" Target="/ppt/notesMasters/notesMaster1.xml" Id="Rbaa724df0bc246c3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444d97c3cfb249b9" /><Relationship Type="http://schemas.openxmlformats.org/officeDocument/2006/relationships/notesMaster" Target="/ppt/notesMasters/notesMaster1.xml" Id="R70edc2ebdf534615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590da7cc253143a0" /><Relationship Type="http://schemas.openxmlformats.org/officeDocument/2006/relationships/notesMaster" Target="/ppt/notesMasters/notesMaster1.xml" Id="R77cf76d4057247b7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94bdca80a6ad4e1d" /><Relationship Type="http://schemas.openxmlformats.org/officeDocument/2006/relationships/notesMaster" Target="/ppt/notesMasters/notesMaster1.xml" Id="R9e7b47067e464381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4e7578a9d4da482a" /><Relationship Type="http://schemas.openxmlformats.org/officeDocument/2006/relationships/notesMaster" Target="/ppt/notesMasters/notesMaster1.xml" Id="R60b37eecd6e747e8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68e8b6a96f8f4576" /><Relationship Type="http://schemas.openxmlformats.org/officeDocument/2006/relationships/notesMaster" Target="/ppt/notesMasters/notesMaster1.xml" Id="Rdfa5584ad9774016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5822d8a0e83340ec" /><Relationship Type="http://schemas.openxmlformats.org/officeDocument/2006/relationships/notesMaster" Target="/ppt/notesMasters/notesMaster1.xml" Id="Refb4e0bc19ed4dea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b3c25af0b598462d" /><Relationship Type="http://schemas.openxmlformats.org/officeDocument/2006/relationships/notesMaster" Target="/ppt/notesMasters/notesMaster1.xml" Id="Rf6650fa99c4d4d7b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6b3dc159a09e4841" /><Relationship Type="http://schemas.openxmlformats.org/officeDocument/2006/relationships/notesMaster" Target="/ppt/notesMasters/notesMaster1.xml" Id="R7d4857523667414a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8bd88745d7ea4bdb" /><Relationship Type="http://schemas.openxmlformats.org/officeDocument/2006/relationships/notesMaster" Target="/ppt/notesMasters/notesMaster1.xml" Id="Re27d317ea49045f9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d2d035b701af4170" /><Relationship Type="http://schemas.openxmlformats.org/officeDocument/2006/relationships/notesMaster" Target="/ppt/notesMasters/notesMaster1.xml" Id="R97ba54bf18324677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f5d44ed6c16a4b0c" /><Relationship Type="http://schemas.openxmlformats.org/officeDocument/2006/relationships/notesMaster" Target="/ppt/notesMasters/notesMaster1.xml" Id="R8c9121a34a9a457f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3cf817721a4a4c69" /><Relationship Type="http://schemas.openxmlformats.org/officeDocument/2006/relationships/notesMaster" Target="/ppt/notesMasters/notesMaster1.xml" Id="R4b160eaf1c4f4f51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f12fa288ffd941a0" /><Relationship Type="http://schemas.openxmlformats.org/officeDocument/2006/relationships/notesMaster" Target="/ppt/notesMasters/notesMaster1.xml" Id="R9f86ad115ad94e20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869e622ac74d431e" /><Relationship Type="http://schemas.openxmlformats.org/officeDocument/2006/relationships/notesMaster" Target="/ppt/notesMasters/notesMaster1.xml" Id="R6941cbd7215c4bb6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2deedfc4854e440d" /><Relationship Type="http://schemas.openxmlformats.org/officeDocument/2006/relationships/notesMaster" Target="/ppt/notesMasters/notesMaster1.xml" Id="Rfb62fc335fcf4bcb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67f31fe356474740" /><Relationship Type="http://schemas.openxmlformats.org/officeDocument/2006/relationships/notesMaster" Target="/ppt/notesMasters/notesMaster1.xml" Id="R355cbcd8adb948ea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13701c29f00740c7" /><Relationship Type="http://schemas.openxmlformats.org/officeDocument/2006/relationships/notesMaster" Target="/ppt/notesMasters/notesMaster1.xml" Id="Rb7d52ffaa4dc4565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de9bba72359b4e1b" /><Relationship Type="http://schemas.openxmlformats.org/officeDocument/2006/relationships/notesMaster" Target="/ppt/notesMasters/notesMaster1.xml" Id="R5d1d2fe278194c1b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621cf6a7edd24b7d" /><Relationship Type="http://schemas.openxmlformats.org/officeDocument/2006/relationships/notesMaster" Target="/ppt/notesMasters/notesMaster1.xml" Id="R694f8924f04d4e20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124ddd5335de49f4" /><Relationship Type="http://schemas.openxmlformats.org/officeDocument/2006/relationships/notesMaster" Target="/ppt/notesMasters/notesMaster1.xml" Id="R087288ddca904f4f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88dd636080fb4c75" /><Relationship Type="http://schemas.openxmlformats.org/officeDocument/2006/relationships/notesMaster" Target="/ppt/notesMasters/notesMaster1.xml" Id="Rcc5156088b8745a8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7491c2b7f49149de" /><Relationship Type="http://schemas.openxmlformats.org/officeDocument/2006/relationships/notesMaster" Target="/ppt/notesMasters/notesMaster1.xml" Id="R76ba866d1b334c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과정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오프닝 2분. 40시간 동안 하나의 검증 가능한 업무 Agent를 완성한다고 선언한다.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첫날 운영 안내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강사의 오후 주요 일정 때문에 이번 주만 점심시간을 14:00-15:00에 운영한다. 11:30-12:00에는 빠른 점심 또는 간식을 미리 섭취하도록 안내한다. 쉬는 시간은 각 수업 구간의 맨 끝에 배정한다.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첫날 전체 시간표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3쪽의 하루 지도다. 각 차시 표지에서 같은 시간·내용·산출물을 다시 찾아 현재 위치를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머신러닝·딥러닝·LLM을 거쳐, 지금은 Agent 제품을 만듭니다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금융→의료→교육→이커머스를 데이터 형태와 제품 책임의 확장으로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먼저 네 단어의 역할만 잡고 갑니다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재직자와 구직자는 같은 기술을 다르게 증명한다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수업은 네 번의 움직임을 반복합니다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막히면 “안 돼요”보다 네 가지를 알려주세요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실습 속도가 달라도, 다음 행동은 분명합니다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실습 완료는 “작동했다”가 아니라 “다시 확인할 수 있다”입니다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AI Agent를 만드는 일은, 책임 경계를 그리는 일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Codex CLI · 저장소를 읽고 실행하는 Agent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Claude Code · 터미널 중심 Harness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실제 VS Code 저장소 · 수업의 출발 화면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실제 Agent 코드 · 표준 라이브러리부터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작업 요청을 먼저 spec으로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Agent의 최소 반복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Day 1 완료조건을 명령으로 표현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저장소가 말해주는 역할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강사 회의음성 Demo · 실패해도 수업은 계속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실습 1 · 강사 Demo를 보고 내 업무를 고릅니다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 구두 예시로 끝내지 않는다. 강사는 data/demo_meeting.wav 또는 본인이 녹음한 약 1분 WAV를 넣고 실제 코드 결과를 먼저 보여준다. 네트워크·모델 실패에 대비해 data/meeting_sample_ko.txt와 사전 생성 JSON을 즉시 여는 fallback을 준비한다. 온라인 개인 실습이므로 수강생에게 발표나 공개를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실습 2 · 오늘 사용할 예시를 혼자 정합니다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05 MIN. 5분·2분·1분 전에 남은 시간을 공지한다. 온라인 개인 실습이다. 선택한 업무나 구직 상태를 공개하게 하지 않고, 개인 notebook에만 적게 한다. 발표는 진행하지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실습 3 · 최종 데모 역산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실습 4 · 환경 신호등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실패 1 · 문제 범위가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실패 2 · 실제 회사 데이터를 가져온다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실패 3 · 모델 선택부터 시작한다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재직자 · 현업 PoC 승인 관점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09:00-09:50 · Agent와 문제 정의</a:t>
            </a:r>
          </a:p>
          <a:p xmlns:a="http://schemas.openxmlformats.org/drawingml/2006/main">
            <a:r>
              <a:t>이 장표의 역할: Gate 1 · 범위를 줄일 수 있습니까?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차시 구분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시간을 먼저 읽고, 지금 배울 내용·이해할 기준·함께 챙길 내용을 왼쪽부터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실행 전에 알아야 할 네 가지 계약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Tool Calling은 실행 권한의 계약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Schema는 문서이자 방화벽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Registry가 실행 가능한 세계를 제한한다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최소 권한은 기능을 줄이는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Validation은 실행 전에 끝낸다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오류도 정상적인 결과 형식이다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Read와 Write는 위험도가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Audit event가 설명 가능성을 만든다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Tool 호출의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Tool Prompt와 Schema를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파일 도구의 경로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오류 분류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테스트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Ollama API · 호출 형식을 공식 문서로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GitHub REST · 인증은 코드와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pytest · 실패를 재현하는 가장 작은 도구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실제 실행 · 10 tests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도구 schema · 허용 입력만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예상 밖 인자를 차단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경로 이탈을 막는 guard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오류를 공통 result로 정규화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Tool Calling Prompt의 최소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실습 1 · 도구 한 개를 schema로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실습 2 · 잘못된 호출 3개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실습 3 · workspace guard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09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실습 4 · ToolResult 계약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실패 1 · 모델 JSON을 바로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실패 2 · 범용 shell 도구 제공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실패 3 · 모든 오류를 retry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재직자 · Tool 권한 승인표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09:50-10:40 · Tool Calling과 실행 권한</a:t>
            </a:r>
          </a:p>
          <a:p xmlns:a="http://schemas.openxmlformats.org/drawingml/2006/main">
            <a:r>
              <a:t>이 장표의 역할: Gate 2 · 이 Tool Call을 실행할까요?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차시 구분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시간을 먼저 읽고, 지금 배울 내용·이해할 기준·함께 챙길 내용을 왼쪽부터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한국어 데이터를 읽는 네 가지 단위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PBL은 기술 목록이 아니라 사용자 문제에서 시작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K-Work Copilot의 공통 입력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한국어는 띄어쓰기보다 업무 맥락이 어렵다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실제 데이터처럼 보이는 최소 조건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데이터 공개와 사용 허가는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Dataset Card가 실습을 재현하게 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Transcript schema가 STT와 LLM을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Evidence가 요약의 근거를 고정한다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공개 데이터 선택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한국어 업무 Prompt의 기본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비식별 처리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Golden set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PBL canvas 네 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한국어 데이터의 핵심은 맥락과 책임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서울 열린데이터광장 · 한국어 공공 데이터 탐색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국립국어원 모두의 말뭉치 · 한국어 원자료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국회 회의록 빅데이터 · 실제 발화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Google Meet 전사 · Managed STT의 현재 위치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회의 segment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Action Item에 evidence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모호한 날짜는 추론하지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한국어 회의 Prompt · 모호하면 추론하지 않기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Dataset card 최소 필드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실습 1 · 한국어 사례 후보 3개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실습 2 · 이용 조건 확인표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실습 3 · 상세 회의에서 근거 구간 찾기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실습 4 · Golden JSON과 비교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실패 1 · 데이터가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실패 2 · 공개 페이지를 그대로 재배포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실패 3 · 정답 없이 prompt를 튜닝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재직자 · 실제 업무를 안전하게 추상화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10:40-11:30 · 한국어 데이터와 PBL 사례</a:t>
            </a:r>
          </a:p>
          <a:p xmlns:a="http://schemas.openxmlformats.org/drawingml/2006/main">
            <a:r>
              <a:t>이 장표의 역할: Gate 3 · 이 Action Item을 믿어도 될까요?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차시 구분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시간을 먼저 읽고, 지금 배울 내용·이해할 기준·함께 챙길 내용을 왼쪽부터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설치보다 먼저 구분할 네 가지 환경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무료의 정의를 먼저 합의한다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필수 경로와 강사 가속 경로를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Python은 실행기, VS Code는 작업 공간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가상환경은 프로젝트의 재현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Git과 GitHub는 변경의 증거와 검토 장소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Jupyter는 설명과 실행의 다리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Secret은 코드·노트북·캡처 밖에 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Harness Engineering은 PR에서 완료된다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https://learn.chatgpt.com/docs/third-party/github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환경 설치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가상환경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VS Code interpreter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GitHub branch와 Draft PR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Codex PR 검토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Python 공식 다운로드 · interpreter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VS Code Python 튜토리얼 · 세 구성요소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Git 첫 설정 · identity와 기본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GitHub repository quickstart · 교육용 sandbox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환경 확인 네 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가상환경 명령 · macOS/Linux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가상환경 명령 · Windows PowerShell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작은 branch에서 Draft PR까지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AGENTS.md · Codex가 볼 Review 기준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https://learn.chatgpt.com/docs/third-party/github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실습 1 · 버전 확인 캡처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실습 2 · 가상환경과 interpreter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실습 3 · notebook 열기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실습 4 · Branch→Codex→Test→PR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 강사는 연결된 sandbox repo에서 push와 Draft PR을 시연한다. 수강생은 계정·권한·gh 설치가 준비된 경우에만 PR까지 따라 한다. 자동 리뷰는 @codex review로 요청할 수 있지만 결과는 참고 의견이며, CI와 사람의 diff 확인 뒤에만 merge한다.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실패 1 · 설치를 끝없이 붙잡는다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실패 2 · 전역 Python에 모두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실패 3 · Agent에게 저장소 전체 수정 허용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재직자 · 회사 PC 제약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12:00-12:50 · Python·VS Code·Git 환경</a:t>
            </a:r>
          </a:p>
          <a:p xmlns:a="http://schemas.openxmlformats.org/drawingml/2006/main">
            <a:r>
              <a:t>이 장표의 역할: Gate 4 · 다른 PC에서도 다시 실행할 수 있을까요?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차시 구분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시간을 먼저 읽고, 지금 배울 내용·이해할 기준·함께 챙길 내용을 왼쪽부터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Agent 실행 루프를 나누는 네 역할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처음부터 LLM을 넣지 않는 이유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Planner는 “무엇을 할까”만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Validator는 안전 경계를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Executor는 등록 함수만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ToolResult는 성공과 실패의 공통 언어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read_public_text는 의도적으로 좁다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count_action_markers는 LLM 전 fixture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코드 읽기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Run All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실패 주입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pytest 빨강→초록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Git checkpoint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Jupyter 설치 · notebook 실행기의 공식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VS Code Python · editor와 interpreter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Codex CLI · 작은 spec으로 수정 가속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Claude Code · 동일 repo에서 검토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규칙 기반 planner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SafeToolExecutor의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파일 확장자 allowlist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중복 호출 cache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Agent event 한 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실습 1 · Notebook Run All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실습 2 · 정상 도구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실습 3 · 실패 4종 재현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실습 4 · pytest 10개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실패 1 · Notebook과 module이 다른 Python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실패 2 · 첫 실패 뒤 계속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실패 3 · 테스트를 통과시키려고 정책 완화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재직자 · Safe loop를 현업 tool에 매핑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12:50-13:40 · 안전한 Agent 실행 루프</a:t>
            </a:r>
          </a:p>
          <a:p xmlns:a="http://schemas.openxmlformats.org/drawingml/2006/main">
            <a:r>
              <a:t>이 장표의 역할: Gate 5 · 14:00 점심 전 실행 증거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14:00에 정확히 점심을 시작하고 14:55 복귀를 공지한다. 점심 변경 사유와 사과는 오프닝 운영 장표에서 이미 전달했으므로 여기서는 반복하지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차시 구분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시간을 먼저 읽고, 지금 배울 내용·이해할 기준·함께 챙길 내용을 왼쪽부터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모델을 교체하기 위한 네 가지 층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필수 목표는 “모델 설치 성공”이 아니다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Ollama는 CLI와 localhost API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LM Studio는 GUI와 OpenAI-compatible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Jan은 desktop local API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Provider adapter가 차이를 감춘다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OpenAI-compatible은 완전 동일을 뜻하지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작은 모델은 출력 계약을 더 엄격히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로컬 provider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Ollama 최소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Adapter 네 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Structured output 처리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모델 오류 분류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무료 실습의 핵심은 교체 가능한 구조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Ollama 다운로드 · OS별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Qwen3 model library · tag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LM Studio · Local LLM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Jan · Local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Ollama generate payload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https://docs.ollama.com/api/generate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연결 실패도 result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공통 Provider protocol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JSON parse와 schema validate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bounded repair · 한 번만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실습 1 · Ollama health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실습 2 · 선택 provider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실습 3 · 공통 contract 비교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실습 4 · 깨진 JSON 복구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실패 1 · 큰 모델 다운로드를 기다림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실패 2 · 연결 실패를 traceback으로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실패 3 · JSON처럼 보이면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재직자 · 로컬 LLM 도입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15:00-15:40 · 무료·로컬 LLM과 Adapter</a:t>
            </a:r>
          </a:p>
          <a:p xmlns:a="http://schemas.openxmlformats.org/drawingml/2006/main">
            <a:r>
              <a:t>이 장표의 역할: Gate 6 · Local LLM이 꺼져도 계속하기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차시 구분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시간을 먼저 읽고, 지금 배울 내용·이해할 기준·함께 챙길 내용을 왼쪽부터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중단과 재개를 설명하는 네 단어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State는 다음 행동의 근거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Node는 한 가지 책임의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Edge는 다음 node를 정하는 정책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Checkpointer가 중단과 재개를 가능하게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Interrupt는 “잠깐 멈춤”이 아니라 업무 상태다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공식 튜토리얼의 workflow를 보며 어디에서 중단하고 사람이 개입하는지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https://www.ibm.com/think/tutorials/human-in-the-loop-ai-agent-langraph-watsonx-ai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Approve·Edit·Reject는 다른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Retry는 일시 오류에만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Graph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오류 routing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Human review node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Interrupt payload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Idempotent publish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LangGraph는 중단과 재시작을 설계한다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LangChain overview · 조합 계층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LangGraph overview · stateful orchestration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LangGraph interrupts · 사람 입력에서 중단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LangGraph persistence · checkpoint와 thread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State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오류 route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Interrupt로 검토 요청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Command로 같은 thread 재개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승인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실습 1 · State 필드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실습 2 · Node와 edge 카드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실습 3 · Retry 정책표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실습 4 · Reviewer 역할극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실패 1 · State에 모든 것을 저장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실패 2 · interrupt를 try/except로 감쌈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실패 3 · 승인 전에 외부 쓰기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재직자 · Human Approval 운영표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15:40-16:20 · LangGraph와 사람 승인</a:t>
            </a:r>
          </a:p>
          <a:p xmlns:a="http://schemas.openxmlformats.org/drawingml/2006/main">
            <a:r>
              <a:t>이 장표의 역할: Gate 7 · 승인 뒤 같은 요청이 다시 왔습니다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온라인 개인 판단으로 진행한다. 발표나 공개 공유를 요구하지 않고, 질문이 있으면 채팅창에 첫 오류 또는 판단 근거 한 줄만 받는다. 강사가 대표 상황을 골라 해설한다.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차시 구분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시간을 먼저 읽고, 지금 배울 내용·이해할 기준·함께 챙길 내용을 왼쪽부터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관측과 배포 판단을 잇는 네 단어 · 통합 용어표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네 용어를 개별 장표로 반복하지 않고 한 표에서 역할 차이를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Managed 회의 기능은 현업의 현재 출발점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수업의 local STT는 원리를 이해하는 최소 실습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STT 품질은 WER 하나로 끝나지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LangSmith trace는 실행의 계보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민감 데이터는 trace 전에 줄인다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Dataset이 평가 입력을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전체 pipeline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STT 실행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Trace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Dataset 구축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평가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LangSmith는 배포 결정을 위한 증거다 도구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툴 이름을 나열하지 않고 역할·선택 이유·대안과의 차이를 먼저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faster-whisper · Python 기반 local STT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whisper.cpp · 경량 local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Google Meet 자동 노트 · 만들기보다 통합하기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LangSmith observability · trace tree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LangSmith evaluation · dataset과 experiment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faster-whisper 최소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STT 품질 flag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LangSmith 환경 변수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Trace metadata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결정론적 evaluator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실습 1 · Managed vs Local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07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실습 2 · STT quality policy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실습 3 · Trace에서 답할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실습 4 · Evaluation dataset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실패 1 · STT 결과를 정답으로 간주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실패 2 · 모든 trace에 원문 전송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실패 3 · trace만 보고 평가 완료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재직자 · 운영 dashboard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16:20-17:00 · STT와 LangSmith</a:t>
            </a:r>
          </a:p>
          <a:p xmlns:a="http://schemas.openxmlformats.org/drawingml/2006/main">
            <a:r>
              <a:t>이 장표의 역할: 17:30–18:00 · Q&amp;A와 Exit Ticket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17:30부터 30분을 Q&amp;A·실습 복구·Exit Ticket에 사용한다. 여기서만 Day 1 전체 구조를 짧게 회수한다. Day2–5는 일반 점심 12:00–13:00으로 운영한다고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80286afe942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57693e8d834beb" /><Relationship Type="http://schemas.openxmlformats.org/officeDocument/2006/relationships/slideLayout" Target="/ppt/slideLayouts/slideLayout1.xml" Id="Rd9d0620b3a4a4c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d0620b3a4a4c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8a5b81ee8455f" /><Relationship Type="http://schemas.openxmlformats.org/officeDocument/2006/relationships/notesSlide" Target="/ppt/notesSlides/notesSlide1.xml" Id="R6f8b9624ce554d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b861fad54454e" /><Relationship Type="http://schemas.openxmlformats.org/officeDocument/2006/relationships/image" Target="/ppt/media/image.png" Id="R96bf04215eac40f5" /><Relationship Type="http://schemas.openxmlformats.org/officeDocument/2006/relationships/image" Target="/ppt/media/image.svg" Id="R1f5f4846a3a24371" /><Relationship Type="http://schemas.openxmlformats.org/officeDocument/2006/relationships/notesSlide" Target="/ppt/notesSlides/notesSlide2.xml" Id="Rbecc1b517f2a4a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a2424d5224823" /><Relationship Type="http://schemas.openxmlformats.org/officeDocument/2006/relationships/notesSlide" Target="/ppt/notesSlides/notesSlide3.xml" Id="R27915d5a4b0446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a4c95f33c4e73" /><Relationship Type="http://schemas.openxmlformats.org/officeDocument/2006/relationships/notesSlide" Target="/ppt/notesSlides/notesSlide4.xml" Id="Ra4d1344318aa44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816423a104d6f" /><Relationship Type="http://schemas.openxmlformats.org/officeDocument/2006/relationships/notesSlide" Target="/ppt/notesSlides/notesSlide5.xml" Id="R5212fdc3d26143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447253ee04544" /><Relationship Type="http://schemas.openxmlformats.org/officeDocument/2006/relationships/image" Target="/ppt/media/image2.png" Id="R58b7c9884bf84ce6" /><Relationship Type="http://schemas.openxmlformats.org/officeDocument/2006/relationships/image" Target="/ppt/media/image2.svg" Id="Rdcfb8885eabc4d3f" /><Relationship Type="http://schemas.openxmlformats.org/officeDocument/2006/relationships/notesSlide" Target="/ppt/notesSlides/notesSlide6.xml" Id="Rac202c7fe4934b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095c950d0498a" /><Relationship Type="http://schemas.openxmlformats.org/officeDocument/2006/relationships/notesSlide" Target="/ppt/notesSlides/notesSlide7.xml" Id="R86c6dcd78f2d46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5bb2043234db6" /><Relationship Type="http://schemas.openxmlformats.org/officeDocument/2006/relationships/image" Target="/ppt/media/image3.png" Id="R21ed6249e93a4aa5" /><Relationship Type="http://schemas.openxmlformats.org/officeDocument/2006/relationships/image" Target="/ppt/media/image3.svg" Id="R204bda84af224d96" /><Relationship Type="http://schemas.openxmlformats.org/officeDocument/2006/relationships/notesSlide" Target="/ppt/notesSlides/notesSlide8.xml" Id="Rc2e5fb44d6914d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80498341a4024" /><Relationship Type="http://schemas.openxmlformats.org/officeDocument/2006/relationships/notesSlide" Target="/ppt/notesSlides/notesSlide9.xml" Id="Rc0204fd5349b45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c27c90fd64920" /><Relationship Type="http://schemas.openxmlformats.org/officeDocument/2006/relationships/notesSlide" Target="/ppt/notesSlides/notesSlide10.xml" Id="R4b91e4b3c97141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98f8a63ec4c24" /><Relationship Type="http://schemas.openxmlformats.org/officeDocument/2006/relationships/notesSlide" Target="/ppt/notesSlides/notesSlide11.xml" Id="Ra4b745c03d9c47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887a0a8a94898" /><Relationship Type="http://schemas.openxmlformats.org/officeDocument/2006/relationships/image" Target="/ppt/media/image.jpeg" Id="R56abcdf175194c66" /><Relationship Type="http://schemas.openxmlformats.org/officeDocument/2006/relationships/notesSlide" Target="/ppt/notesSlides/notesSlide12.xml" Id="Rd80efd15a9e84a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1f078b68040be" /><Relationship Type="http://schemas.openxmlformats.org/officeDocument/2006/relationships/image" Target="/ppt/media/image2.jpeg" Id="R7b99964dc20a44b3" /><Relationship Type="http://schemas.openxmlformats.org/officeDocument/2006/relationships/notesSlide" Target="/ppt/notesSlides/notesSlide13.xml" Id="R50cd52c4afbf49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168f9837d4135" /><Relationship Type="http://schemas.openxmlformats.org/officeDocument/2006/relationships/image" Target="/ppt/media/image3.jpeg" Id="R40d25ad341934b06" /><Relationship Type="http://schemas.openxmlformats.org/officeDocument/2006/relationships/notesSlide" Target="/ppt/notesSlides/notesSlide14.xml" Id="Rdbe973dfe44c42d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44f4fa0b34992" /><Relationship Type="http://schemas.openxmlformats.org/officeDocument/2006/relationships/image" Target="/ppt/media/image4.jpeg" Id="Re6ac52c3322d4853" /><Relationship Type="http://schemas.openxmlformats.org/officeDocument/2006/relationships/notesSlide" Target="/ppt/notesSlides/notesSlide15.xml" Id="R0a0284c409a342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c9d1c672c470e" /><Relationship Type="http://schemas.openxmlformats.org/officeDocument/2006/relationships/notesSlide" Target="/ppt/notesSlides/notesSlide16.xml" Id="R230e8f2538104e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daaf2405742dc" /><Relationship Type="http://schemas.openxmlformats.org/officeDocument/2006/relationships/notesSlide" Target="/ppt/notesSlides/notesSlide17.xml" Id="R8236531d74cd4b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0890d316d4d6d" /><Relationship Type="http://schemas.openxmlformats.org/officeDocument/2006/relationships/notesSlide" Target="/ppt/notesSlides/notesSlide18.xml" Id="R5a1af4d7cc424a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98eaec23543bc" /><Relationship Type="http://schemas.openxmlformats.org/officeDocument/2006/relationships/notesSlide" Target="/ppt/notesSlides/notesSlide19.xml" Id="Rf625590c576444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7f767a93e4eb5" /><Relationship Type="http://schemas.openxmlformats.org/officeDocument/2006/relationships/notesSlide" Target="/ppt/notesSlides/notesSlide20.xml" Id="R382fa7cd6e7346d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374ca5d0c4433" /><Relationship Type="http://schemas.openxmlformats.org/officeDocument/2006/relationships/notesSlide" Target="/ppt/notesSlides/notesSlide21.xml" Id="Rdba1e2eb107341a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4398ff7b846ee" /><Relationship Type="http://schemas.openxmlformats.org/officeDocument/2006/relationships/notesSlide" Target="/ppt/notesSlides/notesSlide22.xml" Id="Re2264312fa1842f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ce72d291543fe" /><Relationship Type="http://schemas.openxmlformats.org/officeDocument/2006/relationships/notesSlide" Target="/ppt/notesSlides/notesSlide23.xml" Id="R143b629090b1434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999fb90e2496f" /><Relationship Type="http://schemas.openxmlformats.org/officeDocument/2006/relationships/notesSlide" Target="/ppt/notesSlides/notesSlide24.xml" Id="R60b1273deca24d2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c08bfb265423e" /><Relationship Type="http://schemas.openxmlformats.org/officeDocument/2006/relationships/notesSlide" Target="/ppt/notesSlides/notesSlide25.xml" Id="R8390ee28825a4c6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7515e9a4848c0" /><Relationship Type="http://schemas.openxmlformats.org/officeDocument/2006/relationships/notesSlide" Target="/ppt/notesSlides/notesSlide26.xml" Id="R47847f9ff7fb433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c3825f7e543f5" /><Relationship Type="http://schemas.openxmlformats.org/officeDocument/2006/relationships/notesSlide" Target="/ppt/notesSlides/notesSlide27.xml" Id="R3b911638af6944d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cfd4204714639" /><Relationship Type="http://schemas.openxmlformats.org/officeDocument/2006/relationships/notesSlide" Target="/ppt/notesSlides/notesSlide28.xml" Id="R0585069d4c05467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4de2a8e5c4115" /><Relationship Type="http://schemas.openxmlformats.org/officeDocument/2006/relationships/notesSlide" Target="/ppt/notesSlides/notesSlide29.xml" Id="R3af02b6278614cc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6512a97ac42a0" /><Relationship Type="http://schemas.openxmlformats.org/officeDocument/2006/relationships/notesSlide" Target="/ppt/notesSlides/notesSlide30.xml" Id="R6a2ef0e894ba4fb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4c0591c154df8" /><Relationship Type="http://schemas.openxmlformats.org/officeDocument/2006/relationships/notesSlide" Target="/ppt/notesSlides/notesSlide31.xml" Id="R538551b9d4414c4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6d05a737c48a3" /><Relationship Type="http://schemas.openxmlformats.org/officeDocument/2006/relationships/notesSlide" Target="/ppt/notesSlides/notesSlide32.xml" Id="Reb4e17e6b9d6410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2b66d85ec477b" /><Relationship Type="http://schemas.openxmlformats.org/officeDocument/2006/relationships/image" Target="/ppt/media/image4.png" Id="Ra040c827411d4bc9" /><Relationship Type="http://schemas.openxmlformats.org/officeDocument/2006/relationships/image" Target="/ppt/media/image4.svg" Id="R01d62b55f22048ed" /><Relationship Type="http://schemas.openxmlformats.org/officeDocument/2006/relationships/notesSlide" Target="/ppt/notesSlides/notesSlide33.xml" Id="R6b82147d362344d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2a0513a254e87" /><Relationship Type="http://schemas.openxmlformats.org/officeDocument/2006/relationships/notesSlide" Target="/ppt/notesSlides/notesSlide34.xml" Id="R60854782f5014f7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58b5cd6584c30" /><Relationship Type="http://schemas.openxmlformats.org/officeDocument/2006/relationships/notesSlide" Target="/ppt/notesSlides/notesSlide35.xml" Id="Rb2ae13306a28400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80098ac3845a4" /><Relationship Type="http://schemas.openxmlformats.org/officeDocument/2006/relationships/notesSlide" Target="/ppt/notesSlides/notesSlide36.xml" Id="Raeffe1adc821449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3ea5933724489" /><Relationship Type="http://schemas.openxmlformats.org/officeDocument/2006/relationships/notesSlide" Target="/ppt/notesSlides/notesSlide37.xml" Id="R8fa6a49bbadd483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31698becf41b7" /><Relationship Type="http://schemas.openxmlformats.org/officeDocument/2006/relationships/notesSlide" Target="/ppt/notesSlides/notesSlide38.xml" Id="Rf024b52accd44fb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ee2c8b291445f" /><Relationship Type="http://schemas.openxmlformats.org/officeDocument/2006/relationships/notesSlide" Target="/ppt/notesSlides/notesSlide39.xml" Id="R94eb04fae7044a8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c7d9057b442bc" /><Relationship Type="http://schemas.openxmlformats.org/officeDocument/2006/relationships/notesSlide" Target="/ppt/notesSlides/notesSlide40.xml" Id="R3e3de2e5e82844e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004af34314557" /><Relationship Type="http://schemas.openxmlformats.org/officeDocument/2006/relationships/notesSlide" Target="/ppt/notesSlides/notesSlide41.xml" Id="Rf4f2afd4ffe841a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218feba7f4535" /><Relationship Type="http://schemas.openxmlformats.org/officeDocument/2006/relationships/notesSlide" Target="/ppt/notesSlides/notesSlide42.xml" Id="R66fe294f8c60423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bc600ef944c15" /><Relationship Type="http://schemas.openxmlformats.org/officeDocument/2006/relationships/notesSlide" Target="/ppt/notesSlides/notesSlide43.xml" Id="Rb6ae3d6ad089403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14849aad84f93" /><Relationship Type="http://schemas.openxmlformats.org/officeDocument/2006/relationships/notesSlide" Target="/ppt/notesSlides/notesSlide44.xml" Id="R87520a702b25479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bf6fcea0546c5" /><Relationship Type="http://schemas.openxmlformats.org/officeDocument/2006/relationships/notesSlide" Target="/ppt/notesSlides/notesSlide45.xml" Id="R9e4012db7ef64d1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45a0f226d47f3" /><Relationship Type="http://schemas.openxmlformats.org/officeDocument/2006/relationships/notesSlide" Target="/ppt/notesSlides/notesSlide46.xml" Id="R24d5d4f480fa4b8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0054fd160486f" /><Relationship Type="http://schemas.openxmlformats.org/officeDocument/2006/relationships/image" Target="/ppt/media/image5.jpeg" Id="Re3f517544ecb4cc8" /><Relationship Type="http://schemas.openxmlformats.org/officeDocument/2006/relationships/notesSlide" Target="/ppt/notesSlides/notesSlide47.xml" Id="R1ba952a44ec9412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3aa4d90d0474a" /><Relationship Type="http://schemas.openxmlformats.org/officeDocument/2006/relationships/image" Target="/ppt/media/image6.jpeg" Id="Rb7cf5f33325e4c46" /><Relationship Type="http://schemas.openxmlformats.org/officeDocument/2006/relationships/notesSlide" Target="/ppt/notesSlides/notesSlide48.xml" Id="R35e22652f3034ca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4ead0c4024e38" /><Relationship Type="http://schemas.openxmlformats.org/officeDocument/2006/relationships/image" Target="/ppt/media/image7.jpeg" Id="R17e18ca4f8b14839" /><Relationship Type="http://schemas.openxmlformats.org/officeDocument/2006/relationships/notesSlide" Target="/ppt/notesSlides/notesSlide49.xml" Id="Rddc1ca2e704f414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906bcee5e4a90" /><Relationship Type="http://schemas.openxmlformats.org/officeDocument/2006/relationships/image" Target="/ppt/media/image8.jpeg" Id="R262645b187b0479e" /><Relationship Type="http://schemas.openxmlformats.org/officeDocument/2006/relationships/notesSlide" Target="/ppt/notesSlides/notesSlide50.xml" Id="Ref2dde9dd0504e4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84fab644b4bd0" /><Relationship Type="http://schemas.openxmlformats.org/officeDocument/2006/relationships/notesSlide" Target="/ppt/notesSlides/notesSlide51.xml" Id="R311189f32a5741f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5224e12e54bbe" /><Relationship Type="http://schemas.openxmlformats.org/officeDocument/2006/relationships/notesSlide" Target="/ppt/notesSlides/notesSlide52.xml" Id="Rf544542904674f1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a7df3bfe142e5" /><Relationship Type="http://schemas.openxmlformats.org/officeDocument/2006/relationships/notesSlide" Target="/ppt/notesSlides/notesSlide53.xml" Id="R84d000cfc8e9473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c24ca3d374c1c" /><Relationship Type="http://schemas.openxmlformats.org/officeDocument/2006/relationships/notesSlide" Target="/ppt/notesSlides/notesSlide54.xml" Id="Rc44636443161420b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8d156b44c427c" /><Relationship Type="http://schemas.openxmlformats.org/officeDocument/2006/relationships/notesSlide" Target="/ppt/notesSlides/notesSlide55.xml" Id="Rc5da0d14523b4cd9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066740d734fda" /><Relationship Type="http://schemas.openxmlformats.org/officeDocument/2006/relationships/notesSlide" Target="/ppt/notesSlides/notesSlide56.xml" Id="Ra90ccc29b60249c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12b5103404c7c" /><Relationship Type="http://schemas.openxmlformats.org/officeDocument/2006/relationships/notesSlide" Target="/ppt/notesSlides/notesSlide57.xml" Id="Rf7d2a105eb534e1f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7f2ad89004557" /><Relationship Type="http://schemas.openxmlformats.org/officeDocument/2006/relationships/notesSlide" Target="/ppt/notesSlides/notesSlide58.xml" Id="R013a319a59094f9a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8960ea3d44081" /><Relationship Type="http://schemas.openxmlformats.org/officeDocument/2006/relationships/notesSlide" Target="/ppt/notesSlides/notesSlide59.xml" Id="R502bc0fc08c34014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f19842e234a78" /><Relationship Type="http://schemas.openxmlformats.org/officeDocument/2006/relationships/notesSlide" Target="/ppt/notesSlides/notesSlide60.xml" Id="R0eda6b90e35044a6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e42294df1408a" /><Relationship Type="http://schemas.openxmlformats.org/officeDocument/2006/relationships/notesSlide" Target="/ppt/notesSlides/notesSlide61.xml" Id="Racbc875a2f4849e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f03ed60e64588" /><Relationship Type="http://schemas.openxmlformats.org/officeDocument/2006/relationships/notesSlide" Target="/ppt/notesSlides/notesSlide62.xml" Id="Rcdcc8cafb4a84678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3d8a08cb34c08" /><Relationship Type="http://schemas.openxmlformats.org/officeDocument/2006/relationships/notesSlide" Target="/ppt/notesSlides/notesSlide63.xml" Id="R41b757ba7f534d50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dfaedbbd741cb" /><Relationship Type="http://schemas.openxmlformats.org/officeDocument/2006/relationships/notesSlide" Target="/ppt/notesSlides/notesSlide64.xml" Id="Rd7d5a1119d6142cd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3ec88e6674003" /><Relationship Type="http://schemas.openxmlformats.org/officeDocument/2006/relationships/notesSlide" Target="/ppt/notesSlides/notesSlide65.xml" Id="R32cbadfc5f0d466c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8531b7bd447af" /><Relationship Type="http://schemas.openxmlformats.org/officeDocument/2006/relationships/notesSlide" Target="/ppt/notesSlides/notesSlide66.xml" Id="R0bf1c03d7dbf433a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f54445eba46cb" /><Relationship Type="http://schemas.openxmlformats.org/officeDocument/2006/relationships/notesSlide" Target="/ppt/notesSlides/notesSlide67.xml" Id="Rc98287b2757a4109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b5c4235dd436a" /><Relationship Type="http://schemas.openxmlformats.org/officeDocument/2006/relationships/image" Target="/ppt/media/image5.png" Id="R2b218e79083742d6" /><Relationship Type="http://schemas.openxmlformats.org/officeDocument/2006/relationships/image" Target="/ppt/media/image5.svg" Id="Rfa66f77deb1e4cf6" /><Relationship Type="http://schemas.openxmlformats.org/officeDocument/2006/relationships/notesSlide" Target="/ppt/notesSlides/notesSlide68.xml" Id="R58fbbf3945e34a1f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2917db98144ff" /><Relationship Type="http://schemas.openxmlformats.org/officeDocument/2006/relationships/notesSlide" Target="/ppt/notesSlides/notesSlide69.xml" Id="R4d9e59ec0dcc4c5b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18f64b7fd4fb6" /><Relationship Type="http://schemas.openxmlformats.org/officeDocument/2006/relationships/notesSlide" Target="/ppt/notesSlides/notesSlide70.xml" Id="R20db8ded038f460e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5cc12fb85490a" /><Relationship Type="http://schemas.openxmlformats.org/officeDocument/2006/relationships/notesSlide" Target="/ppt/notesSlides/notesSlide71.xml" Id="R4176dbd65f184edb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409e04a4d450e" /><Relationship Type="http://schemas.openxmlformats.org/officeDocument/2006/relationships/notesSlide" Target="/ppt/notesSlides/notesSlide72.xml" Id="Ra8f211f1905045ac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86cee777e4482" /><Relationship Type="http://schemas.openxmlformats.org/officeDocument/2006/relationships/notesSlide" Target="/ppt/notesSlides/notesSlide73.xml" Id="R1531003917fc4534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64c8ef88a4315" /><Relationship Type="http://schemas.openxmlformats.org/officeDocument/2006/relationships/notesSlide" Target="/ppt/notesSlides/notesSlide74.xml" Id="R64892e1da8d3485e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4a83985394076" /><Relationship Type="http://schemas.openxmlformats.org/officeDocument/2006/relationships/notesSlide" Target="/ppt/notesSlides/notesSlide75.xml" Id="Rbc3811e017bc44dd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b2fa1bf324c50" /><Relationship Type="http://schemas.openxmlformats.org/officeDocument/2006/relationships/notesSlide" Target="/ppt/notesSlides/notesSlide76.xml" Id="Ra7189de8ade14aef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985fb32fc4c8d" /><Relationship Type="http://schemas.openxmlformats.org/officeDocument/2006/relationships/notesSlide" Target="/ppt/notesSlides/notesSlide77.xml" Id="R68f0423ab4714f06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c5dabc5d240da" /><Relationship Type="http://schemas.openxmlformats.org/officeDocument/2006/relationships/notesSlide" Target="/ppt/notesSlides/notesSlide78.xml" Id="Rd05e57e973654858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c61fb9e514536" /><Relationship Type="http://schemas.openxmlformats.org/officeDocument/2006/relationships/notesSlide" Target="/ppt/notesSlides/notesSlide79.xml" Id="Rf1cfb1073b6145f5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0b0df3a02426d" /><Relationship Type="http://schemas.openxmlformats.org/officeDocument/2006/relationships/notesSlide" Target="/ppt/notesSlides/notesSlide80.xml" Id="R07a4b09637ed4c10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3de430c3d473d" /><Relationship Type="http://schemas.openxmlformats.org/officeDocument/2006/relationships/notesSlide" Target="/ppt/notesSlides/notesSlide81.xml" Id="R45b185c018a0473d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e76473f5540f5" /><Relationship Type="http://schemas.openxmlformats.org/officeDocument/2006/relationships/image" Target="/ppt/media/image9.jpeg" Id="R4daa0dcaef1f47c3" /><Relationship Type="http://schemas.openxmlformats.org/officeDocument/2006/relationships/notesSlide" Target="/ppt/notesSlides/notesSlide82.xml" Id="R9078504a29554b26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7939659dd4116" /><Relationship Type="http://schemas.openxmlformats.org/officeDocument/2006/relationships/image" Target="/ppt/media/image10.jpeg" Id="R2123f07de9794bea" /><Relationship Type="http://schemas.openxmlformats.org/officeDocument/2006/relationships/notesSlide" Target="/ppt/notesSlides/notesSlide83.xml" Id="Re2f0a118aed14f0a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5c257e454453d" /><Relationship Type="http://schemas.openxmlformats.org/officeDocument/2006/relationships/image" Target="/ppt/media/image11.jpeg" Id="R5388e417292049e1" /><Relationship Type="http://schemas.openxmlformats.org/officeDocument/2006/relationships/notesSlide" Target="/ppt/notesSlides/notesSlide84.xml" Id="R0110a9f36dc040bf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5e625037341fd" /><Relationship Type="http://schemas.openxmlformats.org/officeDocument/2006/relationships/image" Target="/ppt/media/image12.jpeg" Id="Rdf1e2dd76a764b46" /><Relationship Type="http://schemas.openxmlformats.org/officeDocument/2006/relationships/notesSlide" Target="/ppt/notesSlides/notesSlide85.xml" Id="R395b5602155c4fc6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765fab5114dd3" /><Relationship Type="http://schemas.openxmlformats.org/officeDocument/2006/relationships/notesSlide" Target="/ppt/notesSlides/notesSlide86.xml" Id="R26278f2ecdbe4950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b1cf834cf46d8" /><Relationship Type="http://schemas.openxmlformats.org/officeDocument/2006/relationships/notesSlide" Target="/ppt/notesSlides/notesSlide87.xml" Id="R3bb5ac01ee3a43de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96c5316d5440a" /><Relationship Type="http://schemas.openxmlformats.org/officeDocument/2006/relationships/notesSlide" Target="/ppt/notesSlides/notesSlide88.xml" Id="R98cb02c53ff24d4e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84066f3864bbd" /><Relationship Type="http://schemas.openxmlformats.org/officeDocument/2006/relationships/notesSlide" Target="/ppt/notesSlides/notesSlide89.xml" Id="R0e97bc2f8cb54bdd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ff1aa177d4fc9" /><Relationship Type="http://schemas.openxmlformats.org/officeDocument/2006/relationships/notesSlide" Target="/ppt/notesSlides/notesSlide90.xml" Id="R8c8bb25d1a5d4153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30edd8da5404e" /><Relationship Type="http://schemas.openxmlformats.org/officeDocument/2006/relationships/notesSlide" Target="/ppt/notesSlides/notesSlide91.xml" Id="R4ca5e5b22b234987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7e97a78c648e3" /><Relationship Type="http://schemas.openxmlformats.org/officeDocument/2006/relationships/notesSlide" Target="/ppt/notesSlides/notesSlide92.xml" Id="Rf75cec54adc643e5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6bf59c9ce4f8c" /><Relationship Type="http://schemas.openxmlformats.org/officeDocument/2006/relationships/notesSlide" Target="/ppt/notesSlides/notesSlide93.xml" Id="R704e058446684248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30e44f6eb47d2" /><Relationship Type="http://schemas.openxmlformats.org/officeDocument/2006/relationships/notesSlide" Target="/ppt/notesSlides/notesSlide94.xml" Id="Rc1360c377cc64593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ee10e463949b9" /><Relationship Type="http://schemas.openxmlformats.org/officeDocument/2006/relationships/notesSlide" Target="/ppt/notesSlides/notesSlide95.xml" Id="R8a794352de134e98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b8f6528d244ed" /><Relationship Type="http://schemas.openxmlformats.org/officeDocument/2006/relationships/notesSlide" Target="/ppt/notesSlides/notesSlide96.xml" Id="R41f00590d7db4f22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9622d60cd4071" /><Relationship Type="http://schemas.openxmlformats.org/officeDocument/2006/relationships/notesSlide" Target="/ppt/notesSlides/notesSlide97.xml" Id="Re943373705c2491c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b6ced57484b49" /><Relationship Type="http://schemas.openxmlformats.org/officeDocument/2006/relationships/notesSlide" Target="/ppt/notesSlides/notesSlide98.xml" Id="Rac7ed5de99284eb8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ae448d917424f" /><Relationship Type="http://schemas.openxmlformats.org/officeDocument/2006/relationships/notesSlide" Target="/ppt/notesSlides/notesSlide99.xml" Id="R77b86303a71c4571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7d6ef619c48d9" /><Relationship Type="http://schemas.openxmlformats.org/officeDocument/2006/relationships/notesSlide" Target="/ppt/notesSlides/notesSlide100.xml" Id="R25f3307fa6da4e75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56f1c85ad47df" /><Relationship Type="http://schemas.openxmlformats.org/officeDocument/2006/relationships/notesSlide" Target="/ppt/notesSlides/notesSlide101.xml" Id="R3af797660923454e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f6f6f4f514162" /><Relationship Type="http://schemas.openxmlformats.org/officeDocument/2006/relationships/notesSlide" Target="/ppt/notesSlides/notesSlide102.xml" Id="Rcb7ca736f1e14374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1627b091d4e64" /><Relationship Type="http://schemas.openxmlformats.org/officeDocument/2006/relationships/image" Target="/ppt/media/image6.png" Id="R28367d92e98a4ad5" /><Relationship Type="http://schemas.openxmlformats.org/officeDocument/2006/relationships/image" Target="/ppt/media/image6.svg" Id="Rdb3f0d0917af45a0" /><Relationship Type="http://schemas.openxmlformats.org/officeDocument/2006/relationships/notesSlide" Target="/ppt/notesSlides/notesSlide103.xml" Id="R2e18bbdda2a64f84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141e54c3c47ce" /><Relationship Type="http://schemas.openxmlformats.org/officeDocument/2006/relationships/notesSlide" Target="/ppt/notesSlides/notesSlide104.xml" Id="Rc590767ef0984e36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cd1e978c145c9" /><Relationship Type="http://schemas.openxmlformats.org/officeDocument/2006/relationships/notesSlide" Target="/ppt/notesSlides/notesSlide105.xml" Id="Rfdfd7f2239ff42e4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78128e6f9418b" /><Relationship Type="http://schemas.openxmlformats.org/officeDocument/2006/relationships/notesSlide" Target="/ppt/notesSlides/notesSlide106.xml" Id="R17b6811d46b342f3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0f60e23cd4ec5" /><Relationship Type="http://schemas.openxmlformats.org/officeDocument/2006/relationships/notesSlide" Target="/ppt/notesSlides/notesSlide107.xml" Id="R478a5a67a48e4080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8089cdc7f4689" /><Relationship Type="http://schemas.openxmlformats.org/officeDocument/2006/relationships/notesSlide" Target="/ppt/notesSlides/notesSlide108.xml" Id="R36b0ee9a32954063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9163468ca41e8" /><Relationship Type="http://schemas.openxmlformats.org/officeDocument/2006/relationships/notesSlide" Target="/ppt/notesSlides/notesSlide109.xml" Id="Rdc4bdd2b179c4620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83f3f1c39492a" /><Relationship Type="http://schemas.openxmlformats.org/officeDocument/2006/relationships/notesSlide" Target="/ppt/notesSlides/notesSlide110.xml" Id="R48306c693c954508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20c232c2741a2" /><Relationship Type="http://schemas.openxmlformats.org/officeDocument/2006/relationships/notesSlide" Target="/ppt/notesSlides/notesSlide111.xml" Id="R824dcc85d5c04d39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4693ed9c545b3" /><Relationship Type="http://schemas.openxmlformats.org/officeDocument/2006/relationships/notesSlide" Target="/ppt/notesSlides/notesSlide112.xml" Id="R69ad4f38a08f446a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f9dd770d94436" /><Relationship Type="http://schemas.openxmlformats.org/officeDocument/2006/relationships/notesSlide" Target="/ppt/notesSlides/notesSlide113.xml" Id="Rd6f26f3bd1484eb4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8a6cb5c334e9a" /><Relationship Type="http://schemas.openxmlformats.org/officeDocument/2006/relationships/notesSlide" Target="/ppt/notesSlides/notesSlide114.xml" Id="Rb9cc0d9b727f4d1e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77cb9226a4974" /><Relationship Type="http://schemas.openxmlformats.org/officeDocument/2006/relationships/notesSlide" Target="/ppt/notesSlides/notesSlide115.xml" Id="Rc67947e567c24fce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1faf1f14a43f9" /><Relationship Type="http://schemas.openxmlformats.org/officeDocument/2006/relationships/notesSlide" Target="/ppt/notesSlides/notesSlide116.xml" Id="R8a457aa0f7c14c78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1fb73538f4a6e" /><Relationship Type="http://schemas.openxmlformats.org/officeDocument/2006/relationships/image" Target="/ppt/media/image13.jpeg" Id="R686cdb902cc4445e" /><Relationship Type="http://schemas.openxmlformats.org/officeDocument/2006/relationships/notesSlide" Target="/ppt/notesSlides/notesSlide117.xml" Id="Rcdba2456cdff4c19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d506eb04e4bb8" /><Relationship Type="http://schemas.openxmlformats.org/officeDocument/2006/relationships/image" Target="/ppt/media/image14.jpeg" Id="R6f981643779044f3" /><Relationship Type="http://schemas.openxmlformats.org/officeDocument/2006/relationships/notesSlide" Target="/ppt/notesSlides/notesSlide118.xml" Id="R5a09aa3ad2c84a8c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12a07b3f844ee" /><Relationship Type="http://schemas.openxmlformats.org/officeDocument/2006/relationships/image" Target="/ppt/media/image15.jpeg" Id="Reccfc503d2ad4dec" /><Relationship Type="http://schemas.openxmlformats.org/officeDocument/2006/relationships/notesSlide" Target="/ppt/notesSlides/notesSlide119.xml" Id="R120e44e906104370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5e6edbdeb4335" /><Relationship Type="http://schemas.openxmlformats.org/officeDocument/2006/relationships/image" Target="/ppt/media/image16.jpeg" Id="R25eda1d459f04ead" /><Relationship Type="http://schemas.openxmlformats.org/officeDocument/2006/relationships/notesSlide" Target="/ppt/notesSlides/notesSlide120.xml" Id="R0c2a6a1d549f4d6e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e33a639d74f38" /><Relationship Type="http://schemas.openxmlformats.org/officeDocument/2006/relationships/notesSlide" Target="/ppt/notesSlides/notesSlide121.xml" Id="R2d4a8fe4fe28450b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5c2b9c71041a5" /><Relationship Type="http://schemas.openxmlformats.org/officeDocument/2006/relationships/notesSlide" Target="/ppt/notesSlides/notesSlide122.xml" Id="Ra0fd252473d245f8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f2e10d4fb4040" /><Relationship Type="http://schemas.openxmlformats.org/officeDocument/2006/relationships/notesSlide" Target="/ppt/notesSlides/notesSlide123.xml" Id="R34af71f938124902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853b29448424f" /><Relationship Type="http://schemas.openxmlformats.org/officeDocument/2006/relationships/notesSlide" Target="/ppt/notesSlides/notesSlide124.xml" Id="R5bda35bafee64bb4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b032184db4f98" /><Relationship Type="http://schemas.openxmlformats.org/officeDocument/2006/relationships/notesSlide" Target="/ppt/notesSlides/notesSlide125.xml" Id="R8d42defbd4a54dcc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7eaed8b084809" /><Relationship Type="http://schemas.openxmlformats.org/officeDocument/2006/relationships/notesSlide" Target="/ppt/notesSlides/notesSlide126.xml" Id="R8241ff198cb5466c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39564a7c2415a" /><Relationship Type="http://schemas.openxmlformats.org/officeDocument/2006/relationships/notesSlide" Target="/ppt/notesSlides/notesSlide127.xml" Id="Ra639a024592d4d6f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0f7b1db0444e2" /><Relationship Type="http://schemas.openxmlformats.org/officeDocument/2006/relationships/notesSlide" Target="/ppt/notesSlides/notesSlide128.xml" Id="R74df5b8afd3e49f7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b39faa6444ecf" /><Relationship Type="http://schemas.openxmlformats.org/officeDocument/2006/relationships/notesSlide" Target="/ppt/notesSlides/notesSlide129.xml" Id="R6cf4befce0d24ea7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24f62ffd14007" /><Relationship Type="http://schemas.openxmlformats.org/officeDocument/2006/relationships/notesSlide" Target="/ppt/notesSlides/notesSlide130.xml" Id="Rf3528a8486b64340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4455974d14d9b" /><Relationship Type="http://schemas.openxmlformats.org/officeDocument/2006/relationships/notesSlide" Target="/ppt/notesSlides/notesSlide131.xml" Id="Rdafac56e82d94daa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d125231244570" /><Relationship Type="http://schemas.openxmlformats.org/officeDocument/2006/relationships/notesSlide" Target="/ppt/notesSlides/notesSlide132.xml" Id="Rd06b321a37cb4956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de2df70554242" /><Relationship Type="http://schemas.openxmlformats.org/officeDocument/2006/relationships/notesSlide" Target="/ppt/notesSlides/notesSlide133.xml" Id="Ra3bed6115952486e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9c19aba024820" /><Relationship Type="http://schemas.openxmlformats.org/officeDocument/2006/relationships/notesSlide" Target="/ppt/notesSlides/notesSlide134.xml" Id="R072f103b15b24373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237c3dbd64af1" /><Relationship Type="http://schemas.openxmlformats.org/officeDocument/2006/relationships/notesSlide" Target="/ppt/notesSlides/notesSlide135.xml" Id="R668413666f7d41e7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3a3560b10453d" /><Relationship Type="http://schemas.openxmlformats.org/officeDocument/2006/relationships/notesSlide" Target="/ppt/notesSlides/notesSlide136.xml" Id="R6289e63ea3824f4f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e707e2b3944b5" /><Relationship Type="http://schemas.openxmlformats.org/officeDocument/2006/relationships/notesSlide" Target="/ppt/notesSlides/notesSlide137.xml" Id="R98482b293ff34ee1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da20c4af84516" /><Relationship Type="http://schemas.openxmlformats.org/officeDocument/2006/relationships/image" Target="/ppt/media/image7.png" Id="R86f8803fb575477c" /><Relationship Type="http://schemas.openxmlformats.org/officeDocument/2006/relationships/image" Target="/ppt/media/image7.svg" Id="R251ba9e49d654e81" /><Relationship Type="http://schemas.openxmlformats.org/officeDocument/2006/relationships/notesSlide" Target="/ppt/notesSlides/notesSlide138.xml" Id="R542ed48aaaab45fe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f1fc8c6554577" /><Relationship Type="http://schemas.openxmlformats.org/officeDocument/2006/relationships/notesSlide" Target="/ppt/notesSlides/notesSlide139.xml" Id="R06f725ce01b744be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8db2552f8407c" /><Relationship Type="http://schemas.openxmlformats.org/officeDocument/2006/relationships/notesSlide" Target="/ppt/notesSlides/notesSlide140.xml" Id="R0a7782d55f3b4c47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9ccc748454c47" /><Relationship Type="http://schemas.openxmlformats.org/officeDocument/2006/relationships/notesSlide" Target="/ppt/notesSlides/notesSlide141.xml" Id="R4ca80900ec144ca9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fe1ec9f2b4893" /><Relationship Type="http://schemas.openxmlformats.org/officeDocument/2006/relationships/notesSlide" Target="/ppt/notesSlides/notesSlide142.xml" Id="Rf66faba74dd942d8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0a974bc3f40ca" /><Relationship Type="http://schemas.openxmlformats.org/officeDocument/2006/relationships/notesSlide" Target="/ppt/notesSlides/notesSlide143.xml" Id="R25b337f5793e4b9d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a3712cb8642d7" /><Relationship Type="http://schemas.openxmlformats.org/officeDocument/2006/relationships/notesSlide" Target="/ppt/notesSlides/notesSlide144.xml" Id="R3659615bbf4c4360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fed0810974cfa" /><Relationship Type="http://schemas.openxmlformats.org/officeDocument/2006/relationships/notesSlide" Target="/ppt/notesSlides/notesSlide145.xml" Id="R21a9a598ed6647c6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53bfdf82540f2" /><Relationship Type="http://schemas.openxmlformats.org/officeDocument/2006/relationships/notesSlide" Target="/ppt/notesSlides/notesSlide146.xml" Id="Ra059f7ce38664541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6ca5fbdd0470f" /><Relationship Type="http://schemas.openxmlformats.org/officeDocument/2006/relationships/notesSlide" Target="/ppt/notesSlides/notesSlide147.xml" Id="Rb53043023f414688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4c6c87a9547e0" /><Relationship Type="http://schemas.openxmlformats.org/officeDocument/2006/relationships/notesSlide" Target="/ppt/notesSlides/notesSlide148.xml" Id="R2e2b5464f61c414a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483cb9fa04b41" /><Relationship Type="http://schemas.openxmlformats.org/officeDocument/2006/relationships/notesSlide" Target="/ppt/notesSlides/notesSlide149.xml" Id="R27a59c21bb4d421a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2817f0e5c4676" /><Relationship Type="http://schemas.openxmlformats.org/officeDocument/2006/relationships/notesSlide" Target="/ppt/notesSlides/notesSlide150.xml" Id="R7e9484c6c8e946b1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c2d174cee4257" /><Relationship Type="http://schemas.openxmlformats.org/officeDocument/2006/relationships/image" Target="/ppt/media/image17.jpeg" Id="R568e141497d6458c" /><Relationship Type="http://schemas.openxmlformats.org/officeDocument/2006/relationships/notesSlide" Target="/ppt/notesSlides/notesSlide151.xml" Id="Rddcdfe036afa4fa6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41808871d45ff" /><Relationship Type="http://schemas.openxmlformats.org/officeDocument/2006/relationships/image" Target="/ppt/media/image18.jpeg" Id="R6815febe61604044" /><Relationship Type="http://schemas.openxmlformats.org/officeDocument/2006/relationships/notesSlide" Target="/ppt/notesSlides/notesSlide152.xml" Id="Reebf4fc42a954d36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1206c207b41b7" /><Relationship Type="http://schemas.openxmlformats.org/officeDocument/2006/relationships/image" Target="/ppt/media/image19.jpeg" Id="R196f5a9b5fc24b59" /><Relationship Type="http://schemas.openxmlformats.org/officeDocument/2006/relationships/notesSlide" Target="/ppt/notesSlides/notesSlide153.xml" Id="R61e8abfa3f2f41ff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7ce6be40a4f01" /><Relationship Type="http://schemas.openxmlformats.org/officeDocument/2006/relationships/image" Target="/ppt/media/image20.jpeg" Id="R766d807cb14e4211" /><Relationship Type="http://schemas.openxmlformats.org/officeDocument/2006/relationships/notesSlide" Target="/ppt/notesSlides/notesSlide154.xml" Id="Re2b67fb190fc4566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99fcf41874aef" /><Relationship Type="http://schemas.openxmlformats.org/officeDocument/2006/relationships/notesSlide" Target="/ppt/notesSlides/notesSlide155.xml" Id="Re75b8711e0ef4d27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325c63cdb4d61" /><Relationship Type="http://schemas.openxmlformats.org/officeDocument/2006/relationships/notesSlide" Target="/ppt/notesSlides/notesSlide156.xml" Id="R38ce57a74163483e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2fbcdc8a44eb1" /><Relationship Type="http://schemas.openxmlformats.org/officeDocument/2006/relationships/notesSlide" Target="/ppt/notesSlides/notesSlide157.xml" Id="Redd8e94a44c94dc6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23ad4b4ed4b7d" /><Relationship Type="http://schemas.openxmlformats.org/officeDocument/2006/relationships/notesSlide" Target="/ppt/notesSlides/notesSlide158.xml" Id="R9c3837050e5e4b89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e7f11e8be4307" /><Relationship Type="http://schemas.openxmlformats.org/officeDocument/2006/relationships/notesSlide" Target="/ppt/notesSlides/notesSlide159.xml" Id="R2a40436c485a4369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3ffe45e2b415f" /><Relationship Type="http://schemas.openxmlformats.org/officeDocument/2006/relationships/notesSlide" Target="/ppt/notesSlides/notesSlide160.xml" Id="R839d5ca9f7924a56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38fc0c94a444c" /><Relationship Type="http://schemas.openxmlformats.org/officeDocument/2006/relationships/notesSlide" Target="/ppt/notesSlides/notesSlide161.xml" Id="Ra45afcd4dd084ba7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7017fa3b043a0" /><Relationship Type="http://schemas.openxmlformats.org/officeDocument/2006/relationships/notesSlide" Target="/ppt/notesSlides/notesSlide162.xml" Id="Re3fc4503c6db476a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09594fc0141e0" /><Relationship Type="http://schemas.openxmlformats.org/officeDocument/2006/relationships/notesSlide" Target="/ppt/notesSlides/notesSlide163.xml" Id="R4bcce89457124731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2a5eaff4141e2" /><Relationship Type="http://schemas.openxmlformats.org/officeDocument/2006/relationships/notesSlide" Target="/ppt/notesSlides/notesSlide164.xml" Id="R338c3003961745d1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68222ebbf4027" /><Relationship Type="http://schemas.openxmlformats.org/officeDocument/2006/relationships/notesSlide" Target="/ppt/notesSlides/notesSlide165.xml" Id="Ra9e2e55fc06d4c0b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bf773e4da4c8d" /><Relationship Type="http://schemas.openxmlformats.org/officeDocument/2006/relationships/notesSlide" Target="/ppt/notesSlides/notesSlide166.xml" Id="R95297309cc3f441a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1339f0fb248ce" /><Relationship Type="http://schemas.openxmlformats.org/officeDocument/2006/relationships/notesSlide" Target="/ppt/notesSlides/notesSlide167.xml" Id="Re20f08a79ab64ff2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dc6bbcbd24d81" /><Relationship Type="http://schemas.openxmlformats.org/officeDocument/2006/relationships/notesSlide" Target="/ppt/notesSlides/notesSlide168.xml" Id="R978b892998134f5c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817d96fb743c7" /><Relationship Type="http://schemas.openxmlformats.org/officeDocument/2006/relationships/notesSlide" Target="/ppt/notesSlides/notesSlide169.xml" Id="Rffb5ac0d5e1e464d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72b9ef7cf481f" /><Relationship Type="http://schemas.openxmlformats.org/officeDocument/2006/relationships/notesSlide" Target="/ppt/notesSlides/notesSlide170.xml" Id="R89ccd89a652c4d29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1fa2904bf4662" /><Relationship Type="http://schemas.openxmlformats.org/officeDocument/2006/relationships/notesSlide" Target="/ppt/notesSlides/notesSlide171.xml" Id="R918d5620200d45a3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055978cd94f3a" /><Relationship Type="http://schemas.openxmlformats.org/officeDocument/2006/relationships/image" Target="/ppt/media/image8.png" Id="Rfbba6ce209664cca" /><Relationship Type="http://schemas.openxmlformats.org/officeDocument/2006/relationships/image" Target="/ppt/media/image8.svg" Id="R79539a41aa0947dd" /><Relationship Type="http://schemas.openxmlformats.org/officeDocument/2006/relationships/notesSlide" Target="/ppt/notesSlides/notesSlide172.xml" Id="R5e6badb99af9487a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9c03fe3ea48d4" /><Relationship Type="http://schemas.openxmlformats.org/officeDocument/2006/relationships/notesSlide" Target="/ppt/notesSlides/notesSlide173.xml" Id="R2f68026b2e1c4110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0c12bff38472e" /><Relationship Type="http://schemas.openxmlformats.org/officeDocument/2006/relationships/notesSlide" Target="/ppt/notesSlides/notesSlide174.xml" Id="Rf44390e81a6742ad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bc90438a34f17" /><Relationship Type="http://schemas.openxmlformats.org/officeDocument/2006/relationships/notesSlide" Target="/ppt/notesSlides/notesSlide175.xml" Id="R368864f69f51411e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4a37b1a404c0e" /><Relationship Type="http://schemas.openxmlformats.org/officeDocument/2006/relationships/notesSlide" Target="/ppt/notesSlides/notesSlide176.xml" Id="Ra109aed5d07145f5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8dd417f764464" /><Relationship Type="http://schemas.openxmlformats.org/officeDocument/2006/relationships/notesSlide" Target="/ppt/notesSlides/notesSlide177.xml" Id="Rb4ad477db4824c4b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fe067048e4908" /><Relationship Type="http://schemas.openxmlformats.org/officeDocument/2006/relationships/notesSlide" Target="/ppt/notesSlides/notesSlide178.xml" Id="R67efa6483e9346ca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148901bb94a89" /><Relationship Type="http://schemas.openxmlformats.org/officeDocument/2006/relationships/notesSlide" Target="/ppt/notesSlides/notesSlide179.xml" Id="R04833359828b4f7e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51b52203440bf" /><Relationship Type="http://schemas.openxmlformats.org/officeDocument/2006/relationships/notesSlide" Target="/ppt/notesSlides/notesSlide180.xml" Id="Rc02f45e1b3844e70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2b66001984db4" /><Relationship Type="http://schemas.openxmlformats.org/officeDocument/2006/relationships/notesSlide" Target="/ppt/notesSlides/notesSlide181.xml" Id="Ra82529b896fe43a3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1835e71754518" /><Relationship Type="http://schemas.openxmlformats.org/officeDocument/2006/relationships/notesSlide" Target="/ppt/notesSlides/notesSlide182.xml" Id="R76c388ef49e44686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a88666ff5490a" /><Relationship Type="http://schemas.openxmlformats.org/officeDocument/2006/relationships/notesSlide" Target="/ppt/notesSlides/notesSlide183.xml" Id="R6fa0ec8d464e49d5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a4a87b21848a3" /><Relationship Type="http://schemas.openxmlformats.org/officeDocument/2006/relationships/notesSlide" Target="/ppt/notesSlides/notesSlide184.xml" Id="R76d0143107124693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0d54492d44e87" /><Relationship Type="http://schemas.openxmlformats.org/officeDocument/2006/relationships/image" Target="/ppt/media/image21.jpeg" Id="R1d710e916ad4446c" /><Relationship Type="http://schemas.openxmlformats.org/officeDocument/2006/relationships/notesSlide" Target="/ppt/notesSlides/notesSlide185.xml" Id="R196096a9306b4d6f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b0fd36cd1441f" /><Relationship Type="http://schemas.openxmlformats.org/officeDocument/2006/relationships/image" Target="/ppt/media/image22.jpeg" Id="R95815937e65c4b4d" /><Relationship Type="http://schemas.openxmlformats.org/officeDocument/2006/relationships/notesSlide" Target="/ppt/notesSlides/notesSlide186.xml" Id="R3658cf7075a64398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3c712a7ac47e1" /><Relationship Type="http://schemas.openxmlformats.org/officeDocument/2006/relationships/image" Target="/ppt/media/image23.jpeg" Id="Rd2110b35edbd403d" /><Relationship Type="http://schemas.openxmlformats.org/officeDocument/2006/relationships/notesSlide" Target="/ppt/notesSlides/notesSlide187.xml" Id="R298ee6f1a6de4dba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a78b7302042ca" /><Relationship Type="http://schemas.openxmlformats.org/officeDocument/2006/relationships/image" Target="/ppt/media/image24.jpeg" Id="R33f9cf118a344d04" /><Relationship Type="http://schemas.openxmlformats.org/officeDocument/2006/relationships/notesSlide" Target="/ppt/notesSlides/notesSlide188.xml" Id="R13e2e2f1484b4427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cec86f3ef4be4" /><Relationship Type="http://schemas.openxmlformats.org/officeDocument/2006/relationships/notesSlide" Target="/ppt/notesSlides/notesSlide189.xml" Id="Re22dce20ced8432d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014bc37484d9d" /><Relationship Type="http://schemas.openxmlformats.org/officeDocument/2006/relationships/notesSlide" Target="/ppt/notesSlides/notesSlide190.xml" Id="R90ef98ff7256493b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0ed37713f4ba1" /><Relationship Type="http://schemas.openxmlformats.org/officeDocument/2006/relationships/notesSlide" Target="/ppt/notesSlides/notesSlide191.xml" Id="R464079b5e5824078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8e7ee3d27470d" /><Relationship Type="http://schemas.openxmlformats.org/officeDocument/2006/relationships/notesSlide" Target="/ppt/notesSlides/notesSlide192.xml" Id="R97e5dc02a8b242e9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8262227944273" /><Relationship Type="http://schemas.openxmlformats.org/officeDocument/2006/relationships/notesSlide" Target="/ppt/notesSlides/notesSlide193.xml" Id="R1b15ba480cb64629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140567cf44c27" /><Relationship Type="http://schemas.openxmlformats.org/officeDocument/2006/relationships/notesSlide" Target="/ppt/notesSlides/notesSlide194.xml" Id="R0cd68270e6b04a7d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d1602603e4959" /><Relationship Type="http://schemas.openxmlformats.org/officeDocument/2006/relationships/notesSlide" Target="/ppt/notesSlides/notesSlide195.xml" Id="R14e7cae2fda84ec8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22eab251841aa" /><Relationship Type="http://schemas.openxmlformats.org/officeDocument/2006/relationships/notesSlide" Target="/ppt/notesSlides/notesSlide196.xml" Id="R964555635b9f4d63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20b70bdd9415f" /><Relationship Type="http://schemas.openxmlformats.org/officeDocument/2006/relationships/notesSlide" Target="/ppt/notesSlides/notesSlide197.xml" Id="R2fa429b9e13548f1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6adfd359a4389" /><Relationship Type="http://schemas.openxmlformats.org/officeDocument/2006/relationships/notesSlide" Target="/ppt/notesSlides/notesSlide198.xml" Id="R1d777cb6df674aa4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d2d99e8e14968" /><Relationship Type="http://schemas.openxmlformats.org/officeDocument/2006/relationships/notesSlide" Target="/ppt/notesSlides/notesSlide199.xml" Id="R32e9fb54256f4c9b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98bb3e3004e71" /><Relationship Type="http://schemas.openxmlformats.org/officeDocument/2006/relationships/notesSlide" Target="/ppt/notesSlides/notesSlide200.xml" Id="R1aea732ac9b44ca2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bc21d610e4a3c" /><Relationship Type="http://schemas.openxmlformats.org/officeDocument/2006/relationships/notesSlide" Target="/ppt/notesSlides/notesSlide201.xml" Id="Rf796797a535d4697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713f2637147ae" /><Relationship Type="http://schemas.openxmlformats.org/officeDocument/2006/relationships/notesSlide" Target="/ppt/notesSlides/notesSlide202.xml" Id="Rd92de2f37f934828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66bb8adfa49da" /><Relationship Type="http://schemas.openxmlformats.org/officeDocument/2006/relationships/notesSlide" Target="/ppt/notesSlides/notesSlide203.xml" Id="Rdd9a6136ec624708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592e4ddb44c96" /><Relationship Type="http://schemas.openxmlformats.org/officeDocument/2006/relationships/notesSlide" Target="/ppt/notesSlides/notesSlide204.xml" Id="Rdcab726cd85d4907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c470e5cdf45aa" /><Relationship Type="http://schemas.openxmlformats.org/officeDocument/2006/relationships/notesSlide" Target="/ppt/notesSlides/notesSlide205.xml" Id="R7df1c2089b014007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c4c95d5924d59" /><Relationship Type="http://schemas.openxmlformats.org/officeDocument/2006/relationships/image" Target="/ppt/media/image9.png" Id="R63269dce9c4d4a02" /><Relationship Type="http://schemas.openxmlformats.org/officeDocument/2006/relationships/image" Target="/ppt/media/image9.svg" Id="R358fbb8f7139423d" /><Relationship Type="http://schemas.openxmlformats.org/officeDocument/2006/relationships/notesSlide" Target="/ppt/notesSlides/notesSlide206.xml" Id="R4d2d7453ea1640be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a9eb4d93f4c50" /><Relationship Type="http://schemas.openxmlformats.org/officeDocument/2006/relationships/notesSlide" Target="/ppt/notesSlides/notesSlide207.xml" Id="Rdd87821ed1904617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b2fc4b43b4464" /><Relationship Type="http://schemas.openxmlformats.org/officeDocument/2006/relationships/notesSlide" Target="/ppt/notesSlides/notesSlide208.xml" Id="Rf64e36de2d334f03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d2d8d9fa0447f" /><Relationship Type="http://schemas.openxmlformats.org/officeDocument/2006/relationships/notesSlide" Target="/ppt/notesSlides/notesSlide209.xml" Id="Rab19a9ef920048ed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845d0d433472b" /><Relationship Type="http://schemas.openxmlformats.org/officeDocument/2006/relationships/image" Target="/ppt/media/image10.png" Id="R5b3a73256f1a458a" /><Relationship Type="http://schemas.openxmlformats.org/officeDocument/2006/relationships/notesSlide" Target="/ppt/notesSlides/notesSlide210.xml" Id="Rff635b3789054019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a1c64ef204d41" /><Relationship Type="http://schemas.openxmlformats.org/officeDocument/2006/relationships/notesSlide" Target="/ppt/notesSlides/notesSlide211.xml" Id="Re06ea247b4d44e39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7181f505e47e5" /><Relationship Type="http://schemas.openxmlformats.org/officeDocument/2006/relationships/notesSlide" Target="/ppt/notesSlides/notesSlide212.xml" Id="R255efa860444412e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5fa7edea24706" /><Relationship Type="http://schemas.openxmlformats.org/officeDocument/2006/relationships/notesSlide" Target="/ppt/notesSlides/notesSlide213.xml" Id="R02dc066979604d08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eff7eee814638" /><Relationship Type="http://schemas.openxmlformats.org/officeDocument/2006/relationships/notesSlide" Target="/ppt/notesSlides/notesSlide214.xml" Id="R1a80c0942d564e2d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c48a66a424f9b" /><Relationship Type="http://schemas.openxmlformats.org/officeDocument/2006/relationships/notesSlide" Target="/ppt/notesSlides/notesSlide215.xml" Id="R7e6ef978f9bf4caf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26932ba664422" /><Relationship Type="http://schemas.openxmlformats.org/officeDocument/2006/relationships/notesSlide" Target="/ppt/notesSlides/notesSlide216.xml" Id="Rbdc6e290120c4716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f7182ec584e0d" /><Relationship Type="http://schemas.openxmlformats.org/officeDocument/2006/relationships/notesSlide" Target="/ppt/notesSlides/notesSlide217.xml" Id="R9fba37a9ca794dff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d2f7344d64a6a" /><Relationship Type="http://schemas.openxmlformats.org/officeDocument/2006/relationships/notesSlide" Target="/ppt/notesSlides/notesSlide218.xml" Id="R41833dbb3e924f52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b3b3746494322" /><Relationship Type="http://schemas.openxmlformats.org/officeDocument/2006/relationships/image" Target="/ppt/media/image25.jpeg" Id="R1393dd9f86a84f0a" /><Relationship Type="http://schemas.openxmlformats.org/officeDocument/2006/relationships/notesSlide" Target="/ppt/notesSlides/notesSlide219.xml" Id="Rd6a84a69098c4ee8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e4af9107349a4" /><Relationship Type="http://schemas.openxmlformats.org/officeDocument/2006/relationships/image" Target="/ppt/media/image26.jpeg" Id="R206397eb8c3f41c9" /><Relationship Type="http://schemas.openxmlformats.org/officeDocument/2006/relationships/notesSlide" Target="/ppt/notesSlides/notesSlide220.xml" Id="R897d05d3589f4b4c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d0b821e0741af" /><Relationship Type="http://schemas.openxmlformats.org/officeDocument/2006/relationships/image" Target="/ppt/media/image27.jpeg" Id="R62fdcf008a304bd4" /><Relationship Type="http://schemas.openxmlformats.org/officeDocument/2006/relationships/notesSlide" Target="/ppt/notesSlides/notesSlide221.xml" Id="Rf3a560b508d44516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4d6bbf24d4238" /><Relationship Type="http://schemas.openxmlformats.org/officeDocument/2006/relationships/image" Target="/ppt/media/image28.jpeg" Id="R7f8d975e128248e5" /><Relationship Type="http://schemas.openxmlformats.org/officeDocument/2006/relationships/notesSlide" Target="/ppt/notesSlides/notesSlide222.xml" Id="R387f5a4ad23c43b3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140ba81e34bd9" /><Relationship Type="http://schemas.openxmlformats.org/officeDocument/2006/relationships/notesSlide" Target="/ppt/notesSlides/notesSlide223.xml" Id="Ref0d1e8ca2e9452d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0b3c2f1c24051" /><Relationship Type="http://schemas.openxmlformats.org/officeDocument/2006/relationships/notesSlide" Target="/ppt/notesSlides/notesSlide224.xml" Id="R218de894f5904896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ef55fa75c47b2" /><Relationship Type="http://schemas.openxmlformats.org/officeDocument/2006/relationships/notesSlide" Target="/ppt/notesSlides/notesSlide225.xml" Id="Re21c805df07d48c7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fe41b7efc4ce9" /><Relationship Type="http://schemas.openxmlformats.org/officeDocument/2006/relationships/notesSlide" Target="/ppt/notesSlides/notesSlide226.xml" Id="Red793013b7774af9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a6c0511b744a1" /><Relationship Type="http://schemas.openxmlformats.org/officeDocument/2006/relationships/notesSlide" Target="/ppt/notesSlides/notesSlide227.xml" Id="R158ed4a64aa44e53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0efa58fcf4b9d" /><Relationship Type="http://schemas.openxmlformats.org/officeDocument/2006/relationships/notesSlide" Target="/ppt/notesSlides/notesSlide228.xml" Id="R70fcf3f7385a4526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05fb9313a4512" /><Relationship Type="http://schemas.openxmlformats.org/officeDocument/2006/relationships/notesSlide" Target="/ppt/notesSlides/notesSlide229.xml" Id="R5837cffb8da249d6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af7c3a092474e" /><Relationship Type="http://schemas.openxmlformats.org/officeDocument/2006/relationships/notesSlide" Target="/ppt/notesSlides/notesSlide230.xml" Id="R672fa1ca1b294221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ba951de6c40b8" /><Relationship Type="http://schemas.openxmlformats.org/officeDocument/2006/relationships/notesSlide" Target="/ppt/notesSlides/notesSlide231.xml" Id="R259972062fd9491f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76b694694456a" /><Relationship Type="http://schemas.openxmlformats.org/officeDocument/2006/relationships/notesSlide" Target="/ppt/notesSlides/notesSlide232.xml" Id="Rf1445e5dd7414c5e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8fa7451654184" /><Relationship Type="http://schemas.openxmlformats.org/officeDocument/2006/relationships/notesSlide" Target="/ppt/notesSlides/notesSlide233.xml" Id="R8dad7eb29e4d4bd0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12e759d6a40c3" /><Relationship Type="http://schemas.openxmlformats.org/officeDocument/2006/relationships/notesSlide" Target="/ppt/notesSlides/notesSlide234.xml" Id="Rb5d5ffa24b7d49ce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03765a7dc48d2" /><Relationship Type="http://schemas.openxmlformats.org/officeDocument/2006/relationships/notesSlide" Target="/ppt/notesSlides/notesSlide235.xml" Id="R5a8bd1f57a9c46ba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05cd3ece14788" /><Relationship Type="http://schemas.openxmlformats.org/officeDocument/2006/relationships/notesSlide" Target="/ppt/notesSlides/notesSlide236.xml" Id="R879208e7056c4ab4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770869557437b" /><Relationship Type="http://schemas.openxmlformats.org/officeDocument/2006/relationships/notesSlide" Target="/ppt/notesSlides/notesSlide237.xml" Id="R882a889e49dd4c03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f14431765497c" /><Relationship Type="http://schemas.openxmlformats.org/officeDocument/2006/relationships/notesSlide" Target="/ppt/notesSlides/notesSlide238.xml" Id="R6ba6ee1b3b7b4953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f95c3a8444506" /><Relationship Type="http://schemas.openxmlformats.org/officeDocument/2006/relationships/notesSlide" Target="/ppt/notesSlides/notesSlide239.xml" Id="R141be562afb1450a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ff7dd0cc44b49" /><Relationship Type="http://schemas.openxmlformats.org/officeDocument/2006/relationships/image" Target="/ppt/media/image11.png" Id="R3a934edd7484485e" /><Relationship Type="http://schemas.openxmlformats.org/officeDocument/2006/relationships/image" Target="/ppt/media/image10.svg" Id="Rd40faf07a4f3410b" /><Relationship Type="http://schemas.openxmlformats.org/officeDocument/2006/relationships/notesSlide" Target="/ppt/notesSlides/notesSlide240.xml" Id="R491975cf210c4549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256e6576749ba" /><Relationship Type="http://schemas.openxmlformats.org/officeDocument/2006/relationships/notesSlide" Target="/ppt/notesSlides/notesSlide241.xml" Id="Re23f566354d94248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52e622ea34a27" /><Relationship Type="http://schemas.openxmlformats.org/officeDocument/2006/relationships/notesSlide" Target="/ppt/notesSlides/notesSlide242.xml" Id="R7c6cbabcab9d452f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099ccb7ba4266" /><Relationship Type="http://schemas.openxmlformats.org/officeDocument/2006/relationships/notesSlide" Target="/ppt/notesSlides/notesSlide243.xml" Id="Ra7c179cae28243e7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21587e1d34c46" /><Relationship Type="http://schemas.openxmlformats.org/officeDocument/2006/relationships/notesSlide" Target="/ppt/notesSlides/notesSlide244.xml" Id="R56143eeec0c345b3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3f42664fc4e92" /><Relationship Type="http://schemas.openxmlformats.org/officeDocument/2006/relationships/notesSlide" Target="/ppt/notesSlides/notesSlide245.xml" Id="R502e57add08e47b8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8463aad2847b3" /><Relationship Type="http://schemas.openxmlformats.org/officeDocument/2006/relationships/notesSlide" Target="/ppt/notesSlides/notesSlide246.xml" Id="Ra1aa407aa762437d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5e95ce6d54f9b" /><Relationship Type="http://schemas.openxmlformats.org/officeDocument/2006/relationships/notesSlide" Target="/ppt/notesSlides/notesSlide247.xml" Id="R447d27eebec045a2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23f8abdcd4908" /><Relationship Type="http://schemas.openxmlformats.org/officeDocument/2006/relationships/notesSlide" Target="/ppt/notesSlides/notesSlide248.xml" Id="Rbb59c6aea1ee4f37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d44728d94462a" /><Relationship Type="http://schemas.openxmlformats.org/officeDocument/2006/relationships/notesSlide" Target="/ppt/notesSlides/notesSlide249.xml" Id="Rd119249782b140b7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ae98982604f6d" /><Relationship Type="http://schemas.openxmlformats.org/officeDocument/2006/relationships/notesSlide" Target="/ppt/notesSlides/notesSlide250.xml" Id="R06bf73f8a1964489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25364ce764801" /><Relationship Type="http://schemas.openxmlformats.org/officeDocument/2006/relationships/notesSlide" Target="/ppt/notesSlides/notesSlide251.xml" Id="R0d431eef8ed24d45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a5b77a80b4104" /><Relationship Type="http://schemas.openxmlformats.org/officeDocument/2006/relationships/image" Target="/ppt/media/image29.jpeg" Id="R00019202be464c47" /><Relationship Type="http://schemas.openxmlformats.org/officeDocument/2006/relationships/notesSlide" Target="/ppt/notesSlides/notesSlide252.xml" Id="R2c809b54870a4e85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973bbcc1e4ba6" /><Relationship Type="http://schemas.openxmlformats.org/officeDocument/2006/relationships/image" Target="/ppt/media/image30.jpeg" Id="R418570a40b7140b0" /><Relationship Type="http://schemas.openxmlformats.org/officeDocument/2006/relationships/notesSlide" Target="/ppt/notesSlides/notesSlide253.xml" Id="R7c4e493dbf064a48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ffac3a955411e" /><Relationship Type="http://schemas.openxmlformats.org/officeDocument/2006/relationships/image" Target="/ppt/media/image31.jpeg" Id="R374be787d3064599" /><Relationship Type="http://schemas.openxmlformats.org/officeDocument/2006/relationships/notesSlide" Target="/ppt/notesSlides/notesSlide254.xml" Id="R2573585cd0df49f0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b41b90404442e" /><Relationship Type="http://schemas.openxmlformats.org/officeDocument/2006/relationships/image" Target="/ppt/media/image32.jpeg" Id="R1ba2ef0ef9ee491a" /><Relationship Type="http://schemas.openxmlformats.org/officeDocument/2006/relationships/notesSlide" Target="/ppt/notesSlides/notesSlide255.xml" Id="R3244ff28784744bc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b3b2193474b58" /><Relationship Type="http://schemas.openxmlformats.org/officeDocument/2006/relationships/image" Target="/ppt/media/image33.jpeg" Id="R314ba60ef85c43bd" /><Relationship Type="http://schemas.openxmlformats.org/officeDocument/2006/relationships/notesSlide" Target="/ppt/notesSlides/notesSlide256.xml" Id="R57274c772f0d406d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cf6c47fd341e0" /><Relationship Type="http://schemas.openxmlformats.org/officeDocument/2006/relationships/notesSlide" Target="/ppt/notesSlides/notesSlide257.xml" Id="R5f9fd64baa934c60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0b8c0a9fa4b74" /><Relationship Type="http://schemas.openxmlformats.org/officeDocument/2006/relationships/notesSlide" Target="/ppt/notesSlides/notesSlide258.xml" Id="R2f58d6cffad24e7f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d0fde96d947b6" /><Relationship Type="http://schemas.openxmlformats.org/officeDocument/2006/relationships/notesSlide" Target="/ppt/notesSlides/notesSlide259.xml" Id="R78248fad6b52408e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fcbb07cf64b9b" /><Relationship Type="http://schemas.openxmlformats.org/officeDocument/2006/relationships/notesSlide" Target="/ppt/notesSlides/notesSlide260.xml" Id="R1a4a39041d5e4ec0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1664134fa479d" /><Relationship Type="http://schemas.openxmlformats.org/officeDocument/2006/relationships/notesSlide" Target="/ppt/notesSlides/notesSlide261.xml" Id="R922917cdb71c40a8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8544746d14df8" /><Relationship Type="http://schemas.openxmlformats.org/officeDocument/2006/relationships/notesSlide" Target="/ppt/notesSlides/notesSlide262.xml" Id="R42511fd3efb940a4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8ab7680f84e3e" /><Relationship Type="http://schemas.openxmlformats.org/officeDocument/2006/relationships/notesSlide" Target="/ppt/notesSlides/notesSlide263.xml" Id="Rf4a9ccedb88048d9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88b9a4d8241ed" /><Relationship Type="http://schemas.openxmlformats.org/officeDocument/2006/relationships/notesSlide" Target="/ppt/notesSlides/notesSlide264.xml" Id="R5f81998bb83b41ab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143b878e84df8" /><Relationship Type="http://schemas.openxmlformats.org/officeDocument/2006/relationships/notesSlide" Target="/ppt/notesSlides/notesSlide265.xml" Id="Rfd8092831e784cc2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e460ba69347da" /><Relationship Type="http://schemas.openxmlformats.org/officeDocument/2006/relationships/notesSlide" Target="/ppt/notesSlides/notesSlide266.xml" Id="R5e0323c019094edd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694c0b1994f28" /><Relationship Type="http://schemas.openxmlformats.org/officeDocument/2006/relationships/notesSlide" Target="/ppt/notesSlides/notesSlide267.xml" Id="R2e4a7f007ca8415a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ca72f95cf4799" /><Relationship Type="http://schemas.openxmlformats.org/officeDocument/2006/relationships/notesSlide" Target="/ppt/notesSlides/notesSlide268.xml" Id="R71bdd9bc20d84e8c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4faf7ede248b6" /><Relationship Type="http://schemas.openxmlformats.org/officeDocument/2006/relationships/notesSlide" Target="/ppt/notesSlides/notesSlide269.xml" Id="R60ba2317fbac4b19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e67af191747c6" /><Relationship Type="http://schemas.openxmlformats.org/officeDocument/2006/relationships/image" Target="/ppt/media/image12.png" Id="R03742c4cc3324acd" /><Relationship Type="http://schemas.openxmlformats.org/officeDocument/2006/relationships/image" Target="/ppt/media/image11.svg" Id="R6d1ead629ac245bc" /><Relationship Type="http://schemas.openxmlformats.org/officeDocument/2006/relationships/notesSlide" Target="/ppt/notesSlides/notesSlide270.xml" Id="R392ab01d316d43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55AC3F-129C-432B-AD3D-97DB4A21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FBE95-D24D-4687-AEC8-C2ADEF7C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IPA · 40H PROJECT 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FFA1D-DCE3-4F1F-ABD0-17D2DDD9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1일차 1차시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91893-26AB-4361-A860-0C962231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10096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LLM Agent &amp;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867C4-53C4-4B55-808A-10483364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답을 잘하는 AI에서, 일을 끝내는 Workflow로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509BE-57CC-43DD-8BEF-9AA0D34F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Agent와 문제 정의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40EAD-FC17-4C8C-A5AD-00C85409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09:00-09:12 강의 · 09:12-09:20 강사 시연 · 09:20-09:42 개인 실습 · 09:42-09:50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8B248-2D45-4772-A8C2-827D55A0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ED487-2F99-49DC-B27D-27CE65AF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320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배우는 내용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71BC6-B20A-47BB-B098-9E4BB815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346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B2686-78C9-406E-87D2-1EC0C0FA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Chatbot과 Agent의 차이 · 자동화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7BDF6-4F4A-4AC2-B386-61F1FDC5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672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8FFF1-1B8D-4996-9A80-80977045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24350"/>
            <a:ext cx="3829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 차시에서 이해할 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C2F9C-AD12-43A9-83F3-1602DAB1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52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F9FD7-7EBA-4EA8-A967-1EDF5EFC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2915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모델보다 먼저 입력·결과·금지 행동을 정한다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010A0-F7DE-48B1-8221-266635EC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67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0DACA-ABBF-4968-805A-30F5C027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함께 챙길 내용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92732-A990-457A-8FA0-AA2CA546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52950"/>
            <a:ext cx="2838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407FB-24A0-462E-9DE4-E3A047F6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29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자동화할 일 한 문장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A00B4-A658-4B8B-82AA-C328AB7D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차성재 · 무신사 Agentic AI Side PM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서울시립대·아주대 AI 겸임교수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07479-51DF-4072-A274-35A94A73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0545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4000"/>
              </a:lnSpc>
              <a:buNone/>
              <a:defRPr sz="105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2026.08.23 SUN</a:t>
            </a:r>
          </a:p>
          <a:p xmlns:a="http://schemas.openxmlformats.org/drawingml/2006/main">
            <a:pPr algn="r">
              <a:lnSpc>
                <a:spcPct val="124000"/>
              </a:lnSpc>
              <a:buNone/>
              <a:defRPr sz="105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09:00-18:00 · LUNCH 14:00-15:00</a:t>
            </a:r>
          </a:p>
        </p:txBody>
      </p:sp>
    </p:spTree>
    <p:extLst>
      <p:ext uri="{BB962C8B-B14F-4D97-AF65-F5344CB8AC3E}">
        <p14:creationId xmlns:p14="http://schemas.microsoft.com/office/powerpoint/2010/main" val="1428356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2D01D9-AABA-4716-910E-BCAE2FDD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DAY 1 · 운영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FA520-645D-45AF-B18C-BF30B235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첫날은 점심시간이 14시입니다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DFFD8-43E6-45D0-9B1E-B29BA177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8F20D-902B-4F87-A634-7734635B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CCCA0-5747-4581-B2D7-6D25410B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855BC-40C0-4682-A27C-4289D86E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002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f04215eac40f5">
            <a:extLst>
              <a:ext uri="{96DAC541-7B7A-43D3-8B79-37D633B846F1}">
                <asvg:svgBlip xmlns:asvg="http://schemas.microsoft.com/office/drawing/2016/SVG/main" r:embed="R1f5f4846a3a243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8580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673FF-3A53-450F-8767-0DCF181F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923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오후 주요 일정으로 이번 주만 1시간 점심시간을 14:00-15:00에 운영합니다.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BD5B3-34A6-49B5-B1F9-97AD4F14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055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3326C-64F2-45E4-8E6F-CBCBCD24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17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11:30-12:00 쉬는 시간에는 빠른 점심 또는 간식을 미리 드시길 권합니다.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0ED18-22D5-4989-9457-B4E9464E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12-13시에 점심시간을 드리지 못하게 되었습니다. 불편을 드려 죄송합니다. ㅠ.ㅠ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B32FE-EB47-46DC-BD35-F9C2AB4E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05308-3EB0-495F-8FA7-9F9358EC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09:00-12:00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6FA10-71F0-49CD-AE5C-0F06D53F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1-3차시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94EE4-9A7C-4C8D-A2F0-C76BAE5C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575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09:00-11:30 수업 (11:30-12:00 쉬는 시간)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EA3C2-2FBB-450B-A638-F806E7A5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575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빠른 점심·간식 권장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2CDC4-AEC9-40C8-BE3C-A825C3E7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575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DDEC8-85D9-447E-9007-9E081971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A5551-EE06-4C0D-BCFB-154E6C11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90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12:00-14:00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6DD0F-950A-44F3-A63E-BDE7CEB0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099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4-5차시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3BB73-4AEA-4B7D-B779-EDB93C28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99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12:00-13:40 수업 (13:40-14:00 쉬는 시간)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08275A-8A44-4B8D-AE2F-CD6F5BEC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99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총 2시간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04464F-EF17-466D-8865-491EEFD9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100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4D641-6A51-4D8E-89D1-2FDF93E1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806778-2E95-46C0-A722-C37EE8CB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14:00-15:00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BFE72-145E-4ADE-BCEC-F8BCA038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624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LUNCH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D2A42B-D8AB-400B-9E5D-944C79C3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624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점심시간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3F6AA3-24C5-4C80-A880-BD943A8E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624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이번 주만 14시 시작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F08262-3CD2-4189-AA05-28FC5ADC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624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92174C-0F2C-4A3E-AF35-FDB66FE1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064E97-1760-4C42-9C51-40A6698F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15:00-17:30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884B6D-8000-4244-B26A-E5436B2E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148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6-8차시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56D45F-479A-422C-944E-1296C157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15:00-17:00 수업 (17:00-17:30 쉬는 시간)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9B531A-D99A-46D3-965B-967E4D70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148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총 2시간 30분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149400-8B19-49A2-9252-4E0DD0EC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149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973DFE-28EF-4C03-B377-3B1014E1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6F28C8-A1D4-496D-AC38-607CB147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17:30-18:00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980406-0757-4DBA-89EE-4C0C113C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673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80FED7-4EBB-41BA-BC96-45785047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67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질문·실습 복구·Exit Ticket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3E1E58-0EE9-454D-B845-EC07AE4B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673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쉬는 시간 뒤 시작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14D1E2-900F-4A21-87F3-9873CA6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673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2158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8E60E98-FD80-43DE-A952-259778FF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첫날 전체 시간표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C7837-FE3B-402B-AA24-AC4CED05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1일차는 여덟 개 차시로 진행합니다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9D36A-370B-4F1E-8932-9B0BA462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26348-F4FA-4DFE-8EEE-5FFAEA38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5B535-AF63-4B56-AD9F-85F251B1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4A28D-C8A5-4D8F-A3DC-D26273D5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1AC54-8E3D-4591-8646-F9E71BBE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차시의 시간·내용·결과를 확인하고, 쉬는 시간에는 실습 상태를 저장합니다.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12B04-26A2-417D-8B34-B356C454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D358F-4822-4F37-B4D4-E8CA37C7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0497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77482-2E96-4C57-BEB9-60C0CD61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7049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슬라이드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2A44C-D89E-4225-9482-C9D26392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04975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진행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23F6D-FFE9-4EFB-B161-03C4C70F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04975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강의·시연·실습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01503-2AB4-4F72-84A6-936B0788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0497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수강생이 남길 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361CA-C49B-4BE0-BBF4-86F7176D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C93DC-A294-4798-AFCE-1BDDB014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D454E-6CAE-4F51-BD93-E631BCDE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798CB-527D-4352-A0E4-48C75C4A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193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1-29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3F1C2-E01E-41A6-9FF2-E4EA58C8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193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1일차 1차시 · Agent와 문제 정의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27113E-08D9-4ED0-B54B-7B253CC6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193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12 · 시연 8 · 실습 22 · 확인 8분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35BBF-B9F8-4C8A-B25B-132AB25A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자동화할 일 한 문장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2CA836-F4A2-488E-9A17-E389AFC5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A4151-7A98-429D-BFAF-07BC929B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E91E64-CF8A-4B69-A165-84B8CD84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292F03-36BF-44D1-979D-A52D3D1A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F81E09-61D7-4B8F-B5C5-352BF4C0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431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30-64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9305EC-322D-4FF1-B869-7F5B0251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431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1일차 2차시 · Tool Calling과 실행 권한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127356-47AA-4562-85D8-ED4C1FDD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15 · 시연 10 · 실습 20 · 확인 5분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B8FE03-8502-4331-A29A-9789FB06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허용할 도구와 막을 행동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D62887-45E1-47A2-A080-9E55272C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A49BA4-27E1-4F77-9F1E-9446B00B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6288B6-1998-494F-9E7D-5036CAFC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765C25-CF1B-4446-B302-60A24C0F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10:40-11:30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90667D-F5DA-4352-8793-4AB20C8B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6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65-99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DFA583-77D3-40E5-9A06-1518293A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670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1일차 3차시 · 한국어 데이터와 PBL 사례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21A8E-B23F-4DD1-B52D-29B19C15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14 · 시연 10 · 실습 21 · 확인 5분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656D7A-DBAF-41F6-AC9C-7A8183F3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670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입력·결과·근거 예시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338DB2-7D6B-4550-A068-C71EF3FE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CC5791-B47D-4CAE-8356-13719E0A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DE0C22-7DB7-448E-9BF9-4A5BABFF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11:30-12:00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185616-1ED4-4995-B483-05B8FD48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90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-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B5CF3B-0D97-4ECE-8158-B33086E5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쉬는 시간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703055-A9CA-46B2-A917-AAA362FD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1-3차시 종료 후 휴식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44C29E-6498-420E-9B11-DE75C604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908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점심 또는 간식 권장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65D9A2-4895-4506-8596-A48550B6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4E3D5F-CB47-4B90-A6A9-54BC3C07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6997A7-DCCF-4F5A-9E0C-B34E1CD8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82DC68-90BA-4084-919B-F3B13FA7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06B5D9-C1F3-42B0-97F0-12608FF3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14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100-134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F50CB4-7908-42E1-984E-2E847340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147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1일차 4차시 · Python·VS Code·Git 환경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E0ECDE-E89C-4357-9658-2D955222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147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10 · 시연 15 · 실습 20 · 확인 5분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10BDAD-12C0-4595-AC38-CE4200A6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버전·경로·PR 준비 상태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B848BC-3DCB-4EBD-99DF-E48D2B15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67E41B-0176-4F2A-98CC-D6F3D67E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BD2F7AE-DD83-428E-8CE1-80621D1B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D1F05B-5E57-4BF3-BEC7-CD13BD3A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12:50-13:40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402497-A8E5-4411-9F1C-4804811B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38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135-168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ED77DA-F915-4B3D-BBEF-D8CCD266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385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1일차 5차시 · 안전한 Agent 실행 루프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4E607C-9C88-4CC0-BC49-11E9D3C2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10 · 시연 10 · 실습 25 · 확인 5분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BF7815-C605-4B67-BFBE-650B4028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385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정상·실패 test 결과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C5DDD3-0E83-45A8-9A8C-4DAF048F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5FCCBF3-C1F5-4D77-A313-C2002EF5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9B71D9-37ED-4238-8319-42F48FF5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13:40-14:00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0349B0-68D9-45E0-8137-CB32D896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624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-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1DBF58-2624-4491-B47C-AB2D9CBA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624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쉬는 시간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625F67-9F73-4718-ACFE-C31A5B5E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4-5차시 종료 후 휴식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2D5AD2B-F78D-41E3-80C5-AD1348FB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624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 전 실습 상태 저장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F03347-FF06-47F4-9BDE-75BAA1D4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A758495-2953-4AEF-90E8-364FF338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A28144B-3826-4A24-89EC-243E7050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14:00-15:00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A5E105-FEB7-4285-98F5-C86A944B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862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-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65FFF91-89FD-4DC7-A67C-45FD103F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862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점심시간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10508CC-9A93-4A0F-8A78-1BB8A4DD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862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1시간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BAF0759-F7C7-4E9D-9CF2-D821F936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862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14:55까지 복귀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F86CB54-3F6E-4F6A-A1E6-DE4B8FE4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AC884AA-80F6-44C8-AAAD-D3FB598C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5DC047A-C002-4CBE-B79C-75499343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4BF0EC2-9A2D-4A8C-9A4B-9F676F18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32DA5C8-E320-4BC1-9A0E-9E02D8F0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101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169-202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C38B457-6229-4DA9-B7E7-303E2B94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01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1일차 6차시 · 무료·로컬 LLM과 Adapter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C7D8C64-EB7F-42D7-BB09-D2B0B1ED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101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8 · 시연 10 · 실습 17 · 확인 5분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8304CB-303C-4F41-A651-3461A3C8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101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또는 예상된 실패 결과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E7F0849-057B-419A-9471-72CC68F5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EE6145F-600F-4A79-8630-3CB67005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2CB45AD-F3F6-4339-9E7C-10A76AA3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14F76C4-19C2-41EB-AC2E-7703D38A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C4AD1D2-AE64-4D91-A572-D8426106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33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203-236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086AE4B-C9A5-464F-9357-17D8B62E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339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1일차 7차시 · LangGraph와 사람 승인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C0CF7BC-1395-421E-A8CE-2AFC06D6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339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8 · 시연 12 · 실습 15 · 확인 5분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D33F7B2-E5F8-4947-A728-6B673D92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339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승인·수정·거절 상태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B58786F-C84C-4951-AE68-F3ED75D3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1E358AD-BBCF-4874-8F0A-48A3834E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0D88172-4EDF-4BAD-9901-2ED19C94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55B2BD7-4EEE-4BA2-9881-AFC44FEA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C8FBF67-A328-4B9F-ACC6-E740AAB1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57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237-269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F3FAAC6-74BF-46FE-83EE-EEDF8BE5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578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1일차 8차시 · STT와 LangSmith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EDBAB35-9758-4B1E-912E-78CFE3CB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8 · 시연 10 · 실습 15 · 확인 7분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AFFBAE2-0730-48E0-BEDF-C6A16DB1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578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 기준과 READY/HOLD 판단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FE8E1E5-C1D9-4051-8238-F55A6AD5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D78BCDE-CF30-41CD-80BB-D15C2D96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E045BE0-BB3B-4049-BA11-948D6B6A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17:00-17:30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E592190-C83D-4F6B-835E-97C68372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81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-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67D8FC7-9700-4863-81D1-F8EC349D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5816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쉬는 시간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3527D30-F73A-4141-AA13-ADCFE252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816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6-8차시 종료 후 휴식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8AE8640-C977-47B5-B92A-87B9F33F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5816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질문 정리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43D5C5A-FFB6-4D17-B9A8-2556E7EF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42DBE59-73A2-4DD9-948A-9F0DD886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F42ACBD-24F6-4CD9-B0E9-14A3CFFA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59DF987-E4A8-4D1F-AFC5-6FB0E3F5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17:30-18:00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8A5E531-A7D0-40BD-A6AD-D0BD9DFE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905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270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E2A3230-DD21-4D21-AC52-1CBD519D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9055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Q&amp;A · 실습 복구 · Exit Ticket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957DFAC-C7F1-474D-92EB-CB0E7C44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질문 15 · 복구 10 · Exit 5분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78CD8EF-00D4-445A-B269-2BF703CB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9055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오늘의 핵심 세 문장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2DB0BB7-125B-49A1-8FFA-7B5F61E1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722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83006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656EE6-E544-4AA3-971A-32E6A93D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강사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A1C90-AB71-46A6-B078-6422EFAE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머신러닝·딥러닝·LLM을 거쳐, 지금은 Agent 제품을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2F834-6AA3-49D6-8D35-1F4C784B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AD1C9-335C-44DE-81E5-870DC44C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86C4B-40FA-44E4-9B49-1C0A342E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040AB-02C6-40C7-A69F-06D6498E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B05E5-AAB0-4651-82EE-E27DD8D0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차성재 · 무신사 Agentic AI Side PM · 서울시립대/아주대학교 AI 부문 겸임교수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C8008-395D-4866-97B1-A6A73289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553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1516A-6442-4820-BEBE-5B07D406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D3D94-0594-443E-84E7-33AA9C0E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데이터·AI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6BF06-23FE-4330-BC52-71E2F83B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풀었던 문제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703D8-088B-47D4-BC6E-8035FDC5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574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79688-D387-4734-8885-B0248A14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금융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694A3-B867-4877-87D4-CCC1BF75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384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정형 데이터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AutoML·MLOps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D840C-6F7A-4A8A-8D7F-0A87B7BF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384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은행·카드·보험사의 예측과 의사결정을 자체 AutoML 솔루션으로 자동화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58F49-7552-4E8B-AEDB-0F3A4039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에이젠글로벌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ML Team Leader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E2658-4045-4FD7-942D-BC08FDA5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472F9-0E45-4ACB-9CB0-BA9CF52A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55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EA51D-7D36-4677-A8EC-7317E872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의료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5AC44B-3112-4D04-ABF7-9CCB4B1F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81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대장내시경 영상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DL·CVOps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5A209-9748-4F20-9DDB-582AA20D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실시간 영상에서 용종 탐지·진단을 보조하는 의료 AI 서비스를 제작·운영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5CFD2-757A-4743-92B7-F1BBC4EA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아이넥스코퍼레이션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 Engineer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AE250D-55EB-4421-B4EE-7C427C1D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C80EE9-44B3-44DB-957F-EC09ED82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교육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A74D3-CAD3-4B12-8629-EDE99B34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24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말하기·글쓰기·상담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LLMOps·AICC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06ADE9-45A5-412F-8C7E-2E6C9732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243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7만 명 영어 평가를 3-5일에서 약 10초로 단축하고 상담 전·중·후 AI를 총괄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D4DCE7-9C4D-40D0-93EE-4BEDEA4B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243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크레버스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 Engineer·AI PM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826348-D591-403D-87F7-7700EEBE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2432AE-9822-4DCC-A8BC-648B1604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55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B186E3-A362-46C4-91BF-45BEA5E5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이커머스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8FA42F-C117-48F6-8A8B-0D0C1990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고객·상품 맥락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Agentic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967C3C-8ACE-4BEC-9732-788EB149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AID Chat·쇼핑 탐색·Voice·AI 해설·SEO/GEO 등 고객 접점 Agent 제품을 담당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C4E2A9-E2B1-44AC-9E2F-CD2AABF3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무신사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Agentic AI Side PM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A42B67-48B7-4E7F-AD3C-1352A239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4564E0-E515-40E5-B610-A015937E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553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4C839D-8607-499A-8E6D-C483074B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1017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강의·멘토 · 2개 대학원 AI 겸임교수 / KT·Kakao AX / 연구 AX / 재직자·취준생 AI Native / 출제·심사</a:t>
            </a:r>
          </a:p>
        </p:txBody>
      </p:sp>
    </p:spTree>
    <p:extLst>
      <p:ext uri="{BB962C8B-B14F-4D97-AF65-F5344CB8AC3E}">
        <p14:creationId xmlns:p14="http://schemas.microsoft.com/office/powerpoint/2010/main" val="1372214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9F3191-31EC-4C86-9720-96D0CBD0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F75E7-01E6-4351-994D-94F6191C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먼저 네 단어의 역할만 잡고 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5F6D1-4B71-44A8-9A43-87CF4F90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9BFE7-6BB7-417C-9CF1-57F8D618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EC96B-FAEC-4F7F-AA77-5D154E77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54F7F-C1D7-4D54-9043-E79A9AC4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F330E-A18D-45F2-A913-CFAC68A8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87D00-BEFC-4173-99FE-C54EF1E0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3BD5E-F843-4172-8C6F-87CDD34A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21A00-945F-4FA8-B0DE-442A0424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ACD79-21B3-47F2-B238-CFDADF8A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생성형 AI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Generative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49805-4550-4228-83D7-2D8A2993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학습한 패턴을 바탕으로 새로운 텍스트·이미지·코드를 만들어내는 AI이다.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77B99-5155-4E3A-995B-D0531171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원문을 읽고 요약 초안을 만든 뒤 사람이 검토한다.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38851-6A04-4D6C-A217-4570AAAB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F4A53-FA3E-4387-9DDE-BF36F6F8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F7174-1DB6-4074-AE59-66D80427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Large Language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D73F8-2AC6-4D2C-9C14-D7C76E01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아주 많은 텍스트로 학습해 다음에 올 말의 가능성을 계산하는 언어 모델이다.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01794-DBC8-4259-9D1C-E5DB1F55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회의에서 결정·담당자·기한 후보를 구조화한다.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39455-508A-4930-BB32-22915DC5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F663C-0B2E-4F11-A1AC-1E053790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Goal + State + Tools +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002AF-E510-4D85-A73A-EAA1CB30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받아 현재 상태를 보고, 도구를 선택하고, 결과를 확인하며 다음 행동을 정하는 실행 구조이다.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F370AC-6D0A-4CD7-9814-3C1863EF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읽기 → 요약 → 검증 → 승인 → 기록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5237FC-27C2-4D35-A9AA-AE018D9F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22C73-4982-4A1B-8461-AC8C9320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24CA9D-83BD-41BC-A485-282DA8AD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Harness Engineering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Instructions + Tools + 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1E7105-9ACD-49F9-9574-7E462A98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주변에 지시문·도구·권한·테스트·관측 장치를 설계하는 방식이다.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6E07CC-983C-45E6-9996-0800C979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Codex·Claude에 작은 작업을 주고 테스트와 diff로 결과를 확인한다.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176ABC-83FD-48F0-82D0-4B2BF9DD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1151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66E02-2E3A-499E-AF4F-7A7BB60F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재직자와 구직자는 같은 기술을 다르게 증명한다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1A28E-62EE-403C-987A-3D152EB6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4A4A4-B44F-442C-9703-AFB9BBE6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BE894-617C-4ED4-84B7-84C87541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3B162-0F1F-4A26-865A-98B542F2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36D61-0B83-4C84-92A3-91BF7D1D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98A57-062B-4614-B67D-063AEDCE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재직자는 도입 통제, 구직자는 재현 가능한 포트폴리오를 강조한다.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7c9884bf84ce6">
            <a:extLst>
              <a:ext uri="{96DAC541-7B7A-43D3-8B79-37D633B846F1}">
                <asvg:svgBlip xmlns:asvg="http://schemas.microsoft.com/office/drawing/2016/SVG/main" r:embed="Rdcfb8885eabc4d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225F3-7E1C-4793-98EF-65E4AC59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CDE5D-2B54-4E90-B5DD-B4A7D73F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재직자: 보안·업무시간·승인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C6C00-75FD-4CB3-9A35-4545ED0A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84EB1-3E57-425F-826A-3554B30F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구직자: README·테스트·Git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457C3-5863-4247-B0B1-BEF9E668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42923-FCDD-4F71-8078-D52A1D7D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실제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05F3A-47DB-43F9-BDB5-E5587005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41F3F-FAAE-4D87-A856-7F8BA8DD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제품과 데모가 갈리는 지점  |  데모는 ‘된다’를 보여주고, 제품은 ‘안 될 때’를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5307989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C155B5-0C47-47BF-A6E5-3C93795E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 실습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E8EDE-116E-4D17-B515-462C194E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수업은 네 번의 움직임을 반복합니다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BDB8B-F8D5-4C9E-902A-4432A216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D0FBB-6AA0-4027-A51A-A8A1FE05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8CC51-840B-4CE8-BC52-54A26E77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CB0DB-7B2F-472F-A475-29C83493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D4681-CE61-4D09-A2BA-121C130B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5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먼저 보고, 그대로 따라하고, 일부러 틀려본 뒤, 성공 증거를 남깁니다.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EF65C-C066-4FF0-87A8-4B4A27C8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9A5AE-30AE-45B7-B484-B0846FC8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EF74B-2289-4142-9BE3-42C49A10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050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먼저 봅니다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4CF12-A2A9-4D10-A2A4-68153037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050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완성 결과와 클릭·명령 순서를 먼저 확인합니다.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6FDA9-0142-4C68-93FD-A90FE4C8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622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C82DF-4CD0-4FEE-9C36-4C595386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FD3D0-268C-42F4-B1B3-310D9E53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61F31-D898-4533-8493-E742CC3D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화면을 따라 만듭니다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58498-DDB9-4770-9256-8BA29CA3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432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단계씩 멈추며 내 화면과 비교합니다.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6BB64-3DAE-4407-809D-42B184DE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04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8FC5FF-E491-4748-8D41-92D32C60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976F2-8F62-479D-BEF6-A4FF0485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A58128-DD03-4D93-B40C-EC5FB914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814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일부러 한 번 틀려봅니다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6D0A7-861D-45B4-AC81-F2132763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814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입력값 하나를 바꿔 실패 메시지를 직접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F17D7-1308-4C97-9097-48D0CACC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386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553CCD-1428-4C60-B8D6-6117A4A4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B3C241-1E10-4654-8936-D2BCF459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6C229E-9D7B-4916-BC1C-DE7CE027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196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다시 실행해 확인합니다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C596D6-A1DB-475C-B100-BB2DC614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96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원상 복구한 뒤 test와 결과 파일을 남깁니다.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964A9C-6407-458C-8EBB-3E9F14FA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768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668923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F411EE-4A24-4D58-906D-D9F9736A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 실습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7386B-4C26-42AC-853A-D5437DB5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막히면 “안 돼요”보다 네 가지를 알려주세요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DC803-8AD5-4C89-ACA1-B79BEF21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70504-D5F4-4560-8219-2739DA5C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67302-67BA-493B-A53C-679E284A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F32C3-6299-4125-BE5C-091277E2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4BAD6-23AA-4B5F-8476-84A2E93E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37338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d6249e93a4aa5">
            <a:extLst>
              <a:ext uri="{96DAC541-7B7A-43D3-8B79-37D633B846F1}">
                <asvg:svgBlip xmlns:asvg="http://schemas.microsoft.com/office/drawing/2016/SVG/main" r:embed="R204bda84af224d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19812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11EB0-579F-4004-8156-4A86C700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“안 돼요”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B3AFB-C694-4B62-B0CE-189AF02E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어디서부터 확인해야 할지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알기 어렵습니다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E4A61-24C6-46EA-8E84-06A32EE6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8115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대신 아래 네 가지를 알려주세요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4F2A5-1F1F-440E-A17F-1EB40ABF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717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9B1CA-788B-4074-8D89-DEAFB0AC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717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오류 문장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8CCF8-7FEE-4530-B6B8-1FD00617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화면에 보이는 그대로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67B64-C9D0-4B49-A02C-C2457DBE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289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56454-E764-4A67-91C3-3E4F3518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956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DEAED-B61A-4608-B1DC-EBEF74D8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95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직전 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767E4-15A6-47B0-9D16-BDE1B285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누른 버튼 또는 입력한 명령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503ED-C56A-454D-B635-0C38F23E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528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E5B68D-8A10-4BBA-8193-9B0A40BE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195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DBE62-D1B5-43E1-A0D3-BBCC3D2C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19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실행 환경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12B000-6F22-4A70-9C9B-C97C829F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운영체제와 Python 버전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BEB3E-B83D-44E7-9B52-6941E18A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767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E4752-0960-4FDD-9A1D-7FEE4EBF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434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EEEA21-7355-4F66-9E07-50104B25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434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기대한 결과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62FB13-1412-42D0-A662-0F39B8EA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원래 나와야 했던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579D1-2A80-43E8-A51C-34FFB1E1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00600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F8310A-2DF8-43CB-8022-D1AF1447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553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1114AF-D5AC-4E68-BC70-AAA9C091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예시  |  macOS · Python 3.11 · pip install 뒤 ModuleNotFoundError · notebook가 열릴 것으로 기대</a:t>
            </a:r>
          </a:p>
        </p:txBody>
      </p:sp>
    </p:spTree>
    <p:extLst>
      <p:ext uri="{BB962C8B-B14F-4D97-AF65-F5344CB8AC3E}">
        <p14:creationId xmlns:p14="http://schemas.microsoft.com/office/powerpoint/2010/main" val="9050698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D3A65A-28C2-4DD2-AE57-5DA66710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 실습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27B78-BF19-4EA6-9BE0-885F0241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속도가 달라도, 다음 행동은 분명합니다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C7476-8A65-45CC-B113-521E4FAF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CACAD-D1DB-42BC-83CB-CD62D1A9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D440E-1DB4-4F70-A986-59D6E010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19B14-225D-4888-82E2-25F6B13E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AA3B8-65E0-49ED-89DB-55142909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5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빠르거나 느린 것이 아니라, 지금 내 상태에 맞는 행동 하나를 고르면 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A8BE5-936F-4670-B53D-323DDB09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BA7B1-FD67-4ED4-AA39-B07FD5C2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내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48DE3-E401-4897-A2BC-1BB72962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449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할 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2DE96-8A97-4AAA-B2C8-5C1037FC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33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다음에 남길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656DC-41C5-402E-B853-45261D43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바로 다시 실행할 수 있어요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BFB5C-03C8-4445-BA14-92E9CD6A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336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혼자 한 번 더 실행하고 결과를 비교합니다.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5DC05-C5CC-4336-B47A-E225495C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성공 화면 1장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3F79F-25B0-4819-9590-D92F200F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9822A-E753-4F27-A157-5257A734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B2DD0-81C8-461F-A42E-2A57ADAB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장표를 따라가는 중이에요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D2E08-92A5-46B7-8289-80884DFB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575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표시된 단계까지만 끝내고 강사 화면과 비교합니다.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6D449-F3E2-43E7-B34C-74DCC6E5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57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단계 체크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5BC9B-FF36-45CD-8DE2-E850897A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7B4F7-BD05-4628-AA4A-91E0B8D1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오류에서 멈췄어요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0D28FE-4F64-477C-985E-DE58098A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814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채팅창에 첫 오류 한 줄을 남긴 뒤 복구 파일에서 다시 시작합니다.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50B2E8-365D-458E-A67E-0A2DB90D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문장 1줄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FED63-D806-47AD-BB3F-0CB9C9B5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C2EE92-4709-473B-B110-66D6E051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D60A31-CB64-44A6-A6DE-143FEEB6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먼저 끝냈어요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44937E-76CD-4D0C-9B0F-FCF77F06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05350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입력을 하나 더 넣고 왜 막혔는지 기록합니다.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CD3EF-2409-4E63-B7FE-AABCE117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05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반례와 이유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4925EE-F35B-4C6A-9202-1104600A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745521-381D-49DE-B8A5-98D9B8B9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40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막혔을 때 조용히 기다리지 않아도 됩니다. 첫 오류 한 줄이 가장 좋은 질문입니다.</a:t>
            </a:r>
          </a:p>
        </p:txBody>
      </p:sp>
    </p:spTree>
    <p:extLst>
      <p:ext uri="{BB962C8B-B14F-4D97-AF65-F5344CB8AC3E}">
        <p14:creationId xmlns:p14="http://schemas.microsoft.com/office/powerpoint/2010/main" val="5800432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C99B69-DE45-41EF-AA2A-DCE5A2F6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 실습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8FD71-3D2D-48E2-8DA9-7BF5FD46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완료는 “작동했다”가 아니라 “다시 확인할 수 있다”입니다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B7515-3F02-42BA-9A44-B56210FD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6E277-CA5F-410C-B504-3431BD4D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18141-B3FF-482B-B017-7CBDA525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32168-E482-452A-9311-852A8F08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F79AA-29CC-4D11-94DE-F135A1A6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5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다음 네 가지 중 하나라도 없으면, 아직 실습이 끝난 것이 아닙니다.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3309D-77AD-4918-B1D4-0BA41182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체크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B4446-A4DD-479E-8085-88BDC32B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AC88C-05CD-4802-9783-B7F7B124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704A0-4C69-420C-B721-B0BC6736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 파일이 저장되어 있습니다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4C905-CB34-470C-91E3-9A8C8818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467A4-962A-4476-B9CF-4CEE148A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229D7-2B4A-4373-82C9-B78F3596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명령을 다시 실행해도 성공합니다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82747-2C18-4CF6-AFEB-DCA1008E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1CB3F-5EBF-4656-83D4-922ADBA9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3F684-B29F-410D-A947-A73FF344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또는 schema 검사가 통과합니다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2FBD93-AD24-435F-89CA-7B097CC9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A598B5-7057-4482-9DD5-A473263B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AB792-E220-4B31-B368-79C96559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왜 안전한지 한 문장으로 설명할 수 있습니다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0BAA44-10EB-4C1A-97C3-15F86F80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55816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9D8EB0-B417-447B-A4AA-EA355C80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C08316-CE97-44D0-A751-A50121BE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다시 확인할 수 있는 화면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4B921B-7043-4610-BBAD-8C43E250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python3 -m src.day1_agent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status: SUCCESS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python3 -m pytest -q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10 passed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git status --short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 src/day1_agent.py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5A5C67-9375-400E-B6CE-7268BAA9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553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96A6BB-E696-40CA-999C-C333A28A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오늘 남길 것  |  실행 화면 1장 + test 결과 1줄 + 내가 설명한 안전 기준 1문장</a:t>
            </a:r>
          </a:p>
        </p:txBody>
      </p:sp>
    </p:spTree>
    <p:extLst>
      <p:ext uri="{BB962C8B-B14F-4D97-AF65-F5344CB8AC3E}">
        <p14:creationId xmlns:p14="http://schemas.microsoft.com/office/powerpoint/2010/main" val="1659740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95CE1B-F6D3-4584-BC5D-3A3DF7B1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06676-CFFA-461B-BF97-5DF998B0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강사의 완성 흐름은 이 네 화면에서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92ABD-2C36-4111-A635-2BB2D29E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45007-11CE-4FA7-BD42-70B52A01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9FB43-9DB1-41B1-9644-AB4C36C7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B527D-EE1A-42F9-A524-5775F0A5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0F621-1968-4C4D-BF12-D6DABE37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Agent 도구 → 저장소 → 실제 코드 → test 증거로 이어지는 출발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F5D1B-AA69-4991-A3FD-19F20C27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E12F8-526D-46D8-8483-CA16A3A2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823B9-A82E-430A-87D8-208768A1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D323A-2F4A-47BB-93F0-9C71D9DE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D2A43-896E-4441-A916-6C394DB3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B525A-8A53-4321-8017-90BB9396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VS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B6726-F776-45CA-9849-BDDFD688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IDE·주 실습 공간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92F25-DA3E-4D15-A5A9-9AEC2041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코드·터미널·Notebook·Git을 한 화면에서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C2C04-927B-4841-8AE3-0270EAC7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PyCharm보다 가볍고 확장 기반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567EE-6AFD-4E3D-A55F-5A6C64A2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9D7A90-8A22-4C0A-ACB0-3929ECA7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84525-BB45-49E6-B838-F30E23A7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Jupyter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14A432-5ECF-4FD8-A2BD-84A16EE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설명과 셀 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16263C-ED45-45FF-9A68-B5680038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 배우는 사람이 단계별 결과를 바로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23C6C1-29ED-4835-BA0C-8E57A7C0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Colab은 설치가 없지만 세션·자원 제약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03AF4-B8B8-409E-8EF8-43BF4D0F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D15CD0-B300-4A86-8BF7-11E350C3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Git·GitHub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C8EFA-9ED3-46CC-B14F-E79F211C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버전·포트폴리오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57F37C-B5EC-43D4-BD82-13D3C8BF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diff·commit·README로 완료 증거를 남김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16933E-A8DA-4D12-9AEA-000A5B82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Drive 공유보다 변경 이력이 선명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062AEB-5499-4466-8E39-5A8A6A5C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5B42AB-C1F5-4740-AA2A-C9E659BD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CB5DEB-4F42-4FA9-8E95-DBDF7A23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Codex·Claude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039C5C-EC92-4897-B290-6CE371F2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Coding Agent·가속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389A7E-5EF0-4EAF-8783-B99C53F4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spec→diff→test 데모와 코드 검토를 빠르게 반복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98E261-699F-4CCB-B554-15272B31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도구가 아닌 선택적 Harness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5455A9-24FD-460A-9EC6-2EF8BF1E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63777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E4A20-1017-434F-B370-EF53A90E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86D22-E50D-4A36-B1E5-75B25C69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저장소를 읽고 실행하는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58A11-6682-4AA1-B0B2-5D495ADC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240CC-41C5-404E-B2B8-F52B3118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CE282-1FF4-4891-82D9-C349EC3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FD0F1-8C14-4577-943A-AA4B8013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4046C-C828-4E72-BA29-A8154B87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99ECD-DBCA-464A-8DE0-4B9F4A4B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A1890-44FE-4E6C-8CB7-7A7126EF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디렉터리에서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AD6F7-8A38-41ED-AD5C-FD5A1326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D1DCE-FA83-4BD1-BDB4-B219E2EC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요구사항을 파일·테스트로 구체화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03CCC-BC20-41C0-A619-4D88E9C2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C2E3C-15DF-4FDC-8438-A86F0ABD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diff와 명령 결과를 사람이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7A8C5-C476-41B5-B574-4AE55C2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32615-60E1-462C-9990-5786D60C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경로는 로컬 코드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2B99B-0931-45BF-8EAB-646030C7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bcdf175194c66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D2A17-C55E-4BF5-ADD5-24E7A726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5538516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0F4A2-27CF-492C-BE1D-5E21BCE3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FFDD0-67C8-47D8-9658-FA2A3702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터미널 중심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46840-8B22-44C0-B6F5-BFD2969A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30438-F815-4B4B-A5E7-4BAFFDE0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4CFB7-CDD3-42E1-803E-20114239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78725-63E0-4A44-870E-C7B0BC71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1D151-5A84-49CA-8A7C-7E98F78C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132F8-7826-41DA-B5C0-23E9CA93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592D1-7CFC-4C0B-9AED-86E371E1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코드베이스 맥락 읽기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0F2F1-919C-43FF-91D4-43AE615A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AF261-660C-40B4-8923-10CF631D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작업을 작은 단계로 지시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C4F51-0510-4FE9-AE41-16F21173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E4287-C6F1-45C5-8596-C034E9D8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변경·테스트·설명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ED01D-6BF2-42EF-838A-00209E7D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04C15-743A-453F-A3AC-3EFB7CC6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구독·정책은 별도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F6A19-DA71-46BB-AFDB-DC83BBD1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9964dc20a44b3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FAC5F-C68E-448E-80D3-FCDE1C52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Anthropic Claude Code 공식 Overview</a:t>
            </a:r>
          </a:p>
        </p:txBody>
      </p:sp>
    </p:spTree>
    <p:extLst>
      <p:ext uri="{BB962C8B-B14F-4D97-AF65-F5344CB8AC3E}">
        <p14:creationId xmlns:p14="http://schemas.microsoft.com/office/powerpoint/2010/main" val="19429063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BDD8B7-7AA7-477A-8A70-ABDFFC9F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61966-BE4F-4A80-97F4-E6893368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VS Code 저장소 · 수업의 출발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BCC0F-1FAA-4075-AAC8-53163997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A168A-8D2E-47B8-8231-9A673875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73C97-2D2F-4149-9464-63E2565A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20F81-BE88-4118-AF87-37FFA353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7507F-36DF-4601-86A4-891E9C33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359A8-6B8E-44A7-8663-549E57B7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5D3F7-0FC9-4AAD-8284-9A5AF057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src·tests·materials를 먼저 찾기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6CE48-1AC5-4529-BD8E-9AE713A6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D457B-38FD-43B1-A355-986D583D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.env는 열지 않기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D91A5-6371-4D37-8A0D-4D716D6E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34646-BD6D-4651-A47F-11F36E72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폴더 구조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FFDB1-76F0-44EE-881D-A0953728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024B4-42FA-4567-8FAC-951E9B31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시작 화면으로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CE2E0-69A9-4966-BEB8-29E8458B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25ad341934b06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A3BB4-951C-4322-902C-9F30B5C9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로컬에서 연 강의용 저장소</a:t>
            </a:r>
          </a:p>
        </p:txBody>
      </p:sp>
    </p:spTree>
    <p:extLst>
      <p:ext uri="{BB962C8B-B14F-4D97-AF65-F5344CB8AC3E}">
        <p14:creationId xmlns:p14="http://schemas.microsoft.com/office/powerpoint/2010/main" val="3736925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640EE-8AD5-400B-A15E-E82D2A94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879FE-CC77-422D-A3AD-1C26443C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Agent 코드 · 표준 라이브러리부터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E20E1-FC0B-470A-9B5A-153C5390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26B77-31AA-47FB-8130-A6542D38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5AC3E-68A3-4099-B3A5-BEF897D7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832CB-EF42-4F9F-89B4-8E735175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CDC31-976D-4AA7-8116-72DB125E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9BE38-6F30-4F8B-8FA1-7A4A2F5B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CE0B4-2521-4BFE-BDC1-72752BE0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처음에는 framework 없이 제어 루프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A5270-269A-4CDB-BE5F-1EBE6AC5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AFC42-FD7A-4B19-A660-346C2D1E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읽기 도구만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A86AA-A5FD-4114-BE41-4B6AA732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2BFC3-B97A-46E1-B3D9-F3568ECF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결과 객체로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CA5F3-4228-44BC-A075-F05F16B1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C1E11-46B7-443D-8CAB-47C3AA29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선택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B7D13-799D-4434-9FFE-C132B68E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c52c3322d4853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9C243E-8721-4559-BD55-ACAD2901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Code에서 연 src/day1_agent.py</a:t>
            </a:r>
          </a:p>
        </p:txBody>
      </p:sp>
    </p:spTree>
    <p:extLst>
      <p:ext uri="{BB962C8B-B14F-4D97-AF65-F5344CB8AC3E}">
        <p14:creationId xmlns:p14="http://schemas.microsoft.com/office/powerpoint/2010/main" val="7179332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ED83E6-13CD-4F29-8B43-EE1AED13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D89C9-1855-498F-9F22-1EBBB536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요청을 먼저 spec으로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BB695-B655-47A8-9E95-6DAD6AF2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84BCA-C4B2-446E-9507-DEA9A4BB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055B9-D79A-43EE-9CE1-4813F2A8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1111E-A643-4BB5-BD97-99D3BE9D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ED5B6-EEDC-4030-B1BF-FE69300B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3AA0B-1159-4D55-B143-B0653B42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CB69E-DBE6-40B9-B243-9E3109A7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한 문장으로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2A57E-1C97-4255-98C9-B6A795C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12700-6917-467A-8278-6274C853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입력·출력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4CDEF-C9AF-43F1-820E-3B8050DA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CB800-6F64-4708-94E5-5DA7C9EC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행동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A909B-8801-4E0D-84AD-2F40DBFE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32563-061C-48B9-BA28-32FB93F0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중단과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B8543-D94F-4114-9C1A-19A29195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D2238-0BD2-41B3-8742-5B32D2E9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305FA-1A8F-4DFB-94E2-ABE30262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goal: 안전한 파일 읽기 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input: 공개 txt/md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allowed_tools: [read_public_text]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stop: validation_error | success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evidence: pytest + output json</a:t>
            </a:r>
          </a:p>
        </p:txBody>
      </p:sp>
    </p:spTree>
    <p:extLst>
      <p:ext uri="{BB962C8B-B14F-4D97-AF65-F5344CB8AC3E}">
        <p14:creationId xmlns:p14="http://schemas.microsoft.com/office/powerpoint/2010/main" val="3451052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C9420-BBD0-47E1-95B9-62AE27BE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3A8D9-B4AE-4BE7-B183-5D2711BA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Agent의 최소 반복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3FA53-0AF7-4262-AC4A-629694A5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282B0-08A6-4A6B-9C58-2FF50231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0BD0C-7017-45B3-A54F-749507AC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B3BC7-E32C-448E-A56C-DAC596CE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ECE86-6566-4E42-AD19-449157CA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13B0A-83E4-4F05-B361-0830F214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EBB58-EDD9-410A-9EB7-33AB40B3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판단과 실행을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C2A11-032D-4A1F-B73C-D5B8FA38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C89E6-50AC-4B78-B24A-57D6039E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매 step 결과 관찰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9B572-8822-4C48-B28E-368207A5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FD73D-0D3C-4393-9014-D0FFEA74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반복 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421DA-B45D-4998-9AAA-A50CEF4E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446AC-F6CB-409C-8545-B8CCE3A4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state로 감사 가능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E442C-2ACB-431E-82C6-44603E1F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47F92-90B6-4D43-BEC0-EB5B5D21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E002B-DAC8-45E8-8CE4-46BF626F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while state.status == "RUNNING":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call = planner(state)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checked = validate(call)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result = execute(checked)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state = observe(state, result)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state</a:t>
            </a:r>
          </a:p>
        </p:txBody>
      </p:sp>
    </p:spTree>
    <p:extLst>
      <p:ext uri="{BB962C8B-B14F-4D97-AF65-F5344CB8AC3E}">
        <p14:creationId xmlns:p14="http://schemas.microsoft.com/office/powerpoint/2010/main" val="3925462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DF53C-DDA2-4005-A684-3FB345BD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94B4E-BD5E-427C-B8C4-F7B64B91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 1 완료조건을 명령으로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CBF87-AF96-43AD-8CA1-EA9E00F9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BCF89-2051-4C9C-B304-B24B561D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C5231-4D74-421D-B20F-90AE4CEC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A8E79-A3D6-42D2-8E02-72A5C5C7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42267-4048-4DCF-89DF-62D92ECE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FE386-07A2-4D0B-9743-0036045F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29726-72D4-4155-9BB4-25354EE2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6A8A1-C7CC-417C-BD33-0C52A4A4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079E2-36FD-4166-B564-12C9D2A6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7958F-4689-4356-8C62-8926FE54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BB2A9-5A15-434D-A2A7-844F113E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0F10B-41F0-4816-A1DB-1FC7B962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B37AE-8462-4F54-B622-B2CDDFC2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 가능한 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428F1F-D9AE-4503-9DDB-3C079111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F819F-72EB-4339-9D24-19B4D7DA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354C2-1FFE-488E-8C4D-2224C825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src.day1_agent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pytest -q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success: 10 passed</a:t>
            </a:r>
          </a:p>
        </p:txBody>
      </p:sp>
    </p:spTree>
    <p:extLst>
      <p:ext uri="{BB962C8B-B14F-4D97-AF65-F5344CB8AC3E}">
        <p14:creationId xmlns:p14="http://schemas.microsoft.com/office/powerpoint/2010/main" val="19797910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0301FB-58E1-427C-AAC0-08245E55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9685B-6625-4453-ACCD-71229E3B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저장소가 말해주는 역할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7F635-87FC-4048-9003-CF4D0018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4E01C-AB32-4E6A-ABE5-4EF33548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8892E-51AE-42E0-8303-B3423799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09F1E-4640-4BAE-84B3-6E82EEAA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3861E-23A7-4F90-84BC-03DAF33E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A6CC3-70B9-45D3-8563-1741A650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4CA07-0509-45DE-B3EB-64662B74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코드와 데이터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16CA3-2FE2-493F-970C-CDC04D71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2674F-4E7D-48E6-BF65-EDFD062C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노트북과 모듈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13C3B-ADBC-440F-B29E-68CCCC78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4D67C-DAFE-4D8D-B2B9-5D2FFE50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테스트를 1급 산출물로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BBB2C-2D60-420B-8D39-D8E658A1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486ED-9906-4F7E-938D-DDBC280D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장표와 파일명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A470E-4892-46D7-8556-09F290FB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81B1D-FF1D-439D-9101-BDF6FE51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9A25A-0DCE-45E5-A701-8399D44C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src/        # 실행 코드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tests/      # 실패·정상 증거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materials/  # 따라하기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data/       # 공개·합성 입력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slides/     # 수업 화면</a:t>
            </a:r>
          </a:p>
        </p:txBody>
      </p:sp>
    </p:spTree>
    <p:extLst>
      <p:ext uri="{BB962C8B-B14F-4D97-AF65-F5344CB8AC3E}">
        <p14:creationId xmlns:p14="http://schemas.microsoft.com/office/powerpoint/2010/main" val="14083016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38F7E-30B8-471A-8716-6E5C01DD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EA1D2-39EA-4AF2-B3DF-1E6120DC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회의음성 Demo · 실패해도 수업은 계속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36C8D-C383-4516-A6CC-B1A08FC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EA4F7-9A5B-4C05-907B-48F087C2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B2BCA-0B1D-4A77-BB96-A187EE3D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8CEFB-D856-40A9-A612-53306670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2AD6D-EDC4-4217-8EE0-371FE98F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581B7-9729-4CED-8033-8715948C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A6ACF-444E-4E3E-BEF0-6A0849D6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오디오가 있으면 Local STT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2C089-9F20-4E7E-80E0-A1B5936D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9C57B-1B42-410B-8983-D90A624C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실패하면 같은 60초 transcript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0A9C5-0752-4C57-9BA4-414641D9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4AA93B-8219-4783-B638-F9DB2232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생성 JSON 즉시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13A0B-8803-49DD-8E9E-CC9DE927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40553-A6BF-4147-B75E-C4C9D509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자동 메일 false·사람 승인 true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A8DFF-B4E7-4F02-88C3-EFD6F820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C550D-46C5-4996-8057-2C38E2DC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78D3F-0C38-4C70-934B-7AA47810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src.meeting_demo 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--audio data/demo_meeting.wav 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--transcript data/demo_meeting_transcript.txt \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--out output/day1-demo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outputs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transcript.json + meeting_result.json</a:t>
            </a:r>
          </a:p>
        </p:txBody>
      </p:sp>
    </p:spTree>
    <p:extLst>
      <p:ext uri="{BB962C8B-B14F-4D97-AF65-F5344CB8AC3E}">
        <p14:creationId xmlns:p14="http://schemas.microsoft.com/office/powerpoint/2010/main" val="12135920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1E0A1B-67D3-48F8-8B30-AB3248B1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45254-25FD-4053-A66D-4AA9325F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강사 Demo를 보고 내 업무를 고릅니다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5DE40-DE0E-4A33-A980-B2CE68D2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8B3F7-3313-4022-A4AB-99AF5BBA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1D4DB-49D5-42B4-BE40-38D1752A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13EBF-2D3F-40DE-8BFD-56DF5F6E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BBF49-BEDB-4BD9-AAF6-F72A7071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3CD4F-88AA-4B04-9F85-7382195D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C0F1C-8B0B-4EA9-9279-011AD652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4DA0D-531B-490D-AAD1-F93C2EDE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CB524-B234-4201-AAEE-2F5D6BCF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D6717-15D6-4BAE-91A9-B4E5F26C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강사가 준비한 짧은 회의 음성을 코드에 넣습니다.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50248-5B2F-4FD4-AC6F-2C827215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52BF4-FCAD-45D0-9BFF-8367037B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144C5-7DC8-41E0-9A64-6A407037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전사문·회의 요약·할 일 JSON이 만들어지는 화면을 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2BA5F-627D-4420-8019-DB522DF9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F61B6-1BAD-4D5F-B0D0-41A5F939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538CC-6DA2-4821-93D3-A84CEE3E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자동 메일 발송이 차단되는 결과를 확인합니다.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2FE23-549F-43FB-A3D6-0C26598F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435EB6-885E-466C-A7EF-60369686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CC737-4E2B-46CE-9E70-C7F36DF4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형식으로 내가 자동화할 일을 한 문장으로 적습니다.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7802D8-09A4-4F53-80A6-FCFFB4FC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53D84E-A61A-4AB9-86AE-05EB8338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33900"/>
            <a:ext cx="813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예시  |  강사 시연  |  demo_meeting.wav → transcript.json → meeting_result.json / 자동 메일 발송은 하지 않음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5920F-919A-43E6-A7F1-CDC1C3CF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1D5E8-803A-411C-B2D6-0B08427B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입력 1개 + 결과 1개 + 금지 행동 1개</a:t>
            </a:r>
          </a:p>
        </p:txBody>
      </p:sp>
    </p:spTree>
    <p:extLst>
      <p:ext uri="{BB962C8B-B14F-4D97-AF65-F5344CB8AC3E}">
        <p14:creationId xmlns:p14="http://schemas.microsoft.com/office/powerpoint/2010/main" val="17291888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8EF387-8266-40B4-8509-9E1101ED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0A905-A345-4A4C-AB01-0E8A8230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오늘 사용할 예시를 혼자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D2D87-62B2-46B4-97A5-6D996AC9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4F540-22EE-4F6F-9C0C-E71C25B8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0D2B6-8408-4EC7-AA4A-C29DF763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6DBA0-600D-4A62-9831-A03E297E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2313D-7F7C-4311-9790-3CFD4452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05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CE453-C4FC-4EA9-8224-73DDFF0B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1907D-D9EC-4957-9787-62F068F2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22032-2BFB-45D1-B3A1-3312C0A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1E2D0-F7C6-4F51-B4F2-B12FA883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1B421-AE9E-452D-A9C7-533F659B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재직자는 회사명·고객 정보를 뺀 반복 업무를 고릅니다.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91234-41E7-43D8-AA54-C46DAAEC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107D9-4DB3-4847-B32E-7B9A6DC2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C8AFC-9BD1-473D-B894-93645114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구직자는 제공된 공개·합성 예시 중 하나를 고릅니다.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5EBF7-6D40-406C-AE14-D4AF3156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01E14-79CE-46F2-9CA9-C07D82F4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D5C835-7F0A-4DA8-AB3A-EE55670A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 자료와 원하는 결과를 한 줄씩 적습니다.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7D0850-0953-4CA8-9375-4A5889C6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3AFCE-A8A5-4EA8-9EA3-06AF553C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8CDF2-D7F1-439D-9714-5903D93D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이후 실습에서 같은 예시를 계속 사용합니다.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8DDD8A-C6DB-4109-80D9-9DE00687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A22A4-549A-4A10-A935-997ABA7A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33900"/>
            <a:ext cx="813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예시  |  회의 음성 → 결정·담당자·기한이 있는 회의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A9C8B0-9D50-4D89-B666-EBE89E61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2D0FA-202C-4A75-AE8A-0873666C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내가 사용할 예시 한 문장</a:t>
            </a:r>
          </a:p>
        </p:txBody>
      </p:sp>
    </p:spTree>
    <p:extLst>
      <p:ext uri="{BB962C8B-B14F-4D97-AF65-F5344CB8AC3E}">
        <p14:creationId xmlns:p14="http://schemas.microsoft.com/office/powerpoint/2010/main" val="19589621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9C5810-1C31-4748-9DF3-7853B49C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D8E63-C73A-4F75-8823-DC345BD8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최종 데모 역산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04653-187A-4462-A262-E4984B4A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264DF-4167-4ADC-AA35-2DE3B192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15734-559D-42CE-A61A-BA988CE0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3239B-B01B-4ABC-8B7F-8B9CAE1A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ABCDD-F0C8-4E3D-B76A-70B22821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E59DC-C54D-4AD3-9EF5-37563F5C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90B99-ADE1-4F6E-BA23-AF27ED55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799E7-E33F-45D2-B9FD-E138FCE7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B2E82-8098-4BFC-9F45-379FFEDD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FA147-E8B1-4384-A32C-1961F7E1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입력 한 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6E4A6-43B2-4F5B-8037-565B57CA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F9ACD-FA63-4C82-90F8-5D23168E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ECB0C-0FFB-413D-B0FB-59A2CAA8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보여줄 출력 JSON을 그린다.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2DDA9-0C43-4548-A7F7-A65BEF01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F4A5A-CC98-4CE8-A01C-E44DB059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C2720-6B28-4A14-9B40-123A8B6F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승인할 지점을 표시한다.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6E794-8D29-413D-8AE0-E9B80AD7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6217C-E8F9-4F5D-B9A5-1219587A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A0DF6A-A37F-40F3-A600-E661CD02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LangSmith에서 보고 싶은 실패를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910223-B12C-411F-9D66-D268AF83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53331-A390-49B7-9811-17935A7B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312E7-D06A-4411-8370-E4644AF7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입력→출력→승인 sketch</a:t>
            </a:r>
          </a:p>
        </p:txBody>
      </p:sp>
    </p:spTree>
    <p:extLst>
      <p:ext uri="{BB962C8B-B14F-4D97-AF65-F5344CB8AC3E}">
        <p14:creationId xmlns:p14="http://schemas.microsoft.com/office/powerpoint/2010/main" val="175220965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F8EA75-B113-4749-A158-A37D9ABF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46217-3721-408D-8EF6-47C2D532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환경 신호등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FB594-A0C7-44D4-81CA-44AA5801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BA017-C167-4918-BAF6-F06C0095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0D36D-32E7-4A51-938E-B5A31DE1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6426E-59E6-4A6E-8261-9BE08F16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C55B8-688B-4274-BA73-FD6CEA6A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80873-59D6-44D7-8775-733D7BAF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A65BE-3A13-421B-AA57-E383774E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900DA-129F-4EB5-B9D7-30331703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81802-FA3D-4687-A9FF-4C358229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F8035-FAE7-4D4A-98E0-570D955C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Python·VS Code·Git 설치 여부를 표시한다.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81BEC-4FC1-46F1-919B-282335B6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6FA7E-7EBF-4406-84E8-84A4629D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95F30-EB15-4993-870B-472B7858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여부를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2E788-6BE1-41EC-B317-5F6BA603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BE189F-A878-4610-A44C-4D96568B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3B7B3-2F0B-4C60-8D9E-13EDBF75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RAM·디스크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69757F-8965-493E-9D4E-CDD8F41E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19469-D882-4893-921B-C8BC4B95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FFA564-D4AE-47C7-BBC1-5DF72085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GREEN/YELLOW/RED lane을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64C151-8D25-4E00-8362-9BB61DA4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37CA50-FFE5-4BA3-9562-E85EC5E1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DEF8ED-5C36-42F4-BD0A-1766F5AA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개인 환경 진단표</a:t>
            </a:r>
          </a:p>
        </p:txBody>
      </p:sp>
    </p:spTree>
    <p:extLst>
      <p:ext uri="{BB962C8B-B14F-4D97-AF65-F5344CB8AC3E}">
        <p14:creationId xmlns:p14="http://schemas.microsoft.com/office/powerpoint/2010/main" val="14475227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795CEF-28D1-45F3-A181-BC118AA7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C9D31-03BE-43EA-8875-CD0FAE18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문제 범위가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66D61-F8D7-405E-A1DE-036623D4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6DAFA-B096-4A6F-A1B8-2049A946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4542A-0570-4192-AE13-B702EE06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F73C4-C9D5-4938-BD71-CA745FCA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35B7E-08DA-4E36-A3F8-921E01E2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D92A6-A3C8-462D-861A-11D9FFA6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39878-3397-48AD-A66A-D2154E68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506A8-E398-46FA-8C73-C3388D8F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EEC0F-1585-4357-866F-57211BB2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전사·요약·메일·ERP를 한 번에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BC8CA-49EA-47F7-9738-B1D0B5CA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2EFB4-C8B0-4EFA-B1FA-2149C9BD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사용자가 여러 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71EE9-28FA-4D1B-8C63-024B2909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5D7A5-08FE-417C-A510-EE67E560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9C24B-FCAF-444D-A04D-2E404FD9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1A194-FE13-4488-8156-549DF797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데모 입력도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FD0F4-082C-4D5B-B397-2B14BD86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C6A796-2DFC-4408-A68E-CC717FBA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사용자·한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49736-AF7C-4456-B2C5-8ADEBBE6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09B77-19F5-41CD-8E6F-D9D5EE78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구조화 출력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B7DBD-18A9-4103-A410-14D0901E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37D88-B1FA-4B99-BC5B-527A7021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승인 행동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345005-7BA3-4401-8113-04C89C51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CDB655-B0F5-4DC5-97A4-789340FA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개의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168581701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10FB2-CCD7-482E-AE49-52A2CD21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0EE77-3D6C-4D83-89A7-3DC10661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실제 회사 데이터를 가져온다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64F09-92E9-4C69-900E-C387059E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A657E-A35B-46D2-B6E8-2881CCCA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D14D0-EE3A-4F3C-BF79-2A340041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D977B-E3E9-4153-BB84-CA805FBB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4AECB-7149-4320-A847-A8613EA2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284F9-132B-4947-A441-9972CB6A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70FCB-97DB-4AE9-8F5E-6641B9F6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AE68A-5486-4BC2-9A66-DE901245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F8509-0E7F-4A88-BA42-FC50C4F5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고객명·이메일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73F32-3B99-47C7-BCF0-4B4AD093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5C2AD-42FB-4624-B7B7-C9D41137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회의 업로드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FBBB5-3EE5-407F-B3FD-B33A3082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967FB-A8B8-4CF8-840E-38CC236D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repo token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AF83F-EF84-46D1-B479-0CC3834D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F0A70-7F19-4220-97BB-8A118004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 trace 전송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B1DC2-ACA5-4C4E-A0C9-57871845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3BA36-40B6-4415-B7A4-F13FD9AC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EEA3CC-9C56-4ABD-B171-53A4FF0E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7679B9-69EF-4DFA-A48D-10738689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이름·금액 범주화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0DC5C-6A74-4DBE-AE6F-9E040A11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F7FBA-33B0-49EE-8EEC-4A1634AE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sandbox repo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F4CE14-2098-49BE-AB70-2DD536BA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76238A-B23D-4F6D-AACE-C7125613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필드 masking</a:t>
            </a:r>
          </a:p>
        </p:txBody>
      </p:sp>
    </p:spTree>
    <p:extLst>
      <p:ext uri="{BB962C8B-B14F-4D97-AF65-F5344CB8AC3E}">
        <p14:creationId xmlns:p14="http://schemas.microsoft.com/office/powerpoint/2010/main" val="77959250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EEBABD-39FB-4332-996E-8489865A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3BC93-75B0-498A-9C33-7F3B733A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모델 선택부터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E8414-56BE-4D77-A592-C5B8374B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F91C1-6C72-4BBC-B1A6-F2EC78DC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796C2-9534-4363-B807-CAE5772E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E36E2-3B86-4A29-BDB2-F335E761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55BDA-CD27-44C3-A165-B0174356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BF442-DEA4-4340-9430-93FD6807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F67CA-711F-4B6D-94C7-56D81DB4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06AB1-C2D7-4A32-A470-E1729275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B1C5F-D0B9-4AC7-84A2-26CBB150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벤치마크 순위만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40AF1-1B64-4354-8EF2-B3F04563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EB95B-8263-4248-B0DE-361B7DB5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큰 모델 다운로드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282C0-BC0A-4575-B3B1-3CF7E3A8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6709F-5E70-42D2-A23E-2E0D85D9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문제 정의 지연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B1481-ADD9-4D40-B648-15726493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15606-FCA6-4B07-B55F-6EAFEB35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조건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69B29-D56E-4F44-9E79-887DF18F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89328-2BA2-461E-B89A-C209A1C4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fixture로 흐름 먼저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8220A-9DFF-4908-869E-BA7A7164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5668F-CA15-4F23-BDEA-C4E92BF2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0E2B8-1123-4DEF-8DBE-BFE58317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EC0F5-9CED-457A-B7AB-6D42B3F3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계약과 test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8B7489-B953-425D-B87B-A334862A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1FE76-08D9-4043-A68A-158FAA5D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교체 가능</a:t>
            </a:r>
          </a:p>
        </p:txBody>
      </p:sp>
    </p:spTree>
    <p:extLst>
      <p:ext uri="{BB962C8B-B14F-4D97-AF65-F5344CB8AC3E}">
        <p14:creationId xmlns:p14="http://schemas.microsoft.com/office/powerpoint/2010/main" val="175102598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F3FBC4-765E-4D01-957E-D6841FF4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BF83B-3F09-4C90-8569-4C1A3D29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현업 PoC 승인 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E6F9E-3081-454A-B460-5F8039BB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187A0-6809-49E0-AB5A-549BD0AA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8314C-EAFF-41C7-B570-53780EA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78043-A74A-4D34-8F93-40FFDB2B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943B9-5A8F-4761-963E-794F48CF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C0541-8A2F-43FF-9F62-44A63B43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5EE62-C8CB-41B4-A287-DF97F3C8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B359C-40D0-4A6C-A5E0-60F92448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A3B3A-0EA5-495E-93E8-BDE319EB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시간을 줄이나?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22080-53DD-45B5-A16D-BD4D4B52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E80A7-82EC-4125-957F-8AFA6C63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어디서 사람이 승인하나?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7EAB8-08A4-425D-B388-BC8187B5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B1E2F-0C81-4D99-8B14-6E225252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데이터가 나가나?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DB042-A80F-404F-9839-DA25FE77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0DF66-F988-4EFC-8D87-A2C82E3F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장애 시 누가 복구하나?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4B626-78C9-4831-BA47-5D405899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014B7-D4F9-4938-AF91-3A38CAD5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before/after 시간 가설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57E5E9-B6F6-4330-ABC9-1E8A9ADA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7ED78-B60E-40A7-8FEB-79E2A1F1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approval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9E13BD-9625-4BA2-AA61-6A44D6C4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2BA112-B68D-442C-8628-2EF3CA30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A1AEC-8DB2-4F0C-9B55-ACC32CB1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47E8BF-A37D-43B6-9F72-042EC744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운영 runbook</a:t>
            </a:r>
          </a:p>
        </p:txBody>
      </p:sp>
    </p:spTree>
    <p:extLst>
      <p:ext uri="{BB962C8B-B14F-4D97-AF65-F5344CB8AC3E}">
        <p14:creationId xmlns:p14="http://schemas.microsoft.com/office/powerpoint/2010/main" val="139233693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F8BB89-D616-4D74-9FB6-7D60E5F5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6B971-2BD1-4D88-80BE-77F7E741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1 · 범위를 줄일 수 있습니까?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78179-561B-46C9-983C-B47EA724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98681-172B-4732-8C3C-65C9CD34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95DB6-CD44-4CFF-8E58-52AA0EC9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09:00-09:50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5D0CF-275C-4068-A97E-AF8EF636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8D853-89BA-4028-9AB2-C6B8F6FF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“회의 업무를 전부 자동화하자”는 요청을 받았습니다. 오늘 만들 수 있는 한 조각으로 잘라봅니다.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63C7C-A22E-4AAA-96B8-63927CC0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1FDFB-ACF9-4F1C-B60B-7384C58F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65986-1C62-4382-8451-503EF4E8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한 명과 입력 한 건을 무엇으로 정할까?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20BF8-C388-42B7-8C6C-DBB63985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80A19-68CA-4CEF-BC6B-20B6375C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0DC4A-2CAE-4113-A252-78159B65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AI가 하면 안 되는 행동을 어디까지 막을까?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7015D-12B8-4CBF-A7A4-56AFCD7E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B5C71-1133-4D24-8804-BEA38F54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35D04-3883-4C58-8699-D517CCF5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완료를 증명할 파일·test·demo는 무엇일까?</a:t>
            </a:r>
          </a:p>
        </p:txBody>
      </p:sp>
    </p:spTree>
    <p:extLst>
      <p:ext uri="{BB962C8B-B14F-4D97-AF65-F5344CB8AC3E}">
        <p14:creationId xmlns:p14="http://schemas.microsoft.com/office/powerpoint/2010/main" val="177968400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95AA19-6BBC-4D26-B197-EF1D2068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4E969-3D57-42C4-8F0A-9D830C38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661AF-3887-4EC4-85BE-4D66EFBA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1일차 2차시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F7B03-3FA9-47A4-805A-F55315A2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040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Tool Calling과 실행 권한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996CA-ED07-4279-B71A-A064FC51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09:50-10:05 강의 · 10:05-10:15 코드 시연 · 10:15-10:35 개인 실습 · 10:35-10:40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16D7A-8022-43C5-9109-E9FC07CC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46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D2837-4D2D-49DF-AFCB-40495189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배우는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BF04A-EB5A-4EB3-BC54-22A16C43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3467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F99E5-CDA2-4A31-ABAE-52238EC1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3124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schema · 허용 목록 · 실행 전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3DF13-0FD2-4CD5-86DD-662D66E2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9367D-0D97-4952-BAD6-53E0DA57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 차시에서 이해할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AE84F-9CB6-4BD9-8CA3-05C37F1E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4095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12EB7-39CD-4241-A22D-16934F75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75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제안과 실제 실행 권한은 다르다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B4DF2-4F27-4E15-99C9-A38CA62F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40413-6EF2-403D-8046-859F030F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함께 챙길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629DC-278E-498C-AAD0-DBA77187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838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DA4AC-1713-4307-99D1-B6BACAB6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0"/>
            <a:ext cx="249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허용할 도구와 막을 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5F030-D516-4C15-9823-5935B76B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68B86-7A3D-4C8A-9739-46EECA69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슬라이드 30-64</a:t>
            </a:r>
          </a:p>
        </p:txBody>
      </p:sp>
    </p:spTree>
    <p:extLst>
      <p:ext uri="{BB962C8B-B14F-4D97-AF65-F5344CB8AC3E}">
        <p14:creationId xmlns:p14="http://schemas.microsoft.com/office/powerpoint/2010/main" val="70505322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D3BCB3-0768-40A8-ABD0-7351E9EE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E9D57-9477-40EA-978E-0CFC8678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JSON은 아직 실행이 아닙니다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9A671-95E5-4A0A-A31F-F2C6C63C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A2BF2-9B03-453F-9A19-72C48CBC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3F66F-64D1-41A0-A08A-0C9B8074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877C6-DB84-4B3D-915B-C76A4DB5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33AFC-6AF2-49E4-9AE3-F8D341A1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제안을 실제 행동으로 바꾸기 전에 누가 마지막으로 검사하는가?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ACDA2-E392-4B7A-BA91-F62C22DF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70EFC-274E-4F84-A801-735720C3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95D2D-5C65-462B-AECD-05E6CCF0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name과 arguments를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1B58D-579C-4CB8-AAB3-C839C11D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CA505-00FD-494D-A94C-1595905A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5907D-6B95-48C0-83BD-13431E81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required·type·추가 필드를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1BAB3-E143-4838-AAB3-CA58F2F8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AE74B-6C5C-454D-8EAC-8E584186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권한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0027A-25F3-47F4-B7AF-420E78E5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allowlist와 workspace 경계를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58108-99F2-4D2A-99B9-DD3144DE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43E0F-7DB8-4065-8BFE-1249E875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60BEE-3998-40C6-89E6-D41604C1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registry에 등록된 함수만 호출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8F1A9-E105-4EC1-BDB9-B7D7B65D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C224A-CBA8-4D14-A1C5-B0E45A83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ECC83F-05B7-420D-8A44-F29F13BB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result와 audit event를 함께 남김</a:t>
            </a:r>
          </a:p>
        </p:txBody>
      </p:sp>
    </p:spTree>
    <p:extLst>
      <p:ext uri="{BB962C8B-B14F-4D97-AF65-F5344CB8AC3E}">
        <p14:creationId xmlns:p14="http://schemas.microsoft.com/office/powerpoint/2010/main" val="43236241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FDAC6A-A2F4-4D0F-B61D-27FA5E8C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C9B44-0086-4F87-A461-02563998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전에 알아야 할 네 가지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6B1B6-BFDB-4E06-9193-80F74173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FB58C-7BCE-49F3-B0F8-254C0648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1DE0B-AC69-4BB6-BDE4-B1BB9472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1DB40-4FD7-4117-AE23-45BE1349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D352D-7CE1-4330-8DED-89F7BA52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7FE87-B805-44A7-9C1C-99F08B58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40090-7EB9-45F4-AEF5-972C2C99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5556A-9DD1-4101-AE76-0C420A4C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DB292-F23C-48F2-B5DE-9C964F20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Tool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B1788-BF53-4D29-944E-19DCD7E4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자유문장 대신 도구 이름과 인자를 구조화해 요청하는 방식이다.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2B705-7CE8-45C9-B031-05014C73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read_public_text(path=...) 요청을 만들고 실행기는 따로 검증한다.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1004C-24DD-4355-9817-9386F0C3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F299D-D7F1-49C7-89B5-C0928C3C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4976C-876F-4752-91EA-938B191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36258-06A1-4494-B8A8-3C4C60D2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입력과 출력에 어떤 필드가 필요하고 어떤 타입인지 정한 계약이다.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544F8-2F51-422F-9DAC-8FC7B301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path는 문자열, action_items는 배열, due는 날짜 또는 null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3FC68-51C4-4FC7-AFBB-A2B32181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8202A-D5CF-4533-B560-A69FBB97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Contract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425DD-C3A6-4602-889A-F3F0395A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전에 입력이 Schema와 정책을 지키는지 검사하는 단계이다.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A9B4F6-1DB4-4FB7-9814-0BFD8DB1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확장자가 txt/md가 아니면 validation_error로 중단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61142-608F-4339-9B4B-B393BD14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8DA6D8-C9AE-4173-A871-CE991CF3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0E91B-910F-437B-8AE5-68F13C52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Side Effect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External Change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A33771-C2E8-4193-B328-7831EB2F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쓰기·메일 발송·DB 변경처럼 외부 상태를 바꾸는 행동이다.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4393F8-4FA2-44CD-8573-2D85A796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요약을 Slack에 게시하는 행동은 승인 뒤 한 번만 실행한다.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857187-62F0-4667-A9C8-EC5745AB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913166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69F5E-80C3-4CFC-B240-7355A484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Calling은 실행 권한의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BBAD2-329B-43BE-8150-035E6135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9B8E6-EC6C-4DF4-9F45-71B54F9C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A88DF-3DE2-4A7A-A58E-59C2C05D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81FF5-2A98-43BA-838F-FA64F323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7AB47-C774-4B5D-BD63-A7B6D8B2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379EB-3976-425F-9DE9-A2CE668C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JSON은 제안일 뿐, 실행 허가는 애플리케이션이 결정한다.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0c827411d4bc9">
            <a:extLst>
              <a:ext uri="{96DAC541-7B7A-43D3-8B79-37D633B846F1}">
                <asvg:svgBlip xmlns:asvg="http://schemas.microsoft.com/office/drawing/2016/SVG/main" r:embed="R01d62b55f22048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FB2AE-C364-4773-9592-12256427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01AA3-D25E-4C26-9080-E748BBFB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name·description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6346B-1B24-4F1D-956B-7D3B185C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EDC5A-7239-4D24-8414-D30ACB32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arguments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3F275B-D8F1-427F-A3A6-B6D08C1D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CD2F4-4042-47B8-A45A-A00EAFB1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allowlist·policy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67EDF-A22B-4CF8-B717-5B5C744F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D057A-97AA-4C63-9BB9-008E63B7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권한 설계의 핵심  |  Tool schema가 친절할수록 모델은 똑똑해 보이고, allowlist가 단단할수록 제품은 안전해진다.</a:t>
            </a:r>
          </a:p>
        </p:txBody>
      </p:sp>
    </p:spTree>
    <p:extLst>
      <p:ext uri="{BB962C8B-B14F-4D97-AF65-F5344CB8AC3E}">
        <p14:creationId xmlns:p14="http://schemas.microsoft.com/office/powerpoint/2010/main" val="81221085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D2EBA-A18E-4647-85DC-91C65376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Schema는 문서이자 방화벽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16971-C9E9-433C-84E9-FC43CF93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8CB26-AD12-4A42-9261-25A29262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5D001-BF95-44E0-9730-B7276952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30466-C0BD-40E9-A9F0-27C95101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E469C-E62A-4B51-B029-D1F67AD7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 필드·타입·열거값·추가 필드 금지를 코드로 고정한다.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64FBF-4437-4975-AEBC-102A62C3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81A03-FC9F-46DE-B6E6-7172B0BF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ADF66-D6D6-4786-B637-313C89A0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2BB1C-D98F-4289-B6BD-37ED5F28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type·enum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519EC-1CE2-4A95-8DF0-14CF2A27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FE155-BDEA-4269-87B4-BA13BFAB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additional properties</a:t>
            </a:r>
          </a:p>
        </p:txBody>
      </p:sp>
    </p:spTree>
    <p:extLst>
      <p:ext uri="{BB962C8B-B14F-4D97-AF65-F5344CB8AC3E}">
        <p14:creationId xmlns:p14="http://schemas.microsoft.com/office/powerpoint/2010/main" val="16595917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3B12B-E0A9-4459-B6C0-11A7C06A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Registry가 실행 가능한 세계를 제한한다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D7D1D-FDF9-4CC0-87A9-43AAE28B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0E0EE-6FD7-492A-ADE0-9EA09855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CF11C-2FE1-4B2B-987D-436B2578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50151-3380-47DC-9565-00272D38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912DE-2344-440D-87E1-789CC1DC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91A55-0E8A-4EEF-8A55-A2FCEEB5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아는 도구와 실제로 등록된 도구를 분리한다.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2B9CA-3C85-4F6F-A015-66D88C5F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57F28-B1C8-411E-A9E4-257976F5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TOOL_SCHEMAS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21435-53D6-4CC3-A575-92F4F61D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2CCE8-0C31-4B58-AEA4-14E7AADB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TOOL_REGISTRY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508AC-F3BE-4A2E-ADC3-8ECE0FF6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AF0EE-7BD4-477C-8BD2-17956958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차단</a:t>
            </a:r>
          </a:p>
        </p:txBody>
      </p:sp>
    </p:spTree>
    <p:extLst>
      <p:ext uri="{BB962C8B-B14F-4D97-AF65-F5344CB8AC3E}">
        <p14:creationId xmlns:p14="http://schemas.microsoft.com/office/powerpoint/2010/main" val="73825202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3E2C7-D06F-46E9-A09A-05CBEF51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권한은 기능을 줄이는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80609-302E-4B0B-AF5E-EB92B418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B44F5-1976-4B58-A8BB-721B878A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A18C8-A31B-4823-BD34-2F2A0630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67FEC-2229-4568-A6F2-0ADE7FD4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B580E-16EA-4330-8CD1-D64D7DC4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범용 shell보다 목적별 좁은 도구가 더 안전하고 평가하기 쉽다.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6F24B-B740-4B53-942C-5798E2B6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D33EC-BC9B-4A82-81B5-7CE95A89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2A5F4-C748-40B8-8E94-92BF3CD3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702C5-0092-474E-BD1D-F769BFC0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확장자 제한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10D4A-E2B1-490A-9E55-2560793F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21963-3C7A-4E2B-8D9B-D41AE889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workspace 경계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E2206-3E18-46B9-917B-7FA18ECF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6A371-372C-4380-B427-185B3AD6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설계의 핵심  |  오류 메시지도 제품 계약이다. 복구할 수 없는 오류는 관측되지 않은 오류다.</a:t>
            </a:r>
          </a:p>
        </p:txBody>
      </p:sp>
    </p:spTree>
    <p:extLst>
      <p:ext uri="{BB962C8B-B14F-4D97-AF65-F5344CB8AC3E}">
        <p14:creationId xmlns:p14="http://schemas.microsoft.com/office/powerpoint/2010/main" val="89501925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DDBF6-9E87-45CE-A2C1-A97D825D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Validation은 실행 전에 끝낸다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03A73-6CE5-40EE-A5A2-01CB4973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AFF47-E03F-4519-B7E2-B2D9B580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5AA76-43C7-4BB3-9283-B7788C9F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C7861-E2CE-4E38-96F0-0E57CE58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D6777-0FA0-46A5-B02D-D841D9FE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76222-1687-4B37-9A92-FA9C3873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누락·타입·예상 밖 인자는 side effect 전에 거부한다.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CCFDC-5901-48FB-B5B0-F10BA1E2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CCB96-2391-4664-9207-1FD99E0F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14BDD-38B5-43DC-8919-953A97D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044B8-1FF1-4CF2-8FD8-171FC20B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unexpected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CD0C0-BDAD-4E68-B3D1-4C4AEB53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053F2-CC83-4B21-86F3-6921366B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wrong type</a:t>
            </a:r>
          </a:p>
        </p:txBody>
      </p:sp>
    </p:spTree>
    <p:extLst>
      <p:ext uri="{BB962C8B-B14F-4D97-AF65-F5344CB8AC3E}">
        <p14:creationId xmlns:p14="http://schemas.microsoft.com/office/powerpoint/2010/main" val="48525185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42D4E-676D-43DD-AB6E-9C7B803B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오류도 정상적인 결과 형식이다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60682-D7EA-43B3-AA75-DF51C3E3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DB8B0-589F-4E67-9317-F05CF80D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46A26-B628-47EB-9B34-9165BF01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EB22C-A879-472D-A2B7-A025D746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56DF8-D495-448F-8BE4-85AD7A26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traceback 대신 ok·error_code·message를 downstream에 전달한다.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EEF44-143F-4FD1-8381-E99DB2B4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F20E7-270D-409E-B924-52F86405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VALIDATION_ERROR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A2BF8-9E7E-4B0C-88DF-62EA790B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896EF-7861-4975-9276-E5F6DE22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NOT_FOUND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FFFB7-AB52-4B6D-A087-18AF6A4B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4902D-A126-463B-8428-FC3DE198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446B2-354A-4CAB-8C08-69DC08F9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61524-ED2F-40BA-83F0-09A132BA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TOOL_RUNTIME_ERROR</a:t>
            </a:r>
          </a:p>
        </p:txBody>
      </p:sp>
    </p:spTree>
    <p:extLst>
      <p:ext uri="{BB962C8B-B14F-4D97-AF65-F5344CB8AC3E}">
        <p14:creationId xmlns:p14="http://schemas.microsoft.com/office/powerpoint/2010/main" val="172413967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3F799-22BA-4309-9C1B-5A54432C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Read와 Write는 위험도가 다르다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832CC-4CE4-4422-90D6-467E2EDD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64B73-E509-4638-AD5B-F6F7A691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F664B-5BD0-4337-84E1-7ACAFE0B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3DCE4-A528-4943-B3D7-1ECEB401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80A3A-3F38-4B33-8A23-EE59B7DB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8AC42-FA0C-4166-B740-F29E4521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쓰기는 승인·중복 방지·감사 로그가 추가로 필요하다.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BBE65-77D8-414F-8C85-7D8B863F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3664F-3C5D-41F1-B71F-BA7B1269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read: 자동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06633-5EC3-4A69-A9A0-9358C341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2FC37-1107-4485-97E6-DD1DD163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draft: 검토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D05DA-6AA4-4432-B059-73F4246D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43C5A-FDC4-4772-ACEF-5704E99B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publish: 승인 필수</a:t>
            </a:r>
          </a:p>
        </p:txBody>
      </p:sp>
    </p:spTree>
    <p:extLst>
      <p:ext uri="{BB962C8B-B14F-4D97-AF65-F5344CB8AC3E}">
        <p14:creationId xmlns:p14="http://schemas.microsoft.com/office/powerpoint/2010/main" val="90348892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499E1-47F7-42BE-AE6C-6F8C06C3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Audit event가 설명 가능성을 만든다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1501C-40C4-4159-85AA-CAAC45A5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3C518-A228-4BBD-B02E-0523399E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343FD-9761-4AD9-A28E-F975427A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EFB41-0B63-44C2-BEA1-9E30A9F6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07254-311A-477C-B937-519F1E15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누가 무엇을 요청했고 무엇이 차단됐는지 구조화해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B900E-E528-4E00-B038-5064D582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302BC-BBC3-4DD3-B60D-3B3AD082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32F51-B3F8-4A13-898A-423DB355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3365E-DFF9-496A-9CF8-242D8E88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tool·args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7CAF4-4C80-48B3-AC45-DBB76DDA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412B5-3E13-4BF5-8C2C-EF9C4AE5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decision·result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8C824-DE4C-4194-A4A1-B00CB993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F1319-1D36-4F05-BD34-E6584BBE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E7141-56AE-4B3D-B1D0-83494772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69074-72D4-4D85-BDB7-4C34E8B9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설계의 핵심  |  외부 쓰기 권한은 기능이 아니라 책임의 이전이다.</a:t>
            </a:r>
          </a:p>
        </p:txBody>
      </p:sp>
    </p:spTree>
    <p:extLst>
      <p:ext uri="{BB962C8B-B14F-4D97-AF65-F5344CB8AC3E}">
        <p14:creationId xmlns:p14="http://schemas.microsoft.com/office/powerpoint/2010/main" val="210229769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032C2B-1C65-4B31-856C-DEEDB413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45BCF-77D2-449B-9486-FE672D23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호출의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6090F-1A46-474C-BD92-0F035184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44568-15C0-4921-BFD2-C49AE91F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44659-238F-413F-A7FA-D6A7C24A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225D8-4C1B-4646-93C7-78A21777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5A88B-15CC-41C4-8E4C-BAEF76AC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88FF2-537D-4BBF-BC56-3C76D04A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7453C-6E1E-4D9B-981D-FFA5E6AC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09490-E90C-43E1-9DA0-BED833C4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도구·인자 제안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6F85D-A9F2-42BC-A389-D272A1C0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AF93E-D79C-4134-8930-55BE9F98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19AF4-61AE-460A-AAC2-7B0DFABA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42747-A85D-4E4E-864C-9245C2A3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schema·policy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EB2AD0-17EF-4AA9-ADE0-5C8B4BA5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E28E5-3318-41ED-8419-C5DF8364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8D03F-1669-475F-9C32-C50F57BB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EDAA0-6805-4D7A-93AE-6E74DBFC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등록 함수만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1A824-18A9-4E84-81FF-5EFEE386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EA10B-616F-47F7-B780-728E3137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7ACF8-8F47-41DC-946B-75727F57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OBSERVE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E9CC0E-71E1-4D2C-862C-5DF2B92B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결과·오류 기록</a:t>
            </a:r>
          </a:p>
        </p:txBody>
      </p:sp>
    </p:spTree>
    <p:extLst>
      <p:ext uri="{BB962C8B-B14F-4D97-AF65-F5344CB8AC3E}">
        <p14:creationId xmlns:p14="http://schemas.microsoft.com/office/powerpoint/2010/main" val="162678254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CD80A4-4632-4A85-A724-4C893D5C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D6B51-BF69-49D3-89E1-9F6266D5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Prompt와 Schema를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E4B14-94B3-4C1F-BBC2-31631C3E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B6A64-5CB1-42B3-9564-1346BE03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45CFB-9BA5-4756-8D29-A353C35E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CCEFA-02E3-42B8-A6B1-EA2DDBDD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EF939-7FAD-41F1-8E2D-FCB01522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21CA8-B7B7-4D4C-BC89-68095E72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116E4-2559-46EF-909B-A783EA2C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9190B-173D-4585-82FB-A0FBAF06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역할·허용·금지 행동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65783-A71B-40E5-BA66-8C09BC0A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F7E66-4CAD-426F-A140-59946AE7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21C01-939D-424C-87C7-26CC3C7E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4C2C2-150C-4278-BB95-1131306E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입력과 원하는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AFBF69-DCB6-4C2D-A852-444E7A84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8B71D-5A98-455D-B2E2-27553F55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17431-B42F-4A6A-8692-8DB8653F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4D2F7-325F-4146-B3F5-73C0B07B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name·설명·인자 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72BB4-7496-4C4A-9701-41A1B1A8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06F92-9C74-4A06-A7EF-0D5D50FA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AE0D88-347A-49B3-85B1-5D903B33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EXAMPLE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68C4B-257B-4920-8658-AA8CD71F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정상 호출·차단 호출</a:t>
            </a:r>
          </a:p>
        </p:txBody>
      </p:sp>
    </p:spTree>
    <p:extLst>
      <p:ext uri="{BB962C8B-B14F-4D97-AF65-F5344CB8AC3E}">
        <p14:creationId xmlns:p14="http://schemas.microsoft.com/office/powerpoint/2010/main" val="121129642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C51392-4C2D-4E7E-887A-12D021FE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1239F-131A-4A70-ABF8-9B1A243C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도구의 경로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4308D-231F-4715-B306-F7F2E4E5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13562-90BE-467A-97A4-13D5690D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8DEB8-5862-49A2-9C53-D9F90850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4FC5D-4342-4350-A56A-2055F375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A3D15-F4AC-4BD6-B607-6B843FF8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F6A63-3478-44A0-B453-2EEC75C0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36111-743E-4344-9A0B-84B656AA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JOIN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26CB4-EBEC-4ECE-A2D9-62CE08FA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workspace+path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AE7A8-BD72-4D8E-A5AE-553A26FE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6F65A-FD5F-4810-AD44-058852AB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BFB09-80F7-4022-8EDB-824E7CB0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RESOLVE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1BFE0-2C21-4598-9A64-FA0F1E63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절대경로 정규화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D1940-1641-4E71-86F5-EB58EF81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70901-6AE2-4893-B588-FB8ECB0B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BD79B-79A7-42CE-9305-7E828CA6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4971C0-D5F5-4CE2-8685-565F5514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root 하위인지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01012-2D44-44DF-BFA4-10D3E9AB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61AA3-A99E-4BED-9706-5ED7218F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703F1-C751-4B81-8F28-2A24696C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A337B3-F0D7-4B91-99CC-59988E7D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확장자·존재</a:t>
            </a:r>
          </a:p>
        </p:txBody>
      </p:sp>
    </p:spTree>
    <p:extLst>
      <p:ext uri="{BB962C8B-B14F-4D97-AF65-F5344CB8AC3E}">
        <p14:creationId xmlns:p14="http://schemas.microsoft.com/office/powerpoint/2010/main" val="178878041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1E217-201A-42AF-98BF-BC1264B1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E7E8-C626-4F17-8EC6-ACBBDE83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분류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E2D18-5EBA-4EBB-A8A9-7F72BCFE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47E59-577D-45F3-A079-6740E45A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1852F-B177-4B16-83D8-70F95F3B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1BC73-4AA8-495A-A555-0C132406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FDC5D-78E6-4C48-A980-9348B674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0B48B-20B6-42CF-B1EB-C9F7F18A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CF57F-861A-428B-ADA7-EA431E4A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5A504-A760-42E2-AE39-42AB8B8A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재시도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4B23F-C478-4951-A9B4-743A39E5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25545-B2E1-4B8C-AC0C-ABCAB96F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E6D06-761A-473B-87CB-05FF5AEF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75609-D84C-4EC1-833C-526C23C4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수정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1BA44-A763-4961-AE42-9ACAB75F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7A16D-8FD1-4461-BEE1-CFAA1592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07E0B-3A29-4590-B17E-4B96662B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EF728-D40A-4049-9B85-0158875F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제한 retry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22BF0-BB0C-4ABD-AC7F-57B893B5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0EB1C1-7259-474E-A922-2252FAFE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9F3F3F-1CAA-4455-AE51-AA93A66F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미지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DDC48-5743-4781-9070-7265F915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중단·trace</a:t>
            </a:r>
          </a:p>
        </p:txBody>
      </p:sp>
    </p:spTree>
    <p:extLst>
      <p:ext uri="{BB962C8B-B14F-4D97-AF65-F5344CB8AC3E}">
        <p14:creationId xmlns:p14="http://schemas.microsoft.com/office/powerpoint/2010/main" val="100249963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3A6CD9-F404-41B1-903C-7F588C5A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08547-A43A-4519-96C8-8321F44C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B258F-EF1E-49A4-8C36-08929364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70943-916A-47B2-87C3-B0137284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08F5F-446A-43C1-BBEC-088EB258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C1C28-1E7C-4947-9602-250F737B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399B0-4CEE-4B54-81BF-E756AE8E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E9B8E-5344-44D9-A68C-FDE9FBE9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89EE0-52C0-4582-92AA-BAA1A7E4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17762-1530-4C8B-809F-B78CF157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happy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C535F-7BEC-4B6F-8529-07BAB8D2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0695C-CAE2-44A8-AEBB-FD43754D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4BBEF-9676-4D6E-9A7D-9941252C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0CACD-E755-4684-9528-113E928B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최소·최대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35FE7-2020-47A6-85DB-297CDA8E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12A53-0E2E-477B-8D51-A53185D6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97493-73E5-4CB7-9DC6-021FD52F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4FF52-36A2-40FB-BA89-30763E6E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path traversal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3C31F-A795-4EE3-B3FF-ABA2BA2A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E67AAD-B346-445F-ADB2-B3676795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01699-2347-4958-AC8F-99BF11CB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33E729-BC25-4639-95F0-9674EED5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cached result</a:t>
            </a:r>
          </a:p>
        </p:txBody>
      </p:sp>
    </p:spTree>
    <p:extLst>
      <p:ext uri="{BB962C8B-B14F-4D97-AF65-F5344CB8AC3E}">
        <p14:creationId xmlns:p14="http://schemas.microsoft.com/office/powerpoint/2010/main" val="162703395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64A529-FDEB-4490-942A-555C1254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12E60-E7D6-4069-BD2A-06F181F4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‘실행 허가’가 생기는 화면을 순서대로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9CD5B-1301-45EC-A432-E6B5F7C8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A056E-05CF-434E-8DB6-4CDF6FE3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52C5C-91BA-4EB3-B10B-7E3AB082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03ABD-5258-4D76-9236-CF490095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03301-E18F-4CF9-91F8-525A529B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API 형식 → 인증 경계 → test 규칙 → 실제 통과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8A372-2140-4786-BB68-4FB38089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DAEF3-6985-4B86-9E0C-B75E3C67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66238-1E5D-42B0-8959-1D3D7383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요청·응답 형식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146BA-B846-47A7-8D18-BA3F2B24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base URL·payload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5AD6B-5261-4E07-BD40-ACF93BEC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C6150-29C6-4113-9B19-9D410945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0693B-23A8-4C85-AD91-72F1443E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9DDED-C290-4D5E-A89C-F3B63E6F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인증을 코드 밖으로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E768A-2B22-412A-9C83-C9FA38FB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환경 변수·최소 권한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EC8D2-EEE1-48C5-8970-1A8DBC05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FF895-BA3D-49DD-8F52-E154A3F5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B1BA5-DBB6-40E2-A99B-BCC24C25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3322E-9E6B-4578-BF64-817964DE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실패를 test 함수로 고정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7A0B63-4625-48FD-9933-F7FB6C17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assert·error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DE323-1302-44B3-B1A5-0B4A13DD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3B043-1217-40ED-A3A6-D990909B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C2C07-89DB-4480-8CEE-EAEEEC1A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FFB278-7974-4149-B35A-9E141D32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정상·예외를 한 번에 실행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EF9804-D213-4F72-85C9-7E99D332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 passed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6E0D2C-B8A3-4509-9167-B98877D5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381874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3C161-13C7-4660-A2BF-4D1BFABF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C67E9-2043-45ED-8CBB-4C2D2622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API · 호출 형식을 공식 문서로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670C3-C6C3-41A7-973A-4EC51822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01D68-7A42-423A-A7A8-4814B5C3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8DEBE-11DF-48C5-8910-B2C96DBE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52A84-75E5-429E-B858-60EB1453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09008-CB8D-4C7B-B32D-8A175835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BC253-3300-4ABC-9D5C-D8E51F5B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BEF72-6C45-4E46-894B-06D07BE9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9FA9D-8A24-42DC-883C-D863ED76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D44E8-3D99-41DE-A10C-8783E0AF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request/response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FDB07-A98F-4850-9DCD-367DF675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99685-34A7-4687-A64C-1345AE94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timeout·stream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16C92-8950-4C4A-8210-BCCC7671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E7870-C0EB-4678-88B9-43072F4E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뒤에 감추기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14A14-319D-4A6B-967E-CD2C7078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517544ecb4cc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141D7-EBF2-4A4F-AFD0-319EE6AD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API Introduction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78962709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FB3B0-7502-4A7B-AE92-56821FC4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D4D0A-FB41-4608-9FF6-024EBB44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REST · 인증은 코드와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14902-7927-4D05-A5C0-A4AAD1A9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BA2F8-DB08-4F1A-A70A-975645B1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221D5-679C-4B38-BD3B-9285AD47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2FF78-BFEB-4314-AF64-46343092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E0BE7-FBCA-41BD-AF70-BEC0E95F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59727-9D1E-42EC-A2AE-C48F8480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C3E50-499A-4BBF-9797-92226FF6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token은 환경 변수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B171E-3556-45F8-BDA3-6354D2B0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F24AF-D928-484A-875A-2A1E72AD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실습은 dry-run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86D65-C773-4DAB-9924-4FC313AB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C55EF-7530-485F-99A4-8CDE80F2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5F319-172A-461F-B370-799EE17B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6FB80-86E8-4923-BBD2-6587C270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화면에 secret 노출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24737-9A79-4113-BE12-59369095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f5f33325e4c46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B09FB-17EE-4EE6-996E-0FAA1041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REST authentication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92744779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BC2DE-B42F-4E81-966D-8FDAC29E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FFBAF-071B-4AD3-B07C-452222E0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· 실패를 재현하는 가장 작은 도구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8C80B-9D95-49B4-8375-00C8FEB0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390AF-2B02-4ABD-8A2C-33436816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7962D-3372-40D0-A2FA-C744E1E3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5568C-5F38-4B9E-8D99-2327DE52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B630D-A724-4F03-8050-BD72039E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BAEE3-0B18-4997-A0A1-EC76EF23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2D717-C960-4338-90EE-A64B6DB1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test_ 함수 규칙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1599D-1190-42A4-860B-1B874CA8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7A88C-6738-4E29-978D-4F8016CC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assert로 계약 고정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46CF0-A122-464D-A474-416ECEB3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30C75-1084-4C4D-BD42-F9BE32E3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정상·예외 함께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42801-67AC-4D38-A03B-E73CB8E7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AABA2-AF37-474B-AC6B-5F02A262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짧은 명령으로 반복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AB6EF-55D0-48AB-911A-58FFB673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18ca4f8b1483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A584E-7E6E-4772-9057-B04A0D32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pytest Get Started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99871496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2DCE8-8D36-4820-A846-D933F217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3D6B3-E516-467A-8D9E-980672EF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실행 · 10 tests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092C4-D1A6-4C15-80B6-6F5D9F29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49DD9-2D96-44ED-9839-56F839B4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2E132-9D09-46D8-96D3-6FEF462F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E2A69-EFF6-4602-B3C5-501CC5A8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CA675-A8E2-4BC1-96E5-77CAE93B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BD199-5262-48A6-914B-235242A9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99C79-3D85-466E-8F22-266D32C1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.......... 10개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3621F-34A4-4F18-8EAB-48FC4EDA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78240-BD40-4AB4-BB09-0DF5595A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[100%] 완료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0B771-280C-4F95-B2D9-8CC5D98F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E4C0D-4615-49F7-836C-6CF887D2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시간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03723-6A3A-41B6-A962-C51E4190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B6458-9117-42ED-BCD8-002448E4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증거로 캡처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82313-AD51-4C1D-9ABC-D31B6E5A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645b187b0479e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289A6-1FD4-4EC3-A9E5-61F4D30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통합 터미널의 실제 pytest 결과</a:t>
            </a:r>
          </a:p>
        </p:txBody>
      </p:sp>
    </p:spTree>
    <p:extLst>
      <p:ext uri="{BB962C8B-B14F-4D97-AF65-F5344CB8AC3E}">
        <p14:creationId xmlns:p14="http://schemas.microsoft.com/office/powerpoint/2010/main" val="23288705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9BE0F-44E6-4C00-9C3D-3B470568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F9AB5-B242-49BD-809C-E5454713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 schema · 허용 입력만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97DAB-218B-4A6A-84C7-ADBBB743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F024A-D1D9-490A-9841-BEB65294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345C2-B2B7-4B6A-BECA-49AD1BC8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EB19D-F3C9-4595-8B04-96BB7CF9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F96B4-9C2D-42D5-8B3E-D8DF13DB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F8D4E-A664-4BA9-AA07-38299444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9B09F-506A-4DC9-B2F2-655970C9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도구 한 책임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85204-F07A-48C1-853F-77D9F77F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BBC14-9607-4B2E-AA51-99529A1E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46FEE-1219-40A6-A28D-9942AA08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498C8-39A5-4996-973E-3244FA3B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설명은 모델용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66DCF-380D-4464-BBE6-23B6BA88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F6194-B2AA-4DDB-9DF3-57EDDEB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함수와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CE114-298F-4BD2-9B9D-6C3D3D45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D10C7-2BCE-43C6-89DA-2D3B92C7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E1E6F-A821-4073-AEA0-C78E4221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TOOL_SCHEMAS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"read_public_text":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"required": {"path": str},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"description": "공개 txt/md 읽기"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258590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4FED2-A235-4392-B90A-484652E1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22ECD-47FA-4004-919A-BD0FF54C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차단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E97C0-F5A1-48EC-ADF5-0E6DC435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037CD-CBFA-4C6D-BDB7-9068AFE1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051BB-F8DF-4D5B-849B-A0548C96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12D9A-CCD9-49A5-A768-3B4B786C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FA943-3E65-4184-AAC1-F30C0267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13EF4-9B9F-4FF3-996E-54980543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0A076-5BB8-4390-8B90-7E062B60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18C2C-4766-46E7-B656-91A9555B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3FC34-B24D-463B-BC9A-F0599A72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필드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0E681-EAAE-4B1D-BD10-FED7BC1C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63CDE-6639-405A-AC19-C079296A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66F7B-4B57-4E6E-87FE-4EE1A6AE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A1374-314C-4435-A7D5-7FDF6B4F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코드로 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3429B-47F5-4714-BE14-D1EEDC28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D9C96-E923-4DF5-940E-1CCC213D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F3A1A-DBBC-424F-B308-3A546490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required = schema["required"]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missing = [k for k in required if k not in args]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unexpected = set(args) - set(required)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 or unexpected: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ToolValidationError()</a:t>
            </a:r>
          </a:p>
        </p:txBody>
      </p:sp>
    </p:spTree>
    <p:extLst>
      <p:ext uri="{BB962C8B-B14F-4D97-AF65-F5344CB8AC3E}">
        <p14:creationId xmlns:p14="http://schemas.microsoft.com/office/powerpoint/2010/main" val="123157229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EC693A-7AC8-4AF0-8179-3F536B04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02D9A-ADE9-42C0-B456-C251303A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이탈을 막는 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908F9-BEE4-4668-8A0B-C3FF99CA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110ED-F978-4DD8-B7F2-C6B841E8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4AFC2-4FAB-4681-8A2C-427E5FB8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72C69-EC5B-4A40-821A-D9F91B94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6A204-F2FB-46CE-A3E5-024D1DAE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091C6-2ECF-46E5-AEB5-E58800AC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3F5EB-AD68-40D3-82C4-0B6E4B1B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정규화 후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3FDBD-C1EC-41CF-990E-D2258DF8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41BDD-43CF-4422-9FBA-D8D054C8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절대경로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8E177-6978-46D2-84AF-F9E884C6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584DE-D882-4D31-80E3-FB62A3C8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symlink 고려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25F20-37D1-4E56-AAE7-21862D60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73215-A77F-41CC-A583-399AE5E6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테스트로 공격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B71D8-ED79-4D6F-A5AA-F3D532DB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75A45-7875-4EC9-915E-55BD633A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26981-2871-4860-B301-44C7CBDE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root = workspace.resolve()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candidate = (root / path).resolve()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root != candidate and root not in candidate.parents: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ToolValidationError("outside workspace")</a:t>
            </a:r>
          </a:p>
        </p:txBody>
      </p:sp>
    </p:spTree>
    <p:extLst>
      <p:ext uri="{BB962C8B-B14F-4D97-AF65-F5344CB8AC3E}">
        <p14:creationId xmlns:p14="http://schemas.microsoft.com/office/powerpoint/2010/main" val="182064653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3C531-B619-4FA8-8BB5-3E569A59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2E4FB-AB7A-4181-B82C-4BF2B131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공통 result로 정규화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EC296-61DF-41D6-8A9F-D404506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F7903-6FEE-4E30-8157-D62C89CE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ABB55-5A2C-4E7C-864E-09BB336E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20E7F-B347-4C6F-850A-18707A53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CD404-4A9C-466D-B6C0-DAA903E7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00A71-A61E-4E11-8276-2F087B9B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23D85-CE52-456D-BD48-96B2B607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6AE0E-5869-49CA-A1F7-29738D53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24ACD-5112-4BE7-A7B4-264B72C2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error_code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F8DA5-749D-4BE5-BE99-EEF8590F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7D782-6FB7-4933-90CB-843D1109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EA4F7-682B-497B-8473-4CAD510C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DA8CF-6B75-43E4-A822-A60C4E38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trace에는 상세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760A7-5362-423A-8F49-6EFAA674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22725-006A-4A32-9E8A-FF6B5A6F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36306-6321-4BD9-BDD4-23550EEA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ToolResult(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ok=False,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tool=tool_name,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error_code="POLICY_BLOCKED",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message=str(exc)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0928499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7560F-D07E-474C-9613-5A1461D4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86BDD-D8ED-4F00-81C9-382E444F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 Prompt의 최소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88645-0CCC-4862-BA8A-EE5EB62B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FD062-5C21-4154-B57E-91AEDEDC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E5395-B108-4303-9A71-C541DE8C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15A86-55F2-42ED-9E5A-A804B8D5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1BA2C-03DA-40B3-A152-4066AC43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62D0C-26A3-4968-81F2-5AE26898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38416-1E76-4251-AB02-AB822429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역할과 금지 행동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A52C1-6B7E-4FB9-BFD5-EE6560E0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09395-0EB2-4E32-929B-45BC9DA0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입력·목표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38045-6972-49E6-AF22-CBCE1A25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534D7-68B3-4906-B503-309DAD51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 설명·schema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1A369-0E91-4F19-8DA5-BE7C0534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BF6CE-A425-43A2-916B-FB5DB875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예시 한 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834B3-633E-4959-AD48-0FF7EEFD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61740-36C5-4252-80BD-B2736642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0CA19-32BA-4DAD-B160-6D3930A3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SYSTEM: 허용된 도구만 사용한다. 메일은 보내지 않는다.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TASK: 회의 문서를 읽고 할 일을 찾는다.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TOOLS: read_public_text(path: str)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OUTPUT: 필요한 경우 tool call JSON만 반환한다.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EXAMPLE: {"name":"read_public_text","arguments":{"path":"data/meeting.txt"}}</a:t>
            </a:r>
          </a:p>
        </p:txBody>
      </p:sp>
    </p:spTree>
    <p:extLst>
      <p:ext uri="{BB962C8B-B14F-4D97-AF65-F5344CB8AC3E}">
        <p14:creationId xmlns:p14="http://schemas.microsoft.com/office/powerpoint/2010/main" val="129488269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2C1D6-D1C3-480A-932B-428D160C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13A37-3A04-49DA-915F-0A93B706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도구 한 개를 schema로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173FA-EB4C-46BF-AFA4-E097A417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7989B-EA54-488B-B0EC-57F71856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4FE64-6575-4778-A5A9-7CCAA2DC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BB051-A316-4A5C-99E6-8A9FE000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5BF88-C6DD-425C-B66A-3A5F6AD0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0F8CE-DC69-4ED6-8CE9-5B0FF934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12412-8899-4764-8BF3-49ED8AF7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06EE2-DB72-4F78-9C1F-A0FEAF90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0F952-DA3F-4C61-82FB-2DE14631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B048D-4CB9-41E5-9F92-65E1AE2C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동사를 한 개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3ACF0-DEAA-4BF6-AD84-FAA98A85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72DC7-C28F-4F65-B78A-CFE27227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CCD24-630D-4049-BC13-0B190FA1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1-2개로 제한한다.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19E7C-0A86-47F2-BA0F-05E97391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B2535-80F6-4422-AAB2-DB214B9C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C1F8C-9E57-428F-B861-21774EB4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타입과 허용값을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DCC71-CDC0-49D4-8D2A-6CBB0EE9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F9AD4-8C2D-48D1-8894-C3E335A5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BC672-DBEF-4EF3-A928-EF34413A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호출 예시를 JSON으로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E7CACC-5F06-461C-978F-20A14F7E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D0061-A721-4099-AA56-1A7FC216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1ACCF1-321C-400C-B60E-DC0CE4A8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tool schema 1개</a:t>
            </a:r>
          </a:p>
        </p:txBody>
      </p:sp>
    </p:spTree>
    <p:extLst>
      <p:ext uri="{BB962C8B-B14F-4D97-AF65-F5344CB8AC3E}">
        <p14:creationId xmlns:p14="http://schemas.microsoft.com/office/powerpoint/2010/main" val="67724185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41310D-E6D7-4613-9A6B-CB06BE31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12F86-3006-4E42-8811-8C51E8A3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잘못된 호출 3개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620AC-AE09-49A6-9522-2E51CB83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C1A8E-5B9F-4A94-869A-A3B40B30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2750B-6BC4-474D-AFBE-809105AA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9C5C3-4810-479B-A85B-C4428770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C7093-8E41-483F-94B5-65994E13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CE239-BEC4-4EEE-ADE0-D1F5E1A4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F060C-8A90-4723-80E6-B9ABD7D1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17C9F-5EE6-43FB-B994-1127D031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2A890-C90E-4EDE-ADAA-2C6B0C1A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7EF33-8B8F-4B35-AF47-1298F89F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호출을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F5674-F1BC-4339-B5EC-9E6A79B8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B5540-76BA-407B-B836-4AD55A9A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FAABB-73EB-47C6-A1ED-40FD6D12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하나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E7649-6F72-475B-8873-0EAB67E3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E38D0-293A-4C39-9F8E-F556C88F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CF3AF-600A-4D4B-86C8-CD06EE96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하나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37B86-68ED-41C3-A04A-133B5D92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16554-8F08-48AD-8F1F-CF6AA46B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1093D-99B6-485B-BE45-1492373F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error_code를 예상한다.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DA3AA5-C7E6-4965-9C4E-7F36427B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9063E2-3795-436F-80C2-3B3A9470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AA7C09-B6FF-4AA9-9849-4E2C0712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실패 fixture 3개</a:t>
            </a:r>
          </a:p>
        </p:txBody>
      </p:sp>
    </p:spTree>
    <p:extLst>
      <p:ext uri="{BB962C8B-B14F-4D97-AF65-F5344CB8AC3E}">
        <p14:creationId xmlns:p14="http://schemas.microsoft.com/office/powerpoint/2010/main" val="158666635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DD10F3-0E13-43B0-8099-A7E75E63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0A418-2019-467F-9B9D-8786CCC8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workspace guard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A4177-332B-4B1C-BEB7-E1C1C67C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95221-7562-4B4F-BBD1-97569103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577BF-EBFB-4D64-B158-6065DC9F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D1C65-B93D-4361-BEFE-1F6BA2BD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543D0-61C6-46C6-B1C5-3C72FF8F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09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992AF-BD4D-4A15-AF97-69FEFBA0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3AB9A-238C-4CB3-B281-0519507E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C3364-58CD-44D6-A459-58AF4744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938CE-D238-4660-B087-23481718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D7907-2C80-48E0-BB87-662CB84D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상대경로를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BB7E5-CFDF-438F-8BC1-F00160EA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6FBB6-F7FC-4B8C-80A3-9E2E6A47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D13D9-96D1-4E21-89DF-F4C948B1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../를 포함한 경로를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229D9-C895-437C-9B23-CCCB8414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6D774-AE73-42A1-9404-D8E40870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186BE-761A-4112-9058-02A7CF7B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.py 확장자를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CE8C2-BCD0-44F6-A80F-E51AF43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74B54-F8DE-4B23-8D21-2C5D82F9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8C2896-7079-416C-8D1D-9392883F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어느 단계에서 차단되는지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B826F0-CBD9-482F-A9DB-CCC3371B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7353A-DE1D-4CC3-9192-5423B954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4E59C4-E2FE-49E5-A3F3-71535B04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1 + 차단 2</a:t>
            </a:r>
          </a:p>
        </p:txBody>
      </p:sp>
    </p:spTree>
    <p:extLst>
      <p:ext uri="{BB962C8B-B14F-4D97-AF65-F5344CB8AC3E}">
        <p14:creationId xmlns:p14="http://schemas.microsoft.com/office/powerpoint/2010/main" val="10971286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71AFED-94D3-405F-AAF8-EA65D151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CA76E-D78E-4C28-AEB1-9696217E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ToolResult 계약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6A040-C7E7-493E-AD10-F478E77A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053D2-1248-4E6A-A6A4-859A89F6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1FCEF-6DDD-4619-8BD0-C40DFB53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427C4-C56F-486F-BBFB-DAB7BB6E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C6549-C9AF-4AA1-AB7C-62745300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7919D-FE72-41F5-BD37-A6016C27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AAB44-C661-483D-89AA-119CBD95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B6CD1-E03A-44E2-8B97-673172B7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709CE-5BC0-45B4-8B46-EA755F74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47D56-B4E2-40D9-8E8B-E31E6DDF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D9DDA-EC16-4431-8BEB-BEA947F0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1F1E5-A5E1-44CB-8060-AB53F5AB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214183-47D0-4064-B840-B4E6D73D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99FE5-3A60-4735-A14A-86935D9D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7BD86-D464-4029-A99B-0CA719D6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38F1F-EA61-41F8-9CC7-BC3FB4AD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exception을 몰라도 되는 이유를 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D4FF6-229B-4252-A460-255A632D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D7496-C651-46A9-8A7D-3A358AF9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23DD7B-567E-47EC-B4AD-D2B3D1E7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needs_human_review 조건을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4CADA5-02D2-417D-B3E0-1F6B6E8F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95EC54-9B53-4F8B-B4D0-60E7715E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3393C-B55D-47A3-9724-8E783066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공통 result 표</a:t>
            </a:r>
          </a:p>
        </p:txBody>
      </p:sp>
    </p:spTree>
    <p:extLst>
      <p:ext uri="{BB962C8B-B14F-4D97-AF65-F5344CB8AC3E}">
        <p14:creationId xmlns:p14="http://schemas.microsoft.com/office/powerpoint/2010/main" val="1237364003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AF389C-E82D-49C6-92C1-E4B3E80E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851AF-B6E7-425C-9ADD-16879CE5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모델 JSON을 바로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AB0E6-6748-4FA9-AC2E-11FB34A9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937D9-154F-438B-AE21-262B77C7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5C466-8869-4FFD-BB3C-B183B890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E3D7D-2B8D-4133-9B5D-E154872E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23DCC-7088-41EF-ACDA-CDB3187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51771-24A2-4A8C-95B0-FF4821D5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006EA-933E-41D7-95BC-9D626FD4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0A030-A0F6-4B79-BF0E-7BBB547C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A792F-889A-4B0B-9780-5C0435E0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검증 생략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70297-8A68-4947-A602-EF649B34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B50AF-C3F5-46EA-ACEE-6C460518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임의 도구 이름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3C335-6926-43EE-A832-8D4E8208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ED746-1234-49F7-9FCA-F0B4E6E4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인자 허용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ED70A-D83B-4EB7-9C99-9F769819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91766F-5C5F-43BF-9FFE-88349208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직행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E3973-B3D6-4738-8245-A0C431CE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C8B7F-5E8D-4BD8-8535-0BBC5132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plan은 제안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75BAC-F1FD-4556-9737-FEA4FACF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096A9-E33F-4603-9BE3-C746C818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validator가 허가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31F61-AD03-4CDF-8C89-2FCC16E6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A3E395-3CB7-4108-B2C6-057DA7CC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532263-25CA-4C81-BF5D-3955477E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0467D0-9CC9-4442-8038-249F597A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쓰기 전 preview</a:t>
            </a:r>
          </a:p>
        </p:txBody>
      </p:sp>
    </p:spTree>
    <p:extLst>
      <p:ext uri="{BB962C8B-B14F-4D97-AF65-F5344CB8AC3E}">
        <p14:creationId xmlns:p14="http://schemas.microsoft.com/office/powerpoint/2010/main" val="14091303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694AFD-F351-4EF7-B289-E02E2FD4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4E2F5-317F-4A13-8685-C5613FC1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범용 shell 도구 제공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D2153-40F3-400E-B5C2-2F670961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5FEB7-DA6B-4F97-BA39-30EC90B7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23860-F974-447A-BE2C-DA39D797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DD612-D529-46CD-BB5E-E5FAEC97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B1C5E-DD12-42D1-A10F-ACBDDA05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96E96-74CA-4BCC-BF9C-B5EEF508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957AE-D493-41FC-B103-D4AD2257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AA596-FA62-42FE-892F-F793C8A3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B98D3-1BD3-476B-803B-45E60433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rm·curl까지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BEE94-650A-4A34-8ADC-940AF127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069B9-7AF8-488B-B170-52EAFD43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 문자열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9AEB5-6853-482D-9328-1EF2830D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BA474-B8F4-4A68-A368-21EEB50A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범위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E846E-A71D-430D-82D6-804475BA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154F6-04AF-4FDC-9CA2-9B0F4269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불가능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59F0A-501B-422A-AEAA-861F9385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C8C24-9886-413E-91A6-DA48E6BD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목적별 함수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F3E0EF-94D0-47F9-A096-A58595D4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6505ED-EDBF-4F3B-B829-B9F8E955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arguments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646A01-CCC4-42D6-82CA-AA5C740B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09A980-BE27-443E-A385-94079BD0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파일 범위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C68FC-19F2-46BE-B78A-5E9B6C57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3A1C8-C2C2-4C11-A790-C42E49D8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정상·실패 test</a:t>
            </a:r>
          </a:p>
        </p:txBody>
      </p:sp>
    </p:spTree>
    <p:extLst>
      <p:ext uri="{BB962C8B-B14F-4D97-AF65-F5344CB8AC3E}">
        <p14:creationId xmlns:p14="http://schemas.microsoft.com/office/powerpoint/2010/main" val="139047914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38733-F2F9-4891-B24D-268C80ED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A2905-0844-460B-853E-7FE9339D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모든 오류를 retry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E8268-7642-495A-A461-828E0511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46EF1-8071-48FA-BE00-71609499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15058-2865-4F76-96CB-73DFF036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6BD9E-9F75-46A2-846F-6BC35F06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C76A7-C535-48EB-BEDD-E3A362AF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D5AA5-4BA8-4E85-BDFA-2C7DF8EC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B76C8-7695-4951-89F6-12BE9719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EB4FB-AF34-47EB-8269-B9BA852A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6DF42-3C15-47C7-8174-FB2B97D5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7C6BF-AE23-4F4F-B72E-A4C1D8B8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10F17-04DC-40A8-B452-9EEAD47E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비용·시간 증가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2E6A4-AC4C-4725-AD0F-0C833992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C3256-55D2-4BE6-9C15-CB762195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쓰기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720E2-3D2E-4344-8B7E-0B6C8A79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56E62-BCBB-42CE-8B62-5D0622DC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은폐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DADD4-0792-4C1C-BE71-15383E1A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43F02-0AC6-4A4B-9F65-B407645F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 분류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3CAFD3-48C2-449A-85EE-9A7D87E1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B52D2-67D8-4464-8587-222ED786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 오류만 retry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1AF8E-8170-4CE5-941F-9FB02975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9039C-2FAF-4B1C-8695-5A134272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B57510-F721-47EF-BFBE-5FD0CBC2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640052-D6DE-4AFE-A9C6-16346075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후 사람 검토</a:t>
            </a:r>
          </a:p>
        </p:txBody>
      </p:sp>
    </p:spTree>
    <p:extLst>
      <p:ext uri="{BB962C8B-B14F-4D97-AF65-F5344CB8AC3E}">
        <p14:creationId xmlns:p14="http://schemas.microsoft.com/office/powerpoint/2010/main" val="206060985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FAE68F-0C66-4CBE-8F1F-0CFE008D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6B8F1-C27F-4554-BB46-B292462A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Tool 권한 승인표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5FEE3-F8C6-4000-8CD2-07588AA8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416CD-D23E-43BD-B4E4-F156E9E9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18C95-F501-4914-AE80-1C582D7C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65BDD-B0B5-49C3-B50D-9D0F13F9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7E55F-50ED-41D5-ADB8-9E8F0838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자동 허용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BE540-8B59-4D5D-A0AB-62E3E6E6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사람 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E2D40-1589-4E7C-A38D-A4405E6A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558F4-971D-4714-9C91-0BC9F13E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0C2FC-81B6-4480-9113-7504204A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문서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43D4E-7941-4F0E-A4B8-B3039794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CBDE9-D209-49C5-8550-9AAF1F8E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parsing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505F1-DA7A-4126-BB13-1251269F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6CD41-6DD2-4618-B785-8AFA38C7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E9FF8-948B-49EF-BA55-75F25601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3662E-EF83-4D2C-B871-E99EFB6F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B017F-295F-4639-AC0C-910A6940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CCBC1-D8C3-4691-ABA5-A58AC03A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메일·Issue 게시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88EEC-8BF5-47F2-BDB3-31096254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5277B-05A9-44D3-ACA2-254DC7E4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고객정보 접근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2DF73E-F95E-42F2-ABAC-FF67167E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B24C87-A475-4299-AA01-720930E9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결제·삭제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931435-E384-40A5-ACDA-B965C831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FD867F-A877-4474-B451-DE96A10A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repo 쓰기</a:t>
            </a:r>
          </a:p>
        </p:txBody>
      </p:sp>
    </p:spTree>
    <p:extLst>
      <p:ext uri="{BB962C8B-B14F-4D97-AF65-F5344CB8AC3E}">
        <p14:creationId xmlns:p14="http://schemas.microsoft.com/office/powerpoint/2010/main" val="153698480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7122B-67AF-40E6-8ADB-CAACF1DB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13F6E-F044-482E-9EF9-3E59D031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2 · 이 Tool Call을 실행할까요?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A8D9D-0CC3-4911-8AE7-D7FBF53A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1A6F5-5BAD-4CB2-9B51-F83F0D28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3B1C8-3491-487D-87AB-8E1AE652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09:50-10:40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9BBD7-AE71-4DE5-AD23-A961003D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E0DC6-FD6C-4D46-9155-7A7524FA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등록되지 않은 send_email 도구에 예상 밖의 admin=true 인자가 들어왔습니다.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5CE5C-5A83-444B-87E0-64188706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E4F62-AABF-4557-8D05-DB2AEB1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03870-DA85-4ECB-AF87-A9AFBB16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실행·차단·사람 검토 중 무엇을 선택할까?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56D96-7CB4-45B6-B73B-F52AA8DF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16E52-4661-4B76-ADAB-C9A08B20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3A0F8-209E-4E34-9E32-7A99F26F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downstream에 돌려줄 error_code는 무엇일까?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50D5F-4DFE-43EA-96BD-C50ED631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E5682-7864-42C7-AD95-C587176A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4FEBC-4BD2-4210-9978-D8787C39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감사 event에 어떤 요청·판단·결과를 남길까?</a:t>
            </a:r>
          </a:p>
        </p:txBody>
      </p:sp>
    </p:spTree>
    <p:extLst>
      <p:ext uri="{BB962C8B-B14F-4D97-AF65-F5344CB8AC3E}">
        <p14:creationId xmlns:p14="http://schemas.microsoft.com/office/powerpoint/2010/main" val="35483556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96E0E-F670-4F55-803D-A17E2031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BFBD5-565A-4318-BEAD-C73BA278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10:40-11:30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61E2D-A47B-4E3F-8BCB-6641795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1일차 3차시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211E1-7326-4030-B563-2F43CC54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040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한국어 데이터와 PBL 사례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A64F5-48D4-4E00-BECE-B84F1D77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10:40-10:54 강의 · 10:54-11:04 Prompt·데이터 시연 · 11:04-11:25 개인 실습 · 11:25-11:30 저장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6EF3D-E113-4456-8E1E-63DA39D5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46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87991-50BE-4129-8575-9A80D547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배우는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2F91A-3AB4-4D76-B45E-BD0E7823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3467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C44CC-E386-42E4-A92C-BE0835C6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3124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데이터 · 담당자·기한·원문 근거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9A99F-78CE-40A9-A613-92E4FFC8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238C0-ED06-4863-A28B-CE2A424F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 차시에서 이해할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B05D9-ED65-4369-859C-36F59FF1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4095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5682D-A4E5-49F3-B8DF-5B872FEB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75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자연스러운 요약보다 근거가 남아야 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3418C-39AE-4499-9CF5-E884335E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DDF79-3C7A-4F77-BF02-287F44DA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함께 챙길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A54E1-0E45-4BFD-91B7-6BF72FA3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838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2E266-CAF0-49C4-AC98-33A9AAA1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0"/>
            <a:ext cx="249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입력·결과·근거 예시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8EC4A6-930E-4F7A-956E-45D7844E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134B45-838D-490D-9A4A-974B31A4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슬라이드 65-99</a:t>
            </a:r>
          </a:p>
        </p:txBody>
      </p:sp>
    </p:spTree>
    <p:extLst>
      <p:ext uri="{BB962C8B-B14F-4D97-AF65-F5344CB8AC3E}">
        <p14:creationId xmlns:p14="http://schemas.microsoft.com/office/powerpoint/2010/main" val="175669153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AFD04B-E74C-4B3E-A61D-C7B4DD85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307E9-AF39-4008-8B81-1FFB04DF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요약보다 먼저 근거 단위를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C86A0-9FBD-424A-B215-8F4B76FB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53C2B-46CC-4CB5-9E2F-DD5054B2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73E5B-24AB-428F-8D01-137FF5E1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DD9BC-D9BE-4F94-BC98-8B6AC18B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358F0-BC55-4644-B5FD-0B6976C6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요약이 그럴듯해도 원문 근거를 찾지 못하면 업무 결과라고 부를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E2388-247E-4235-ACDB-CEF68AE3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EB088-A5C2-469C-9912-26DC0D6C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F34A4-02FE-4FD6-887E-C03C8A0C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원문과 이용 조건을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037CC-1AD7-46E8-A363-254533BA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9F103-A5A1-4A78-A896-C84ECF32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단위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CDEDF-A592-48D7-A7D5-D7E0BACB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발화를 segment와 timestamp로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25050-92BA-4BA6-BB54-7645DAC2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7EB22D-EBEA-48D4-A344-E364F508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민감성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F76F6-2ACB-41EE-B522-30C3A873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개인정보와 회사 정보를 비식별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3FF95-4502-4962-AD84-955BB508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E83D6-08BC-42E1-BF29-AE0CDDE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B4017-67EF-4B50-866B-A27B008D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결정·담당자·기한·근거를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655DC-F9BF-4F89-8DF6-5FA6D696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75945C-6E09-4B50-8C2F-4341B62A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고정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825158-D029-44AC-A7B7-06BCDBA3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대표 실패를 Golden Dataset에 추가</a:t>
            </a:r>
          </a:p>
        </p:txBody>
      </p:sp>
    </p:spTree>
    <p:extLst>
      <p:ext uri="{BB962C8B-B14F-4D97-AF65-F5344CB8AC3E}">
        <p14:creationId xmlns:p14="http://schemas.microsoft.com/office/powerpoint/2010/main" val="117286462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9462BE-AF63-4C05-926C-1C2907AB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2B607-D42D-4F54-BDC9-F4977AA3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데이터를 읽는 네 가지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2A79F-C356-4F38-A65D-21C5A5B6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A6F9C-C7AD-4EC8-91A6-503AE1A0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C656C-6CAA-4D19-AF50-747FF9BC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4E284-F75F-4E15-964C-BAE1FFD4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BB325-111C-4947-A158-FD765060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2416B-181E-4D01-B08C-13EBE1D8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BE0A5-8678-4162-AFDA-F0299648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40650-0337-4EB6-84B1-09D6F031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02B81-5C1B-44B6-AB6E-B2E83223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Speech as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5B65F-3C4E-4083-8990-E1033C65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음성 내용을 시간 순서대로 문자로 옮긴 기록이다.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39344-30CB-4242-BF47-5F873B3A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발언과 타임스탬프를 함께 저장한다.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514F8-3981-4626-ADA2-A7799292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78B8D-7CAA-474B-88B3-801CA231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8C431-79D5-495C-BE02-79B330CF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Timed Utterance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3CE81-2464-46FB-A8A4-14C8D761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Transcript를 시작·종료 시각이 있는 짧은 발화 단위로 나눈 것이다.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A0DF7-3238-4E73-A9C7-15A7F53B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41.2-48.7초의 ‘금요일까지 초안’ 발화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FA3DBD-A8C2-4242-942A-E865E54D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4F419-1FC7-4282-87C3-23A36CEF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Dataset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Examples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FE264-1BB9-4923-8176-74A34540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또는 검토 기준이 붙은 소량의 대표 예시 모음이다.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9A770F-38F9-46AD-9A0B-67BD9E8A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회의·무음·모호한 기한·근거 누락 5건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52BB3-D797-4C54-8C0F-2F8F8ADF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2B682-3AE3-460E-A878-1375532A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AE4CA5-9F99-42F6-B2F5-E591C34B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Source Grounding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96B1B5-AB35-4A8A-81A5-37D4E5CF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결론이나 Action Item이 어디에서 나왔는지 가리키는 원문 근거이다.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89F8A5-EA9E-4358-B9D7-95F7F8B0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Item마다 segment_id를 연결한다.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2ECE2C-F7F0-4E2D-A4AF-0AE86C39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29861286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1AEA6-E8EA-4DEB-8EDD-74480113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PBL은 기술 목록이 아니라 사용자 문제에서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836C9-B6BA-4788-9402-DCB3036C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AB919-FDDC-43BA-87DF-06E9E52D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8AF25-EA04-425A-98E0-57257B2F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36BFF-7EAA-494B-8C1A-8F35F860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E8E56-7FFE-4237-A331-2BBAE59E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9912C-948D-4B48-B72D-516A94EC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STT·LLM·LangGraph를 모두 쓰되, 한 사용자의 한 업무 흐름에 묶는다.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18e79083742d6">
            <a:extLst>
              <a:ext uri="{96DAC541-7B7A-43D3-8B79-37D633B846F1}">
                <asvg:svgBlip xmlns:asvg="http://schemas.microsoft.com/office/drawing/2016/SVG/main" r:embed="Rfa66f77deb1e4c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9D9D6-8FEF-4FF4-B3F0-E29E8CBF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86E75-9671-407D-BFBF-4D6C20E9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사용자·상황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A4B35-93F4-4417-BB33-6530C1DA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6DF0F-A069-4FFC-A34F-CD79B449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F2BD2-110C-4B29-A7FD-16A356DD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ED627-7B5A-421B-8F04-305727E5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원하는 결정·행동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DABFE-BA28-43EE-B076-CC18EEFE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40E14-FD4E-4C6A-8FDA-3B9CDCA2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한국어 회의록에서 가장 비싼 오류는 문법이 아니라 사람·숫자·날짜 오류다.</a:t>
            </a:r>
          </a:p>
        </p:txBody>
      </p:sp>
    </p:spTree>
    <p:extLst>
      <p:ext uri="{BB962C8B-B14F-4D97-AF65-F5344CB8AC3E}">
        <p14:creationId xmlns:p14="http://schemas.microsoft.com/office/powerpoint/2010/main" val="145979951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628A6-B7E4-44C0-B4A6-286CE9D5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K-Work Copilot의 공통 입력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7EC82-A8C1-4469-BF7A-5C744F76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B9794-4616-4D89-BE5D-3A95ED30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40F95-91E5-4A7F-A74B-6DECAA92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C264B-81B7-403D-A0A6-D071F8BB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4F453-0EC3-4C8B-8AC7-DD491D48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강사는 17분 합성 회의 전체를 보여주고, 수강생은 같은 파일의 2-3분 구간부터 검증한다.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77349-DC09-48A3-9CDE-91B4247A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8C97C-28CD-4CD0-B05D-7AFD01EF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meeting_sample_ko_12min.wav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F96BA-D5EA-4D1E-A64F-8174C02B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7F45A-21E0-41F5-A82B-3224C3A9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transcript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9E19E-AE2B-4E85-A3B5-19268FA6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545E0-C656-49C9-AE09-4A90E27F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expected JSON·Dataset Card</a:t>
            </a:r>
          </a:p>
        </p:txBody>
      </p:sp>
    </p:spTree>
    <p:extLst>
      <p:ext uri="{BB962C8B-B14F-4D97-AF65-F5344CB8AC3E}">
        <p14:creationId xmlns:p14="http://schemas.microsoft.com/office/powerpoint/2010/main" val="687498497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2DE21-8835-4338-964E-C02C0834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한국어는 띄어쓰기보다 업무 맥락이 어렵다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01725-D1AA-4435-A195-4366AF0D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B7A55-4999-4685-AD6E-7F286EDC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BFC1B-BC8E-420B-B7EF-9D7BC66A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C7A63-7EA8-4DA6-8CA2-1F7D147C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69F34-191E-4431-907A-B5B37362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FCD59-DAA7-477D-B786-9B1EB1D5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존칭·생략·동음어·숫자·날짜·담당자 모호성을 별도 오류로 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91627-6B94-402A-9C06-F2DA6F8F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1F3A0-C4E7-4DAB-AD23-016C37DF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생략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7E7F2-09C4-42F2-8177-D5F773FD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971DE-589C-4945-B65E-045EFC65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“다음 주” 기준일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5980E-CB02-4E89-967C-83D3C94D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1B419-3148-4B40-B8B9-FCEC5D5D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제품명·약어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38DEF-BB44-4B09-8E8F-496DED6C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6A28E-90AA-45CD-927C-FC86D7F8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책임자 추론 금지</a:t>
            </a:r>
          </a:p>
        </p:txBody>
      </p:sp>
    </p:spTree>
    <p:extLst>
      <p:ext uri="{BB962C8B-B14F-4D97-AF65-F5344CB8AC3E}">
        <p14:creationId xmlns:p14="http://schemas.microsoft.com/office/powerpoint/2010/main" val="901106324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639FC-38C5-4DF3-AD34-17FBFAC2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데이터처럼 보이는 최소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A7FC7-17AE-47E8-8237-430AA177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9D879-EE31-4E4C-B75B-96D12663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954D7-748C-458E-A892-F07256BF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35AC8-FF92-42A9-B8FE-D831E2EC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87D6E-6A3F-4AFF-B527-936699B5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자연스러운 맥락·역할·결정·마감이 있으면서 개인 식별정보는 없어야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08D76-414D-4D08-B576-469D7E80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FE1E6-48B8-4A62-AF69-1A17086C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 조직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E8752-5E05-4D72-A074-1EE4FAA9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3C7F8-CE69-4AFD-8F9E-6FCFAA52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5D000-90EB-4278-8E81-20FE35A5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250FF-C6F8-417F-B93C-6DE28492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합성 금액 범주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6E539-9AE0-4CF6-8731-AA380BF9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6EEEB-A826-4347-B974-40323F66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가능한 업무 관계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170E9-DD3A-49D1-9C80-5280500E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CCEA3-2FE6-4419-94B1-B2899B96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공개 데이터는 무료이지만, 사용할 수 있는 맥락까지 무료로 주지는 않는다.</a:t>
            </a:r>
          </a:p>
        </p:txBody>
      </p:sp>
    </p:spTree>
    <p:extLst>
      <p:ext uri="{BB962C8B-B14F-4D97-AF65-F5344CB8AC3E}">
        <p14:creationId xmlns:p14="http://schemas.microsoft.com/office/powerpoint/2010/main" val="945138761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F2CD5-3CD7-4DF1-AD1D-984B2AB7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공개와 사용 허가는 다르다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EBDBE-BB64-4264-8E68-A76F3EF5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FD554-AB42-4164-9CCC-A6B3F0A6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E0658-4022-469E-9F28-EE0D3F10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EF9DF-9A07-417A-BDCD-1CEF342F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8F118-E58E-4DC3-B2C5-C2D24544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A2276-7CDE-45ED-AF62-3B2A77E9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웹에서 보인다는 사실만으로 재배포·수업 배포가 허용되지는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E2BD3-172B-4492-8973-F22B50ED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0F650-9700-4089-8324-99C4EEEF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4B540-DC4D-4836-B434-813BE59A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A22EA-26D5-401F-AFE6-B1D5C43D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4D3F1-E068-407C-AEBF-7FA7580D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D9CB8-1D7D-40D2-950C-0670D912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A55FC-E625-404B-BAE7-636EE8F9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3554B-B407-4743-979A-6842BB0F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기록</a:t>
            </a:r>
          </a:p>
        </p:txBody>
      </p:sp>
    </p:spTree>
    <p:extLst>
      <p:ext uri="{BB962C8B-B14F-4D97-AF65-F5344CB8AC3E}">
        <p14:creationId xmlns:p14="http://schemas.microsoft.com/office/powerpoint/2010/main" val="790250821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9695B-C945-44C0-850E-FBADAD7A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Card가 실습을 재현하게 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CA7FE-32A9-4261-994F-82A4394A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106C1-C4FA-4B0F-B6E1-B808B525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D877A-E2E3-4CE9-9ED8-0C71175F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C7077-447B-4F6C-9F76-DC56BEB0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84D26-711E-47EF-B8E4-839E7F3F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출처·버전·샘플링·민감성·변환을 한 페이지에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F5DC4-B145-4968-A473-D79F1B47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C7548-AF9C-404E-9916-98F5AE5A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source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11C2B-FB9C-438C-95B5-118BBCE1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EE780-218D-4E8F-A4C1-0589CCAB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collected_at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CBA76-06BC-4CB1-B83B-684305EF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6B439-9185-4823-ADEC-2F42ED8E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license·terms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432F3-41A6-42CB-BF93-0CD7FC2D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AA7C6-9326-4A83-9D73-89E28997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preprocessing·limitations</a:t>
            </a:r>
          </a:p>
        </p:txBody>
      </p:sp>
    </p:spTree>
    <p:extLst>
      <p:ext uri="{BB962C8B-B14F-4D97-AF65-F5344CB8AC3E}">
        <p14:creationId xmlns:p14="http://schemas.microsoft.com/office/powerpoint/2010/main" val="170529046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F4BFE-41AF-4367-849F-CE7DF397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 schema가 STT와 LLM을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29353-AE13-47F9-B0BD-8783FB63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53F35-38A4-4361-ACB7-2DF622EF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593E4-48A6-4D08-B9B9-390FD48C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6DE4D-9AE9-4EEE-A307-61487F62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9452C-6693-41C2-810D-7B4A0410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A9789-F5CC-4FCF-89C8-C1E959CE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텍스트만 넘기지 말고 segment·time·speaker·quality flag를 유지한다.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E1F4F-2C47-43DC-9645-F4989862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64221-B611-40C5-A0FD-609038DC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start·end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5E4DA-F936-4833-BAA9-BDDFBEA5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E1DA8-BCF5-4616-9201-9F2DD551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25F07-CF04-4407-8A50-64790EA4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198CC-2E2C-4A9D-8C3F-83185B59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E029A-AAE3-4E15-8FE5-6A9A6A8E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1BE17-9463-43FE-B0CF-742BD415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no_speech·language</a:t>
            </a:r>
          </a:p>
        </p:txBody>
      </p:sp>
    </p:spTree>
    <p:extLst>
      <p:ext uri="{BB962C8B-B14F-4D97-AF65-F5344CB8AC3E}">
        <p14:creationId xmlns:p14="http://schemas.microsoft.com/office/powerpoint/2010/main" val="1133234961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8BFA2-B759-46E6-8285-887FE972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Evidence가 요약의 근거를 고정한다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6D9B5-2BEB-4A22-AA09-E42584B6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05284-C9A5-4753-89B0-F8D017D7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C07D6-3168-4CE1-A70E-7B27FFB3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F57F5-3429-46AD-813B-D82DAFDD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7C182-BFB4-4D52-9DB4-3C5CDBAE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결정과 Action Item마다 원문 segment ID를 연결한다.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5242F-EF97-470A-8F7A-DACEA792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6A9B8-1BBD-4625-BC39-24F4D041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C2E81-6191-47CE-8D5A-7ADE88B9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7335E-DD03-43A4-8201-CC1044E3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evidence_ids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4FD65-C5B3-41A5-BA60-88532DE3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2ED29-073C-4385-B8C7-094BB4D6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AEF6F-229D-4A4A-80AD-1DD9DEB1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E5F27-D08A-4658-8B1F-C2C498B5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E9423-FAB4-4CF2-B2A1-7346A7AB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F03B3-EC02-45C1-8EBA-2E2CE257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Golden Dataset은 정답 모음이 아니라 팀이 합의한 품질의 경계다.</a:t>
            </a:r>
          </a:p>
        </p:txBody>
      </p:sp>
    </p:spTree>
    <p:extLst>
      <p:ext uri="{BB962C8B-B14F-4D97-AF65-F5344CB8AC3E}">
        <p14:creationId xmlns:p14="http://schemas.microsoft.com/office/powerpoint/2010/main" val="715898392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47007-8F01-4324-8872-2C914BC7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ACD0C-169F-40E1-9F87-701E8B7C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데이터 선택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E8FCA-4DE4-4472-9073-337BFD39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681EF-12B6-47D2-ABA4-DD0F8236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13C3E-3E97-4EC7-9911-A2A1F95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2FF3E-FC57-4E9A-B3A6-4B4B055E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38788-58B8-4976-AA2B-24952375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86DB5-A801-4401-9ED3-AD802286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DC120-6D9C-4232-B946-B09D261B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90913-B8FE-4E34-B56E-C4F657FF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원자료 찾기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08BA0-CDD8-4A9C-95A5-2EB50AAA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84F3E-9318-4A5C-B97E-57540CD3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58848-202F-43AE-8D6C-1C271199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165F4-C8D7-48F0-AAE7-588B57D7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이용 조건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E0687-7CC0-47D3-8A38-A23027B1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280C9-DD8F-40CB-843D-7FAF227B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9EF38-1AD6-4317-BA7A-B1D7B85C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B19C9-28B8-4858-A2E7-FC9FFDAF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소량·목적 적합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BDB49B-49FA-4E2A-A9F2-1015F133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A21943-EFF7-4B2C-A3EA-8C1178D7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688E4F-A60F-42D9-A7AA-55D64B41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DOCUMENT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890B9-C99C-41D3-9690-71FFC6D5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출처·변환 기록</a:t>
            </a:r>
          </a:p>
        </p:txBody>
      </p:sp>
    </p:spTree>
    <p:extLst>
      <p:ext uri="{BB962C8B-B14F-4D97-AF65-F5344CB8AC3E}">
        <p14:creationId xmlns:p14="http://schemas.microsoft.com/office/powerpoint/2010/main" val="1940307764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08D59A-3F17-4EB9-A831-2A33B809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2DCBA-10D9-472A-8176-4E7D9837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업무 Prompt의 기본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FDFDE-4F8A-4375-B55C-38D433C6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81DDE-3151-468A-90C7-D814C89A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E9FF7-211C-429F-9E98-8AC9A33B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6408B-DA65-4390-9C43-479FB8F6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623C7-9A09-4FE8-89A6-F393CC07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FD118-0F80-4EEC-851C-C1C06FD4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65810-0E53-4D14-8355-B6DD907C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56A36-3870-4B2A-83A6-530DE2DB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회의 기록 보조자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EE2AB-46AE-4EB7-944A-CE0B18FB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252A7-E63B-4570-BD1F-ECE0CF9C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0360F-2C69-4953-8844-4515A9B2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AA76E-7E2A-4429-8703-B37B09B0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segment·기준일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C284F-A5F8-4742-8D90-5CFE2F91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3FE5C-07EE-445A-A890-AC5EA21F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3A450-91CD-4C5D-885A-70F9E3AA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244F7-3B2C-4561-88C3-6C975EF5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summary·decision·action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1EA54-8ABC-4754-920E-F2C12932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2BF9D2-E99B-4A4A-8032-80E72FF8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A9947-9EF1-432F-9788-21519F5C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DD7D1-A611-4CB7-804B-E11E8D6D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추론 금지·근거 필수</a:t>
            </a:r>
          </a:p>
        </p:txBody>
      </p:sp>
    </p:spTree>
    <p:extLst>
      <p:ext uri="{BB962C8B-B14F-4D97-AF65-F5344CB8AC3E}">
        <p14:creationId xmlns:p14="http://schemas.microsoft.com/office/powerpoint/2010/main" val="41150195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259641-A95C-4DF0-A2E2-A1F6B0A7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04DBE-337C-409F-95D8-F6186A18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비식별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9443A-4CEB-4313-A5FC-09C6C861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0B07C-C6B6-4A4C-BF8C-F922B335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40AD4-7E74-4987-B6C2-C8A0317A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29639-1A3E-41C9-975B-B9E4ADD8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35F80-ACB5-4874-8A73-F67FCA59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5EE4A-8263-40A8-B22A-BC80937A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7A4B3-A1E9-4058-B581-1D13E8BE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FD02B-A3D8-4990-B66D-A75BCFCB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이름·연락처·ID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BCE4C-9FB3-40AE-8C53-A5A9C8C5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15504-A433-4D3B-B0CC-6DED2F79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229D0-0E49-4E14-BF21-78EFC6FD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125B0-5363-4670-ADE2-8D792592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역할·범주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4A99A-03AD-4391-AA37-A2412F6E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491E5-6186-4130-9C52-74F9C542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5059A-9904-4231-98D6-13AF6A21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9686D-E0A9-470A-8D32-69AA8394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문맥 재식별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54103-2095-4005-9579-44270367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BE751-FFB8-4949-8593-B0B95B70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10230A-2B97-42D7-A834-5CD8568E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E2594-F9FF-4EB4-B101-B6A61C0F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변환 규칙</a:t>
            </a:r>
          </a:p>
        </p:txBody>
      </p:sp>
    </p:spTree>
    <p:extLst>
      <p:ext uri="{BB962C8B-B14F-4D97-AF65-F5344CB8AC3E}">
        <p14:creationId xmlns:p14="http://schemas.microsoft.com/office/powerpoint/2010/main" val="195174022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8E4CF5-27BE-48B9-9B68-DDA5EB41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22504-530A-4A9D-B43B-CA9DE1F3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set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091C7-D288-4871-AC5A-240AE356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8BB35-9050-47C0-ABB2-D9675E87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0DA81-0CA8-4B36-B995-D474D0AB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55A1F-AAF7-48C0-85F1-6CBF7D70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5427A-3C80-4D90-A1BC-B005CD45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8EC17-9197-4B10-92D8-46A31F48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B654B-A3A2-4A2E-BE7E-143DF8D7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97B21-22E0-4602-9B76-1C500BCC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사람 정답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0E495-5609-4975-A11E-8E58200D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83191-4626-4B4C-A69B-EDB7883F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53A2A-D145-4B45-A23E-D132A26F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ANNOTATE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AD7F4-48D4-4308-BF45-1E202314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결정·행동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81DF1-2C22-4B55-831C-07F6000B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E4A09-7763-480F-A7D1-BD224990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360F6-BC09-402E-9AC8-5390B136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ABE6E-4562-4038-84CD-AF730B39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 segment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DA1C8-004A-4114-97F7-68533035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DF2F07-A07F-4681-B2A3-E2BB7A8E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476F1-04D0-4CF0-B9F2-DEE8E415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820BA-8955-4D1C-B204-7930D61C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2인 합의</a:t>
            </a:r>
          </a:p>
        </p:txBody>
      </p:sp>
    </p:spTree>
    <p:extLst>
      <p:ext uri="{BB962C8B-B14F-4D97-AF65-F5344CB8AC3E}">
        <p14:creationId xmlns:p14="http://schemas.microsoft.com/office/powerpoint/2010/main" val="861167806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B898C-5C8D-465C-8AD3-07922B54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12352-412B-4C1F-B06E-0DBD2873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 canvas 네 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55B04-25E5-4C88-9234-99961BD0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C3B27-E657-4063-8953-D4B2FE40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5E5A4-D763-482C-9CA9-E7FB0C1E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C7CF4-C087-4449-ADAD-08092035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A00AD-4B03-4020-A80F-B06A68DC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B2640-6150-4619-BAEB-99BDBBED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3B1B0-ABD5-4959-97EF-D16DB88E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0A5C8-4726-4051-9FD7-B3A97339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누가 쓰나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7AEBE-D664-4A13-B6A6-FD3DEBAB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BD879-42C9-4868-8DC0-CA71DC5F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DA792-BDAA-413B-A2B5-F3FAD587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BF576-959E-439B-9E8B-BC14ADF5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무엇이 누락되나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D230E-1B00-4152-ABD7-D17CF810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FF270-B928-4861-8921-9A4A1F8B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B2F9F-F812-4E17-830E-EF83AD74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A3D9A-CB57-4F18-AB8F-64490FBF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AI와 사람 역할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85030-E8CB-4E5A-8D50-8EBFB96D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A7CE2-0451-4767-B9B3-3E5D500D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09ACA-071A-4D9D-BBD7-083DB7C0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969E43-81C4-44A1-BA6A-00A44B97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무엇으로 좋아졌나</a:t>
            </a:r>
          </a:p>
        </p:txBody>
      </p:sp>
    </p:spTree>
    <p:extLst>
      <p:ext uri="{BB962C8B-B14F-4D97-AF65-F5344CB8AC3E}">
        <p14:creationId xmlns:p14="http://schemas.microsoft.com/office/powerpoint/2010/main" val="1376061609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68D9D7-D6B3-4215-8AEE-4C6BCED0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103C4-0CC8-41DC-B0E3-11146D49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데이터보다 먼저 출처와 발화 구조를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B7FB9-8FEA-4845-8FEC-462494EA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57E47-390F-4B13-AFC2-85A2CEB4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66AC3-6761-45F6-BC2B-BAB5B587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20401-FD29-4CFB-9539-A7513F10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956EA-25D2-4F94-926B-97F25814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공공 데이터 → 말뭉치 → 회의록 → Managed 전사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354B5-2F22-40D6-A2F5-D4484C07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EF6CD-5AFB-49C2-8439-29F97A20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CD2EF-B541-408E-B402-3FA97E2E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79F56-4A95-48BF-930E-F5EBC474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B55FC-3803-4B3E-BC5C-90667D99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47B1C-95F8-4BA4-842F-06450827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서울 열린데이터광장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4B695-B267-4B4F-9537-FDF3144F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공공·행정 데이터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A610B3-ECFA-43ED-A223-1AD7D2CE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공개 데이터의 출처와 갱신 주기를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EBF46-05C3-499C-A086-6BC0DBF0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발화 데이터는 별도 가공 필요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074BC-AB97-4D42-BD38-B292CDB1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DEC074-ED1A-45F1-AA4D-0B6ED8D7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0400C-D66F-43A8-84CF-5A99AFC8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모두의 말뭉치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B7079-D33E-48FB-9EF9-FFE5615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원자료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868C4-469A-4C52-A348-EB742627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문장·대화 자료의 언어 특성을 이해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DAAD6-354D-4E71-B2F1-CF0B199E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신청과 재배포 조건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BEA06-1D4D-44DF-820B-37F47F31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2B9DF5-5B86-45AF-9ED4-B4D68B26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국회 회의록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7C76A3-D472-4B3C-8E86-6147DF70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회의 발화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F3E0D-8E26-43D2-B41B-033190AA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화자·안건·발언 구조가 실제 업무와 가까움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760C5-6E56-46B2-9474-A0C6FFB8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 업무에 맞는 정답 라벨은 없음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3ED250-63FF-4AD4-84A1-0D371ADD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7D192-DC3A-48C0-BE47-30B9708F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721FFD-3612-4C8A-8678-63D70161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Google Meet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EB41EF-3D11-4230-9295-E156F51F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STT·노트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24A374-B815-481D-BEB5-7CBAC094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현업에 이미 있는 전사·요약 기능을 활용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F2D8E5-6D79-4451-BA98-B13B461C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구독·edition·관리자 정책 의존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3B75CD-6F98-4D0D-8DE6-377ED51A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565540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252D5-1886-4B73-A63A-29186FC2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F68E4-A9F9-4A72-A412-1C2CE775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 열린데이터광장 · 한국어 공공 데이터 탐색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27467-C1C8-4CFD-9591-1C69F679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325F3-0351-417C-9E03-B2992D50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3321A-79AD-4AA0-8FA5-51785AF1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66B75-80DE-443F-83E1-687E7BA5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81B57-70DD-4D65-A172-3D073D97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0A076-CD50-4451-B038-6E8BCB17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4EE5D-7523-4C11-B715-A30CEE7E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제공처를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B5D9D-3F45-4CF9-A9A9-0881C612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88EE2-2DBC-4963-918C-5898CD53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검색어·제공기관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6DD7F-6DE4-465F-817F-34695B00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4CDF9-736F-4434-AF72-6784BEA9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형식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F7AC7-3A3A-4039-AC8B-97CB88E2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42C48-8226-45A7-BA8A-431C7F30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소량 샘플부터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952CF-CD14-47EF-B287-39E42E10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a0dcaef1f47c3"/>
          <a:stretch xmlns:a="http://schemas.openxmlformats.org/drawingml/2006/main"/>
        </p:blipFill>
        <p:spPr>
          <a:xfrm xmlns:a="http://schemas.openxmlformats.org/drawingml/2006/main">
            <a:off x="4876800" y="1727104"/>
            <a:ext cx="6591300" cy="370859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A507C-82D0-4BA9-B275-685293FE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서울 열린데이터광장 공식 화면</a:t>
            </a:r>
          </a:p>
        </p:txBody>
      </p:sp>
    </p:spTree>
    <p:extLst>
      <p:ext uri="{BB962C8B-B14F-4D97-AF65-F5344CB8AC3E}">
        <p14:creationId xmlns:p14="http://schemas.microsoft.com/office/powerpoint/2010/main" val="41139369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E1200-9DD9-47DA-8512-768E9A3C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F09A4-758F-4403-A4D0-27C71018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· 한국어 원자료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05816-A03C-4EEA-A9FC-EA4B33EB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E05DD-28B3-401B-AB38-9D51CC6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FA226-1022-448A-A75B-474AC66C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C3CB6-A60F-42CB-82CE-75DCA146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22E46-F52F-4393-AAD0-D41EBEA5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EE744-4C80-4D52-A596-C5ECE38E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ABFB5-59A6-49BE-A898-325B9134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신청·이용 조건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D3C16-B9BC-4BCA-8B3E-F3051A42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F1574-5258-413F-951F-3F73E73D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말뭉치 종류와 목적 구분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7E2C5-2A50-4D88-9067-EE0B0962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5136E-5F2A-4D56-A202-3ABDE8D6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재배포 주의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0C752-B15B-4D11-9936-13681B53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16007-FC3A-48DF-BDD1-92F74394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card에 출처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F2E14-F04C-461A-8CD1-FED689F7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3f07de9794bea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82B0B-FFEB-409B-BE90-EDADA4BC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화면</a:t>
            </a:r>
          </a:p>
        </p:txBody>
      </p:sp>
    </p:spTree>
    <p:extLst>
      <p:ext uri="{BB962C8B-B14F-4D97-AF65-F5344CB8AC3E}">
        <p14:creationId xmlns:p14="http://schemas.microsoft.com/office/powerpoint/2010/main" val="242327335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152259-3348-4B19-AE17-E1900DF8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640C4-AEA1-491D-A2FA-C0E14056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국회 회의록 빅데이터 · 실제 발화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DC277-2BF3-4633-ACA8-098589ED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AE459-3A73-4AC5-AFFB-95BE95D9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49C2B-9352-4EF8-942C-BE068496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8C43A-87D2-4DF2-B779-97E3DEE0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C6EE6-72CB-4BF2-925D-B674734D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FC187-D43C-4A2E-BD91-0E34E31C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AB8B3-6144-4EB1-AADD-17778D3F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발언자·회의 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7E076-A4A2-4DE8-9AEF-D6482B8D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7C65E-70CB-4E8D-B3EF-57E40880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회의 기록 사례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85C6D-0084-4EC7-BA4B-3549ED73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8A2AF-4302-408C-8F65-F6885BAA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페이지·첨부 공개 범위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BD4A9-1EC2-4CC1-B9F1-34D2A230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26250-6101-4136-AFB1-E1B827A6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학습용 소량 사례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6E32D-BF32-4E7F-96CE-89FF817A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8e417292049e1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B1140F-40DA-48DA-9702-A497109B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국회 회의록 빅데이터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132198826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6E5C5-05FE-404E-A0F2-4D3CA48E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D1956-0019-445F-A73E-AC4882FA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전사 · Managed STT의 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2A69E-760B-46E3-B57A-6481C1E4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39789-4492-46FD-809E-F95C8773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96F43-5F51-4BF8-A4C9-F1323D2F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1ABF5-6403-4977-AA09-C6007CC2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1071F-64D9-4CCD-8D4E-0B27D54B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A5B85-8715-4FCD-B033-513D6F47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9B989-AB4B-46F7-ABF9-906BC228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계정·edition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79B3E-97B9-4831-940C-84F5F1D6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03BBE-9471-4718-B4F3-BC1C2E01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지원 여부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0BE9D-DEED-4E5D-B80E-A1295FB2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4244E-9849-4E16-B29B-7BB5B26E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보존·권한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24149-F7DE-4481-B14D-621EA3EB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D2320-98F6-4A7F-9195-C022FC78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수업은 local 원리 중심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6E131-75EB-4D95-9562-4C0583B8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e2dd76a764b46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4F3C0-772C-4C37-AAF0-539C88E8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transcript 도움말</a:t>
            </a:r>
          </a:p>
        </p:txBody>
      </p:sp>
    </p:spTree>
    <p:extLst>
      <p:ext uri="{BB962C8B-B14F-4D97-AF65-F5344CB8AC3E}">
        <p14:creationId xmlns:p14="http://schemas.microsoft.com/office/powerpoint/2010/main" val="56348316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2434F-5FC9-4997-A27C-C958C981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67FB4-F478-4BF3-9363-4E0B6675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segment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09DCB-318F-419C-AD17-88DF0CFA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A0E62-3E26-40EA-B3B1-F19D5B66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08A8C-D58A-4232-AF63-EA94EA51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21077-1F1A-4BAD-B890-30640AA3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42A2F-5329-4398-BA8C-A3D38D0E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90E3F-55BD-4AA6-89F7-04A71B29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1575A-4614-45B0-B0F6-154BA1ED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82F48-90FC-43D4-8B0B-768E6DA1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DFEBA-8C8B-440A-A5A1-A9AF8F6A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speaker는 모르면 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40A89-EAC9-4A30-A203-C52A2778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0C87C-032D-471D-9B3D-C6B0CCE4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text 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D086BB-2EE6-4AC3-988B-4E51B681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CABA1-4592-4F71-8052-E434B7C2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 flag 별도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6C08A-3E3F-4C2D-964E-8AD7D4C7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5CE7D-CFB2-4707-A7DD-5E3740AB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FF6484-3872-4D9A-A448-98EF2D25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"id": "s12",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"start": 41.2,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"end": 48.7,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"speaker":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"text": "금요일까지 초안을...",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"quality_flags":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67195843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6A723D-8FB0-40DC-9D3E-544C9FAA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1E20B-C05C-453E-A30B-898333A2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Item에 evidence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443FE-B42C-4157-B59B-47C8C17A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A8ED0-5A84-41AB-9539-CC5F637E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006C0-2A83-4D2B-99A6-74C90FF2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9DEE1-E48A-4925-9FCE-18571235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A8702-26B7-400D-A16C-E2479D6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7E9A1-EDA9-4BDC-BD46-5A1CC057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2CB60-722B-4983-A1CD-9B20FE38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task·owner·date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FD4A9-063D-43B8-8D5E-40DFBD3A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118C5-B734-4621-8259-C0EA2A15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segment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44995-62C2-473C-B5AC-C9C92043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36F4F-2764-4DF9-8C3A-79389135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AE5A0-A717-4036-A010-84E02083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BAC7A-7DAC-49CB-8F83-68F6F90C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시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46961-808E-4A97-8523-84147DBD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14E2A-B56F-45A6-89C5-85EA5967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6134A-6596-410F-974C-181D2783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action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"task": "FAQ 30건 정리",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"owner":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"due_date": "2026-08-27",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"evidence_ids": ["s12"],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"confidence": 0.92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9920395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4E8424-BB02-4D97-8EDE-4E101D45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E96DC-F276-4829-8F9D-C3042B42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날짜는 추론하지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4DB23-74EB-41F4-80D2-8FBF9686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2AE86-929E-4722-AC58-503D3127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F5750-0E1A-42F6-B224-14AA3AB3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50223-85ED-4A4B-A8FB-BBF32ABB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3FCA5-8AF7-4AD0-B9FD-3B2068D3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AF6CC-26B5-4F5A-B833-8786725D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AC86B-A25A-47B5-B28F-614C163F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기준일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5FC2C-CB46-4432-8D39-84F5CEDD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3AFB8-C192-4408-9A56-E1302EB3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null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207DE-9F62-4A16-B926-CDA06373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BDB94-EECE-4881-8652-DEDC2CD6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모호성 코드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0F0FB-6C8A-4B19-813F-B4E7262B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C5CB4-94FE-45E7-86C1-70394BA4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사람에게 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5C622-7320-45A0-A03B-8A98A173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4E777-AF1F-4F37-B584-56C0CB79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1A07B-8635-4D9A-99DE-EEE2CC73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due_text in ["다음 주", "조만간"]: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"due_date": None,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"needs_review":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"reason": "RELATIVE_DATE"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519255735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1FDEE-94CE-4962-9B98-0D53F51B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3152D-45C5-42B8-8260-5FFD1665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회의 Prompt · 모호하면 추론하지 않기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B0FAB-2A29-4911-8E45-02AFE0BE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DF2DE-5282-40A0-8451-B0775DC7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801A5-84A4-40D5-ADB9-BA936F22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F0299-7C46-4546-921D-90569A59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6045E-2A23-43B5-937A-69FFF217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7562A-3DBD-463F-AD49-B86F51D6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03231-DCAC-4E53-90F8-87E6B2F0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역할을 한 문장으로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66BD5-937D-4CDD-9CE1-6B362297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85BC9-9EEC-4CC9-AA35-68ADC3C0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금지 행동을 먼저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D7DAF-D08F-4877-95D6-B57E8009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7CAB3-C41E-421D-869B-1627B24E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출력 schema 고정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33FD4-6691-4072-B264-CA64AEDD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4CEA1-909A-4384-995F-D2A5E988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근거 요구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4C1AA-CF22-4EE0-9840-836C4C1D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2058C-2631-45BB-A979-73CEE946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64456-BF9D-4338-9EA5-5DFA0F8D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SYSTEM: 한국어 회의 기록 보조자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RULES: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 원문에 없는 담당자·기한을 추론하지 않는다.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 모호하면 null과 needs_review를 반환한다.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INPUT: segments[] + meeting_date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OUTPUT: MeetingResult JSON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EVIDENCE: 모든 결정·할 일에 evidence_ids를 연결한다.</a:t>
            </a:r>
          </a:p>
        </p:txBody>
      </p:sp>
    </p:spTree>
    <p:extLst>
      <p:ext uri="{BB962C8B-B14F-4D97-AF65-F5344CB8AC3E}">
        <p14:creationId xmlns:p14="http://schemas.microsoft.com/office/powerpoint/2010/main" val="1488053834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47681-C270-4D50-BC8B-9A5BA788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301DC-9B20-40B1-A069-BE3018E6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 최소 필드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DD7C4-E46C-4A14-8FB6-B6EE1343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BE529-A236-4083-8784-63FCE988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21085-F451-4208-B8FE-02105375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6777E-EF9D-4433-B88A-3BDB4429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DBB93-6FE1-4333-B217-BB7B9E88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BDA01-46E3-42CE-9E41-1119EDE1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F99EF-8EA2-467F-A3DC-73C89960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8373E-779E-47C4-97C2-C39FD62E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85AA0-C62E-424B-884E-88B4F096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수집 시점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19E74-B9A3-4502-A057-6553126E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330F0-1F06-42D9-AF24-5E9DF821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23FFB-9290-4E7C-BE6D-BBE68ACC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323A7-1957-4C61-B156-25B48D64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변환·제한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0B1C6-CA5A-4732-A347-8FD2D75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D8F83-3109-421E-8B55-A5914163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20379-D3DC-47CB-B9E4-6E18F6EC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dataset: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source: official_url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collected_at: 2026-08-22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purpose: classroom_demo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contains_pii: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transformations: [sampling, anonymize]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limitations: [synthetic_speakers]</a:t>
            </a:r>
          </a:p>
        </p:txBody>
      </p:sp>
    </p:spTree>
    <p:extLst>
      <p:ext uri="{BB962C8B-B14F-4D97-AF65-F5344CB8AC3E}">
        <p14:creationId xmlns:p14="http://schemas.microsoft.com/office/powerpoint/2010/main" val="1681172171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628BDE-2BCE-4DB8-8B8E-9E8BC3C0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3B128-0DEA-4707-B3EB-37C52385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한국어 사례 후보 3개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182C8-FCBA-49F6-8D9A-09B301BD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978C0-29F2-4210-8A68-EFF8F594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66158-5853-4CD7-B994-00C3A78E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E5944-83AB-4787-8AE7-E4C3F910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2BC87-F91B-430D-96FD-C1090776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314DA-1F9F-4E84-A1BE-420FB473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5A050-017F-4517-8C5E-1C61E2A2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42B96-2CB1-4F91-B14C-91E6AE1F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30A2C-9706-4BF0-8CEB-0E3DDDE5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4C48E-D050-4D99-B3D1-F2ED7BB1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데이터 사이트에서 검색어를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88421-8CC4-485D-A4C6-623A173C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41C84-4D28-4A8C-8D33-FBF51C3B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3DAD9-DED8-4EAA-9E79-15C77250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사례 후보를 세 개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AF11A-0303-4399-B415-DFE86861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18300-6B5D-4821-A463-D875E1F7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B991B-15F9-4817-AFD7-BE2468B1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흐름과 가장 가까운 한 개를 고른다.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D65CB-9538-4192-A30E-CC8D10DE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63469-E66D-4213-9108-55DBF438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61A3B9-22B2-45A3-8B82-E3AECF93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이유를 한 문장으로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2C5FB-0667-4E2A-B5CD-46FE66FC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704966-887B-49D4-941F-BC200FA5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1FEED7-CD99-41F1-B8F7-FE9BA29B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후보 3개 + 선택 1개</a:t>
            </a:r>
          </a:p>
        </p:txBody>
      </p:sp>
    </p:spTree>
    <p:extLst>
      <p:ext uri="{BB962C8B-B14F-4D97-AF65-F5344CB8AC3E}">
        <p14:creationId xmlns:p14="http://schemas.microsoft.com/office/powerpoint/2010/main" val="140546665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39CAB7-CCF6-45F5-AEFD-4FB06DB5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0C2D4-F803-44AF-9CE9-431F1BCF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이용 조건 확인표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E65BA-1EBF-4BE3-AEC5-70612B70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01493-22CE-43A3-9ED9-EFF49B90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B1AA6-4A76-4410-9863-D258E6B7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23211-BE14-43C4-B560-1770EC11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7EFDE-809B-459B-8D15-9429267A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D85F9-2AC6-44CE-B332-1670CD21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B71FE-604D-449B-B43F-171ADDD3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0FC6F-AB1F-446D-AE7C-41DF9789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77871-36F0-4B2E-82B1-B938E759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3BE93-25EC-42BA-92A5-F33E2190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제공 기관과 URL을 기록한다.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86CE1-C963-4EA0-9F56-ED86B1B5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11C1B-7B26-413B-B8F8-71B7476F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B5FEB-D8F6-42A5-86DA-7F8E4E50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 필요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820AB-5A4C-469E-B20F-4C950739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24A64-571D-411C-B028-1D64EB4B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0E332-9C8B-40B4-AFCF-4C0EBD42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가능 여부를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077F32-501B-4A16-A3AB-E9B5979E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5A90D-5FD4-410C-9B0F-0CFC85B7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CDD51-97BF-403B-A57F-D153BD63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불확실하면 강사 fixture를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82427-5E0B-41FA-8DF4-D8E3378E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3609A4-3CA7-4AC9-8C16-C105979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6E3FC-E178-481B-86FC-2ABF7BDD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source checklist</a:t>
            </a:r>
          </a:p>
        </p:txBody>
      </p:sp>
    </p:spTree>
    <p:extLst>
      <p:ext uri="{BB962C8B-B14F-4D97-AF65-F5344CB8AC3E}">
        <p14:creationId xmlns:p14="http://schemas.microsoft.com/office/powerpoint/2010/main" val="1969995313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572CDC-9CC0-4459-8E62-73BE8A76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1071F-9B3E-49A8-8AF7-DA569259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상세 회의에서 근거 구간 찾기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80403-9F78-47ED-9CFB-08A595D9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48106-6D1F-4887-904C-1268F69C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E2955-4B8C-4CAC-BDC6-2995F697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5B242-8041-4BB0-B555-B9C17BEC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5506D-9FFE-4996-9224-929BB529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762E6-7CFE-4BEB-985E-6E629525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1D009-F871-4207-A824-398C3CCE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53C1B-3437-4B69-B5FE-16B34B5E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F5884-49A2-42EB-8BBF-94943447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2FA62-0C99-450D-9801-2FB55B0D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meeting_sample_ko_12min.txt를 엽니다.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BDF26-616D-4D2D-A0E2-440732A5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9EF8A-174A-493E-85FE-B3DFAF32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F9BEC-37F9-4D71-A62B-53FBE05B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 1개와 정정 발언 1개를 찾습니다.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39BB4-FA82-418B-BA0D-CE4991C4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5BC64-79F7-4764-BDD0-89011E21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02C92-1935-4D5B-BC24-FA31F688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담당·기한 Action Item 2개를 찾습니다.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508F5-2CC2-4ADB-AB57-6F6D102A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C91AD-149A-4064-941E-AA95CF74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4A17F-4B5B-4A0D-9FDD-6AE8D21C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“다음 주 중”을 needs_review로 표시합니다.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1CBD17-A10F-4E6E-8BA3-BD9285D7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0E3DAC-0011-4B2F-955C-A64BFF45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2EF5D0-F1B2-42B0-A81B-049DF2F0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evidence segment 4개</a:t>
            </a:r>
          </a:p>
        </p:txBody>
      </p:sp>
    </p:spTree>
    <p:extLst>
      <p:ext uri="{BB962C8B-B14F-4D97-AF65-F5344CB8AC3E}">
        <p14:creationId xmlns:p14="http://schemas.microsoft.com/office/powerpoint/2010/main" val="385541591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B15621-C7FD-4787-99B4-05343E60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3053F-A89C-45BC-B186-BFF10A11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Golden JSON과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ECB58-22B4-455F-8E82-DD04469F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E5719-C9CE-470C-976B-85EE7690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B2A8F-2476-496F-AD17-61838A95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01992-8361-4665-AA5D-18E821A4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3A92F-24BD-4B8E-9719-2FCF8D31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2BD18-37D7-43C1-9CC4-441DC56A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09587-D1EF-4737-909E-02243E75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28CEB-6714-4174-A0AB-B4C1CC0D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B9C46-099C-4B66-98BA-C13C1918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8A90A-AE8F-4FB8-ADE9-490E19BC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내가 찾은 title·decision을 구조화합니다.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2CA51-2B95-47AC-915F-8403D584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FEB3C-0E0F-46F4-B1D2-A3EFB6DC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8D543-114D-43BA-999E-1FD04592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 두 개에 evidence ID를 연결합니다.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36163-1779-410A-BBF8-37B3A30B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04973-91D0-4FF3-9DAF-CF99F725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9C2FF8-49F4-4F8F-A57A-EBE545CC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meeting_sample_ko_12min_expected.json과 비교합니다.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234E4-404E-4D12-8C22-73174F31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EADA37-DD07-4DD8-93FA-41F525BF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5AAED6-6A1A-4B7D-9187-340E290B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다른 부분을 오류·허용 표현 차이로 나눕니다.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87031C-0109-4C69-BABD-3A8108FC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35BA8D-58AC-4A4B-84D7-4484A368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249486-5487-463D-828F-2ECF7903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내 JSON + 기준 JSON diff</a:t>
            </a:r>
          </a:p>
        </p:txBody>
      </p:sp>
    </p:spTree>
    <p:extLst>
      <p:ext uri="{BB962C8B-B14F-4D97-AF65-F5344CB8AC3E}">
        <p14:creationId xmlns:p14="http://schemas.microsoft.com/office/powerpoint/2010/main" val="1843156763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CB6E6F-4F16-4C8A-8D5D-FFF9225E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21DC9-DDFD-4D92-8DF5-53E2592F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데이터가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762C6-B0AF-413C-B762-504A838E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70CAA-9ECB-42E3-9D96-8CDA62FC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05F05-BA71-4C4D-9B37-EE8C3995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D6FD4-2773-4A1D-9D58-8D2E89FB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CBBBD-743C-4469-91EB-17E45418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F07E0-AFFC-43C0-B9A1-3B91C612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D3AF4-5F48-4165-B25C-24ECCF39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6FEC2-E894-4A66-A381-80584CAC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892F7-0656-4B6C-AA9B-62607F36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수십 시간 audio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EB50D-90FA-4CDB-A457-C93E2873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BAE53-2D39-4012-B616-69688C90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수백 MB 전체 말뭉치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5B8BF-5755-4860-BEB1-600DB99A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54B27-6DE0-431B-B6B7-D3DC2349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전처리만 수업 소진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71D4C-F114-4328-9544-DDB2A23A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0B714-016C-4490-8995-8682E936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만들기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CF138-C3D9-467D-BB53-A8B0560F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250874-E39C-4CBB-A242-D4FC52B1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2-3분 audio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5474A2-1577-4495-BCF1-4E4E4761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502417-E2AA-415E-874F-F8A54939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10-30건 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31B70-370F-43B9-ADEE-E588CC7F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C1E49F-0013-40A2-95D0-AD54A3BF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3-5건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4BAA2C-0E4D-4356-9F90-669B0C71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6B706-6FE7-48C2-9A7F-5A46B4D4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 과제는 별도</a:t>
            </a:r>
          </a:p>
        </p:txBody>
      </p:sp>
    </p:spTree>
    <p:extLst>
      <p:ext uri="{BB962C8B-B14F-4D97-AF65-F5344CB8AC3E}">
        <p14:creationId xmlns:p14="http://schemas.microsoft.com/office/powerpoint/2010/main" val="1378574161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B5D27D-4B42-4F80-BB82-FF1932F8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20824-9B7E-4337-89A2-5BF3B69E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공개 페이지를 그대로 재배포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4518B-56ED-4664-995D-2C1A3E7C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6415B-1476-430B-BB45-70EF5596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BC9C6-7599-4E7E-A433-1408BE7F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23E2F-FF3E-4D41-B4BC-0C341B2C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9C4B1-ECDB-4A08-8C74-DD81B1F8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D6FE8-51C2-4007-AA75-B60FA320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CD321-CEA2-45AE-BEFF-534F0F38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E11F6-AF74-48C2-AE41-BA49FAC5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6E7E8-C13A-40D4-9A17-435CD5BD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 미확인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14273-4E6F-450E-BAA2-14AE5CC8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8E4FC-1517-4711-BFCB-6AEDD04C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첨부 전체 공유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6AB53-0B2C-4CD1-A2E9-4994B99B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400A0-E92A-4710-B55D-DFBF05B8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누락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28B6F-6E9C-4FE9-ACE3-C188B129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0B2344-1191-4FBD-B7DC-C49C42F3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 계정 공유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5F519-BA25-482F-9FDC-AAD1C446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BB9C9-5303-4CE2-9BB6-6BF9A47B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링크 제공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AAC3E-2016-4E74-AEFD-2E6DF036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05EE1F-DA38-469F-914E-414E8B04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허용된 소량 샘플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D66AC7-D830-4302-8D17-D65952BE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FA7F68-BFB8-45EE-895C-68339C64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출처·날짜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4893CF-4037-4179-84D5-556DDC89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03DAA-7D1D-4C00-A604-41BE3AC2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대체</a:t>
            </a:r>
          </a:p>
        </p:txBody>
      </p:sp>
    </p:spTree>
    <p:extLst>
      <p:ext uri="{BB962C8B-B14F-4D97-AF65-F5344CB8AC3E}">
        <p14:creationId xmlns:p14="http://schemas.microsoft.com/office/powerpoint/2010/main" val="950180110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0E98F-9B44-446C-8637-036CAC6F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CEFC9-620F-42FB-B448-5DDB0F61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정답 없이 prompt를 튜닝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E8DBD-B169-46C8-B3A7-1B452023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80291-D1D3-4556-8987-04F3C5A0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113CA-A902-4D2B-94FD-33215896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01AFE-67AD-4BCB-96F4-055B0B0E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9DBB0-1259-4150-89C5-8C975632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70DE7-3B4E-4D79-B99E-1A4748B3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5707F-BEC1-4167-89EF-463F3A14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3FEC4-3FCB-4DF9-B2E4-39AC77A8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0F1CB-E253-4A03-BDFB-C81B9C98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좋아 보이는 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C6156-572C-4FD7-8A16-2DAF745D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2DB32-DFC7-4FFB-9649-AF89E079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 매번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6E6FA-8935-4F50-9E52-E6D69605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DF589-6CF1-4A13-9E0B-7065E5E3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5FE1B-ADCD-4A0F-A3A4-6AE69EC4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FFCE3-3A6E-437C-B2E4-E50DF790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회귀 모름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6A5EF-2A4A-49E5-9968-E8E97A62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43C00-620F-4086-8774-3635C156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example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C021A-2FB5-4565-9548-B3DEBB65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C6A528-2FF7-4C36-915D-F41392FF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rubric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ADDD26-03CF-4065-A1BB-0F72C885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054881-6638-43F9-94CB-1842A1A2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025AD-E3AE-4A9E-BAF5-525C3EDB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561D78-1D8C-4352-A281-93544F71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 비교</a:t>
            </a:r>
          </a:p>
        </p:txBody>
      </p:sp>
    </p:spTree>
    <p:extLst>
      <p:ext uri="{BB962C8B-B14F-4D97-AF65-F5344CB8AC3E}">
        <p14:creationId xmlns:p14="http://schemas.microsoft.com/office/powerpoint/2010/main" val="1650277136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859AC5-C8E6-4F5B-AA8E-6CC65843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F49D1-2C93-4A8E-8E0C-BA06F76E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실제 업무를 안전하게 추상화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724B4-7756-4521-82B3-C6D67B2F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5F9A1-9849-4619-A086-ACA226AE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F9450-EBDA-4EF2-9825-66FA733C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497FA-6F02-4CAD-A6E4-EC877463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88422-C694-4995-A23D-B5DB1CC0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가져오지 않을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C036A-A978-486F-A34F-F8D31971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862F8-3B04-4380-9FD5-B9EDA2D7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42DC7-486E-4CF0-8871-7C97792D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88225-79EF-4546-862B-07FCE134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실명·고객번호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2FF58-74C1-4DC0-9520-20B1FD66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1B0C5-C276-440E-A5C7-1F50E596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 금액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3BE76-370A-4AAD-B710-53CE36BD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40CA9-6BF4-4D33-AD3A-5C68A614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4E499-B0B6-4DDA-A023-723FD7DD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FE9A1-AA9A-4E02-9B32-9CCCE98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내부 전략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AD489-44E1-4494-9671-125F3B0B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9AAC5-80FB-40D1-B5C2-A09D9355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간 의사결정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9567C-4FD4-4C33-B593-D40418A3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1DC1B-D50A-4B42-894E-596902BA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단계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31AF91-09F2-4692-9E1D-725BB074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CFB65F-0C03-4FF2-8630-9EE933FB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조건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386B4-FA6B-45CE-83AD-6E62A345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7C1789-5813-442D-BD41-84618358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비용</a:t>
            </a:r>
          </a:p>
        </p:txBody>
      </p:sp>
    </p:spTree>
    <p:extLst>
      <p:ext uri="{BB962C8B-B14F-4D97-AF65-F5344CB8AC3E}">
        <p14:creationId xmlns:p14="http://schemas.microsoft.com/office/powerpoint/2010/main" val="166867110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B77F3-89EC-4295-9F1E-C1EB7797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1FF03-E316-4BBB-851E-3B036D5A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3 · 이 Action Item을 믿어도 될까요?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AA82B-3C84-4C3C-8468-221112E2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EDBA5-DA28-4CA1-AD40-946C65DF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87440-CD11-4E42-85A2-79C97654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10:40-11:30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8C3EE-9944-4E8C-8684-057FE58B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523D9-C0A9-4891-90EB-118E7E82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요약에는 “다음 주에 민지가 배포”라고 적혔지만 원문에는 담당자와 날짜가 명확하지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81DBA-E9F7-44B2-AAF6-31ED8C63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E488B-326D-4E4A-AE86-FD459A9F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BA4BE-3A85-4EC1-9F68-4FF2D470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segment를 evidence로 다시 확인할까?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5C830-5510-4E0B-A0D1-7B93EB28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F0A87-AE4B-4D62-A174-2FC18C94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9BE76-F0D3-4C57-9EAD-ED0AB764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담당자·기한을 null로 둘지 사람에게 물을지 결정하자.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9AAF6-C5FE-43E8-AC16-76FA68E4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0F7C3-28B2-4DEA-A231-03F0A9EF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4839D-50A8-4155-92D8-ADA28794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사례를 Golden Dataset에 어떤 실패 유형으로 남길까?</a:t>
            </a:r>
          </a:p>
        </p:txBody>
      </p:sp>
    </p:spTree>
    <p:extLst>
      <p:ext uri="{BB962C8B-B14F-4D97-AF65-F5344CB8AC3E}">
        <p14:creationId xmlns:p14="http://schemas.microsoft.com/office/powerpoint/2010/main" val="1980561210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3CA70D-BCC8-4BDB-BAFE-FDF9F74B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6F6B1-0B54-4218-A014-B11E14B7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4AFA1-E24F-46F6-8432-94545190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1일차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2A4F9-F5D3-4875-92F0-FFA7948F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040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Python·VS Code·Git 환경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DE79D-90EA-42DC-A894-3C2112F3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12:00-12:10 강의 · 12:10-12:25 강사 세팅 시연 · 12:25-12:45 개인 실습 · 12:45-12:50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AFF3F-8EE6-46F9-9D04-945039C5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46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A3A9F-E818-403B-B22D-D6F3DA45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배우는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C80A9-74AA-4319-8F5F-D6261252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3467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D9D26-AB65-487A-B7F8-B9FA7B1F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3124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경로 · Interpreter · Git branch·PR · Codex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32969-C4F8-4E5E-BD66-9D3951CA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C1124-8EC8-4EF8-8F08-7FE2FE0F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 차시에서 이해할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67B3F-3730-4B87-B346-641D4B96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4095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659BA-FB98-44C7-89E4-DBC1017D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75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설치보다 같은 명령으로 다시 실행되는 것이 중요하다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816C3-26D3-41F6-A5A8-814065B8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88283-DB59-4022-9CB9-3F69A07B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함께 챙길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9DB11-71B5-415C-BA37-95A4DB7D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838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5E2D8-9335-406A-B66B-D6BD5FDA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0"/>
            <a:ext cx="249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버전·경로·Draft PR 또는 local diff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840B8-6E83-4606-91C2-6935832A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1822A-855E-4E1C-AA15-7DA005DA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슬라이드 100-134</a:t>
            </a:r>
          </a:p>
        </p:txBody>
      </p:sp>
    </p:spTree>
    <p:extLst>
      <p:ext uri="{BB962C8B-B14F-4D97-AF65-F5344CB8AC3E}">
        <p14:creationId xmlns:p14="http://schemas.microsoft.com/office/powerpoint/2010/main" val="71921655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3888C9-2A1C-4957-8D21-DA207ED1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90EBC-92C8-401C-A439-5A8FBED2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명령이 같은 Python을 가리켜야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F7A53-0B98-4BA0-A0CF-80D2776D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C8C55-B4EB-4F54-B613-263DB1B9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FCE32-7CE7-4C6F-817E-5CEC464A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3FE66-FD55-4408-AC8F-14500C8A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24509-0395-417A-BADA-4F69CC81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설치가 실패해도 수업과 프로젝트를 계속할 수 있는 두 번째 경로가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5AE20-61A0-47E9-A2CD-809718D6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B45C9-248C-48E3-8E73-CF6BE599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78607-7E90-4BDC-9D1A-CC8B379E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OS·Python·Git 버전을 먼저 캡처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9CFDE-100D-4BB2-9850-0B875727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E2D99-EEA6-484D-8286-571C4915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격리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EFADF-15A1-4EE5-8FB7-69A976FD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.venv를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94279-6746-4316-A943-117BD20B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F29BB-7DF8-4EEF-A550-FEB629D8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BAC7A-4127-414D-B172-C568793E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Code와 Notebook interpreter를 맞춤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D5D92-9B3B-4AD2-93F3-0035971C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033CF-82AC-4322-B349-3A2E2CC2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11854-546B-4C1D-BF16-5883DA9C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secret·대용량 파일을 Git 밖에 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0F8BE-B9C9-404B-88F9-DB0BED8C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AF910D-5850-4556-857F-CA1E4A8A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E16C0-B835-41C8-842E-CC349663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commit과 fixture 경로를 남김</a:t>
            </a:r>
          </a:p>
        </p:txBody>
      </p:sp>
    </p:spTree>
    <p:extLst>
      <p:ext uri="{BB962C8B-B14F-4D97-AF65-F5344CB8AC3E}">
        <p14:creationId xmlns:p14="http://schemas.microsoft.com/office/powerpoint/2010/main" val="1869179193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748048-8112-4509-A79C-D70815E9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35B63-C746-410B-BD03-8AA1E9D9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설치보다 먼저 구분할 네 가지 환경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4B5C0-1924-4DDE-9984-A701D72C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7E275-3E2A-4278-8B72-3784B2BD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0E482-2194-486D-97B3-8EE9E61A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7F0A3-EFFD-40C8-B79E-FC62A59C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F1D1B-DC64-42F4-B08B-541C07F1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13B7E-5BA5-4A86-8C6E-D1033722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B8443-0A05-4D26-B488-D3CDE423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A04D8-A403-446F-832C-8446AFB3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3F295-EC1F-45EC-BE5E-A03C66E8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Runtime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 Environment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AE58F-39CB-4AC3-889C-117AE8E6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코드가 실제로 실행되는 Python·운영체제·패키지 환경이다.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9D229-AE70-4B23-8D13-1D54AD9C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python3 --version과 실행 경로를 먼저 확인한다.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9FF3E-9A9B-4FEB-9E50-05B87C6F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F60D0-CE98-4CEA-82D8-9B0DAF51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D7B23-2139-4641-8716-EBA96070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Selected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1204A-49BA-4451-B6A6-D85B0746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Code나 Notebook이 사용할 특정 Python 실행 파일이다.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0450A-6025-494D-BB7A-8F62A1CC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.venv/bin/python을 VS Code Interpreter로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1FFD1-0327-4FB2-97DE-51010613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5E739-F07E-4443-90A4-9DDC702F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Isolated Packages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6FD60-6A71-42F4-82F6-960C1192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프로젝트별 Python 패키지를 격리하는 폴더이다.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2E3560-CECD-4858-A340-0A4DAD7C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venv .venv 후 같은 환경에서 설치·실행한다.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0D7F98-8D9B-4E46-A017-D4CC18E8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56567C-15AD-4985-AD32-C1DD98E0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2CC81-AD6F-47E9-B7B9-CA956042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Repository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Versioned Project Folder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C8BFB6-2098-44BD-9DE9-9516B1BB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코드·문서·데이터와 변경 이력을 함께 관리하는 프로젝트 폴더이다.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92CF55-9EDD-470C-A073-93226695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src·tests·data·materials 폴더를 하나의 저장소로 관리한다.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D2AAA7-8141-43A7-8A1C-F65B6092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6645249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58AC7-67DD-482A-BC2B-CCB59449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무료의 정의를 먼저 합의한다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43F18-B448-4D20-97D6-91CCE963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9E478-5421-452A-AC9D-4B5CDFAA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8698C-20B0-478B-8F8B-661FFA50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7B33B-1242-438F-9334-74117DF0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CC657-1C3C-42B2-99CF-6660E84F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77AC9-6ACF-4C03-B97B-3891AA66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학생은 외부 LLM API 비용 없이 필수 실습을 완주할 수 있어야 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67d92e98a4ad5">
            <a:extLst>
              <a:ext uri="{96DAC541-7B7A-43D3-8B79-37D633B846F1}">
                <asvg:svgBlip xmlns:asvg="http://schemas.microsoft.com/office/drawing/2016/SVG/main" r:embed="Rdb3f0d0917af45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1C47A-B932-4CCF-A5D2-F156620B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69A2E-DFB9-4243-BB32-5592FBFC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Python·Git·VS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B3283-0E52-47D3-9CA1-218D4852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9C40E-EB4B-4F72-B5ED-A80E5A48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fixture·local 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9148F-0CFC-4C3C-B67D-5577EF4B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25496-6CA7-463B-9A29-78C667C1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서비스 초과 과금 주의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30E9B-3CEF-45F6-B374-C67D85A9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0929C-C33F-4829-B845-77413601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수업을 살리는 기준  |  환경 문제의 절반은 패키지가 아니라 ‘지금 어떤 Python을 쓰는가’에서 시작한다.</a:t>
            </a:r>
          </a:p>
        </p:txBody>
      </p:sp>
    </p:spTree>
    <p:extLst>
      <p:ext uri="{BB962C8B-B14F-4D97-AF65-F5344CB8AC3E}">
        <p14:creationId xmlns:p14="http://schemas.microsoft.com/office/powerpoint/2010/main" val="184223388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AAAB5-B4BC-4C75-B882-8CC648EA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경로와 강사 가속 경로를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050A8-0F0E-4571-B4DF-5E4AAE36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1BCEF-3F37-448E-99ED-014BE295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63AE7-02FC-4D11-BC5B-0D5AD10E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AA34D-66D8-4547-96D3-E31774A3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439B9-A36B-4A24-ABAB-B6C2FBE8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학생은 로컬·결정론적 코드, 강사는 Codex·Claude live demo를 사용한다.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1B38C-65E9-4E93-A017-1906877C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5C6C5-D0D1-4992-B754-796DEBD5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필수: 직접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06CF3-DD50-495D-AC9F-A7A9427C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63AB0-27DB-4047-B545-4B331BFA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강사: 생성·수정 가속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D04FA-9D95-4046-82A1-95EF0BD4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C3FFD-29F2-48D0-A4B7-1D582880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diff·test 검토</a:t>
            </a:r>
          </a:p>
        </p:txBody>
      </p:sp>
    </p:spTree>
    <p:extLst>
      <p:ext uri="{BB962C8B-B14F-4D97-AF65-F5344CB8AC3E}">
        <p14:creationId xmlns:p14="http://schemas.microsoft.com/office/powerpoint/2010/main" val="433708401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81914-4984-4FAF-8C47-0194ED37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Python은 실행기, VS Code는 작업 공간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094A6-C4E9-47E6-9B04-84B84E09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C4E82-D9DA-4D72-BA97-3509E6DA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CEF51-C3CE-428E-9153-01868494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D50AE-9331-42ED-BFB1-EB0C11CE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42AB0-DFB9-4848-81C5-1B390D64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56509-9251-4491-9C70-1222B7C7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extension이 Python 자체를 설치해 주는 것은 아니다.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5FD00-32FB-4F45-A710-F5067DA2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C8E0B-923B-48F1-BAD2-4E43695E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B6591-8372-4B20-B3DA-0614ECE1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8E457-9EA1-4CCD-9AEB-1B9BA797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editor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7FA7F-4489-4C1A-AC37-98D56B6C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E7DA9-3D0F-43D1-A96F-7FA773C4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Python·Jupyter extension</a:t>
            </a:r>
          </a:p>
        </p:txBody>
      </p:sp>
    </p:spTree>
    <p:extLst>
      <p:ext uri="{BB962C8B-B14F-4D97-AF65-F5344CB8AC3E}">
        <p14:creationId xmlns:p14="http://schemas.microsoft.com/office/powerpoint/2010/main" val="1939812800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8F66B2-3349-4B22-B128-F745C5F9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가상환경은 프로젝트의 재현 경계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6DBB4-8B00-4064-AC99-DF276662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C8A9E-3342-4D8E-9B0B-692C572E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6F5DC-DC6D-4CBC-9E28-6ACF1FB6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A6874-7175-4F35-9828-880884ED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C89F9-1425-4181-90B1-A316C4F3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전역 환경 대신 프로젝트별 dependency를 격리한다.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2D824-60C1-4084-A184-4F6D6FFC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00FCC-55A9-4780-B7BD-B39C08BC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5245F-C802-4BE4-AA74-758F15BD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79671-610E-416A-A549-2384094F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46AC4-E803-4A40-9150-52B4D40F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E93AF-40AE-4DF2-962A-F28574DF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requirements·pyproject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764FB-7E38-4C9E-ADDA-C1E089C7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C50EC-C8BB-4A9A-B56B-08255274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수업을 살리는 기준  |  첫 commit은 저장이 아니라 복구 지점을 만드는 일이다.</a:t>
            </a:r>
          </a:p>
        </p:txBody>
      </p:sp>
    </p:spTree>
    <p:extLst>
      <p:ext uri="{BB962C8B-B14F-4D97-AF65-F5344CB8AC3E}">
        <p14:creationId xmlns:p14="http://schemas.microsoft.com/office/powerpoint/2010/main" val="1932002353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D2C30-2589-4CE0-89AF-1B4C4CF1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Git과 GitHub는 변경의 증거와 검토 장소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366CA-D5DF-4ABD-B743-E1AFEB46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0205E-730E-416F-8F9B-850AB83C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DAB4D-59FD-4BCB-925C-7326C8BE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FA312-E9C3-47BD-B4B5-3015FE97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9FC7C-FBC1-4DCB-B635-3D021652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7FFE5-9A19-4417-B0C4-219C6A16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commit을 branch와 PR로 연결하면 무엇을 바꿨고 누가 확인했는지가 남는다.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0CCA2-A2DD-4E3D-9527-DB47E244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63FB1-B2FD-4C2F-A69C-F7B45968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status·diff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05B02-DDA1-4C50-B4E8-DDFFDA99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F96EC-C480-464E-8A11-F996DD20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branch·commit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A0934-F88B-4B47-9C48-5FACE2A1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EEBBB-BE35-40A7-810B-159137BE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push·draft PR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400D8-479F-45EE-A2A4-096E2009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A91D9-95EE-4167-A2DB-A5FE0B5C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review·merge</a:t>
            </a:r>
          </a:p>
        </p:txBody>
      </p:sp>
    </p:spTree>
    <p:extLst>
      <p:ext uri="{BB962C8B-B14F-4D97-AF65-F5344CB8AC3E}">
        <p14:creationId xmlns:p14="http://schemas.microsoft.com/office/powerpoint/2010/main" val="74163721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1313D-54FE-4A40-B96A-1F6C68DD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Jupyter는 설명과 실행의 다리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F02C0-E531-4A58-9ABC-39EFFF31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E81B7-97B5-4A0E-8160-7A40EB18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1ED7A-B542-4B27-B769-E4B483F1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6ECD0-AFBA-4BEB-B375-446233C9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26DC8-2FC8-4AA2-B7A4-6B7E9CB8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셀 한 개념으로 결과를 보고, 모듈 코드는 src에 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62811-1A70-439D-8B11-998F44E4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94B09-8AA5-4A10-96DD-C83EF0E9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Markdown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CA968-D49E-4F88-B3C9-617AF697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6AC48-42AC-44DC-B134-43884515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73AED-2DC9-40C4-B5C5-BE174E0F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51B5C-9A19-44E4-9D1E-4E4EFF55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증거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0BDAE-5FCE-4317-831A-D6A15FB2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14B6F-7BFC-4A6A-9FC5-153F8063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741189046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C9541-47B3-4E42-8BB2-C8AC78BA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Secret은 코드·노트북·캡처 밖에 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52D3B-B3DC-4623-8700-EC4BB87B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677FF-9F3A-4F6F-8B32-74AE7A3B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514FF-FBDA-4655-B68D-8B14EB63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F9A30-3F43-464D-96DB-28B040C3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B9053-348B-4BAA-BD2C-1AC53468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B64D5-0823-4FE1-9DC9-2F223D7E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값은 환경 변수, 저장소에는 이름만 있는 example을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80E4E-0E48-47BD-A51A-9BC19C00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3E13B-E05D-469A-B6E3-140E0BEB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.env.example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E8E4E-8934-4752-9525-A220B9CD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46B70-2952-4412-AC82-C9C1DC35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.gitignore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F1A75-8D5F-4307-B4A4-0BFCBEDD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DD40C-694C-4482-A05F-08C8E348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 비식별</a:t>
            </a:r>
          </a:p>
        </p:txBody>
      </p:sp>
    </p:spTree>
    <p:extLst>
      <p:ext uri="{BB962C8B-B14F-4D97-AF65-F5344CB8AC3E}">
        <p14:creationId xmlns:p14="http://schemas.microsoft.com/office/powerpoint/2010/main" val="473311592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CD7F9-D577-4D4C-A231-6D80535F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Engineering은 PR에서 완료된다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180D2-C25A-4DA6-B04E-E97AB9BC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C07E7-A069-4E81-A5A6-D71BAEA6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06E04-C469-4804-9089-1A257A4F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8C1AA-0317-47C0-A9B1-16C1545C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DA009-2A62-4F73-B1ED-6CA38C33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Spec·허용 파일·test·review rule을 저장소에 두고 Codex 결과를 사람이 merge 전에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3B66D-E800-4220-B745-4B69CB52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141FC-C7AA-4741-9B1E-17A6B39E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F0A60-53D2-4A4A-A322-D6D80E5B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86F4D-BED5-4FEE-B616-75AA7622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small diff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AA34C-E10C-4242-ACD4-0F276808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4D7D0-FC40-40CB-8514-C803D9FE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CI·unit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89CA1-24AF-4E40-9599-D35C6E4B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2C94A-7EF4-43D7-AAFC-1B581897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review 초안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8F9C7-5FF0-4107-9999-8428BB82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1C817-D590-4935-9980-900ACD48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수업을 살리는 기준  |  Harness Engineering의 출발은 좋은 프롬프트보다 깨끗한 작업공간이다.</a:t>
            </a:r>
          </a:p>
        </p:txBody>
      </p:sp>
    </p:spTree>
    <p:extLst>
      <p:ext uri="{BB962C8B-B14F-4D97-AF65-F5344CB8AC3E}">
        <p14:creationId xmlns:p14="http://schemas.microsoft.com/office/powerpoint/2010/main" val="987850261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177057-1147-44ED-99C1-7FF89A64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BB12B-9A0B-469A-9B86-E89DFAF3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설치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1DE66-851E-41D8-9389-35C7103D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6A176-7B0C-45A9-8A72-97149F8A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71DEB-FB54-477F-A0D7-23EA0AE2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7D707-105A-4ED1-A514-FFD43889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42ABD-17C3-49F0-952D-C65477BC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B4898-DE15-4621-9D79-B0E617BF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C6E6F-DFF1-4732-B2B2-EEEA878A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B6C09-686F-4738-BAFF-45E04C21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버전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B6C6A-95C3-4282-BC9F-25FFB852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959EB-8D4E-472D-826F-58B22F5E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CD3CC-8C6D-4D41-9899-6D5A22C1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CB8CD-5B66-47B0-82FA-5BD49158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4C637-1FA1-457B-A382-ADF31335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194F0-6CB8-4C39-A30B-69C75B65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FE8B0-36D7-4036-ADF9-DA126ADC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D19B7-F24E-48E2-BB75-BF7DD501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A8BF5-F469-4F56-9698-6108F5CC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63266-19BD-47CA-958B-547CF629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DEDF1-F79B-468E-B778-CDDE312D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9E8A78-C0DE-4A54-9CF7-9C9B293C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clone·open</a:t>
            </a:r>
          </a:p>
        </p:txBody>
      </p:sp>
    </p:spTree>
    <p:extLst>
      <p:ext uri="{BB962C8B-B14F-4D97-AF65-F5344CB8AC3E}">
        <p14:creationId xmlns:p14="http://schemas.microsoft.com/office/powerpoint/2010/main" val="1421187812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B9BC5-84B9-4D0E-9AB8-727962B3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27EA8-8FA9-4171-AFD7-91B7ABF8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C02A2-654D-446B-A2B5-CAC6BEF6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5D647-9584-455A-B722-528389F9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9A103-FA2F-4F9B-87B0-16909C51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AD8D2-8FCF-4EFC-8E11-7FF6E06C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46221-4D7A-43D9-B708-02AF3C9D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E9469-0973-4106-96DD-AF20F1BE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B09D3-8291-4991-B733-11ECC6D4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CREATE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13C7D-9DE7-4AAE-A4D5-4EA5F359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22D52-E8B9-4BA2-9FC7-B7A190B3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C816A-FAC8-4E3C-A800-0378895E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CC2AA-6B5F-40BE-86A4-E9D4398D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ACTIVATE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CC2B5-E044-409F-877E-76480B66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OS별 명령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74F3D-7C1A-4DAF-BCFC-0DC0F0C2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47B72-AE88-4AD0-BF0E-05585364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29FE3-1ED5-4349-B405-AB8859EB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D7A033-9629-46A9-BC8F-677B3BC4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requirements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3599E-9A55-40CD-AE89-3062B8CB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3E6C0-14E7-4446-94FE-7172E9E3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319C93-E51B-4AD0-AE38-E8F1C142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55EA5C-9D4A-4543-9C05-50FCEDB1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</p:spTree>
    <p:extLst>
      <p:ext uri="{BB962C8B-B14F-4D97-AF65-F5344CB8AC3E}">
        <p14:creationId xmlns:p14="http://schemas.microsoft.com/office/powerpoint/2010/main" val="1994260272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3F2F4A-B78E-44A8-8ED1-B5C436E5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BD35D-3D92-4BF6-9287-1C778A60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ADCC8-5FDF-492B-A310-6E29413A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501D9-34BA-4983-A2A3-5FF400E6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69491-BEB6-4443-8B00-58A37C93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0E0CC-CF77-4865-92FA-F92EA8CD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F61D9-E310-4508-9CCE-7F0081E7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C3DE9-6A21-42FF-9BDA-3004F40B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FB4F8-C6A1-49D9-8187-BFC8CAF7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PALETTE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51029-1213-4785-9FA7-27EBFCBC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Command Palette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DA744-5D40-43F3-A312-1CE8E146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62F21-6BEB-4C42-B95E-920A2136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DE534-B96A-449E-B692-DC026B53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7ECB8-C9CA-466A-B392-96224750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419F4-CD61-47BB-825F-6D4C025A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8D2A3-6A5C-4EB5-9311-93D58D68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B06FF-69E1-4500-B17A-CC60552D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CF4B4-97D8-40B8-9007-077886DE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notebook kernel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B2B23-6329-42F4-9E6F-098725B5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2CD3CD-F52C-41FE-A09D-55972AA4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5256B-5E34-489D-85F0-BCD2401F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B872F-A305-42C7-913E-15C8F43B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sys.executable</a:t>
            </a:r>
          </a:p>
        </p:txBody>
      </p:sp>
    </p:spTree>
    <p:extLst>
      <p:ext uri="{BB962C8B-B14F-4D97-AF65-F5344CB8AC3E}">
        <p14:creationId xmlns:p14="http://schemas.microsoft.com/office/powerpoint/2010/main" val="635364879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99C683-7D83-4EFF-9FFA-86EC0A91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D195F-9105-467A-B50A-6A0FF5C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branch와 Draft PR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36714-74B5-4B0A-8A8D-FFF1FA36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015BF-E988-4B00-830B-F56DE3E1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EC90B-73C7-4BCE-8B21-5639C431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50CD9-2E64-4894-B90C-A3EE2DB8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ACA85-CFA6-40FF-A05B-D0805AF7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8CA4C-5D63-403F-9882-A8B9846F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F98C4-769D-4038-AAA0-39CD6034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BRANCH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B62CE-AB0A-4030-9DE5-127773F1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작은 목적 한 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971EF-A783-4356-914C-25CF6112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F725C-C7EB-4948-80B9-5D474011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426DF-2711-4835-A025-B6ED0C8D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98ADE-1A9B-4A1B-A649-FB36BDCE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범위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F4980-D73C-4A1C-B777-61ED2F77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CC72D-3AAB-4E34-8FD6-2038B4B2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055B9-9EF8-49A4-B0FC-C0494395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00B10-B8FA-4A65-8501-1B204E95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교육용 remote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7C1B4-874F-4A4E-8E64-A9BD39B3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34B79D-92FA-4DAD-BB76-29A9F808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6EFDB-8B3F-4051-978D-9E41ADCC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 PR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B52584-2019-41B6-8943-CE40A082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목표·test·위험</a:t>
            </a:r>
          </a:p>
        </p:txBody>
      </p:sp>
    </p:spTree>
    <p:extLst>
      <p:ext uri="{BB962C8B-B14F-4D97-AF65-F5344CB8AC3E}">
        <p14:creationId xmlns:p14="http://schemas.microsoft.com/office/powerpoint/2010/main" val="1015465950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77BD28-F6C9-47AF-B423-DF0EF7FC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6E28B-F681-44C8-9195-50B2FF38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PR 검토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72FB8-0A62-4406-9324-3664DA5A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E779D-4167-44BD-899B-6F80FD79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679C5-96D8-4348-BAA3-2DB26FCF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B7D7A-E917-4956-974D-C110F844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772C4-DBF5-4754-900A-CE0CC02C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C419D-0E80-439E-850E-DCF63219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9EC05-C13F-46ED-AF2F-3C261D8D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F6216-381C-485A-A348-11647DE5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허용 파일·완료조건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043FD-EBCD-44BF-833F-B8F40900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B3828-E87B-452A-BD11-56FB4024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BCCE1-6EED-4B9C-AB19-A7754A98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CODE+TEST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ABD02-5617-4AA0-BE4E-E8A6834B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변경·unit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4F708-024A-41A7-9511-14A356AF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5AA28-B56B-48B7-8264-B5A2B583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9C84A-FFD8-425B-88D5-F641D502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48915-CC7A-462E-B3E9-272334FE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@codex review·CI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B2CA3-D337-48A0-A7FF-75E293F7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CB91B-E522-44DA-B391-0BCDD4C7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6B7044-0F41-46A0-8093-F4281E73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EE227-1D67-4F3D-B2E7-4AF70B4D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diff 확인 후 merge</a:t>
            </a:r>
          </a:p>
        </p:txBody>
      </p:sp>
    </p:spTree>
    <p:extLst>
      <p:ext uri="{BB962C8B-B14F-4D97-AF65-F5344CB8AC3E}">
        <p14:creationId xmlns:p14="http://schemas.microsoft.com/office/powerpoint/2010/main" val="2054048965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14D6F8-263A-45DD-880C-C9FC0F64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DA504-421C-46F3-8968-39CC81D1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화면은 ‘어디서 받는가’보다 ‘무엇을 확인하는가’가 중요합니다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D26B4-469D-4BA5-A408-F0F943A5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48593-04BE-496F-8624-DDEBEC7A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CF40A-8E36-4853-9269-7A9C0052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EFAC4-7599-4E14-BC3E-DB531E0D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419F2-42F5-4F53-BAE7-791E20CA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→ VS Code interpreter → Git identity → sandbox 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ECF6-E6BF-4266-B61C-609785AE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B1351-4C7C-4C68-BA6F-D67B6A83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7FD04-B33C-4200-BA96-66D450D8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OS에 맞는 runtime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7381A-A839-4A6E-9E28-978D33A8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버전·실행 경로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5E087-EDDE-4E77-99DF-9CB3E727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AD716-B992-4AFF-9130-EE0D177F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EE665-B401-4B9C-9E4A-DC705105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831E8-F7A1-4F8E-9B6F-E75B3023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editor가 쓸 Python 지정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E65AC-AB80-4FB5-A8DF-EC5F6A67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.venv interpreter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33A62-51E1-4903-8A79-E02EF7E2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F7F3A-864C-4AE1-9192-B18DBE47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7FF676-A828-4458-B2A5-565ACD48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EC083-A1AE-4F9E-862A-CAD0A139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작성자와 기본 상태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C65C9-5D82-4949-BA6F-59D3F7BC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identity·status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492969-4D18-4028-A6DB-C66B1DA1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E664D4-3E37-4E78-AE8B-47B27FBC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66FD9B-FFC7-469B-B347-8039A73A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7BF75-404C-4D27-BCA2-C906EDE4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저장소만 연결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24461D-AF5D-4A5B-B540-4339C9B5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sandbox remote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D675B1-3E0B-468D-8A60-19E46F1C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2787421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46DF4-124C-4215-A7CB-FC6A98D3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51A7E-10CB-4063-9394-03581435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공식 다운로드 · interpreter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95757-BE71-4187-9EE4-59FD0A35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D190D-C798-4BBF-B97F-2F3E534E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C6867-63F6-4857-B9CB-A316727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70DFA-D6A4-476D-AD22-4880284F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91BDB-43C5-4D18-97E7-9398EC4B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23DC2-366E-4AC6-9415-947CBD0E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50CC7-B40A-40C2-97BF-C337C288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OS와 버전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5C594-2DB0-4BDB-8F64-C3017DC3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9CDBE-0015-45A7-BC2A-078C02C2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후 새 terminal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E5C0A-9B40-4675-9DE6-6C314DDE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30405-64C5-40AD-ABB8-8A624372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0A5CA-9D6F-4B5E-9CB5-10026E51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AB5617-BACE-4067-998D-880B8669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PC는 권한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CACDE-169C-4357-9FDC-6873A661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cdb902cc4445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652F02-A07C-403B-90F9-895D360C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Python.org Downloads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053875160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030A2-8B41-4273-A781-1BA6E92A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469B7-7CAC-487B-959E-566B8071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튜토리얼 · 세 구성요소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5A8F1-9DEF-45C3-A7E1-BAD10678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98ACB-69F1-499A-B1E0-98A143BE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68C75-61E9-46E9-B720-2AD564D4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E3BD8-FB04-48FC-A478-CE857E3C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49BC3-43F8-4231-BDE5-60D29CAD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4B8C7-8289-40E0-9250-C37DE1BF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FF87E-4678-4591-A6D8-7C2A4BE5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D6BF9-F596-4CC0-A329-30D8EB5F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C673E-F63D-4895-A64A-45C47D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63DE4-3C9F-4048-B21A-C41D8194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65FCE-243A-4A0D-8DA2-A476CE35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1C5F7-E83C-4254-8466-63B4D657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B7F32-82BD-45E3-AE6D-20B9E8C1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25554-36D5-4AD2-B50B-EF55F138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81643779044f3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6D9D5-A36F-4532-9E1D-A46F584A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Tutorial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116695976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28D890-A105-4C1E-B828-579CCE69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8D4EA-7910-461B-BA54-116EDF03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설정 · identity와 기본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B05EB-25F6-4AF3-BB19-31293160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8FFD1-C9CF-43C3-9A8E-4AE81A08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0A3C8-7C3F-4652-93C8-4F96071A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041CD-10F5-439C-9017-1EABCFA5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37177-B9A9-469E-BD2B-D7EE2189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18C7B-32B8-4C82-9792-79432B09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0A438-500F-436B-92A8-0A335E4B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--version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652BD-BB46-41FD-832E-F0FF37B2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1A9E2-D725-4F10-A023-1357B513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user.name·user.email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B8402-F399-468E-8FF9-A6499CF2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3CE4E-1774-4028-8487-A4F6AE6E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계정과 교육 계정 구분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BE868-25B2-4A01-A3F4-FAB3FB84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F940C-22E6-4FFE-894A-2A2CD382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설정 범위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F8D81-2037-4C6A-BFE3-BCAFD208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fc503d2ad4dec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2B3DF-85A8-4B3D-9CFA-0AEFF449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 Git First-Time Git Setup</a:t>
            </a:r>
          </a:p>
        </p:txBody>
      </p:sp>
    </p:spTree>
    <p:extLst>
      <p:ext uri="{BB962C8B-B14F-4D97-AF65-F5344CB8AC3E}">
        <p14:creationId xmlns:p14="http://schemas.microsoft.com/office/powerpoint/2010/main" val="1329509734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1220D-BF4E-4576-A508-93020A3E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4F8FD-A092-4BDD-A13D-571BF899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repository quickstart · 교육용 sandbox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05E83-161B-4AF3-9601-1EB254A8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54370-530F-49EA-8F3A-42E06A8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31946-50E3-455F-8CB3-CDDA3FE4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2C217-427B-4408-8A33-F0F47767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ACEF5-AF2E-46CF-B378-E7C2B8B0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DCA1C-B63E-4636-A89E-38F73075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5B7F4-6E17-4635-B434-2E84FB06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공개/비공개 선택 주의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A1728-9660-4841-9A22-C47C517E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885B3-0113-40C4-B563-5F199F4A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README·.gitignore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1A72D-7D5D-4751-A418-3D207F43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E0541-B5B2-4BDB-8A11-8FDFE9A8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repo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5295B-04F0-4ADB-BF00-FBC074EA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09310-8D77-4303-A4E6-E55F1DDD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회사 코드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B54DD-4501-4216-8ED5-D52C45DD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da1d459f04ea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CABAE-B3F1-436B-A229-2C1B8A92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repository quickstart 공식 화면</a:t>
            </a:r>
          </a:p>
        </p:txBody>
      </p:sp>
    </p:spTree>
    <p:extLst>
      <p:ext uri="{BB962C8B-B14F-4D97-AF65-F5344CB8AC3E}">
        <p14:creationId xmlns:p14="http://schemas.microsoft.com/office/powerpoint/2010/main" val="51544605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BCA2F2-EA1B-4DE9-AE8B-B89845C5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AF30F-5104-4BBB-B9E7-F5833CCD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확인 네 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2AD40-3081-40DB-8ECB-8EF57FC3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EEE15-997F-4354-A634-2E3CB3BA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CA881-C12B-4493-89C7-B5348F5E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A9AAC-7E09-4979-A451-015008CE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1FC90-9C1D-42BC-A6C0-54D92B65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8C0C2-5241-41CE-9E28-FE88A987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A616D-79F1-4884-BD9D-8AB0D433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명령과 기대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49218-8534-4A08-94AC-89B45ADA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51BD6-192F-4F4E-9A36-75CA2A3E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문제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10D94-9814-47BD-9E0C-E89B6F14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F9411-9BD9-42E7-AF5F-D4CE89BD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 재시작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A6A6A-3A59-4BB4-80CE-529B9592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6D9BE-BD3E-4D9F-A931-8B8AC460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캡처에 개인정보 최소화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1115A-2D52-4E78-AA06-15714BED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F3B19-1DFB-433D-915B-BFFE871E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0F79A-5554-4179-89C1-3F92DF1E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pip --version</a:t>
            </a:r>
          </a:p>
        </p:txBody>
      </p:sp>
    </p:spTree>
    <p:extLst>
      <p:ext uri="{BB962C8B-B14F-4D97-AF65-F5344CB8AC3E}">
        <p14:creationId xmlns:p14="http://schemas.microsoft.com/office/powerpoint/2010/main" val="1784757067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740C2-9135-401A-A5C0-54E21B33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79DF3-467F-4FFA-8885-70273697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macOS/Linux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AC9D2-64E2-4CC6-877E-2A8A4772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CB30E-59C7-4974-A8EF-A1FDF26A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F96F6-D077-447A-B436-14D4BA93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3FF54-EA63-48FB-B044-B5DAD223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B7BE9-4288-4686-84FB-04791FB8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93521-9585-451C-8D39-14617F2D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A03CC-DC1A-48B0-A824-5EE42FEF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F03D8-70AF-4079-9B98-F851C113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3D6D8-F44D-4266-844E-165DD348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활성화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4F856-9AD4-40A8-9C74-8EEF9E78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18702-0D8A-4F3F-9D43-B00762FC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dependency 설치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39267-9672-4487-A59A-09F77654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107EE-2FBB-4CB3-8C82-7531225A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경로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BBC10-4DD8-4A35-9CD5-7A7DE058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F832F-D9AA-4892-874F-2F357FC3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139F5-AF07-497E-9C6F-71120A07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1749893121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969B8-C51B-4FE1-A992-F2EBCAC8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7CA1C-05F8-40D5-8136-583D7205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Windows PowerShell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80A3E-C9F4-4B7A-832F-15704B44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400E5-3570-4512-914A-62DEB18C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95619-6731-4805-B0D3-E579E4EB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F829B-99EC-4A7A-91C6-DB1BDB29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5DB48-2738-47F8-9827-6CA5F3C7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95D30-CDFC-4284-9561-5F2FB927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DFFA3-66D1-435F-8A63-D439CC0A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ExecutionPolicy 오류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8585A-2AEE-4733-B0F7-C22F3159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EC17D-60E5-414B-AB3F-7149DF80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 launcher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299F8-B3BF-4705-9917-F9832F64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CCD83-1757-4C34-A743-835068AE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8A147-E96E-4751-9627-B29A9D65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1C3B2-9709-4693-B194-49AC8CAC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화면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28438-9245-4A4C-A386-86FB93A2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E469F3-CDEA-4288-A3E0-2E297E63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6E227-3B38-43F1-94CA-4B77DE13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 -3 -m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.\.venv\Scripts\Activate.ps1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315491617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2B864-A8BB-4D8F-A2FC-45AB5431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6CFEC-F0EF-4FA0-BAF0-9CD503CA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branch에서 Draft PR까지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F5A61-2D3C-44AB-9774-AA9E88DB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806E3-4DCB-42DC-9ADA-B79D24B3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0A0D4-4515-4122-8D67-DFE236CE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54053-9081-4662-95E4-DFFA5F1C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D0CB0-AF0C-427F-B67A-1A6D8CC5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14911-2A2F-40D1-86C0-24A8436F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F4917-BC7B-4DB6-BACB-0A4A959D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repo만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DC972-A476-4A37-9FCA-8A966A10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1A3ED-F924-481A-A26E-CEA1BB08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관련 파일만 stage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DC702-8BF9-4E64-85C7-CCFFD20F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C9B8C-2AE8-45A6-AC0E-11C82AB5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test·diff 증거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B0E69-B0C0-49BE-9450-F685C7EC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318F6-98A8-42CD-A30A-8B52EE0F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gh가 없으면 GitHub 화면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1EFAB-919B-48D4-86BA-CDC6DC3A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AAA03-C319-48B6-912B-85E33CB5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4F2F2D-1A99-4A40-8FC8-E46BDCC9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switch -c test/reject-python-file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pytest -q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add tests/test_day1_agent.py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commit -m "test: reject python file reads"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push -u origin HEAD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gh pr create --draft --fill</a:t>
            </a:r>
          </a:p>
        </p:txBody>
      </p:sp>
    </p:spTree>
    <p:extLst>
      <p:ext uri="{BB962C8B-B14F-4D97-AF65-F5344CB8AC3E}">
        <p14:creationId xmlns:p14="http://schemas.microsoft.com/office/powerpoint/2010/main" val="82310140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9A9DF-5B6D-4345-AF0B-44D010D4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D6BD7-F7B9-4429-A31D-227C3677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AGENTS.md · Codex가 볼 Review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9BF69-A3F4-4FE8-9AC2-9A515E07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B5537-4F29-4186-AA6B-53AFD86F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B5268-62F7-45E4-BA88-FBC02D5F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78A39-40DC-4E03-B773-973845FD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B0C8C-CAF5-4D5B-B531-D6D52206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BB27E-EF83-4738-A6F8-FA61C6DD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8F053-8FE9-45FA-B8E0-90C9E016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저장소 특화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BFDA6-C58A-4615-A47C-AA4B7FFE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BE96C-E9A2-40E2-979A-02A3A43F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 중심 규칙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D7ECA-7374-4067-A718-0819A2F5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CBC4E-7D49-44A3-88B6-DB366172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기계 검사는 CI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DDC34-1440-4C80-9800-59D07C83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A71E6-971E-4776-B1B5-9C8391DC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판단은 사람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333D8-B037-4621-B4AB-114EAD42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90F44-B06F-40A2-9183-D8791FD3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BE1A7-0EB2-4059-A983-E8D0D669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## Code Review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### Safety boundary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 workspace 밖 파일 접근을 허용하지 않는다.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 외부 쓰기는 사람 승인 없이 실행하지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###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 동작 변경에는 정상·실패 unit test를 함께 둔다.</a:t>
            </a:r>
          </a:p>
        </p:txBody>
      </p:sp>
    </p:spTree>
    <p:extLst>
      <p:ext uri="{BB962C8B-B14F-4D97-AF65-F5344CB8AC3E}">
        <p14:creationId xmlns:p14="http://schemas.microsoft.com/office/powerpoint/2010/main" val="677864828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F1A682-0B09-4E0C-988F-3A81D8FA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69782-4AC6-40D8-A049-82E8CA8C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버전 확인 캡처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60058-011F-4FC1-BD28-668D8714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63C19-F081-4997-AF58-D9D45349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64E99-8440-4D0B-9636-B224E216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B3168-DE31-4EBD-8CBB-DF7E3C07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D0147-F9D5-4A0B-A667-F459EDC1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A2A4A-2587-4227-B58E-EF7DE954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8643B-B52D-4D8D-9C36-4A87B92D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DB1CA-966A-4679-B6C7-5DE072F4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D1553-DEEE-4832-9424-36A2760C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421D0-5D94-4E06-AD8D-AB641328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3D2C5-53C0-41A5-AD19-6129E56F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A21A4-18F2-4ECC-BC49-DF14CB79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D196B-65E2-449A-A887-01114D43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 버전을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EE4BD-1F8B-4BA4-93CC-8BA2616E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8FD3F-EDF6-4150-B43C-4671EBC9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7C8B3-9E05-40E0-A809-562B3EDC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Code가 같은 폴더를 열었는지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CB9F4-B5CC-43C9-A261-0496EC88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00A8D2-D2BC-43E0-B029-2CF1F4E5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CBB91B-7F96-437F-9137-6C04B385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항목을 표에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ACA32-A80C-449A-B28F-C754C291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B71C4B-8434-4596-828E-FF3CD53D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4B60E-AF6C-4924-9E4C-17FC3ED9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버전 3개 + 상태표</a:t>
            </a:r>
          </a:p>
        </p:txBody>
      </p:sp>
    </p:spTree>
    <p:extLst>
      <p:ext uri="{BB962C8B-B14F-4D97-AF65-F5344CB8AC3E}">
        <p14:creationId xmlns:p14="http://schemas.microsoft.com/office/powerpoint/2010/main" val="1223216584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7217D-C1F9-4873-9642-D8977060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8D933-83A3-4E21-92F2-8774F941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가상환경과 interpreter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13C85-A46C-44E6-8384-35C33D85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3D1D6-1946-412A-A820-48ED37F6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259FC-BB72-466C-9EDB-B0AAB6BC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F39FF-281F-413A-B4F5-4FEB7A6D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DA0DA-F94C-4304-963B-99DAAD02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8E919-59E7-4687-8B0D-265EFB9D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438F6-106A-4513-9609-0F8F9D6B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7431E-06FE-4451-90F2-89AE3896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1DBA0-D2DB-4A63-A690-87C283F5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23E6F-E406-40E2-A7D6-CC7923FF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.venv를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F5981-D879-432D-BF3C-F6323E60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C262A-764F-4F2F-ABA7-807508C4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9FA5D-451C-46C2-8C9F-B6A6249B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가상환경을 활성화한다.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7A1ED-032E-4AE1-83E1-3979CDC1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3D3E7-A1A8-4EDA-BAD8-E7B72975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3BEBC-11FD-4C88-AF28-FFF09F04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interpreter를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7FCF8-55E7-4E6C-B14B-C9402C97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82761-5025-4017-BB35-3AC4565B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D87AC7-F2DA-48C3-8278-63797EA0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sys.executable을 출력한다.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BA8901-60A5-40DA-8DD4-B5301BCF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3BE0C9-4395-49D4-B833-34774C49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961EC0-F7FE-4820-AC9A-CB4C89FE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가상환경 경로 출력</a:t>
            </a:r>
          </a:p>
        </p:txBody>
      </p:sp>
    </p:spTree>
    <p:extLst>
      <p:ext uri="{BB962C8B-B14F-4D97-AF65-F5344CB8AC3E}">
        <p14:creationId xmlns:p14="http://schemas.microsoft.com/office/powerpoint/2010/main" val="552012928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E0B14B-9145-4598-87CD-0834164C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89B0C-F9C1-4B13-89BB-3B6EE337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notebook 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E0D62-F179-437D-80B5-73194F9C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9908E-0640-4276-A4D7-6B42BC45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5522C-9AEB-42ED-9872-5DCF7525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25119-97C1-42E8-825B-16DE4DFE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5C695-0B01-48C5-AE73-E322DE88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24D87-F14D-4987-A61A-ED56E271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93EAD-230C-472F-A1CD-76EB5464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ED0C1-0058-4E16-8B04-72BBAF17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1865F-E54B-40A0-AEAF-07A46529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004FC-2931-4147-8405-9FF20851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materials/day1 notebook을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ED374-FA6B-4A25-990F-D4185FF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682D5-4FF7-424F-963F-DF246181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F9642-8C90-49CF-B812-6BE461CB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선택한 kernel을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F7CE4-BEC5-4CFF-BC0E-CEB7011E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22603-563E-434B-9F8E-3310B3CC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14FC4-355D-4D72-BA87-AF0ADF39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Markdown·Code 셀을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5A4A40-91AC-42D7-B37D-88CE3425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BEEBB1-E88E-4047-8E69-97FD3FDC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5FB720-824F-4768-849C-2A5D8636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output이 남는 위치를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9A9C6A-A419-4738-A14C-D9E41EED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41224-D410-4882-BC32-B076EAA6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63D6D-DE89-4050-A800-CF327758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첫 셀 성공 화면</a:t>
            </a:r>
          </a:p>
        </p:txBody>
      </p:sp>
    </p:spTree>
    <p:extLst>
      <p:ext uri="{BB962C8B-B14F-4D97-AF65-F5344CB8AC3E}">
        <p14:creationId xmlns:p14="http://schemas.microsoft.com/office/powerpoint/2010/main" val="1247951940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93D6BD-45A6-48B0-A742-BC767D6F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18F0E-5B3A-4A62-9FC9-8DEE5ED7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Branch→Codex→Test→PR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5C9DB-32BB-477C-9D7D-641A8728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37500-8301-4087-8345-5A269BDF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A31EE-7E01-4E05-82D3-80F7956D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4114A-C325-42B7-831C-52D78262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5FBD2-8B63-40FE-87EC-D3018F0C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0BA71-592D-4748-87EF-0F77CD18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BD23B-0F63-4C74-9D74-1ACE27E0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17CD7-CCBF-4DEE-9AD8-9D1C6F72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A4DB2-A99F-4C80-B7F9-FA2232B1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76D5D-9BBA-4B81-8C3E-9249F89E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branch를 만들고 변경 목표를 네 줄로 적습니다.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3F926-71B5-4564-9AFE-0E3878F6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FC0C1-8A0F-40BC-B25D-0CF8730E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41B66-E17B-49FC-B6CA-92FF535D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Codex에는 tests/test_day1_agent.py 한 파일만 허용합니다.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ED88A-3944-42A6-9373-C7919F26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BC662-832B-48BD-A1A7-4ADECD40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2F838-979E-46BC-B8FF-3E28062A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생성된 diff를 직접 읽고 pytest를 실행합니다.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6319F-3A3E-45E9-83BB-3058F0D5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B23BC-8F3B-4FB7-877C-2791A78B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863631-1785-4A9B-8C65-5ACBBB01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연결이 되면 Draft PR, 아니면 local diff를 저장합니다.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13451B-92BD-4397-975D-B678D6B5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ABC45C-9B3F-4058-AF51-11D20A1A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33900"/>
            <a:ext cx="813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예시  |  Objective: .py 읽기 차단 test 추가 / Scope: tests/test_day1_agent.py / Do not: src 변경 / Verify: python3 -m pytest -q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FB73CB-00F1-4401-8CE6-57712641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26260-D13C-4ED6-8B07-E3153A40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branch + test + Draft PR 또는 local diff</a:t>
            </a:r>
          </a:p>
        </p:txBody>
      </p:sp>
    </p:spTree>
    <p:extLst>
      <p:ext uri="{BB962C8B-B14F-4D97-AF65-F5344CB8AC3E}">
        <p14:creationId xmlns:p14="http://schemas.microsoft.com/office/powerpoint/2010/main" val="1474755194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B9C86A-DA0D-4E1C-99ED-48EF6CA2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402D4-C97D-4518-95D7-760F8D08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설치를 끝없이 붙잡는다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3283D-30AE-4495-B88E-679F7DC0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6F2BA-469F-4D92-BE0C-0EDF9885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ACB81-8D64-44E3-AE99-91D556FE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72BF9-5743-43A4-BEED-1E6266A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8934B-9C92-4415-A4F5-7F99CDD0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4EED2-1B74-4639-AB87-295240A3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84254-9B24-41E6-94F4-4BF7F314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F07F0-C7A2-4166-80E8-2854A366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BE82C-9071-47C1-A91D-B9ECBF7D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명의 PATH에 30분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473CB-5A1A-479A-8DEE-929512D5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AD9E7-0DD8-4ACF-9F0C-35C5DBA5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00F7C-864D-4EE7-AFEA-5B926867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3564C-1DFB-4278-8B36-8B0433BF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BBA1D-EE8B-4673-896C-F6752A38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52184-5093-469F-BC76-274017DD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경쟁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86517-158E-4C78-8D24-B07C8F90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9FF42-140E-4C5A-B095-0B31F24B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10분 timebox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B27674-4406-49AC-8043-8888DF9D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BD323-623E-4B91-9D1F-640F8261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zip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865B6-7B27-4EEA-972B-9AECCE4D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AF9CB8-0526-4FD5-B152-F3505DC7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1FDC11-F3A0-4E46-B46E-278796E2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E3E624-A976-48E6-9BE2-0BA16A32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 후 재합류</a:t>
            </a:r>
          </a:p>
        </p:txBody>
      </p:sp>
    </p:spTree>
    <p:extLst>
      <p:ext uri="{BB962C8B-B14F-4D97-AF65-F5344CB8AC3E}">
        <p14:creationId xmlns:p14="http://schemas.microsoft.com/office/powerpoint/2010/main" val="138132267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9AC126-1BA5-406A-83F1-4537E0CD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333FB-3272-4233-877F-CB524965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전역 Python에 모두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36991-D3BC-4C42-839A-7440F6FD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41212-A82B-4C16-9093-8D810A92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E36A2-444B-45E6-B6F8-2AA0163E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8D79E-120D-45FE-AC3B-78A11012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491E0-D9D5-4416-86DB-13438CD3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069BA-CD51-490C-B5D6-443C2A82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9764F-FD37-4273-96C4-1FB45BC0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73E2D-19CD-43CC-B384-E482CE97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14C77-6897-4BAC-A91A-6FBBD868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버전 충돌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C1AD5-CB12-4DBE-9245-F79DB301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67AD3-4F25-44A0-8F0E-9F038227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7BC9B-540C-46AE-8A02-3CF8D908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87B57-8E02-479F-ABF7-7CC344DC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재현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A811A-182D-4FCF-9851-6700B2EF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90361-BD62-4416-8A44-BE636778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다른 프로젝트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C8B76-486F-443C-97E2-D3ADF810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B52C7-FFA0-42FF-9E0D-8C1E4ADA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2CDEE-8DB4-4688-A04F-44A0D3DB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94BA64-0786-4845-BEBC-4F0139FC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DC8AA9-83E4-47E9-822A-BA80C2C2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94CF9-092D-48CD-8097-D6C5BAD1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 고정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D5B491-B29F-4726-BB95-685F6DF0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8DEEC2-51EE-4BA4-BA63-DE4A66A5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확인</a:t>
            </a:r>
          </a:p>
        </p:txBody>
      </p:sp>
    </p:spTree>
    <p:extLst>
      <p:ext uri="{BB962C8B-B14F-4D97-AF65-F5344CB8AC3E}">
        <p14:creationId xmlns:p14="http://schemas.microsoft.com/office/powerpoint/2010/main" val="99351220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198771-D96E-4BD0-B837-B77422B9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19501-9049-42F2-9CCB-6914883A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Agent에게 저장소 전체 수정 허용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EB832-9CA1-40FD-8B20-B9A9729B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B49FF-78AC-44AB-8C6A-F32881CC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901AD-DF82-4638-88A2-F8EFC483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A543E-905F-453A-804D-55D19BE2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8E8AF-41B4-488D-A07F-30835BAA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34E0B-1115-4277-8D3C-43714699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6F327-D0F6-4621-988A-59BABE39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E417B-5519-4B31-B3CC-1957D10D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7998A-31FC-4FF3-B434-263B1BA4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범위 모호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E3BDF-045E-4BE7-94F5-0786364B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5A76B-22B0-4E6D-ADD3-0F980E6B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 파일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B539C-0983-423F-9820-DDF50057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5055E-1689-4394-9C02-2285F565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삭제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12E0F-3EB1-4DE0-8B20-8C67F917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80A3B-808C-4E53-A27A-3B5E47CE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 접근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99F5B7-905C-428C-B19A-11626DEB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53F18-1487-4D07-9BEF-248E3436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A7CF5B-3B84-42FF-95C3-3C12A532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3D01D-C011-4640-AA91-F02C8DCD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금지 조건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9FDB3A-79C3-48BD-A2C9-4FE51E6D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EE963D-231B-461C-B005-974C08FB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3EBB7-6482-49B4-A56F-1C8AA0AD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66A2A3-E3B1-4480-BFE7-53967231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결과 요구</a:t>
            </a:r>
          </a:p>
        </p:txBody>
      </p:sp>
    </p:spTree>
    <p:extLst>
      <p:ext uri="{BB962C8B-B14F-4D97-AF65-F5344CB8AC3E}">
        <p14:creationId xmlns:p14="http://schemas.microsoft.com/office/powerpoint/2010/main" val="824959609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F66539-7D48-4D16-A03B-23466C49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98A5D-D423-45A4-A60D-42D0ED5D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회사 PC 제약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2D220-176F-420A-B6E8-D7B68F43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B9D73-CC6B-47F3-B24B-D86A8CA5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B7EB1-CFF4-452D-A0C5-52423A1F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F903B-6F48-471F-9EC3-762DB617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F3087-34EF-4180-880B-D8810BA9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제약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DAF61-27E0-42EF-9594-2C40C98C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대체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281D0-6519-4E9F-8A0C-B7A2A09E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DA703-333F-411E-9A92-18110BEF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6E95A-FDBC-4A8F-8E45-475643AA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B46DD-7C9B-4B56-B343-54FA464B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8B361-1AAD-43CE-B75D-6FA4E718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다운로드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BF47C-4976-4039-A6DC-81CD3EE4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4E2F5-FCE3-47CA-A900-F75B3B8F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접속 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28597-127F-4826-BAD0-6EF99754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71708-D8A5-4823-8436-B9345698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GPU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2BF455-F3A1-4982-9D3B-AFB888E7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0B026-3150-473F-88BF-CEE38F5D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portable/승인 절차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A7D3E-95FE-4EDD-B0C8-BEF3BBFB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E66F0F-CFB2-4546-8BC5-70A55F72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제공 fixture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9A9AF-1BDC-4500-809B-0B16C131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C178B-0FA9-4BCD-8C9D-17B190E3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Git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2A0A01-19F8-4D77-BC2D-7EA82381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01A35-B3EA-4D31-81F8-3FD4F18C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CPU 모델·텍스트</a:t>
            </a:r>
          </a:p>
        </p:txBody>
      </p:sp>
    </p:spTree>
    <p:extLst>
      <p:ext uri="{BB962C8B-B14F-4D97-AF65-F5344CB8AC3E}">
        <p14:creationId xmlns:p14="http://schemas.microsoft.com/office/powerpoint/2010/main" val="2061952923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DDF9F-B7F7-446C-BA50-5DAE01CB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E763F-F24A-4355-87DC-20D63CE0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4 · 다른 PC에서도 다시 실행할 수 있을까요?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B81C5-C14F-4A28-AE48-4664D84D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F9DBD-941D-407E-ADAF-C66871A0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ED1C2-F84F-4070-9CF2-C3A66AC5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12:00-12:50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57F0F-A129-4AE8-9C69-ADEB79C9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2FC6B-1BF2-492C-A6F7-DF83CE68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저장소는 받았지만 .venv가 없고 Notebook이 전역 Python을 보고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1DBCD-C61C-4CD4-A978-8A76527D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BE4AE-C1D9-490B-BCEF-22CBC360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75F55-BC20-4994-84AA-9E5BE956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세 명령으로 runtime과 경로를 어떻게 확인할까?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DC561-CBE0-484D-9F93-5A2180A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A3404-A1E3-4F90-A500-ABBB1286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D4C47-D0BA-44B7-B78C-3E08B903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10분 안에 설치가 안 되면 어떤 fixture로 계속할까?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34856-75F4-44A3-91E5-6246FCFA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D5A50-77E7-4E43-9DEB-2CC09B89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818E6-12AC-4BD9-94BE-36910CC7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상태를 어떤 commit과 캡처로 남길까?</a:t>
            </a:r>
          </a:p>
        </p:txBody>
      </p:sp>
    </p:spTree>
    <p:extLst>
      <p:ext uri="{BB962C8B-B14F-4D97-AF65-F5344CB8AC3E}">
        <p14:creationId xmlns:p14="http://schemas.microsoft.com/office/powerpoint/2010/main" val="397835192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15151-91C2-4C65-8F50-34789D3C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246B8-66C6-478A-8E77-C0A30090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12:50-13:40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E9554-9C97-4BD9-9AFF-11E0ABA8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1일차 5차시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E715B-CA74-42BD-BF08-9B80D09B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040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안전한 Agent 실행 루프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B3E83-2C3A-47EC-9817-8D56D70B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12:50-13:00 강의 · 13:00-13:10 코드 시연 · 13:10-13:35 개인 실습 · 13:35-13:40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8F46B-870A-4DEF-AF56-861AF01E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46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FD038-879C-463B-BD2C-1F1710C0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배우는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E6F6D-171E-4BF7-9D79-D924375F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3467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2CB87-4AF6-4A1F-BD67-9D09BE0E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3124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 · Validator · Executor ·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40612-BE42-41BF-B223-D4DD4D4D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7BD5A-54C1-4403-B747-D2762576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 차시에서 이해할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A5446-B451-4D84-AD34-6F870DA4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4095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77F81-1EF8-42B2-9A04-F66771BF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75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 전에 정상과 실패를 규칙으로 검증한다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98C2E-CE48-422F-BA20-B2B30BE9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51FF7-D9A0-4681-A336-37818826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함께 챙길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9CDC2-5FC2-400E-9BB6-656B46D6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838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E3E7C-08AB-4B7E-84B8-008E5427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0"/>
            <a:ext cx="249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정상·실패 test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6C55D-FFA8-4486-A59B-05359A50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49ABA0-C97E-4BC0-AAFA-A9803FF6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슬라이드 135-168</a:t>
            </a:r>
          </a:p>
        </p:txBody>
      </p:sp>
    </p:spTree>
    <p:extLst>
      <p:ext uri="{BB962C8B-B14F-4D97-AF65-F5344CB8AC3E}">
        <p14:creationId xmlns:p14="http://schemas.microsoft.com/office/powerpoint/2010/main" val="2119579941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CC5B2C-8C03-4BC5-AE16-BB09CB56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8878B-BE07-4299-9498-7AFB8027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LLM을 붙이기 전에 실패 상태부터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42416-3D7F-4988-88DE-3F5378E0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FDF2B-480D-4F59-A211-C90286A9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4DA0D-741B-4CC8-B988-564331A9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BBDEB-4312-4363-A0BC-8184F53F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B4D86-00C1-4982-BCD9-75E0E82C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실행 루프는 언제 재시도하고, 언제 사람에게 넘기고, 언제 완전히 멈추는가?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1FD54-97E7-4A7F-B4D2-CFDA3E98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570D8-EA92-4CC7-AA1E-75E364E4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83BA7-4383-44FB-A790-7588C5E4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planner로 next action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A46F3-5B53-4E1F-9964-B5717FB7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7A2CA-0951-4A73-B82E-F0D157EE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DE084-6AD6-4501-B26E-A1867786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validator가 schema와 policy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A798C-9B69-41BE-B426-A72CEBED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73F31-36B1-4018-922C-9817F8D9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2521C-1541-439D-84DF-6609DA50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executor가 좁은 tool만 호출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0E16E-EF8F-473F-9F6B-B15D3F55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78F6B0-7836-4A84-B912-D729EFB3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관찰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00C10-41AA-4A34-BCE9-D458869B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ToolResult로 성공·실패를 정규화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4A853-EF9C-403C-91E8-A56FDDAC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EB2CE5-2956-4B09-BFCF-E4B046B8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3BA584-4EAF-4876-9375-D08095F6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timeout·attempt·terminal status로 종료</a:t>
            </a:r>
          </a:p>
        </p:txBody>
      </p:sp>
    </p:spTree>
    <p:extLst>
      <p:ext uri="{BB962C8B-B14F-4D97-AF65-F5344CB8AC3E}">
        <p14:creationId xmlns:p14="http://schemas.microsoft.com/office/powerpoint/2010/main" val="1824220425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07A8A8-DA7A-4FB5-937E-515CF722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92934-AD54-4F16-8038-34CD8330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실행 루프를 나누는 네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5E081-CBD8-4207-848B-29D1D999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818AC-1424-4A9D-90AF-CA918822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51AC9-71DA-4E8B-821D-5F8B4EAF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F7CF3-1EE3-4D79-9430-267C4C30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B63E1-1D98-4692-A925-D26D8E26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FE416-B521-4027-9B5B-5EF9A0AE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FE77C-7B8F-4348-9FAE-077E8947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55B55-4F30-462D-A01B-D5C2639E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64BF1-D70B-4D21-9F19-F472E5C2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Next-action Selector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01341-437B-4E8A-8034-326CAFDD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요청을 보고 다음에 사용할 도구와 인자를 정하는 부분이다.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5C662-98A1-41B0-B732-21742222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‘txt를 읽어줘’에서 read_public_text와 path를 추출한다.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05C3F-7B3E-4740-9FF8-0B714488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170E9-1C59-4F4E-9416-7944B422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ECDC8-AD5C-4DC0-B6BC-21E75875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Validated Runner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4F635-6F4E-4949-9BD2-4F754FC4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Planner의 요청을 다시 검사한 뒤 실제 도구 함수를 실행하는 부분이다.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22AF0-214A-486F-A932-B5B57129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Registry에 있는 허용 도구만 호출한다.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81DF2-0DFC-49AB-8FA1-20C3782C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8A5E7A-E941-4D55-95E5-6BAA86C1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Maximum Wait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846A5D-04B5-4F9A-91F1-114CFAB3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도구가 응답하지 않을 때 기다릴 최대 시간이다.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03D567-DAF8-4825-B436-98E64062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10초를 넘으면 timeout_error로 기록하고 fallback을 선택한다.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FBA093-DA7A-41D7-AF44-27C8B4C7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AEFF54-2240-4735-95AD-F35CB8DD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2F11E-87DB-4192-AE98-D3F79CCF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6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Idempotency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Same Request, One Effect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1A08B1-8C92-4D0B-A249-3E03D148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요청을 여러 번 실행해도 외부 결과가 한 번만 생기게 하는 성질이다.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AE68B8-495E-4751-A1E0-FF72BF22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request_id가 이미 성공했으면 저장된 결과를 반환한다.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723ACD-6A51-40B8-AAF4-F383F2FC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2742266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198A0-29F5-4432-87EC-41E96FCC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처음부터 LLM을 넣지 않는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9F899-040A-4C99-B180-1CA18B25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62730-7A32-41FB-B81D-ECBC3BEE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AE685-DA9B-4702-B29F-95155F09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7AF50-F18E-45CC-A336-BCA13D61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D7954-76EC-48AD-9377-FC0C5504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9D773-EC2E-43B5-917B-A6E271AB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planner로 제어 계약을 먼저 테스트하면 모델 변동과 코드 오류를 분리할 수 있다.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8803fb575477c">
            <a:extLst>
              <a:ext uri="{96DAC541-7B7A-43D3-8B79-37D633B846F1}">
                <asvg:svgBlip xmlns:asvg="http://schemas.microsoft.com/office/drawing/2016/SVG/main" r:embed="R251ba9e49d654e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ED46A-F4A8-4ACF-A228-A41D3463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A5C2A-E7FB-4529-8BFB-52312D5E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DC065-A021-4CC6-A579-EB6442C4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05152-4750-4CF3-92C3-A9C18395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fixture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224B6-DFFB-43C5-9448-694B782F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BC21F-8488-47A5-B883-57F6DB98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executor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9F086-EAC7-434D-9E15-0F43F148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93CC4-12E7-4F2A-9D7F-E4D6153B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무한 retry는 회복력이 아니라 장애를 늦게 발견하는 방식이다.</a:t>
            </a:r>
          </a:p>
        </p:txBody>
      </p:sp>
    </p:spTree>
    <p:extLst>
      <p:ext uri="{BB962C8B-B14F-4D97-AF65-F5344CB8AC3E}">
        <p14:creationId xmlns:p14="http://schemas.microsoft.com/office/powerpoint/2010/main" val="1074334215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B4E32-430F-496B-B13C-F0CE13E2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Planner는 “무엇을 할까”만 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8A870-5F73-48F7-80C5-B1178EE7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F06C2-0662-4713-9031-9B08E0EC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51498-5F15-4C7F-8E15-847B39FC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3149C-C14A-4203-B0EE-DD99E5E8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FF1CB-DD40-4BC0-BAFD-DECA1334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이름과 인자를 제안하고 실행 권한은 갖지 않는다.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C2A31-9632-41E7-9426-9AA9F57C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E3ED1-8A0B-417B-8714-EC472B64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 parse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C71BF-EAE5-4090-BF05-6D19DBBC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B5DA2-7260-45F8-81FF-FA6254FF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28EE6-BF43-4558-A790-B78BAC5E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93FC6-D9AD-49A6-A00F-59D45A43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side effect</a:t>
            </a:r>
          </a:p>
        </p:txBody>
      </p:sp>
    </p:spTree>
    <p:extLst>
      <p:ext uri="{BB962C8B-B14F-4D97-AF65-F5344CB8AC3E}">
        <p14:creationId xmlns:p14="http://schemas.microsoft.com/office/powerpoint/2010/main" val="1995168818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C9B56-C18D-4522-B9A4-78203AD1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Validator는 안전 경계를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2FFA9-8183-49AB-B926-A9F09D3B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82884-CF74-4995-B13E-1CAB4677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EB978-2337-48B3-8657-B144AE89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AD78A-D6D6-4B9F-A213-45141CC9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2BFC5-B69C-41A3-8589-04B5A748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5CAB8-CDF9-4310-A49B-0DFF4E87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도구·필수 인자·타입·추가 필드·경로를 검사한다.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3F38F-CD2C-429E-B29B-9074A825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519AD-68BC-4F77-BE65-1E0B0776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81A9D-33ED-4D5A-A431-D4D510A9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6CE34-C62D-4C23-B35A-A0511435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E6A92-238A-42DA-B76F-93E3F144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6E7AF-9773-4825-B9F0-FC13ACC3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guard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4A531-6911-4193-8DEC-4D5E3C78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27CFB-BEAF-41B4-B640-C9993EAD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 code</a:t>
            </a:r>
          </a:p>
        </p:txBody>
      </p:sp>
    </p:spTree>
    <p:extLst>
      <p:ext uri="{BB962C8B-B14F-4D97-AF65-F5344CB8AC3E}">
        <p14:creationId xmlns:p14="http://schemas.microsoft.com/office/powerpoint/2010/main" val="1808166841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BC58A-EEA0-4F4D-B105-B8387946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Executor는 등록 함수만 호출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8FED1-ADF5-41B7-9450-E6AEEE65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25842-3D41-4C5A-AA67-746AAC80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C2959-DF17-4814-ACFB-D4CB98C4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170AE-219C-41FB-AC55-A27E1C54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AF819-47E5-4A97-916B-AB8A8211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동적 eval이나 임의 import 없이 registry에서 함수 객체를 찾는다.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493CD-70BE-43C4-A148-BCAAAEDD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C89DA-6059-4A21-9F12-FDDF94F3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lookup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4B955-8720-4EAC-9CFD-8E34632C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A6BAD-6A6A-4912-84F0-3E002725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kwargs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9D2D0-181F-40F7-B5D2-8D0BD655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9774E-5DD9-4F32-8AEA-7F9403D4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A35B3-4A5D-4465-AB7E-4520D916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8729C-AAA6-4BE2-9C43-12C553D9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결정론적 planner로 통과하지 못한 계약은 LLM을 넣어도 안정되지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287822243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2CA83-8B0A-4611-B3E9-DE2F274F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ToolResult는 성공과 실패의 공통 언어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748DD-94D5-4FFE-A6AA-61CBBE17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ECC89-808E-42A3-A082-F989EA63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A455F-8C32-4CA7-B65D-58A9D6B7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FCAA7-04A7-4F88-AD21-83E8E654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AFF35-E0A3-4B34-A1CE-2C4C7A65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AA2A8-D855-4372-800F-CEC4A76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 graph가 traceback 구조를 몰라도 다음 행동을 고를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FFEA9-A716-4144-B70D-647E9123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36AAD-3329-4E28-A0B4-7C1DEAD5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6056A-C70D-421B-BA2C-1A822E49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EC896-6740-446B-B1B4-7F4350CE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89FFE-3B4B-4295-A79E-C8186704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28BAB-4180-4497-AF1D-2322B776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3F8D1-9560-44B4-BBE9-2F0634CE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5FC34-9515-4AE6-8726-94168DB7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1639641740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56BE0-1F25-4165-AC0D-034D7297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read_public_text는 의도적으로 좁다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0B28A-7242-4A17-91D9-10DCC788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1A845-1992-4F85-AC3C-7F7881F5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0E549-CCF2-4425-8F5B-6C4032C1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EB974-493F-41C8-BDD2-4D6351C3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FB0B8-ACBA-478F-9FDC-73ACF311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 안의 공개 txt·md만 읽는 도구로 최소 권한을 체험한다.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B3C7A-7E8C-4B5B-859C-431B9095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C50EC-D5DC-4A21-80B2-4E2AB8DC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root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278B0-4EFE-4185-A39C-3AD557C7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FA736-D91D-47EA-A8DC-997ABA68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suffix allowlist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827A9-9B13-46B2-894B-63C9B438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AC198-C3DD-4212-9350-8A427482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UTF-8</a:t>
            </a:r>
          </a:p>
        </p:txBody>
      </p:sp>
    </p:spTree>
    <p:extLst>
      <p:ext uri="{BB962C8B-B14F-4D97-AF65-F5344CB8AC3E}">
        <p14:creationId xmlns:p14="http://schemas.microsoft.com/office/powerpoint/2010/main" val="1327460548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FD76B-1854-4A0E-84A0-798FFEB8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count_action_markers는 LLM 전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72027-8841-47B6-845E-911623C4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5C60F-CBB6-495C-AF84-E87B0175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E7098-D91A-461D-A274-3D3193D3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7839F-8FF1-43ED-9135-22649E70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CEBAD-7A1A-4034-8D8E-3977F17B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989F0-B279-44CF-8C24-0C32FDDB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행동 표현을 규칙으로 찾아 구조화 파이프라인을 먼저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4C8AB-01D2-43C3-B2E7-5CFB37DB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7DE71-B717-48AB-A551-FD5FA4F5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까지·작성·검토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B4ECA-C28E-4639-BA1D-139BC23D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F18EB-C01F-4158-B79C-D7F2B1FA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970D1-66C5-494B-9B8D-5A0B6703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E1AA1-2198-4F1F-AAB1-04A70728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F846C-EEAC-4B18-AFC4-CE5D78A9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909E4-D4B5-4822-88AA-518533F6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Agent의 실력은 성공 횟수보다 실패 상태를 얼마나 잘 구분하는지에서 드러난다.</a:t>
            </a:r>
          </a:p>
        </p:txBody>
      </p:sp>
    </p:spTree>
    <p:extLst>
      <p:ext uri="{BB962C8B-B14F-4D97-AF65-F5344CB8AC3E}">
        <p14:creationId xmlns:p14="http://schemas.microsoft.com/office/powerpoint/2010/main" val="1703460440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A54C94-66F4-4D3A-AD88-734A39A5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0A3FF-ED7B-4745-8FA1-0A41C43A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 읽기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14568-E729-40B4-9B65-DCC553D8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41566-55E0-4A03-80E5-6EF704B9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5E242-29F2-43B1-8A5E-5DDAC320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B574B-3E63-438C-B723-6DB583A8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F63C6-02BA-404E-AD5E-3E4BEAEC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B6CD9-897E-4C63-8A6A-A2221DA6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3FC6A-DD39-43FF-BFEE-BB058C7B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D4844-8E7A-44C6-B7D5-10C241C6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dataclass·schema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08F3C-6309-4F4A-A44C-12A1C679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D0451-6BC7-42A5-8828-A0D7D056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D5780-C021-475A-B84E-88E1B195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252F6-CF6A-4377-A219-DBBC8DE2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validate·guard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B3220-CD3C-438E-9ABA-63D14338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C6058-26D7-446B-BBFC-7615CDD0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A691F-284C-4C10-A192-4332547C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21C87-6EF2-43DC-8068-207F4544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registry·result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F37A0A-B4A2-4974-A038-45882A07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70F47-9702-4ED1-9359-21CA7F80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64F1C-E8DD-41B6-9176-FBE91D3F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85A3CA-65FA-462A-8E2A-59A350F6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__main__</a:t>
            </a:r>
          </a:p>
        </p:txBody>
      </p:sp>
    </p:spTree>
    <p:extLst>
      <p:ext uri="{BB962C8B-B14F-4D97-AF65-F5344CB8AC3E}">
        <p14:creationId xmlns:p14="http://schemas.microsoft.com/office/powerpoint/2010/main" val="2133194652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75126F-832D-4F82-85FD-925FA999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87C92-491E-45A5-B43B-D391C1C5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D463C-59D8-4FB0-A279-32D77600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66B57-B80E-4339-9501-B8A2CB90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A32F5-68EC-4AC0-BC34-7F39B9A5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FFCC4-5A7C-4324-ABB6-25A0F0D3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9730D-5F40-4A3C-9CB9-709AB0E8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AE503-8B99-4A71-BA8F-5A9AF946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267CD-CBC6-4A3B-BCF1-88B5E371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6AB11-424B-4415-A677-81B7F5FF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01036-7248-4CA1-985F-6DC30B93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4B4F9-1089-4216-A3B3-6BF601FD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0F79D-6FC2-4D00-97AC-6E943857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63F5E-ADDC-4806-AFBE-2D670438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98DF3-F886-46D1-8732-C29F0502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7C233-737D-4806-BA31-6185E9A0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B7C5F-781B-464D-AABA-9D88BF7C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F2D49-7B19-45FE-BD3C-EB6E40A3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859B0-AEEE-4183-BD6E-559EF753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E654D-A9B6-4EC9-98A1-5C89BA95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938DA3-21BE-486F-AAD8-C105A787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A4AB6-65EA-4107-9D7A-A1A6C8E2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4 error cases</a:t>
            </a:r>
          </a:p>
        </p:txBody>
      </p:sp>
    </p:spTree>
    <p:extLst>
      <p:ext uri="{BB962C8B-B14F-4D97-AF65-F5344CB8AC3E}">
        <p14:creationId xmlns:p14="http://schemas.microsoft.com/office/powerpoint/2010/main" val="2023063235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A653D-2ED9-47C9-AF09-DBF43CF7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442F0-0EE8-49C3-B49B-C2E67083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주입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9F21F-B829-4C42-B229-E9A66830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169F3-44DC-47E8-A620-13B40CA3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2F046-4AB8-4DC9-8767-A035E578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D6288-9C56-43C7-8205-1D7AF19B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8FEB5-4B88-46C3-A596-2B943BE7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4C30C-E491-445C-8A9D-1F62107F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21DF2-8764-4355-B737-053145F2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59612-EB42-47CA-A82F-B0F730E8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3D411-80F8-49AC-AB21-E8EFD0B0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3E73A-B179-46CA-A00C-A1F7974C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E9687-C275-4F65-8907-FD94C814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807AD-451C-4EF7-96A9-0632E05D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인자 누락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77487-98CC-46BC-9F67-A815F797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42078-7A30-4981-8E30-B6782B52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0CF3B-8532-495E-8C56-4BBA216B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TRAVERSAL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BAA609-8CD2-41FB-8D7E-7597BB69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경로 이탈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0AA6C-9E08-4D4C-A5CC-0F4E01E7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4AE49-FCF9-4FD6-B5D1-7E582C48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C2F9A1-C28A-42AF-8D19-71F02BA8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DUPLICATE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AC6BE-C0B4-4C65-AA3E-D207FB73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 확인</a:t>
            </a:r>
          </a:p>
        </p:txBody>
      </p:sp>
    </p:spTree>
    <p:extLst>
      <p:ext uri="{BB962C8B-B14F-4D97-AF65-F5344CB8AC3E}">
        <p14:creationId xmlns:p14="http://schemas.microsoft.com/office/powerpoint/2010/main" val="1720516801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3A253-E132-428F-9906-D6A6AE74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0B150-9A9D-4C97-AAD3-A1923E70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빨강→초록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0D9E3-FD5C-4B0D-8DF1-FCC3D0E6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85A61-0D52-4BF4-A5AB-7CFD11ED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39AAD-1188-4B01-868F-16B262EE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97928-2EED-4F89-90E4-108DEF27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930BF-858D-4B34-A6B6-BFA8B588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76E6D-9BCF-4E45-A928-8F595B62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0DA02-3A6A-4959-832E-07501273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CB91E-E755-426E-A15F-6D19582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실패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95502-B2E6-4BFA-8B2C-DE27B526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24072-240E-4706-8FF8-FD2018EC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52CC2-FD39-4930-B182-482D5B19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3978F-16AD-44CF-B8A1-F229516D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868C8-307D-4EBB-AB2D-F81F7635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C8CCD-A16B-41DB-B0A9-786F90F9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830E1-CCB9-4E8E-B438-BA1694C6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6EB08-4555-4DF0-8F01-0AA5CFB2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 변경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7784A-90B9-42F0-9318-9E6C6D6D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637634-1E80-4207-875D-7FD88477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1C21E-2C6E-44E9-BDE4-29324589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31D1B4-57BC-4A12-8BC9-B03816D9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전체 10개</a:t>
            </a:r>
          </a:p>
        </p:txBody>
      </p:sp>
    </p:spTree>
    <p:extLst>
      <p:ext uri="{BB962C8B-B14F-4D97-AF65-F5344CB8AC3E}">
        <p14:creationId xmlns:p14="http://schemas.microsoft.com/office/powerpoint/2010/main" val="1663854073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6CB26-052D-448B-8C00-5C397129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AF425-D102-471A-B68B-3B6E09D1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checkpoint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DAAE2-344D-4356-955D-B9B1B268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2467F-877C-4047-BAA5-ED686748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1A3AE-85F7-4AEE-8871-DF721D3C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AB071-CA81-41A4-B955-4CC94555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D2D09-07E9-4731-8DF8-6D34DA92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54720-1EE9-4231-AFCC-322E0F2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9A92A-79B2-44F5-98C9-2D667BCC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243C3-68EF-43B7-9E92-010DEB2A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3646D-FAC2-4BA7-864B-738E9B16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14DD4-68FF-4DA6-9561-186593D7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50C1B-960E-48EC-9DB0-A2D343EB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F5DA2-AB6B-4A53-94B6-D43E8D0A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EA91A-153F-4CFA-81F8-C2B3C772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7EA48-C54C-4700-9FEE-BB41304B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F0EC2-3DD1-459A-A2C3-C60430DA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EC142-B1C3-4C29-8717-9626C873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src·tests만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887A5-E843-486A-9924-F1ED76E1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1DDE6-0C41-4097-8F56-132E0B03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A7E96-0644-41A9-85EA-C8EF1E51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AFE43-3F93-4532-B53D-BD226E70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메시지·log</a:t>
            </a:r>
          </a:p>
        </p:txBody>
      </p:sp>
    </p:spTree>
    <p:extLst>
      <p:ext uri="{BB962C8B-B14F-4D97-AF65-F5344CB8AC3E}">
        <p14:creationId xmlns:p14="http://schemas.microsoft.com/office/powerpoint/2010/main" val="1963731424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4BF0D4-40B1-4A32-9C5D-2E2F2F92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F58E3-525B-4B1D-AC85-9CCFFB5F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네 화면은 실행보다 복구 경로를 확인하기 위한 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0BB2E-2529-4BC8-9B1A-DE76DC18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6E60D-545F-4AB7-A0C5-52A179A0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08A0A-F418-49A1-9C11-BF0C85E4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FE568-F6EC-4001-9545-FEE11937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7F485-AA44-4565-B003-38A86594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Notebook 실행기 → interpreter → Agent 수정 → 같은 repo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15BE8-B821-42C8-BB37-02D56D43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C7A80-2B09-4236-893E-E77C7400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99A8C-D077-4085-82C5-BEA3C3B3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Notebook kernel을 준비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BBE98-4BF4-420F-BE9C-8450A480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All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3652A-7333-4A8E-AFB2-C881CDFB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AAAB4-A568-42D4-A719-900E4A93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D1283-7665-4D3E-BDA1-7B4B97FC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B6133-3F25-44DC-9F7F-2AF2D02B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Terminal과 Notebook Python 맞추기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ADB10-C41A-492F-83A8-2B27311A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interpreter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61AF3-0028-4747-8166-C093A505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5EA51-A292-4EED-B41D-C55CE53E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DA956-F2B8-4D31-8611-45580AC1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3B3CA1-A86F-4F18-BC5F-35E9DD36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spec으로 한 경계만 수정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947E1-3093-4353-863B-C9427017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제한된 diff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D05116-BC96-4AFC-A9DC-10D387E0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0F1D9-647A-461B-9A80-25687713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90160E-626B-4703-BA23-D3B4E5B0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DF4C8-824D-45AC-82F6-BEE49719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다른 Agent로 실패 조건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4EA1DB-BD7C-43E2-B0AB-70F08ADF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test 재실행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0435F9-1C66-4F70-B2D2-1177F11C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3295941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1D63B-6623-4B35-9902-A71A26A7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27A5A-E9BF-4BC4-8F99-AC642212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 설치 · notebook 실행기의 공식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84709-5FF9-462A-8289-96C0994B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7398F-616F-43A5-995D-B765AC57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A711D-D187-4E03-B5FE-82BB6398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3F960-2FB8-4929-8D1D-2BFF8589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6E915-887F-47EB-998B-82D9D166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C26D4-7973-4B02-8620-FC18D8A9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201EF-8EAC-46CF-BF88-7901458C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JupyterLab·Notebook 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D151E-ABDF-484E-AFA7-CABCEE33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2DD3C-0F11-47DA-9D53-AB572AD2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extension과 kernel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7B880-A79F-4659-8B5A-FCB7CBDC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4A668-7905-473F-9F7C-A60C9DAD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가상환경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F92FD-0103-487F-91CF-A4E9BA02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BE9C8-5AA7-49D0-8DB7-FEB353C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All이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3304C-D84E-43EB-B424-00D71C10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e141497d6458c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B6CA4-EE0C-4FBD-8389-1004476A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Jupyter Install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8194306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D231B-F632-4308-A6C3-EDE43E10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B3E9E-95F8-41A6-93DC-E8E8095D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· editor와 interpreter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86531-AE17-45C6-AEBC-0D8F3BF0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52196-BEB1-4214-9DE4-CE381B93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E15A7-92C7-4EE6-AA17-230FFC10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B0BFD-EE5E-468C-9CDA-A9216444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15ECC-0DB9-4FC1-A80C-2B605253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4F92E-DB53-4EC7-948D-CADAD516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4F6B4-755B-4146-AE07-8DB7B90D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FEE4A-B123-4545-AEBF-991EDD24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C60A1-AAB9-4810-AD10-073B9DCE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143BE-F30C-415C-938C-6F08910D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14021-66F4-478F-8B96-9F408782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Python 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9885C-7440-4E02-A749-7A842324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A7CF4-3892-44CD-9CE4-050209A3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testing·debugging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ADBC9-5F89-446F-870D-23CE8C1C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5febe6160404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340FC-E5E0-49D4-AD72-A9011AB1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589737517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FFD2C-F4A6-4BDE-B0F7-342D32CB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84C70-B987-4DFA-A97C-9687B41F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작은 spec으로 수정 가속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CDB18-76CE-4BA7-8C2D-F96992DF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39F83-9C77-4C65-A740-44524A7E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467A1-E74E-4633-9FF8-2F20262A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1B7B5-7A9D-44FD-B4A2-04077AB1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DBD27-1D60-4F16-A147-3D0D5D5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B87D6-4015-44E1-930C-B34C056A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86FDD-E29B-4D4B-85B7-CFD44898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 한정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EBF16-C1FB-40CE-8F63-86374FFC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1251F-6D14-4523-A3B1-FBCD29EC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명령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771EE-3BB0-4EAC-BC66-10A460D7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00AB0-E7D7-44E0-9F7C-4AAD605D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 결과 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CBC30-DB88-4BA4-BA43-D700D9CE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F25AC-EF90-4C2A-AD32-B0003771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demo 후 직접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BF587-6EA4-446E-AA5D-1FFFEDC8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f5a9b5fc24b59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B7E92-1BC2-469A-9701-D25AE086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485015028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B66630-C517-434B-BED7-1511827E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116A0-8CB2-4255-A0F6-0DB3FC01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동일 repo에서 검토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D48D1-7432-49F9-8A35-EEA5D23D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4FF9D-01C6-42C1-92DD-BFC209F5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8326B-988D-4B1D-B1E4-28BE86B5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239BC-DBB2-44B0-9DFB-D5579C21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C248E-AD37-4D80-B324-CDF0FB1A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02CB8-D9BB-4C36-A8F7-F8894660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6BD45-CDD1-4EEE-9AA6-48074F7F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폴더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9342A-E201-4773-91DE-3ADFE218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EA104-7139-4626-AB35-83397A6D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전 계획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DC016-AB64-4C07-937E-7945269D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56A50-4D84-4008-B01F-450D3EBA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후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79E3C-E72F-4B85-B692-240E45EB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7BDC1-E45F-4410-A1C1-D1CDC18B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Agent 결과도 사람이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82364-D35F-47F3-A0F3-D2D5CC11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d807cb14e421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DFDC9-4E47-4950-99AC-E62B4C5F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Claude Code 공식 터미널 가이드 화면</a:t>
            </a:r>
          </a:p>
        </p:txBody>
      </p:sp>
    </p:spTree>
    <p:extLst>
      <p:ext uri="{BB962C8B-B14F-4D97-AF65-F5344CB8AC3E}">
        <p14:creationId xmlns:p14="http://schemas.microsoft.com/office/powerpoint/2010/main" val="719639202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0EFD0-5098-4E62-9553-0D7C3E4E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111A7-3558-44CA-80D9-44BFE6CE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0E8BF-52AC-4EE2-AEBE-B16AB672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D2839-537E-42E1-8CCC-0FBD4AF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EE793-6CDF-43C7-9092-4DE8B548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9E4A2-122D-4BD4-9622-61A126AB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EF60A-6389-43DE-8CB1-F67102CB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60B3D-A9B2-40CF-A0CB-DCA8792D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5A0BF-02C9-4778-9DBC-E9D7F2C9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34AEF-91B4-4439-BD87-53D06807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0C229-841A-4D88-88D2-CCEBB4F0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파일명만 추출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F98C3-1FBB-45BC-8C88-78605B54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4414C-E732-4371-BD7A-CA85ACF8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unknown도 정상 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0B4C9-07B9-41A1-887E-D9D58642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A8B2A3-E661-4CDF-BE81-5914B5E3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 model로 교체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C7E4A-B5DC-4F44-84C8-A832AA7C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12E19-AA9B-49C8-9DD8-AA3321B9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D87A1A-6A8E-46B7-BA3A-7638B509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rule_based_planner(message):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match = re.search(r"([\w./-]+\.(txt|md))", message)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match: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{"name": "read_public_text",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"arguments": {"path": match.group(1)}}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{"name": "unknown_tool", "arguments": {}}</a:t>
            </a:r>
          </a:p>
        </p:txBody>
      </p:sp>
    </p:spTree>
    <p:extLst>
      <p:ext uri="{BB962C8B-B14F-4D97-AF65-F5344CB8AC3E}">
        <p14:creationId xmlns:p14="http://schemas.microsoft.com/office/powerpoint/2010/main" val="1209986164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4533E3-A404-498C-8905-CE0FBAE5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FA5F0-3C3A-4957-9FA8-8F86464D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SafeToolExecutor의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AA175-3EB1-4118-8C8A-3A68D1D5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52493-9AC8-4AB3-89E4-77F82977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1597E-02E8-4DDE-A23B-94651F94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EBC52-1709-4C30-81C9-E2DD6360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3DA35-BEC3-472E-8DC8-7DF65D85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038A0-13AD-4B01-A736-BA8C65B9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5DF8C-D57B-43AA-A4A6-EDCCDB1D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검증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B893B-CAB5-4A93-A64A-19C87D7A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33329-FAEE-4C43-888A-5B72C915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C11DA-DF4F-46B7-AF26-957A303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D1F79-8953-43C8-8CC4-3128F7AE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73D0D-396F-496F-AE34-4CD471A6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30AD3-E6F0-4F01-B75F-31AE7929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반환 계약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12464-CED5-4BBA-A103-B0EB5E86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B31CA8-64EC-4766-BD7A-51DD0C77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68DDE-7B5A-499B-932F-A1A31B7C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execute(self, name, args):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validate(name,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fn = TOOL_REGISTRY[name]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data = fn(**args)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ToolResult(True, name, data=data)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ToolValidationError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ToolResult(False, 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error_code="VALIDATION_ERROR")</a:t>
            </a:r>
          </a:p>
        </p:txBody>
      </p:sp>
    </p:spTree>
    <p:extLst>
      <p:ext uri="{BB962C8B-B14F-4D97-AF65-F5344CB8AC3E}">
        <p14:creationId xmlns:p14="http://schemas.microsoft.com/office/powerpoint/2010/main" val="79092428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4B5F2-0AE3-46C5-A4AE-AA858AFE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C6B2B-EDFA-4CD8-A73E-46159E77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확장자 allowlist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6C7C2-E775-4728-9D02-7D192CF1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BB785-4B55-4CC4-989B-F8FFD83A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7D96A-E222-4CC3-9D8F-2A4A9FE3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0D84D-2D3B-48E7-8A6D-DAA2C73B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637CC-AE6E-41A1-9D90-960EC598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417D4-576D-40E1-9A1A-AA837BE2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2C503-618F-478C-86F5-E2C1C9ED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목적에 필요한 형식만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BC538-D296-4008-8379-3EAD0A17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71510-61F7-4970-8F17-E301780C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제외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C932A-82F2-4C19-A968-74746668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A29D5-5EC6-4024-87E0-9878AE7C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B7243-B361-42E2-8FB2-2C2E0F3E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2930D-39B5-498D-8E96-A95CBA4C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POLICY_BLOCKED로 매핑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F61A2-CE48-4CD4-AF49-D076B0BA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5507E-6BFB-4ED3-BC42-9FBB9DD3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C3447-3166-4A31-9038-3287DDFD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candidate.suffix.lower() not in {".txt", ".md"}: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"Day 1에서는 .txt와 .md만 허용합니다."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147891592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81A41A-3840-4FDD-A8F5-6FCFC03A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BA141-3E32-4753-9D47-87D4D87B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호출 cache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9F837-8134-4CC3-A9B6-ADAEEEC3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53E1C-4016-4D4C-94DF-42768841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B3999-8A8A-41B0-9666-A9AF2489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65071-67E6-4552-A11F-4DA9AEC7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4AF73-BB0C-41BF-BD24-5BE2B220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3293B-1045-4895-B8E0-C2893EC9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B39CB-669F-420C-BD24-FABBAB7B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1F75B-B058-4F21-8913-74AD702A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BA280-6CDB-4758-9BC9-976F0CEE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성공·실패 정책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009F8-AB11-4D8B-A94C-C14CA2E4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94829-B483-4DF5-BD7C-731C3E67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cached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C5027-963A-4FCC-BF5A-B1B61CA6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CFF19-EFAC-46D1-8E45-04439CB4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쓰기에는 영속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9EC2C-69E5-4A7A-9BFD-C1BDE964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FE4B7-1F49-46BA-9142-64BA16DE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E81F7-85F0-4BA4-8E41-123140B7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make_call_id(name,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call_id in self._cache: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prev = self._cache[call_id]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replace(prev, cached=True)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call_tool()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self._cache[call_id] = result</a:t>
            </a:r>
          </a:p>
        </p:txBody>
      </p:sp>
    </p:spTree>
    <p:extLst>
      <p:ext uri="{BB962C8B-B14F-4D97-AF65-F5344CB8AC3E}">
        <p14:creationId xmlns:p14="http://schemas.microsoft.com/office/powerpoint/2010/main" val="1249415307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56153-BE7B-40E3-B0B4-D5C41CC8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6633E-002C-4C5E-84F7-2C810EF4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event 한 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B0629-AFCE-4403-A0DD-A5669357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A8F2C-4BC2-4E7B-9B3B-92467D8B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F387F-301B-45A0-A1A3-7D5294B5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D9D04-45AC-48D6-A4E0-84E86137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FE6B6-7B45-488F-A6C5-135A7A0B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DE96F-0F85-4A30-B454-85C74F06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6109F-681E-4621-A7D0-FEDC2A59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0715B-F69A-43B8-8CA1-3036CA91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7FC55-7BCF-415C-A20A-E2158281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D36FA-70CD-40CC-BEF9-9CBF858C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753E3-658F-430A-8DFD-14247C4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87F0D-8A2B-4F7F-BB27-38573148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020BAF-7258-4A19-995F-39035DD2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 여부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CC505-1256-4386-A39B-B8849CFD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5B64A-A2F3-4511-ABEC-B9BE56E8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DAD39-A3C4-4D64-9DF1-6AE6A179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"input": user_message,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"planned_call": call,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"tool_result": result.to_dict(),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"needs_human_review": not result.ok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7708248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A76EC-64A2-4D54-A698-37506581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5D14B-1850-443D-92F3-71A1F590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Notebook Run 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7FD8A-C6A4-4593-B641-2649E2A2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12E28-015C-40EC-BDF1-BB588138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E2A14-7B60-41AE-9A19-6ADC4850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5FF3C-C75B-4F1D-A836-0A0847B5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B52B3-D585-488C-8141-AE335913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4BF45-D0E1-4B36-8256-756A004B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35E17-20F1-45C2-BBED-900E4540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CAA81-0DF3-4604-9A0D-E2D75E85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A1B03-7D42-4797-882B-F0A8F954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A79B3-88E4-40ED-840E-BD7F1B65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올바른 kernel을 선택한다.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27F43-D298-436D-ADF9-5C8590F5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24B73-F9DD-4EF3-B963-706F14F1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3397D-DE6E-4376-B897-2295BB78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Kernel을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6111F-D07B-43EE-80A4-A0FDCC33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73736-971E-4A9C-822E-9EB35AAF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E2A38-8146-4DE1-91A1-D5CA6981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91920-4655-4F57-BE18-AE18EC91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5C92C-AA0A-4474-AEBE-1173D091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1B439-493D-4401-A5D4-55A7D164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실패 셀에서 멈추고 원인을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A210F-DC83-4FB7-8E8F-0CB6F27D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D13D60-0B0E-43CA-AF70-C7411F08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9F2BF4-F161-46DA-AA89-5605ED2C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모든 셀 성공</a:t>
            </a:r>
          </a:p>
        </p:txBody>
      </p:sp>
    </p:spTree>
    <p:extLst>
      <p:ext uri="{BB962C8B-B14F-4D97-AF65-F5344CB8AC3E}">
        <p14:creationId xmlns:p14="http://schemas.microsoft.com/office/powerpoint/2010/main" val="1099931339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79C3D-7733-473A-951A-2930AB62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F37F1-40F6-4404-BA0A-CC65EF16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정상 도구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CB1B6-99B1-4388-945A-8514DC08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49009-A72D-4B81-BCE2-8B747BE6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59A8F-F2E6-400B-9F35-62BD7ED0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AE318-619D-438C-A9D1-9E7B9971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EF461-749D-44E1-9EBC-E0012DE7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5B405-74F3-45D8-8527-93CD3F11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2D1D6-62E3-4E49-B46A-699D1AA3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41472-6164-4C75-9993-BFCEAFC9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41D4F-4D12-4BD9-A409-D902487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8328D-C9AB-48E8-A6A2-6D03E3D9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 txt 경로를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ED23E-1AE3-4055-9100-F4B1E557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58D71-7145-452A-8D3F-C02B24DC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6D3AC-05E5-41BA-A7DF-B3736BBD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FE6BC-4A91-431B-BF86-E810EB58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7B30E-DECD-4B20-87AD-B18F8CED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1B4AF-B6FC-48A4-9C79-DE058287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 ok와 data를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3B443-AD21-4039-9D3C-F9CFB779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3FAF07-8CC0-4A91-AFCA-382F07AE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49187-6564-4DE5-B29E-3A819966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글자 수와 경로를 검증한다.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FD632-7739-4813-A37A-E98F1D3E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CEC3A-45FA-49B6-A759-337E2E09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1EBDA8-3A7D-4832-A19C-51D6FB4D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event 1건</a:t>
            </a:r>
          </a:p>
        </p:txBody>
      </p:sp>
    </p:spTree>
    <p:extLst>
      <p:ext uri="{BB962C8B-B14F-4D97-AF65-F5344CB8AC3E}">
        <p14:creationId xmlns:p14="http://schemas.microsoft.com/office/powerpoint/2010/main" val="1326673344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C855A4-2FCA-4EC1-9F21-4DE3A35B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D6C81-1A40-4850-AA08-43ADAC67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실패 4종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17F7D-EDD5-4585-B99A-AF5BB32D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08B84-0044-4DB4-8D78-C1A8C47D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40D3E-115A-4A70-B416-C680C61C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657F4-000F-4640-83F2-1B0159A0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8C180-5B30-4EE2-B2D4-709F1FB2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E3F17-D550-495E-BD0B-C8B99E5F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F6BC5-B7C4-4AA8-B226-267E9D3C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F799E-D878-4376-81AF-E66E37BE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6C33C-2CE7-4C43-BB91-07D3B98A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9330A-794D-4D4C-A6E6-E3B2872A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tool을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E75C3-D6AA-499C-BEA7-BA04B5D9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827D9-D4E3-4C27-AA34-6EFC2CF2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D3F5B-225B-4D3D-AD17-8CD2117A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832C3-2CB9-4A1E-B5D3-38DE1D5B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D1375-6862-4D67-A44F-AC5EA32C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0ED6E-B99B-49C5-BBB8-E697C854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경로를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705C7-307F-469E-B298-A1806CD0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CD0217-6A35-49E0-AF0A-07FE1D54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B231C-6ED9-46BB-BB25-EB2F07F4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호출을 두 번 실행한다.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5C560-228B-4077-B2D1-8B4843EB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CC0A9-F4FF-44A4-B04C-DEEB50F1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153E74-6C9A-42C6-B47E-204B1CB6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error_code 3개 + cached 1개</a:t>
            </a:r>
          </a:p>
        </p:txBody>
      </p:sp>
    </p:spTree>
    <p:extLst>
      <p:ext uri="{BB962C8B-B14F-4D97-AF65-F5344CB8AC3E}">
        <p14:creationId xmlns:p14="http://schemas.microsoft.com/office/powerpoint/2010/main" val="1250628743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D8CDE5-3A6D-41D1-9A0E-7DEF8DB4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C348D-A3E5-4FB1-BEBD-988EB597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pytest 10개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394F9-F052-484F-B3C4-B3607C2F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2F2AE-3F47-4974-A7EB-F876DE3D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FB2BC-1F02-4A60-B374-A269350E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B5CA2-0054-4D60-B80F-BEC66E90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CF0B3-3119-4F27-84E9-7AB2738B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BAB92-97E3-4441-8236-F6F6147E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7AB86-3B61-459C-A7FC-F88A009D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B8A5A-DA36-445E-9959-F99330D3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713A9-3849-4610-9A25-F2E8609A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503C2-3089-4467-B403-F6DBDE93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51AB6-7981-49EA-B5CB-D70FFCA4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FCDA1-BD9F-4A1A-838E-9EAF51C2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C3C4E-B6CF-4C22-AA00-962943A0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pytest -q를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47DD2-E627-400D-9B5D-1D11C8FC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FA63C-7884-495A-8231-88B7AFB1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9B1AB-F129-4C83-A2AB-D99917DB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시 첫 오류만 읽는다.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72E8F-1288-4541-9861-C4A3E20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1B33D-439D-49CC-867E-5D711C09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C19F02-70BA-4B47-8AED-BFA2382B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 passed 화면을 저장한다.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D84F0-4E11-4AD3-8716-73FEEB76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595B2-82D3-458D-ACD5-93A81A70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A054B8-3692-4C80-AA2E-CF706BD6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10 passed</a:t>
            </a:r>
          </a:p>
        </p:txBody>
      </p:sp>
    </p:spTree>
    <p:extLst>
      <p:ext uri="{BB962C8B-B14F-4D97-AF65-F5344CB8AC3E}">
        <p14:creationId xmlns:p14="http://schemas.microsoft.com/office/powerpoint/2010/main" val="1515057854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09168D-6662-4C2C-A39B-A2AB6935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2BB45-DF5E-4411-B7FD-41AE8B2B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Notebook과 module이 다른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CFA5D-9B61-41D7-9D1A-98FDE1DF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DEB11-5015-4BA3-9FF3-6AF64956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3350E-CB75-4BC7-9AE0-902AC16F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D0C59-33AB-427E-95D5-D5174768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011F2-A986-41A1-AA2A-FF3E0AC0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B0B86-6EEC-4471-ABDE-328BC6C0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BBC38-2577-46CF-AAA6-C0BB8051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46050-943B-47AC-9C35-6AFE9395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3DBF5-6C7E-4AA4-B791-FE66E2AA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33BC1-1EDB-4DBE-AFE2-F09757C6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30DAD-6D8E-498F-9E4F-DF4CCB7E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설치했는데 못 찾음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335A1-68EE-4D6A-BCE0-08C55B8D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5D63E-D5A7-4BC2-9A26-4FAD6E4B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terminal은 성공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CACBC-19CF-471F-9DCD-8BAE24CB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63AD5-1245-47C3-86F7-9D225084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kernel은 실패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292DC-78E0-4CB1-A0AD-C8030B23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8BEC5F-06B1-42C0-9327-20AD3EAA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 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140CD8-20A2-4EC1-9F6B-3C4F0BFD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D236A8-DB63-48E9-A60B-DF09D489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재선택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D7DDBA-7A83-4944-A94B-A7BB1ECC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DB015-9AE5-4DDA-9751-9AE17EC0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 restart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B95386-7340-48A7-887B-60B1E9B1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B4363D-C119-4855-A19D-753380EC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.venv</a:t>
            </a:r>
          </a:p>
        </p:txBody>
      </p:sp>
    </p:spTree>
    <p:extLst>
      <p:ext uri="{BB962C8B-B14F-4D97-AF65-F5344CB8AC3E}">
        <p14:creationId xmlns:p14="http://schemas.microsoft.com/office/powerpoint/2010/main" val="764307834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0B2883-4934-4AC5-946E-54E3503F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1DC0F-D52D-485E-BD59-C560782E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첫 실패 뒤 계속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FE418-816B-4956-A859-6765AB0B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6AEC8-A3CF-44AA-9C08-AA983E0B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7449E-0094-4AB8-86D4-328BA001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72193-EAAA-41AF-925B-21DCCEA6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172FF-C6BB-4011-8D25-F83FFF49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1482C-9827-49A6-9662-BC856000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D9208-6CBF-40B0-8C94-156FBA37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23299-D961-41D3-86BD-700332B1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01A69-B75F-4C84-B4B4-2395750E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연쇄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5B7B4-45AD-4F07-B5C8-AE3B9722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1AA5B-6632-4DBD-937A-E7AC7710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혼동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13DF3-251E-4DC6-9702-4B0CD299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316B1-DD97-4C75-813A-4E29E728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오염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E3722-1288-477F-825B-697CA6CB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E9441-B2C9-4835-AF3A-42D5CD37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시간 낭비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DA699-1D45-453E-AE24-95AB9740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B61B6C-E875-4CDE-B4FB-812715C8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traceback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E4037-137D-48D5-8994-3E6DF2DD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5BAB4-1F1E-4BA6-98D6-CC4534AA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위 원인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DE7E8B-75AE-4732-A68A-CE600CAC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E2E24-9DD0-435E-873B-C4801342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셀 재실행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B17DF0-6FA4-4010-A6A8-BE4FB40E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AE17A2-BC9D-421B-BDF1-C5AA16A6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248793330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644D0-5868-46B6-B9F1-B88F7EE4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B1A62-1C9F-4FC0-83A8-C82FB02A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테스트를 통과시키려고 정책 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A6B55-AE08-4E78-9A6E-7C6CACA7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60DD5-D697-4A8D-A617-9BDE0893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87198-826C-4CC9-A576-A12ACE9D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486ED-F77A-4B1B-AF94-AD75C9C7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D5AE6-57FC-4F9D-BDC0-A68BA32B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8F467-855D-4D66-8013-46817E9B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B0E41-419D-4171-800B-A56DC7C7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5BB96-5E36-4D6F-8E08-3E0E7F2B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FB056-F012-4612-84D9-7A9CD8FE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 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1E179-0B51-4DAB-A813-2354C695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3255B-EF7D-42F1-92D5-DE0A60D0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 삭제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4F63B-4F8D-4C12-AA1E-1D17164E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4967E-C615-45C2-AB18-BD163C48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broad except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6A455-1FF7-46BE-9A61-CA2FCFFC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723DA-95D6-45AB-9084-960A4FB7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expected 변경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7D138-D5AB-4166-B5BE-674166CD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33B3ED-2C6C-4C34-A7B5-8FEC6A4F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 재확인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45D94D-C87A-4581-BF7D-BEF70FED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656698-5B9E-474A-A485-73EC3C75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수정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ADDEE6-6D0C-4332-9DEB-FD96BE60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50661-324A-4144-BF85-4351392A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regression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458E37-10EA-4AAF-B440-F9164E96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327570-EDFA-4A72-BBFA-4ADC4293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유지</a:t>
            </a:r>
          </a:p>
        </p:txBody>
      </p:sp>
    </p:spTree>
    <p:extLst>
      <p:ext uri="{BB962C8B-B14F-4D97-AF65-F5344CB8AC3E}">
        <p14:creationId xmlns:p14="http://schemas.microsoft.com/office/powerpoint/2010/main" val="262217561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7237AD-DD42-4CF0-8287-10EBCF71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00FB2-6645-4A36-A42F-C641A187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Safe loop를 현업 tool에 매핑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6988B-FAA0-422E-AADE-28E6B3A2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228F9-E657-48C4-8117-DD07820C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67410-5D16-42BE-A150-9FCF3EC0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71FDF-D27B-461B-A2DF-A21FA78F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ABD97-BA95-45DE-BC95-F2948DAE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교육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52DBE-DF52-4D1A-86AF-5CB1792A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현업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52BCA-141C-4088-903C-1567F4AA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05B8B-9F64-4476-990E-38C7233F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5511E-2AD5-46F3-AE7E-22A36A28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txt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4B101-94EF-4B12-8C88-6CED7E74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7138F-591C-4F52-80B0-60B1BDF5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marker 세기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EE2F3-52E7-4A2B-91CE-64D1B423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DE644-29FA-479F-9F37-473E82A9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98221-0DF7-448A-94EB-0561914E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6EF4A-E98B-4451-828A-D5A369A5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834E65-3F2A-4A29-8A37-2B13FCF6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5CA38-A65D-47EF-AF8A-936167AA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FAQ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2FA8B-9C19-441F-88F2-A51DBE07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9EE04-76CA-477E-BFB4-098A2FDA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티켓 분류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DF21E-E812-4B8A-9268-A8AC217B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66165C-7E85-4659-B277-EA98792E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draft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E2402-88DE-4F59-A5FE-60D0FE73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40F581-C88C-494C-9C28-B8CFD7BA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 dedupe</a:t>
            </a:r>
          </a:p>
        </p:txBody>
      </p:sp>
    </p:spTree>
    <p:extLst>
      <p:ext uri="{BB962C8B-B14F-4D97-AF65-F5344CB8AC3E}">
        <p14:creationId xmlns:p14="http://schemas.microsoft.com/office/powerpoint/2010/main" val="2144262140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1CA07-67FB-4305-A3E5-6831E9B8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59220-109B-42B8-A6ED-176A033B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5 · 14:00 점심 전 실행 증거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D3CD9-18EF-4238-A402-81B63EC1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F9B8C-C4A9-4E09-8344-4A830154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3E40D-840D-47F3-A814-9CA39789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12:50-13:40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5AA56-DFEB-40DA-91D8-AB4BD53A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458ED-3FD1-4813-A8D1-0481F87B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지금부터 점심시간입니다. 14:55까지 돌아오면 15:00에 Local LLM 연결부터 바로 시작합니다.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00057-3B0D-41FB-808F-48BEF711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5A9B8-1453-470E-BAA7-12BAB74F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BD5C9-AE35-47C6-BE6B-646CECB8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Notebook Run All 결과가 남았는가?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67B56-5740-42B5-9CBF-61E6CB54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16F48-9599-4A6A-8628-19EFFAA2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E702B-336A-4C56-9187-721B8871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10개 통과 화면이 남았는가?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4D022F-9BE8-4C0C-84C8-3D080C3F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E8D6B-C94C-47C9-A97F-76A6DF9D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C5EE37-8BF9-4EEC-9C77-C7F3913A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commit diff에서 바뀐 경계를 한 문장으로 말할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279717569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DDBBC-A812-4545-B645-9FBBF874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C1875-5CAD-4B03-AB94-08B78753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92AF0-9646-425F-84AB-1C48A9E9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1일차 6차시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4A4F6-4062-4512-9265-75752647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040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무료·로컬 LLM과 Adapter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5763E-66EE-47EA-8FA9-39A0A91A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15:00-15:08 강의 · 15:08-15:18 연결 시연 · 15:18-15:35 개인 실습 · 15:35-15:40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00410-C38E-40E1-B1AF-BEA0AFEA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46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03046-251A-4DE6-B6BF-EF51C4E6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배우는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87644-2972-430D-AB5B-DF84EE52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3467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DFB7E-8591-4DFF-A18F-4AEF6CE3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3124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· LM Studio · Fixture Provider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D8BA3-902A-48C1-A5C6-055C17D5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DB5C6-AEBE-4DFA-8E41-FEFFEBFA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 차시에서 이해할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276F1-282D-464A-871B-1E67C3EC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4095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725A5-A330-4FE2-B930-9A22BBD7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75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없어도 같은 구조로 실습을 계속한다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9FB21-D7EC-4EBD-AE38-2BC922B0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5522C-9F95-425A-8FE8-805CED4F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함께 챙길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7B547-254E-465C-9852-043207DC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838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D470C-148B-418E-A6F5-57D7B3FA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0"/>
            <a:ext cx="249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또는 예상된 실패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78306-B2AB-4935-999D-8DA48577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1EE8D7-9DC2-4708-84F9-E5902E5B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슬라이드 169-202</a:t>
            </a:r>
          </a:p>
        </p:txBody>
      </p:sp>
    </p:spTree>
    <p:extLst>
      <p:ext uri="{BB962C8B-B14F-4D97-AF65-F5344CB8AC3E}">
        <p14:creationId xmlns:p14="http://schemas.microsoft.com/office/powerpoint/2010/main" val="566949533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AE8F4E-766F-4DFB-8B26-63931CFE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B7225-3434-4146-BAF4-11569558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프로그램이 달라도 generate 계약은 하나로 둡니다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00110-D07D-4B43-B978-B8DA6A7D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920E9-E183-4691-8B0A-7DBF7A88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D0794-FE0A-45DF-9D33-2D339E7F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1B13E-B9E9-44A9-BACE-D7DDCBEE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B49F5-2010-4F30-84EF-47089CEE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특정 모델과 프로그램이 사라져도 이 실습의 핵심 계약은 그대로 실행되는가?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A8818-1E11-468B-A93A-56AB27D6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0B010-1CC2-4698-891B-CDAD208B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F8427-1B17-4018-BD2A-E9A6E40E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PC 사양과 UI 선호로 provider 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5BFD9-9DFB-4D96-B0CA-FFBF7CFA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443BC-9477-40A0-9177-724A855F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F1E86-7DEE-4749-A3AE-5B458C77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health와 base URL을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4FE1B-672C-4FEB-8E8D-60834842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03A40-EC42-4070-A3DF-D38B3A91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5D1DD-C00D-4807-ADEC-4F73B77C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adapter가 요청·응답 차이를 흡수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CBB05-8701-4877-B660-7F65F973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B55D7-E790-46AA-9846-A9A0FE8E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DCBB1-064E-4DA6-8761-2E77009D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parse와 schema를 순서대로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9FD402-E995-4936-99EA-E65CF55F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ED577C-B5EC-42E3-893C-03A09932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2221D-C226-49F6-AA29-56AE539D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 시 fixture로 계속 진행</a:t>
            </a:r>
          </a:p>
        </p:txBody>
      </p:sp>
    </p:spTree>
    <p:extLst>
      <p:ext uri="{BB962C8B-B14F-4D97-AF65-F5344CB8AC3E}">
        <p14:creationId xmlns:p14="http://schemas.microsoft.com/office/powerpoint/2010/main" val="2139212188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318164-6826-47A2-B551-2316C9C0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C59F1-29CD-4726-A7AB-55F847D0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모델을 교체하기 위한 네 가지 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B73ED-6D5E-42FF-9BFD-582ADB83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D97B7-681E-45E3-A213-6D80C42D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D1B75-4770-4856-8CEC-E718C72A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3252E-D1E2-4339-BC4D-440F58C5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A630A-7AD5-4187-A07E-9A50F976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678FB-CC45-48DC-B6E5-11B86FA1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35C5F-5724-4D60-AF25-F04DE428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20DFA-048B-4297-99DF-70DC683F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5381F-264A-4128-8459-AE650DB8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on My Computer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B9C7D-B50F-4E49-9D46-88F0E432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API가 아니라 내 PC에서 실행되는 언어 모델이다.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7A638-2E1B-4ABD-B5E5-0AB9C5DA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Ollama에서 qwen3 계열 작은 모델을 실행한다.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DB0EA-17DB-4DBA-8B2C-CF4456B3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78C48-B37F-4E6C-9297-11860A9A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7F3F0-BE39-4B81-9E6A-22CDAFCF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Access 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61E38F-4537-41D3-8D69-85CDD48B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OpenAI·Anthropic·Ollama처럼 모델을 호출하는 서비스 또는 실행 방식이다.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DF6C5-9BF0-489F-B0A5-F92666C8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provider와 fixture provider를 같은 인터페이스로 부릅니다.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B7F32-AFC8-4306-AC61-D34764C4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59E9A-3A1A-46B8-B0A3-4130F9A2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Common Interface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A1EFF-8D7D-413B-B160-D6AA1CAB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서로 다른 Provider 호출 방식을 하나의 공통 함수로 감싸는 계층이다.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ECE39-98DE-432E-B6FD-F951CCE3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 함수 뒤에 Ollama·LM Studio·fixture를 숨깁니다.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02184-3443-45AA-A023-1090FE43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A23FE1-4C15-43B4-B277-0D10D639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69517-32E1-47C4-A810-451956EE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Alternative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E886F1-88DF-45DD-9463-F40486B3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주 경로가 실패했을 때 학습이나 업무를 계속할 대체 경로이다.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1DF744-E291-4CDE-A35D-4ED3F262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LLM이 없으면 고정 JSON fixture로 Schema·Graph 실습을 계속한다.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B20F2C-D226-4C2D-8121-C2DA813C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1837017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DA52A-5317-40F4-9BBD-3C611EFC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목표는 “모델 설치 성공”이 아니다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3F7E1-4524-4FC8-8CAA-CC22A1E5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19C16-8D85-4DAF-AFA3-D4EC49E5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81782-49E5-46C4-A669-96A20243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F0A8A-FF1F-405C-8711-4E9D1E33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A54FC-45AD-4EA7-920F-26374961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ED290-8D78-4834-9DEB-C8FF7931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provider가 없어도 mock·fixture로 adapter 계약과 예외 처리를 완성한다.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a6ce209664cca">
            <a:extLst>
              <a:ext uri="{96DAC541-7B7A-43D3-8B79-37D633B846F1}">
                <asvg:svgBlip xmlns:asvg="http://schemas.microsoft.com/office/drawing/2016/SVG/main" r:embed="R79539a41aa0947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92630-CDF1-4D9D-9374-487E3F4B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7F1E2-035D-4C1C-A3A2-B6032A00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mandatory: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452B9-A090-4F86-BF9E-0455E602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A813F-1024-4B0D-9BA9-A591AC3A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optional: local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9956D-82FA-4ABB-9E56-20C9F5B0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1B296-79A9-4AE4-8ECD-281B7413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score penalty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BFE77-0129-4D66-BEE2-7961A25A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29FD2-0606-411E-A12D-CB2CBBB9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무료는 비용 0원이 아니라 선택권이 남아 있는 구조다.</a:t>
            </a:r>
          </a:p>
        </p:txBody>
      </p:sp>
    </p:spTree>
    <p:extLst>
      <p:ext uri="{BB962C8B-B14F-4D97-AF65-F5344CB8AC3E}">
        <p14:creationId xmlns:p14="http://schemas.microsoft.com/office/powerpoint/2010/main" val="1872020805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FB6D6-DA4C-4E9B-9FD7-89325AA4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CLI와 localhost API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EA866-4867-40DB-9EE3-0BDD077D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8FA05-9DC8-438B-BD00-D6709F0C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D4953-7C10-4086-B811-2C46280E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02983-58B5-4852-8834-8C1B30E9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EB268-81C1-40AD-910F-7DDBFF28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모델 pull·serve·generate를 간단한 로컬 흐름으로 제공한다.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F8960-3AA9-4ED2-B00D-6463E373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48319-9941-4899-B9BC-95E745E1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pull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0780D-ACFA-4F8C-A447-CB0C5B6C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B32DB-8C48-4F0B-92AB-DC8D5690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localhost:11434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A1A27-0701-40B8-A487-3BE19F23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CF0CA-9C8D-4551-B173-EC3F3010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key 없음</a:t>
            </a:r>
          </a:p>
        </p:txBody>
      </p:sp>
    </p:spTree>
    <p:extLst>
      <p:ext uri="{BB962C8B-B14F-4D97-AF65-F5344CB8AC3E}">
        <p14:creationId xmlns:p14="http://schemas.microsoft.com/office/powerpoint/2010/main" val="1946437456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EBDE5-2FF2-43BC-8D2E-7209290A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Studio는 GUI와 OpenAI-compatible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F96A9-5C2D-4134-A406-74A48D50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F1B8B-98E8-4AA7-8EC9-4FE8E7A0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7C7AD-1F69-4D63-BCFE-A4CB6960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9A075-5FA0-4D78-88E7-D54BBA63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3EB1F-CA2F-43CC-B427-C1B16C0B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7FA8D-A3B0-4E47-8E44-03A97CB7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관리와 local server를 화면으로 다루기 쉬운 대안이다.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B99B2-A28D-4564-AA21-5ACD6063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B0996-9C57-4490-9E9C-E7065161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download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462DF-64AA-4470-AEF4-ED29E871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E8E8F-9899-4BBF-832B-77E187F4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start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53E9C-B719-4F7E-9CDA-2070CF07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B4894-E7DD-4225-8AA2-023182AA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</a:t>
            </a:r>
          </a:p>
        </p:txBody>
      </p:sp>
    </p:spTree>
    <p:extLst>
      <p:ext uri="{BB962C8B-B14F-4D97-AF65-F5344CB8AC3E}">
        <p14:creationId xmlns:p14="http://schemas.microsoft.com/office/powerpoint/2010/main" val="786518378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266F7-5675-44C3-8364-72DC1CC9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Jan은 desktop local API 대안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007D1-F14F-4B38-9DC3-40B3B3E4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D4665-A859-4EA6-8984-9DD0B346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36E30-10E8-4E34-BDA3-365BE213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97BB0-CCA0-435F-910B-FCF64A0F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4E30B-AE01-44F5-BFFF-1DE29DE4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OpenAI-compatible endpoint를 통해 기존 client를 재사용할 수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25ECF-458B-4871-88B3-293C4B6C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A30C8-D26B-41B4-9CE6-FA84494C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E08BA-8A08-4C35-8284-8E577ED7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A9154-C503-4675-83BD-54215390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D6E29-D5F3-4079-99F2-F4AA6980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E7D4F-6C20-45B2-B81A-96049279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offline-oriented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2A496-65F6-4AEC-8CAA-1A2CEAC3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B2FBF-99CF-4FDA-B1D4-A4578EA0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adapter가 없으면 모델 교체가 곧 프로젝트 재개발이 된다.</a:t>
            </a:r>
          </a:p>
        </p:txBody>
      </p:sp>
    </p:spTree>
    <p:extLst>
      <p:ext uri="{BB962C8B-B14F-4D97-AF65-F5344CB8AC3E}">
        <p14:creationId xmlns:p14="http://schemas.microsoft.com/office/powerpoint/2010/main" val="730555874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19776-D00C-47E1-B1FC-AABAEC9F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adapter가 차이를 감춘다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3F3BA-B932-4A15-BEA6-3AF399E9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01A1F-4331-4A34-8420-3AB5DCCC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DA620-8E34-49A5-A916-6D776CD6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7DDC4-47B2-4E0F-8D81-EB944C54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31A62-5B73-42C5-B4F2-5EDC5A78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80EF2-2E3F-41A7-9D57-9BE9CCF0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URL·인증·payload·response를 provider 내부로 모으고 앱에는 공통 result를 준다.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63D8C-28C8-4687-9FBE-24FA36F7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68C8B-2A2C-45E9-AA5F-6AE0CB62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B3AC3-9338-4062-AB02-4F46EC8D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B5CF1-DC5D-49C3-8364-F4329E15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success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389BF-1028-4FF1-BA0C-ABA8E4D7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50450-4D49-4244-AF96-C84D74DA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normalized error</a:t>
            </a:r>
          </a:p>
        </p:txBody>
      </p:sp>
    </p:spTree>
    <p:extLst>
      <p:ext uri="{BB962C8B-B14F-4D97-AF65-F5344CB8AC3E}">
        <p14:creationId xmlns:p14="http://schemas.microsoft.com/office/powerpoint/2010/main" val="1013495665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5C2EC-9DF6-4E17-9C02-898DBCCD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OpenAI-compatible은 완전 동일을 뜻하지 않는다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0D3C0-1360-4D7D-AB61-BEEB3239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CA96E-A3EF-4BB0-B399-A362F2A3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E72A8-B8DB-4E3B-836B-0B8E5DCC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AB9F8-5E5C-4238-863D-50047472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F2E7C-0E4E-488B-B3BD-BDC98E5A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name·지원 필드·tool calling·structured output 차이를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50C8A-480A-483E-B03F-E40C67B9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D7808-4775-433D-83F0-1545DA1B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F4395-545F-42D9-BCB3-F5CDECF2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BFEF0-4835-4691-A7E3-62BD7A09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payload subset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0E133-656B-48C7-A545-2F6D3DEE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E4DBB-D56E-4243-A3D6-1B6EA213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</p:spTree>
    <p:extLst>
      <p:ext uri="{BB962C8B-B14F-4D97-AF65-F5344CB8AC3E}">
        <p14:creationId xmlns:p14="http://schemas.microsoft.com/office/powerpoint/2010/main" val="1620184046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DE7E66-098B-4FC6-9F6F-BE064342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출력 계약을 더 엄격히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E726D-0282-4E68-A000-201F291C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642C9-5691-4ADF-8281-1A54ED30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0DB20-C2BE-4046-AFB4-3683E370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1B0F1-760A-4470-85FC-5D638F92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C3DCA-13D9-4741-92B4-D70D391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4C11F-299C-4AAD-BFC6-511EE45B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parse·schema validate·repair·human review를 별도 단계로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B5353-DF28-4206-9369-5EAF2F3A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A200D-230E-4FEF-90AD-E740D283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extract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8DF47-944C-4D29-97E0-46C86BCC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B5C45-A83D-4B0B-B113-E977E653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F99B6-718F-4690-9F93-FE17491F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50EEB-97CC-47BB-8C5C-3EE8D822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5579C-CA2C-4436-8F50-1E547F3A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85DCC-C20F-463C-B7F5-52B7EA90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BAE39-BD12-484D-8978-CA13771C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1E774-76E8-49A9-ABC9-85957586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local LLM은 정답이 아니라 데이터·비용·지연시간 사이의 선택지다.</a:t>
            </a:r>
          </a:p>
        </p:txBody>
      </p:sp>
    </p:spTree>
    <p:extLst>
      <p:ext uri="{BB962C8B-B14F-4D97-AF65-F5344CB8AC3E}">
        <p14:creationId xmlns:p14="http://schemas.microsoft.com/office/powerpoint/2010/main" val="1295883810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9EE3A-0B46-4F35-A823-50B7A197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650C7-3372-4D19-99C2-3765D1B2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provider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87D78-00B9-45E0-8558-04F39597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B4270-637F-4EA5-A473-78811CFB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D7F69-5C8F-4E91-83C4-40FC6ECF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D6907-BBCF-4C2F-94A5-BCA1B284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363C0-8065-4898-9B28-C5152342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BA8E6-229C-40EA-ADB3-AFFABBDF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3D23F-A930-46B2-98BF-3C1FAD6C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B02E5-D97A-4AF8-BF77-1A87A3BC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RAM·권한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4B21C-7D92-4BA3-BAE8-AF0818BB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3E8A9-78C1-4992-81D1-A32F0712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8A068-286F-4696-8384-96F09BB5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CHOOSE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D61D1-F1C3-4FA5-BE05-36D14A6F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Ollama·GUI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F1EE7-B7F8-4014-9301-7D5A9ACC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E6A6F-828B-42FE-950A-44E3C354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64D80-1CD3-4008-B5D1-B4D64C63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0A6A4-3CE4-4E6B-A505-F9651D72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health·model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4D64E-864C-4252-B23C-0B51A58B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C3A61-492C-49E8-B0E7-6B56DD78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C1CD2-C568-4952-9B2D-38DC3F78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6A363-B0F0-4347-A5DB-6777615C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fixture</a:t>
            </a:r>
          </a:p>
        </p:txBody>
      </p:sp>
    </p:spTree>
    <p:extLst>
      <p:ext uri="{BB962C8B-B14F-4D97-AF65-F5344CB8AC3E}">
        <p14:creationId xmlns:p14="http://schemas.microsoft.com/office/powerpoint/2010/main" val="1516883182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C2A454-C1D7-4916-9238-943C66F5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C8DF5-3B03-41E7-A6B4-EA83A4FF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최소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D4942-1AD5-4912-9B45-FC842023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9572A-8290-45C7-9E8E-9BECF72C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98888-4C7C-4581-85EB-7D1058D8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BC427-186C-463A-82C6-C1970A19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89B65-9432-4DD6-9A4A-801CE726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1F2D1-7668-4E38-B307-17ABFF3F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CAF5D-8248-427A-9A18-251DABB7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4BB87-5263-40A8-8BDC-7E54D6F6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배포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FBC80-8355-4267-AC1F-73904A9A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79B6E-7403-4746-8246-5F27074F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768AB-8B5A-4D53-A467-B3A2EE4E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089A2-D484-4AD0-BA36-8D5D4596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작은 모델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F7AC4-1C1B-4D98-884B-3A6216E4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01251-A841-4DF0-8E56-1FD01F18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13B7E-9D55-4502-A831-55A7E620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13B23-2513-49B7-A924-56E04BC5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36BEA1-EC5B-4BBD-B182-431F9F12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3881E-A1FD-4E47-8911-6A977B78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8D2D07-D65C-4D8C-AECE-278B8F10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F0834-9B4E-413E-A4B8-A2BC35DC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API 호출</a:t>
            </a:r>
          </a:p>
        </p:txBody>
      </p:sp>
    </p:spTree>
    <p:extLst>
      <p:ext uri="{BB962C8B-B14F-4D97-AF65-F5344CB8AC3E}">
        <p14:creationId xmlns:p14="http://schemas.microsoft.com/office/powerpoint/2010/main" val="1766481915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1F0C81-207F-4724-98A0-7EB9EF77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883B6-794B-402E-95DF-749A68E4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네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EF48E-64A1-47F2-995B-21C144F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EB5D3-176A-44DC-9273-DD715D7B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43196-EC37-4924-985E-0B29F0D4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2EB0A-F91C-4AA0-B649-F0BC3924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0B4B6-F41F-4BDD-8005-C4EE3C5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DC01D-2245-49C7-AA45-326654F8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18839-1E48-4FF5-BA0C-E72CBF8E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54D8A-481C-453F-9EDF-94FF8D32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49B96-EF35-4957-9FE7-09734BAD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71992-8CA8-4DB1-8207-10BF7F75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4EFB4-E69C-47DD-AAE7-2C18FB7D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4471D-F1D2-43B8-AB8B-F81550E1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provider payload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8E860-CA6C-4059-A68B-5310FDC9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A2A1A-CA1B-4705-BD7D-33645AD7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C3EC0-2F56-43DA-AADC-27C6418C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6FF0D-504D-41AA-B5D8-B498866B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86999-DF6D-46B3-B895-E70DFBC4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81B2C-F697-42D3-AF54-C088ACD2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DCF94C-1F7D-4B1B-A245-B57E0586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5629A-0962-4B60-A9A5-3E9451F0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result</a:t>
            </a:r>
          </a:p>
        </p:txBody>
      </p:sp>
    </p:spTree>
    <p:extLst>
      <p:ext uri="{BB962C8B-B14F-4D97-AF65-F5344CB8AC3E}">
        <p14:creationId xmlns:p14="http://schemas.microsoft.com/office/powerpoint/2010/main" val="828968452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325662-B82A-46C2-BFAC-7EC68BB3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679BB-6940-4495-8F41-FC073703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C4AAC-78D3-4355-AE98-37B1A698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9AED3-9292-4699-B217-B5C18057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19831-E1FB-4F9C-9E22-3E25D64A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C9E40-94B2-4592-AA1C-382696F2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20DAF-8146-4C3D-87A2-C19B8D81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932F5-447A-4BFE-960C-736E2DFD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28976-E1DB-4092-AD22-A6C15FC9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4D424-D33A-41DB-A675-2003922A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원문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71C81-6FA8-43FD-AC1B-8E8D172D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DC172-4E3C-4AF9-9D28-81CFB1CF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A2A35-59A3-4E7A-9BA9-BB6CC041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C900E-A53B-40FC-840D-6DCBCF3F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추출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4B9B42-7236-43AC-8311-AC446526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EA27B-0690-46B4-BED5-1F2793C3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B0EC6-3D8F-4B3C-9F1A-86AC6A0E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0CA45-BA2C-4158-88C5-45E47742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72348-A62B-4242-98AD-9DE9F40A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718D19-6170-487E-8810-31A724DF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2D279-E94C-4241-9C0D-1DE9A29D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43279-676B-4956-A145-C3E4243A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repair·human</a:t>
            </a:r>
          </a:p>
        </p:txBody>
      </p:sp>
    </p:spTree>
    <p:extLst>
      <p:ext uri="{BB962C8B-B14F-4D97-AF65-F5344CB8AC3E}">
        <p14:creationId xmlns:p14="http://schemas.microsoft.com/office/powerpoint/2010/main" val="1801930597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3BD483-F799-494F-AB6B-066E8AD2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85642-8AF3-41D4-B5A6-F85B8C05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오류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B2C14-FB3D-4F5B-AA2E-1EA494A9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C874C-DD7E-4941-BE8F-23D545C6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6E9AB-498E-4B1C-97AA-285E5BAD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CF22D-89AD-40B9-9BDE-4D036C36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6AA5C-D4AE-42BB-88F0-A7C83666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FC02B-3717-461B-9CC0-F3A042D2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2BEE2-984A-4EE4-89E0-2EAB84AC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2D8A5-71EA-40C8-B1EA-4A3290CD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62CB7-5E22-4C4D-8F70-CF30862D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9BCC7-83BE-4941-B88D-8EE82F62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A1129-02C8-4FA7-B380-044BAFBC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11732-4C3D-478E-B3C5-586C38D4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tag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95182-94B1-4B4B-A0EC-F5C89A6F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09D8A-3269-4BE1-9B18-984BBA5E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400E9-E2F0-4D2D-8641-C487C197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FORMAT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3D7C1-E487-486C-A185-C18ABDC5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깨짐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29919-BBA4-4221-909A-10B64434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9AD94-DADC-4B2B-B254-2DDF0E1F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43AAB-4942-40EA-BAAB-312DE9B7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380C33-2C87-4B7E-ADF6-79A9CCE3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근거 누락</a:t>
            </a:r>
          </a:p>
        </p:txBody>
      </p:sp>
    </p:spTree>
    <p:extLst>
      <p:ext uri="{BB962C8B-B14F-4D97-AF65-F5344CB8AC3E}">
        <p14:creationId xmlns:p14="http://schemas.microsoft.com/office/powerpoint/2010/main" val="1660169585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0E3E86-5A9E-486E-A220-FDCF8B59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C5D17-2B82-4FC2-BC44-93AB9B1B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세 프로그램의 차이는 화면에서, 공통점은 adapter에서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4FEDA-2B32-42A2-BCCD-DF3A80F7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5DE9A-0389-4A16-8A99-8751760B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F9B35-6781-436E-9998-F1D4A0AE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728D0-062C-4E49-AA2E-EC0B174E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F6431-801C-4FA6-B318-8BAD8FD4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→ model tag → LM Studio server → Jan API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6D5B2-C96E-4FA6-885C-6098BD77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9C69C-BCAC-496E-A3CA-F9E3A4CD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C82EB-07E5-40E8-BE67-7D02332D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78189-7F54-4FAB-B843-5B51797F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A66CC-DED5-4F30-A89C-E99DD045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9FCE3-C229-4822-835F-192B5594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Ollama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DF749-A15D-4258-A414-3DF28FF8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CLI·localhost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C260F-E4B2-45D5-B928-529EF546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 몇 줄로 local model과 API를 함께 실습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E5173-8560-4669-A119-207FD73B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GUI보다 단순하고 자동화에 유리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1EA27-F0D2-4A92-88EA-151CAC8F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E6CA6-1787-40E8-A7EF-A454719C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D4B9B-D602-473E-BF0A-75799CC9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LM Studio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A0583E-118F-4B6B-AC82-34A752F3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GUI·Local 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670F5-9DB0-44CB-B2D1-DB6A5948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탐색과 server 상태를 화면으로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3AE735-290B-4970-970D-D36A4AD7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초심자 친화적이나 GUI 조작이 필요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C0991A-0909-4500-9EEF-B8CFE7DB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0AD9D-DD8A-4776-ABCA-2E2E0658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Jan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123065-A4F7-4E07-96E5-22E3CFAF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Desktop Local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4C351F-1449-4C40-AC84-DFB59AA0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 대체 경로를 하나 더 확보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513428-DFBF-4DCC-A7AE-D291592C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생태계·문서 범위는 도구별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F2808C-1CB3-4D8B-AFD6-F7E61937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B35D62-C080-4298-B3D2-58152150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C4BBAC-304F-45EA-BD15-4254D0DF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Fixture Provider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1120FA-6A9A-444C-9DAE-5FE4D620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없는 고정 응답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C1A38F-D3CC-434C-AE36-6BDE2F49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설치가 실패해도 Schema·Graph 실습 지속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1E064B-4237-4772-BE7D-292FAFF1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 품질은 평가할 수 없는 복구 경로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192CA5-0953-41D0-9CB2-A3A1DBA0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7935735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D7369-79CB-4CA6-ACA6-D005DF9E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401AE-B1F2-4F8D-963B-AB8F4B1A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다운로드 · OS별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6506B-922B-4D5F-8C3B-FB930105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A1BED-F13F-4F96-8699-ACD7D22A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6D16C-CA8D-4C5F-A650-A8E5E250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72CF5-8620-48FD-962E-2DBA88F1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E4E9F-1AEC-4E87-A991-66D78326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1682E-8007-4729-92A5-5F141F54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9BB71-FAF5-4D91-BFC1-E9B23071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설치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00E92-64E0-43D9-9585-38CA5831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BCD1C-D334-4DC1-B855-068B9F16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 지원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0FEA0-ADC2-45E8-BE36-9A414799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81FDA-311F-4C1C-8653-5FE195BD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 권한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98626-9ED6-42C6-B21B-468241B4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79098-D5BF-4820-9A10-B2084381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미리 다운로드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C4860-3E8E-43FC-9E14-6CA0EE03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10e916ad4446c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E3155-C2EF-4B84-B4A6-96C411EC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Download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193001760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318B8-469F-49E2-AF73-ABACBBC6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4329F-07E1-4437-9407-608C8B6C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Qwen3 model library · tag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53307-E9D2-4772-B5B3-843A4855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F0B81-5EBF-4D96-BC68-5D132C69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02C08-64C8-4726-A2FA-AE11C440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754B4-6A37-4058-A280-3BEFC76D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8D121-B1DB-4134-83BE-862129A3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3ED1C-2A63-46D9-A591-E80110C0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7E90D-035E-4FB7-8D1C-5AD506B1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tag를 그대로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8177B-532F-4A8C-8996-F8606D8E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9582C-DF53-46DB-88D1-07C773FF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크기·RAM 고려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B5872-7E9B-4506-8789-1DB17754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4ABFC-9406-45D5-8AC6-3F69E9FC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모델만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0563C-E863-4078-9FD4-337309A0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4AFC9-1DC3-495B-9ECA-E517678E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직전 tag 재확인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067EA-D6F1-40CC-936F-2D72048A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15937e65c4b4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2FF8B-93EE-43C2-A44D-00D88E73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Qwen3 model library 화면</a:t>
            </a:r>
          </a:p>
        </p:txBody>
      </p:sp>
    </p:spTree>
    <p:extLst>
      <p:ext uri="{BB962C8B-B14F-4D97-AF65-F5344CB8AC3E}">
        <p14:creationId xmlns:p14="http://schemas.microsoft.com/office/powerpoint/2010/main" val="472678877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F61BA4-13E1-4CFD-8A6D-6C31A632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F31F0-D035-4964-B230-B9FD8E82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 · Local LLM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6456F-D8FA-43B9-8F44-3610FD5A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C651C-E1E8-4A68-88C0-6AC3C299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2B010-255A-42D1-8EB9-73E7C0EC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4B572-00B0-4E45-BB2C-7BBF1481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74E6D-0310-489A-8E5E-486AD4E2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3DEE9-9262-4865-AB7C-3C287E9F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B37AE-ACB6-4616-A848-377EDDC0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 모델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D225C-EFB8-4EB5-A0B0-E360BD0A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ED94C-E323-47C0-8D1E-E4D11414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76935-0535-4AEB-BD08-9B417655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C5D18-3E7C-49FB-87B4-402B02A4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 endpoint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C4411-3EAA-4A05-80FB-B52FFB48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258C7-9FCD-47E2-A45A-7C2745DD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808EA-2E92-4E87-87F3-989314C4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10b35edbd403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3DA36-A914-49AC-BCAA-DFD534D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LM Studio local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950284125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43D1F-1D1C-45DC-95F6-AC38A960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58C76-FFD0-4DB0-A3A9-A95651E8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 · Local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14970-9534-4614-8277-82FD11E8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EF27A-9953-4892-85CD-238919EC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108F4-9B47-4C97-85A5-583EDFC3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82C13-77F5-4A32-BD87-996AB071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C73C5-4C9F-4FA1-AF90-C17A8C24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2321E-B428-4501-A154-121BBABC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20727-377E-42BA-978C-1E31FC84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desktop 대안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13CA1-3773-4008-9AA5-AC8F2019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79878-5CCC-489A-A995-82D55DB8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70318-6489-44A1-B5D1-F08B023B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22CF9-1CE3-4FD8-A8D6-38068B5A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423C6-FDFD-446A-B2DF-0DD01176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3DE37-A5BC-4523-8991-0C096337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adapter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D9E83-B827-41DB-8D99-2B98071C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9cf118a344d0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BE9760-6A4C-43C2-AD16-5FADA783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Jan Local API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797307534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E3917-7BCA-4337-8435-359775AE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6A01E-4509-4025-B17C-5DE6D05D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generate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D22E1-90E8-4AE7-A0DC-7B824666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71329-CE01-4E53-84D9-19DB5154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E1696-BA1A-4606-B563-FC5FB367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D6056-B6E8-42EA-86A7-F4629D34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AF790-904B-48CC-BC23-D11B1EB7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6A756-0CE0-4B80-86C0-EE19667D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D43D7-598D-43E2-9FA4-902CDB75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7EC23-283C-48F6-AC32-64E83AA4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FE911-1300-4450-AA17-2AD004FD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tag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915CB-E94E-44A6-A0BE-C5805024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6F0D7-02AE-42E3-A619-DA408D72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stream 단순화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95566-F876-46B6-8492-49AE11ED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20596-D230-4541-BC1F-E0EF6359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 필수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DE4E6-A7CC-4994-8EC1-EEFFE602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14A6EE-F50F-4832-A0A9-AD87521B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BA9AC-E1A1-41EA-9B44-3E94B51D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payload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"prompt": prompt,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"stream":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POST http://localhost:11434/api/generate</a:t>
            </a:r>
          </a:p>
        </p:txBody>
      </p:sp>
    </p:spTree>
    <p:extLst>
      <p:ext uri="{BB962C8B-B14F-4D97-AF65-F5344CB8AC3E}">
        <p14:creationId xmlns:p14="http://schemas.microsoft.com/office/powerpoint/2010/main" val="178033058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3A0DB-9372-4806-9EC1-D622162F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B59C1-9428-4AE2-84B9-33AE46AC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실패도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684FE-8E8F-45CD-9F5F-0CFFACBC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D08D5-C753-4E93-982A-F6074B15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753B3-7F9D-4152-8AD7-392A2628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AE8F8-78AB-4B80-9272-F42D23CD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E39D7-708D-4CC3-A921-2F828A74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9E256-75C5-4C47-B70C-68ECB684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4D2CE-B5CA-4B57-8F65-6C4375EC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밖으로 누출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CF587-5E78-4D8E-A65A-0306C31E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FD108-3AEC-48FF-BF8E-E8DB60D8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코드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8DFB7-4CE1-41C8-BDF2-5690D9B4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F568E-34A7-44B5-8CF5-41A31623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상세 원인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ACA86-1532-4561-B797-D9A63F89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224DC-ABCE-428D-8272-88DECC9B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898C5-1778-4296-81A8-F56E25B1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F3801-E7B5-45DE-ABBE-DD0090C4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E8DAE-13B8-430D-AEA2-D9292748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data = post_json(url, payload, timeout=60)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True, "data": data}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except URLError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"error_code": "OLLAMA_UNAVAILABLE",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"detail": str(exc)}</a:t>
            </a:r>
          </a:p>
        </p:txBody>
      </p:sp>
    </p:spTree>
    <p:extLst>
      <p:ext uri="{BB962C8B-B14F-4D97-AF65-F5344CB8AC3E}">
        <p14:creationId xmlns:p14="http://schemas.microsoft.com/office/powerpoint/2010/main" val="1606861556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25B788-6527-46A3-A9CC-E87BC1AC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47660-2628-47D5-B4BE-295AFE6C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Provider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9AB63-286A-4B0F-9BDE-0FD81259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1B5C8-8FFB-4EC7-9D1D-5B9D4C61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63DB0-875C-4171-937C-0A6EADCE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59A23-E294-46EF-8528-E360F54B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7672F-9005-4A51-BAA6-11BB1963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38F90-E0F0-4FC6-A7A6-E4E8BDFE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C04E9-467A-44ED-9EDE-A21E38FD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앱과 provider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070FE-0B43-4CFE-97A7-C694642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F04E7-32A6-4A91-8E23-33A3C3CF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D68C3-9BAF-414B-B6BE-86601E0C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2FF0F-0946-4E90-B2E7-B46DBF65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B410F-780A-4194-842D-F537F98D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14BE6-018B-4D5A-92EE-057D847C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double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300C5-EC16-4A56-98AC-11A004BE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BEED6-EC5F-4D6E-98F0-F302F0AA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4C636-34BF-4904-BABA-290E15A0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Provider(Protocol):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def generate(self, prompt: str) -&gt; ModelResult: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providers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"fixture": FixtureProvider(),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"ollama": OllamaProvider()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89772302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4DA01-0A9C-4E3F-934D-4F696A1E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76DB8-B526-49AE-A985-BD4D1C24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parse와 schema validate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8DBB9-0223-44F3-834E-1C127FDC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4EA60-4879-4DD7-A6B2-E97A7E7F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6D181-880C-4BAB-BF21-5DA54423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BD5C2-B102-4BFB-AF1B-FA85E0DA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16F11-B3D4-4C4F-BA7C-F0BA4CEE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F65A5-8667-4239-8FF3-44095C25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27834-2FFE-4859-9ED4-F00A380B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B96F9-DFA0-4B27-898E-48CBF273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D094F-B580-4FFB-ADD5-69E4DB89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단계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08384-EF54-4183-9D55-13C0C1F0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4936B-736B-4101-ADAA-26F4814B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D8AFE-A0B0-4C3F-9DF1-F18F366B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97C8F-765A-4ABC-AB12-5177C407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정책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D4E18-D70C-4AD0-AA4F-1772FCF7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E109A-D4D4-461F-BE83-4A4B4AE5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97252-BDA6-46A6-A4D6-BD022403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provider.generate(prompt)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parsed = extract_json(raw.text)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MeetingResult.model_validate(parsed)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missing_evidence(result):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1229901960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855F0A-5B97-47A2-BF9E-F8027FAA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59197-3661-4DEC-84E9-0CECC622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 · 한 번만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9C14A-343C-4961-9BD1-1F106A95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DF2C7-EDE2-4A74-B068-B8E56550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563F0-FC77-467D-B174-D86F95A0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62250-4A9F-493C-9E98-4010077C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D77EC-C5D2-4597-855C-5DD2D8D5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50406-B66C-4D63-8A6D-2DE7533F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FDBAD-DEFA-4C76-A3AC-8F9E9260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repair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469F4-0F6A-47C5-A16C-1A3F1C1A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88CEC-B97F-44F8-BDDA-E9A076A8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정보 제공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30154-8B56-4406-8415-359F641F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23B04-77DB-4798-A7FD-E584403C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최대 횟수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80B5A-408D-41AD-8ECE-331F8BC0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1B5C0-8C83-47D6-8034-1CA9C2EE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DF094-13EF-47DC-A0FA-F4D611CA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56176-A304-4407-8DC1-C82A90E6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58D36C-6515-45FC-A681-E1190D2E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attempt in range(2):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validate(parse(text))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SchemaError as err: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if attempt == 1: break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text = provider.generate(repair_prompt(err, 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158556709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A3D40-F6BC-4911-A599-5AD814D1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1D307-0ACD-4037-8CF3-5EF96FB5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Ollama health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CCD0F-D159-46AC-A77B-7568B456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B78CC-BEAC-4E86-ADD3-C2528478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2A8A2-56B6-4F4A-94BF-3AB8169B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2B5DC-EEED-49AF-BBED-8E947F9E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BA60F-E1E2-481A-A290-B3E55B78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A5CEC-DAC8-4D71-9747-54A8105B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57C7A-72A5-4A3F-8455-87241FB5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516D7-9A06-48E6-A9C5-7F3D8B6E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89C75-A07F-42DD-96CA-91C4659A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CED0B-5407-419C-A829-A906974A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list를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4A476-0545-40D8-9698-5F990482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A8F56-9D5D-4437-802B-BE536F45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1FDD6-295B-4D88-ABF2-DAD451F5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서버 연결 여부를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69150-B86E-4ED6-BD41-F86B2981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DA1DA-9D16-4311-B423-2868E7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227ECD-2C8E-4069-90B7-225EA9F5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없으면 설치를 강행하지 않는다.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A779E-2690-4261-8975-489D9F56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E5FBD-C9A3-47C8-9CBB-52679E2D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C08F5-498B-453B-B40D-9EB81E9A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lane을 선택해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BB717-6AA3-4250-ADFC-A7585DE2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27BF7-7405-4E18-8E45-F2AEBA4B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50254-2428-48EE-A0F8-59CAF00F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상태 1줄</a:t>
            </a:r>
          </a:p>
        </p:txBody>
      </p:sp>
    </p:spTree>
    <p:extLst>
      <p:ext uri="{BB962C8B-B14F-4D97-AF65-F5344CB8AC3E}">
        <p14:creationId xmlns:p14="http://schemas.microsoft.com/office/powerpoint/2010/main" val="1275336983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9A1116-AC93-462D-BE03-9FC91DF4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FCAF2-96A0-46AB-825C-1E9B4EDC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선택 provider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76E24-5FA2-4E07-B415-FDECAA31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77187-D770-4F55-BC9E-79863ECA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B8681-5CAB-42B2-BDFD-1D2F435B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8326F-9588-49A6-961C-7EDB0E3E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6F667-A22D-48B0-85CB-2939AE54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B41DF-8A5A-46C7-BBBA-49376B7B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06B73-BEC5-4893-A83A-08FD355C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55D66-7459-47E9-8C3C-3FF284D3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A11EE-36B5-4363-A2A0-6F28EBCA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F23AB-D311-492A-8117-FBE359E1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prompt를 짧게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E722B-17E0-424D-ADF8-0CC52AA6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D14D7-699C-43B0-B8E4-26F97B3A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8742A-159A-4F5E-99A5-1DB46A03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timeout을 지정한다.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26AF8-BBFE-4A11-92C8-9BEA28A1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43A90-F7EE-4717-9676-3CDDAD61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E5337-6296-4D00-AA2F-800B7FC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성공이면 response 일부를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6D6B2-F383-4928-B2FC-F4E7230C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D26D6-C804-4B5B-AF81-4B07C905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1C736-C267-4F39-BE2B-E4A17F71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실패면 error_code를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1532FA-C43B-4585-B80C-571B969D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5F65A-85AE-4086-91B1-B8924A02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38220A-E368-4A5B-A241-3131CBAD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성공/실패 result 1건</a:t>
            </a:r>
          </a:p>
        </p:txBody>
      </p:sp>
    </p:spTree>
    <p:extLst>
      <p:ext uri="{BB962C8B-B14F-4D97-AF65-F5344CB8AC3E}">
        <p14:creationId xmlns:p14="http://schemas.microsoft.com/office/powerpoint/2010/main" val="1436661025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E65F71-A54C-4654-8D90-D63DB203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CCEF0-9528-4410-9B72-40614711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공통 contract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4B19E-953B-4BF1-9CC0-3DEA9255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2CF12-5AAB-4120-8221-A3684765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12246-8039-4080-93E3-B3654E4A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4EAF8-5EF3-4FC9-B8A3-5096BA2F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B3FF6-CA1F-4B2E-A1FB-15A6CFD0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0ECA5-DEDC-48C8-890A-0404F6C8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69179-D03D-4AA1-AC73-9023B04C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645BB-2E5D-4145-84E3-2A00BCD9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43D42-7398-4E33-AD93-8728DBE0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72EEA-CC0A-44CD-9E39-A57E2F8B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89B82-9477-4EDA-A9FA-A626B364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543D8-1703-4570-AC2B-BD59B557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AC617-57A4-470F-96EF-7BEB0CBD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C2CB6-BB5F-4F58-8BE8-452CE2C8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EA810-4E5D-4900-BC03-77019513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D2B58-CD47-480F-B581-C012E489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필드와 provider 전용 필드를 구분한다.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B089B7-B57F-42E2-A205-60D0E6FE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6722E-5827-43AE-87F5-573723B8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C8B36-6914-40A1-92DB-3F0D1D80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볼 필드를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992AD-2510-4738-8E31-920A8A45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670CE1-1535-46EB-ABB3-C640A4C5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93A38A-9A31-4AC6-B9BD-2EEA2E90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비교표</a:t>
            </a:r>
          </a:p>
        </p:txBody>
      </p:sp>
    </p:spTree>
    <p:extLst>
      <p:ext uri="{BB962C8B-B14F-4D97-AF65-F5344CB8AC3E}">
        <p14:creationId xmlns:p14="http://schemas.microsoft.com/office/powerpoint/2010/main" val="1992519389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6B0235-6A80-494E-AB9F-BFCFFDA0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5F5FE-A07C-425C-9B02-A9D0FCF7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깨진 JSON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E0B42-9400-42B0-978B-CA77FF98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3F392-EEAC-448F-8280-3C2CD0F5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C6FD5-4191-4B54-AD32-E68C4E9F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8A81A-C72B-4005-8E26-2AE05094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C38AC-9608-4215-A272-80FB0333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9E349-4F82-43A5-9137-CCCFD78C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4D851-FA0F-4E79-97F6-B6D2E37D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300F7-5B2D-4038-9FD8-476682FB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4BB12-4BD2-48B3-9890-CAC129C4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5D6B5-9F82-4DFD-91FA-325A69DC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마지막 괄호가 없는 fixture를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5388D-F2C0-45CC-913C-FC241703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D3AA4-3FAE-466C-AA0D-89AA7CBB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D8FE9-8E5B-4E83-A640-ED971A16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오류를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9F3B7-016D-4E2C-91E2-B633F5C1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68883-1942-4F7C-82C9-8F7FDD6A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46B9E-8B04-4157-A411-EBDEF951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repair를 한 번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CFE18-61FD-4143-8479-674F86CB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5524A-8528-4AF8-A190-D4BF83CF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1B8C5-90F3-4405-A840-C174AC57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번째 실패 시 NEEDS_REVIEW로 멈춘다.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650681-E788-461D-941D-97DC58BF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9DF8C-CB3A-400C-BF0F-9E4320DA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51A5BA-D07B-4FFE-8080-0966937F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repair 1회 + stop</a:t>
            </a:r>
          </a:p>
        </p:txBody>
      </p:sp>
    </p:spTree>
    <p:extLst>
      <p:ext uri="{BB962C8B-B14F-4D97-AF65-F5344CB8AC3E}">
        <p14:creationId xmlns:p14="http://schemas.microsoft.com/office/powerpoint/2010/main" val="1541771760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35E54D-C507-4D27-8A02-C7A47127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71974-AEE2-4C2D-9E5B-8B10DE38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큰 모델 다운로드를 기다림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E0961-A21F-4F41-A46E-2D6E0AD6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98596-0DD7-437C-A70E-82477235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CEC19-0396-4490-8D18-21BF4F3E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848AD-8266-476B-B712-1A231BC1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9C3B6-E67B-4DBB-A6F4-B453A4A4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FEE76-E3D8-4E2F-A91D-9560E17B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16029-B26D-4275-A903-20E93AF1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DC55F-62A1-4D4F-9C6E-C728BD75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C2EDF-D2DD-4E33-B5AA-E8A831B0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전체 대기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00F33-0903-4A69-A225-57839430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1E9E8-C567-4DF2-AAEE-ED5FF720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디스크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A6175-1F2E-4219-9714-78E067E1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E45C0-84A1-4A7F-8524-DD5DD401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 swap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4C0E7-FFF1-4366-A114-76503659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F7691-8243-4B79-B699-2DB1EB03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302C8-1A08-47E1-9FA6-EF20E687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FBF7E-7E39-4F2C-81CE-AC17444F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 하나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58C52-2BA6-45DD-9004-D0DDCC68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25F69-2475-408A-AAB8-0CD491A2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설치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BAFA07-67EA-4282-AD56-A1416EFC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84E0D7-7D20-4B76-95D8-2E4BA915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즉시 전환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AF36BB-7F76-48F6-866E-D3FD5147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6BCC81-8B28-4EAE-BFE5-120CEE59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비교는 심화</a:t>
            </a:r>
          </a:p>
        </p:txBody>
      </p:sp>
    </p:spTree>
    <p:extLst>
      <p:ext uri="{BB962C8B-B14F-4D97-AF65-F5344CB8AC3E}">
        <p14:creationId xmlns:p14="http://schemas.microsoft.com/office/powerpoint/2010/main" val="1875518596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872F60-114C-4091-A959-B420DC3F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A1C15-92C9-40E3-B7E9-3650D16F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연결 실패를 traceback으로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1E09C-D304-40BE-AEE4-956469EA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55B06-1293-4702-8EF3-B6E1AEF1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B1AD0-7155-45E0-8DFB-3B310717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32F2C-0A5F-4698-8120-E3B06E40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59A3B-076A-4A24-BD5B-F2ED0631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3F914-1C97-487F-9A47-6BB93BC4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24097-001A-4591-AE65-5C08FD15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06851-FB6B-4FF2-9314-FC2E4365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06FF9-B7F9-447E-9466-88056E12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 중단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B2AD2-08F5-4710-B12D-51120BE8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5F32B-4057-4785-8C88-FA7F701B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원인 파악 어려움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08D47-F5BA-4051-A9F6-AC2B8CCC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06E68-DA5A-4AFE-A237-F7F0ADC2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state 유실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60530-891B-4E05-BAD9-9090EA22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F7759F-1745-40A3-BDEC-AAB3D117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D54B2-9064-4662-B1FF-80A74DCB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4100E-2227-4010-BB3F-832D4431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28288-DE24-4967-8FB8-3B91C53F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6490F9-46DA-4544-825F-195E3016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CA669-625E-4B41-94F9-4E4ACEC2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479B7-0A17-4129-96E0-3DD1B1D1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B3B93F-A8E7-4B3D-B4F3-A59A1589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ED15D-4F87-4C49-A17C-12A3BA6A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same result contract</a:t>
            </a:r>
          </a:p>
        </p:txBody>
      </p:sp>
    </p:spTree>
    <p:extLst>
      <p:ext uri="{BB962C8B-B14F-4D97-AF65-F5344CB8AC3E}">
        <p14:creationId xmlns:p14="http://schemas.microsoft.com/office/powerpoint/2010/main" val="417211225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0947EE-CE50-4BFB-B609-B7D508AA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CC880-9F1E-4012-A017-E66FABDC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JSON처럼 보이면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8BFA1-14F2-472D-8E1E-EAC006C2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0C876-07A3-4126-A7ED-885A7B8A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54206-10F9-4F5C-980A-0B27F154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00EC8-DB29-40A2-827D-5F62CE8F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052EB-B8D4-4A57-B21F-4606977A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81746-9B72-448A-91E7-739DDD92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7914E-4A82-4269-88FC-E641C29E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C7784-DCEE-424D-95A9-CB5E87D5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CE4065-DD67-4376-A59E-7F66E4C2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필드 누락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8C7F4-6B06-48B6-882C-D6AB14D3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59E5C-AA17-4331-ADF8-3DE67B20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CB8D3-5C01-4DE5-B9CA-AFB8DA65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9D117-F54A-42FB-9339-A75385A5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0862A-6581-4020-9A50-7E531B7B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53FE7-2DA0-4754-8888-CE7B32CA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날짜 형식 혼합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36A84B-A0C2-40D0-930D-FF9757D7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A4C92-C8C3-4B28-985A-E438DBAC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EA41C4-2A91-4EA8-9EA9-66E660F0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595EA-0920-4F4A-A5DF-EB3D89AE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10492-363C-49B7-8302-F1C40BE0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DD1A0-3C37-43AF-8A5B-B038E0AE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date validator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6D04A8-F0F6-44C0-BF9D-85DBA1FC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84B107-2AD4-4A00-B6C0-23F1FEFF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1873071408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62F62B-AD4C-4BF3-BB89-8A2FA4C0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CAE93-FA38-4E1D-BDF5-54A8C306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로컬 LLM 도입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27074-272A-46AF-AA7B-D9B8DD21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1E7BF-DEF1-4282-A40D-4EABD2F8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84D00-D8FF-41E5-8C34-FE4C059C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513E8-1A76-45F5-8D99-02975076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B6385-6B2C-4771-AC15-D3569471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기술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55EE0-72BB-43EA-A58F-2097893C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C11D5-5062-4DE9-93BA-7DCE13BF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C79B7-FA7B-4226-BE06-98AB9210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BFF0B-ED7A-4551-9661-CF9AEB34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8146B-0EB0-4923-89BB-61D50D45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F67C9-78F4-4612-AD9F-C76D0ECE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16522-8DEA-4C62-9256-B19468F7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F13F3-EEA2-4C7C-8C00-70C12DE7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호환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A7F47-49A2-47E7-B18F-8708C184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80A77-6414-492C-B2C6-D0277512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배포 형태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D8A9E-3E34-459C-8684-A067DE01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22CD70-5824-4E15-8CAF-10FC04ED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경계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97653-AC0E-4493-AA10-3C5D8F9B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146C36-B7B9-40FF-A541-B19ADED7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업데이트 책임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1FB8CC-7B37-4281-9FC3-DB42037F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464842-C95B-461D-8DC7-B255142F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관측·감사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AB3419-273C-4501-BB68-3B9F08A2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F48B6-EF81-4FE3-94FC-ACA73C4D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fallback·SLA</a:t>
            </a:r>
          </a:p>
        </p:txBody>
      </p:sp>
    </p:spTree>
    <p:extLst>
      <p:ext uri="{BB962C8B-B14F-4D97-AF65-F5344CB8AC3E}">
        <p14:creationId xmlns:p14="http://schemas.microsoft.com/office/powerpoint/2010/main" val="595092135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58473-DBAF-4A2C-9934-B4375A2A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2D45F-5A2D-4401-B952-ECF71434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6 · Local LLM이 꺼져도 계속하기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E6040-0AE0-49EF-B21C-CB292AB1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7F72F-040A-46CB-8A94-2DCFE5CC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44E61-89DD-460C-97FC-C1EC6715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15:00-15:40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C4461-1F75-4E88-8A1F-9C0F6D23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6978E-1410-4477-A07C-56EF334F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Ollama 연결이 거부되고, 교실 네트워크에서는 새 모델도 받을 수 없습니다.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E4DC6-8683-47E0-9D67-6DFB82FC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DE67E-0233-4A01-BB41-09B951BF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E80CD-8A3F-4AFD-A11E-79DDC8F6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Provider contract로 어떤 fallback을 연결할까?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35168-71A5-4D96-BF49-BDDB026B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6A761-ED22-453B-8513-00814906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4CB1B-545F-4484-82B7-4FF436FE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실패를 traceback 대신 어떤 result로 돌려줄까?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E59A8-E4BD-499F-899D-01CBC3C1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323DB-1E52-4320-8497-97A1A049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9F884-8681-4BD3-A579-E9A50B25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fixture로도 끝까지 검증할 출력 계약은 무엇일까?</a:t>
            </a:r>
          </a:p>
        </p:txBody>
      </p:sp>
    </p:spTree>
    <p:extLst>
      <p:ext uri="{BB962C8B-B14F-4D97-AF65-F5344CB8AC3E}">
        <p14:creationId xmlns:p14="http://schemas.microsoft.com/office/powerpoint/2010/main" val="1708514385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435D7-6D15-4637-ABD4-0C4517DC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885C9-EAE8-46BE-AA48-9249AE4D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1FBD6-CA5B-435A-8357-5ABFA137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1일차 7차시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94B63-886D-416A-8000-CBA61826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040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LangGraph와 사람 승인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81706-E655-4570-ADC8-B6B073B2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15:40-15:48 강의 · 15:48-16:00 Graph 시연 · 16:00-16:15 개인 실습 · 16:15-16:20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A18D6-A3CB-44EB-93F4-96D06478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46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FD590-66CC-4491-A2B9-692F9734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배우는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0AD4D-CD52-43CF-A061-5950DBB1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3467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00440-2E02-4A8E-8335-D9DD015A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3124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· Node · Checkpoint · 승인·수정·거절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1ACCE-329E-4C45-9716-D68162BD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B5BDC-7685-44E0-98CB-F819621B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 차시에서 이해할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4986D-3E9C-4AC0-8D4A-522FCF2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4095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A15EC-DAF1-4956-898D-A23B5560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75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중요한 행동 전에는 멈추고 사람이 결정한다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C7A80-6E51-4CB4-8640-BE3E5884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029A6-6450-4EB4-9CDB-AA72178B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함께 챙길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1DF2D-BF52-4AF3-BB56-411BEB76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838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7691F-942A-4301-A8E9-9CC54854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0"/>
            <a:ext cx="249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승인·수정·거절 상태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2613A-3827-4729-A052-D7BC5990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F050F-237B-4F2B-845C-3FEE399C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슬라이드 203-236</a:t>
            </a:r>
          </a:p>
        </p:txBody>
      </p:sp>
    </p:spTree>
    <p:extLst>
      <p:ext uri="{BB962C8B-B14F-4D97-AF65-F5344CB8AC3E}">
        <p14:creationId xmlns:p14="http://schemas.microsoft.com/office/powerpoint/2010/main" val="153340319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3BDA31-BD61-4670-8B42-DC1E7D73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5F780-5273-4CA4-A894-32FE42CC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검토를 버튼이 아니라 State 전이로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C72EF-FF18-4129-9F7D-E81F8846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7924E-DBA5-4B69-9EB8-BF178FCE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B8ABD-E7B7-42A6-A704-05918C46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9C1DD-0682-486D-9F70-B857184E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C689F-0646-449B-BBAD-1D644624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개입한 뒤에도 같은 요청과 같은 상태에서 안전하게 이어갈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32521-D156-4C02-A0D4-0B88D0E4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B025E-BB68-4175-9EFA-8682A114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E460D-C975-43B3-BAEC-20C9D000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node에 필요한 필드만 선언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42DF5-D664-44BA-86A7-FC3CC319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12A96-F99F-4C6C-89C1-353CB386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01E03-72D1-4C04-9FB3-7F4783CF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edge에 retry·review·failed 조건을 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C2FCA-2CC5-4944-BBE9-F6FC2BE7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8DFF4-8E82-4E4B-8479-3B920DC3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E02E6-C31C-4916-8E72-D97E9AC7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payload로 근거와 초안을 전달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F9364-05C9-4247-94D7-133C0EB8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3AC09-C1E8-4CFC-90D6-9D82A1CB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DE5FC-24FA-42A5-AC96-220BABA9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approve·edit·reject event를 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76C7F-B394-463C-AAB3-71AFEC80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9C45D-2ACF-4362-96E8-6CD5D3B4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재개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6D909-E151-4239-9266-F733337B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thread에서 idempotent하게 이어감</a:t>
            </a:r>
          </a:p>
        </p:txBody>
      </p:sp>
    </p:spTree>
    <p:extLst>
      <p:ext uri="{BB962C8B-B14F-4D97-AF65-F5344CB8AC3E}">
        <p14:creationId xmlns:p14="http://schemas.microsoft.com/office/powerpoint/2010/main" val="1718031892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7F703C-7873-4CDB-8A1A-5B999248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1EE1F-25E1-4A66-991F-5CD1CF5A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중단과 재개를 설명하는 네 단어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76FE0-3272-47BF-9224-7E175606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A3835-1D2F-46C5-A1DE-617779D4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A301C-55BB-4AB5-BD98-00C6B668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3A2A2-4ECF-4D71-B566-D2D4FB1B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0FD5C-8830-41C1-9A35-243B9193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9F954-04DB-41C9-999C-F9616DD0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1E81C-50C7-4BF2-A6ED-FF1630E7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FB46C-9566-45CA-829E-90D71B7E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491AD-4531-4D5B-B2D9-CF660A21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Workflow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0BF93-D867-43E4-8A8C-7959ED04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Graph의 각 단계가 읽고 갱신하는 구조화된 현재 상태이다.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28017-9038-4EBF-B38E-37E62F6B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transcript·draft·errors·approval·status를 필드로 둡니다.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EDA09-47F6-4EAF-93B5-3319E0EA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06109-96F1-4BA5-84C5-53D9F948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49DF5-FB5E-4B37-A446-08625779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/ Edge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Step / 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21052-0078-4FA9-A8EC-620DF77F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책임의 작업이고 Edge는 다음 단계로 가는 조건이다.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14F6B-D99A-4593-9CE2-586901BF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 Node가 READY면 review, 오류면 retry 또는 failed로 이동한다.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DA4EC-CD5A-46CD-88D5-E2EAE493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313B1-1A1A-4AA8-B21B-83CDA931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Saved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02BC5-9E80-4325-800F-7A3B7DF2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Workflow의 중간 State를 저장해 나중에 같은 지점에서 이어갈 수 있게 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0FAE6E-1673-425F-8839-3D2E24E0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thread_id로 저장된 State를 불러와 승인 뒤 재개한다.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AC113-2382-4252-A548-0EFA722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E85206-1526-484C-85A5-056C0444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89B9BC-EE88-4D27-B6EB-9D01DE4B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HITL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Human in the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DF3564-A266-4B15-AD81-1917A436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중요한 결정이나 외부 변경 전에 사람이 확인하고 승인·수정·거절하는 단계이다.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DDE9BA-5AD7-4C1F-82AC-E957F952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 Action Item은 reviewer가 근거를 보고 승인한다.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865D75-A2DD-4FCA-BFA2-17F663CF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9883403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DC4AA-EDF0-42D8-B4BA-99148F50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State는 다음 행동의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A690A-D62A-447F-AF09-30E16111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83707-E434-479B-BF08-71037B2E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FDD15-7BDB-4895-BB1C-1A1426FD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F875B-39C0-4B0C-81DD-1EFD219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B0C0E-EA4F-4D5E-9CE8-8D3DEE2F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2A5E5-079A-44BB-BF4F-C065509B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대화 전체가 아니라 node가 판단에 필요한 최소 구조를 저장한다.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69dce9c4d4a02">
            <a:extLst>
              <a:ext uri="{96DAC541-7B7A-43D3-8B79-37D633B846F1}">
                <asvg:svgBlip xmlns:asvg="http://schemas.microsoft.com/office/drawing/2016/SVG/main" r:embed="R358fbb8f713942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5A3A8-C07E-41BA-BF5E-6F4F9E1B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9F8A2-F372-47E7-9D99-50C42EF6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request_id·step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CB9E1-D9EC-460C-922D-8D5D9F6C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5174A-1886-4D0E-B16D-2A6227F9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CF9CE-D094-4C3C-806E-380D8FCD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76EAF-8BF0-48D1-AB81-000342BC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retry·approval·status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0380A-9CDE-4669-AA41-B1A0D45C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E816A-B76B-4CC7-AAED-7EED5648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Graph가 필요한 이유  |  State에 모든 것을 넣는 순간 Graph는 기억장치가 아니라 쓰레기통이 된다.</a:t>
            </a:r>
          </a:p>
        </p:txBody>
      </p:sp>
    </p:spTree>
    <p:extLst>
      <p:ext uri="{BB962C8B-B14F-4D97-AF65-F5344CB8AC3E}">
        <p14:creationId xmlns:p14="http://schemas.microsoft.com/office/powerpoint/2010/main" val="35260186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85E18-C4BC-4438-8C8B-D50365C6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가지 책임의 함수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38383-4EE7-48FD-9E6B-0D8555EF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F0047-210B-4AF2-8764-254CF070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B1293-B773-44AC-B95E-8ACE86AC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36607-1581-4CA0-B71D-1028B5B7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896BB-C135-48BF-859B-A138738F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state를 읽고 부분 update를 반환하도록 작게 나눈다.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28F3B-F4FA-43B4-AFE0-E26BD887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47EDA-5F1A-4EE0-B2F4-8EC5554B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9C2A5-5980-4C80-A37A-72B270BE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9B8D9-6CED-4413-8C27-89B19714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422F7-E9B9-47A9-A308-7FE9F8CD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B5151-8E96-4FE3-BFEE-0EE65120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174C5-2FB8-4772-9BAF-C196273F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DE74F-F5BA-4C33-9556-917AA145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89621212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30451-9636-4698-8C29-08F10879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Edge는 다음 node를 정하는 정책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0A994-562D-4AE0-B955-94A36A35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7F3B3-9083-458A-87BC-B78726A5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14F76-8A2A-47C6-B826-5A087CC4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7C977-D91E-4C49-AE01-F12BD3E0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C6849-CCBA-4843-A79D-05A80EDA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80187-49B0-45D2-996D-0447F8B9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성공·오류·위험·승인 결과에 따라 명시적으로 분기한다.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B351F-E575-47B9-891D-8729E09B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4E10E-055B-46EE-9A8A-31E5B41A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conditional 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52C09-5FDB-4430-A375-125FDE18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99633-FFD2-44A9-BAE9-06B4B467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40AA2-0C99-4648-9041-E35E4814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AE04E-EBA0-4511-9D79-418BD41A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 loop</a:t>
            </a:r>
          </a:p>
        </p:txBody>
      </p:sp>
    </p:spTree>
    <p:extLst>
      <p:ext uri="{BB962C8B-B14F-4D97-AF65-F5344CB8AC3E}">
        <p14:creationId xmlns:p14="http://schemas.microsoft.com/office/powerpoint/2010/main" val="649503135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FEE49-69B2-41BD-A746-65434200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Checkpointer가 중단과 재개를 가능하게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0A8C9-211D-442F-A5A6-AF3B60C0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8A76F-B0F2-404F-A69C-1C6710DF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5B503-B6A3-46F4-9990-36EFF9FF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926C2-6CE3-4384-B919-4FB4C36F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F7AF6-2C5D-46F0-A17D-506CAA5D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각 step의 state snapshot을 thread 단위로 저장한다.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1CB7E-BCCF-49C4-BD9D-7CA1AB02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B8893-CA34-4797-90D9-B15E142E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399B4-E2B6-450C-86B2-B708353C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552B3-6C12-4329-9223-8D73F16A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82D88-4F17-4C5E-A2C4-08FC0392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10634-D2F4-48FC-A02B-44EE58F3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0359C-220A-4F15-A0B2-DF499821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7E49D-7116-4E3C-AA6F-7649D254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Graph가 필요한 이유  |  Human Approval은 버튼이 아니라 근거·결정·책임을 남기는 event다.</a:t>
            </a:r>
          </a:p>
        </p:txBody>
      </p:sp>
    </p:spTree>
    <p:extLst>
      <p:ext uri="{BB962C8B-B14F-4D97-AF65-F5344CB8AC3E}">
        <p14:creationId xmlns:p14="http://schemas.microsoft.com/office/powerpoint/2010/main" val="516491794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7713C-5783-48D8-8F09-05C702C5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참고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58850-944E-481F-8B78-42137727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Interrupt는 “잠깐 멈춤”이 아니라 업무 상태다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9B91D-9C3D-49D8-9927-07DD5FD5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688DD-E263-4621-9551-1F341C94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AE814-2842-4164-9599-CD7AFF2B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F1035-25E9-4AED-88BB-832CF7BB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02CBA-55D3-4AF4-9AE2-6D9D1767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8D51E-C45B-49A2-82F7-7FAF85F2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어디에서 멈추는가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36C79-1356-4E21-98B5-83E2021D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324DE-053A-4835-8A7A-6EBFFA40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무엇을 보는가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713B9-4568-4E4A-8E30-D1F63415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655DA-62F2-49FB-BE83-67C60DB8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상태로 어떻게 재개하는가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a73256f1a458a"/>
          <a:stretch xmlns:a="http://schemas.openxmlformats.org/drawingml/2006/main"/>
        </p:blipFill>
        <p:spPr>
          <a:xfrm xmlns:a="http://schemas.openxmlformats.org/drawingml/2006/main">
            <a:off x="4476750" y="1755626"/>
            <a:ext cx="7105650" cy="39944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62470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B61F1-8197-4CF2-9EAD-819E39C0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Approve·Edit·Reject는 다른 event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C3D8B-8357-41C5-847C-6E006E18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033CA-4B2A-425B-9A9E-1B879D6F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1E987-4C58-4763-BED2-0305F1BE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EE0A9-8A3D-44EF-AD13-363AF889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56C42-6CC5-4DAA-97B4-78E35071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승인은 원안 진행, 수정은 새 payload, 거절은 이유와 종료·재계획을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BD01B-E0CA-4A83-8603-C29E2567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6E9E2-2CB6-4384-A3E1-8215838A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3F95A-5317-4297-BD27-F5F71E36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546FD-1969-492D-80E3-AE415ADC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DB463-A9B2-42E3-8055-1A14AB5B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4E764-3C9E-4A27-9DD8-1516215C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7826C-9649-49A9-8A77-30C9CE9A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24558-A75A-4768-8DDE-D0EA675B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edited payload</a:t>
            </a:r>
          </a:p>
        </p:txBody>
      </p:sp>
    </p:spTree>
    <p:extLst>
      <p:ext uri="{BB962C8B-B14F-4D97-AF65-F5344CB8AC3E}">
        <p14:creationId xmlns:p14="http://schemas.microsoft.com/office/powerpoint/2010/main" val="98236575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9EC98-8524-44EB-B5A1-A43569EE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Retry는 일시 오류에만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BB1AC-0531-4292-B3EA-8AE2F235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BCC4F-8857-405F-B392-AE73A501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0FB09-EBBF-453D-8D21-0D59C9EF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2B783-97F1-48BA-A954-152F1E8C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34CCE-3B96-421A-ACB0-439DFDAE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C621B-9712-4895-A51F-BA6D8CF9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class·max attempts·backoff·stop을 state에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01661-B9F0-4CE3-AC41-421232F9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F9EAB-BA7B-4710-9B3E-766854D3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302AF-2C08-4193-AB55-BB53D57C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814BE-57A1-4972-9C99-114AACFB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947A3-EABB-4AD1-A2B5-745519E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8F4C5-D516-409F-BBD4-E0B7B2C4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next delay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07313-9277-400A-8B66-8D7447E0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B6AEC-FDD3-4EC3-A410-C2D3A3F7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2AC88-B924-4522-99EA-1E7EFD8C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23280F-9C27-409A-A4D1-8D181DFB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Graph가 필요한 이유  |  Idempotency가 없는 resume은 자동화가 아니라 중복 사고의 예약이다.</a:t>
            </a:r>
          </a:p>
        </p:txBody>
      </p:sp>
    </p:spTree>
    <p:extLst>
      <p:ext uri="{BB962C8B-B14F-4D97-AF65-F5344CB8AC3E}">
        <p14:creationId xmlns:p14="http://schemas.microsoft.com/office/powerpoint/2010/main" val="1192067602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234001-7294-442E-AC00-8153EFEE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D5676-A6A7-478D-BC78-3E3179DA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806E0-5FCE-4FEA-8451-8073DA2C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43CCD-B0B6-4BA3-B1EE-53C5ED29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719A3-6F04-4B32-90B2-F3388015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579FF-757C-425F-9567-6401B50C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D2D11-D863-4C74-9955-8DFC9F64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2F98C-2C8E-498B-8E81-62DEC05B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CBD49-F476-47DA-9DB6-611B2171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AED4A-5A48-435A-BCF7-E3A64EC0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필드·status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8CC2D-7EC1-47C6-B82E-05C46F86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B9F15-1BED-45BF-838A-1C27DA2D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34777-DB23-4113-AB66-CED22F9B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B0E66-10C3-4236-B54D-78FD15E1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책임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EC278-5A1E-43FF-86D1-C2DBC52D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A8C3D-4E94-498F-91A2-01812ECC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77C90-96C0-4D82-8E93-9B3C7FFC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86B71-9C84-4598-9BE4-6A61EE57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분기·END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15DDD-B4AD-4223-97A1-27BAD925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3BD9C-A592-4C32-A1D2-93205DA4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3BEB6-5074-455C-B0D6-B0671AC9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50B35B-35A4-45E9-AC1E-555B4F0E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중단·재개</a:t>
            </a:r>
          </a:p>
        </p:txBody>
      </p:sp>
    </p:spTree>
    <p:extLst>
      <p:ext uri="{BB962C8B-B14F-4D97-AF65-F5344CB8AC3E}">
        <p14:creationId xmlns:p14="http://schemas.microsoft.com/office/powerpoint/2010/main" val="1989819495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406C3-ECBA-4B5E-8F1A-4A86441D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BEDAD-04D7-4653-9823-F02ABF02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routing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BC776-33C9-41EB-BF78-88D87967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6DDD7-8D41-4A89-9411-AD2148D5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661EF-49D3-4455-A45C-F2B5D565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C8B58-801E-4086-AE45-7C1B1429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0110D-51CC-46E6-9007-8D00348B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8C87F-2AA4-44C2-8E71-65393D0D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D1FDC-7DB5-43A7-A077-6AE97D6B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CLASSIFY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2CDE1-87AB-4156-82A8-7FC5F600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BF78D-E8FD-47BA-84E0-53E559A1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24ED9-A319-4B69-8D86-E8461FB1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CBEF8-B264-468A-A7B3-2B1C28CF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55D97-9E58-401F-9F93-12313AF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attempt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8D7C5-7650-4F28-BF88-267B97B0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D01A7-338E-4FED-A953-DF06B139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B1EBD-87EA-4CE9-A019-F96F1642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1AD24-2104-4E75-AFA8-F9C0680B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retry·review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6A26B-D493-45CD-AE21-25172322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8FE0E-EA57-494B-80C2-968B3AA8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79185-BFBA-4A69-A489-12CC767C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AFD397-F3D1-419C-A3C3-83272658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</p:spTree>
    <p:extLst>
      <p:ext uri="{BB962C8B-B14F-4D97-AF65-F5344CB8AC3E}">
        <p14:creationId xmlns:p14="http://schemas.microsoft.com/office/powerpoint/2010/main" val="1166169575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3EB41-FA4B-4CF6-AB37-44E30045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0E0A7-EA9C-4B7A-A4D4-448BF4D0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 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2D128-5518-43AD-9E6C-557A73B0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84154-7FB1-4370-8955-BB8949A2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27101-FA50-437B-91BF-9854245C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35F18-A143-459D-BE18-BCD74EC9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AF34F-929D-4258-A2FA-69726766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D02E4-67C6-44DF-AE3F-DB639BBF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5B011-C922-4B80-A6D2-A2089326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321B4-EE90-4BC4-932B-D74AC8B8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draft·evidence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1A4BC-528D-4F6F-9C69-233BE433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C738F-45D9-44AA-BFBE-EDC88EA4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6024C-B89E-4B9E-A94E-C37A722C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279BD-0D14-4C9F-A03F-F1169533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A/E/R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52E43-8F32-45A8-BEAB-062443C0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9B240-F47F-4B86-802A-CE19B41F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D0CB1-C130-4D6B-9711-99B4DED6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58976-CD16-40F5-B861-9F6B80F2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review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63EB18-F405-4C4D-AF33-C3A69AD8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07D55-BC16-4B5A-9A34-7CB35953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2A57B-AAEF-4B61-B27E-1E9DD4DD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C7FC3-0320-43C3-89A5-BB959290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same thread</a:t>
            </a:r>
          </a:p>
        </p:txBody>
      </p:sp>
    </p:spTree>
    <p:extLst>
      <p:ext uri="{BB962C8B-B14F-4D97-AF65-F5344CB8AC3E}">
        <p14:creationId xmlns:p14="http://schemas.microsoft.com/office/powerpoint/2010/main" val="742435134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547D08-533C-494D-9616-69FE85BE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B3BA7-BAA4-476C-80E4-7A0604B5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7C7E6-4AD4-4B9D-9DBA-CB51207E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2726A-89AC-4EFD-B96C-1B019DC6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8BBFC-0303-49B7-A268-0556E139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E02C8-47FF-472F-A549-267998BD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93EB1-F3CF-4EBE-B676-A68ECEF2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1ED89-2578-4324-A8D7-35A4CEAF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92F03-0025-42BD-B296-0ED782DE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253E6-7B83-4A90-9622-5EC9FBD4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하려나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5E011-9ECE-42C4-AD19-7BBEFDE9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AFC22-C7F5-4594-B811-DCEA5C1D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08D35-C81D-421C-94B4-661A5C5D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52F7C-EAB0-4542-ABE3-3761DBE2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어디에 쓰나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A8040-D64C-4F6D-A944-9E6D2C94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57775-EB6F-44F5-8629-2D7B6BE1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50C0A-F087-47FC-8432-057D78F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E538C-482D-4015-AA78-FB931C14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검토하나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C03D95-8348-46E4-BFE7-3677CB21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2BA7C-21CF-46FB-999E-158183D6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C4019-C775-4831-9215-B9447879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1ABAB-370E-4194-85E5-605EA587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승인·수정·거절</a:t>
            </a:r>
          </a:p>
        </p:txBody>
      </p:sp>
    </p:spTree>
    <p:extLst>
      <p:ext uri="{BB962C8B-B14F-4D97-AF65-F5344CB8AC3E}">
        <p14:creationId xmlns:p14="http://schemas.microsoft.com/office/powerpoint/2010/main" val="1251522630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6A4EF-79D8-4607-ABF2-E2A64722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8E8BC-A616-4352-89B7-341487E2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74110-1611-4F5F-BE74-B2084BEE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0AA53-CF9F-420B-A2C4-7D58F8EE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AEFB2-C225-4C60-AE9E-5B6DB6D7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08A30-73F0-4023-9C98-184DB7B8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BF1FA-CFAF-46EB-B384-0FAF77AE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91272-A9FE-4BAD-86F5-4C6606A9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7D9A3-2129-42EC-B164-2DCEDC2F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47FB2-0179-4177-9BA4-649D3E6C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request_id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54F9F-5A39-428A-9468-E4AAB335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146A2-6F26-4F2B-8CF4-70DCB095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1F635-6A55-4FC9-9B5B-EDCF4BD5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FC282-B87A-4B5D-BF26-482E7B40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기존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61B33-117F-462F-910B-FD7EA72A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F8F8B-6B15-4E3E-B189-8A6C63FB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BBBB4-397D-4CCC-89B5-EBA0FFA0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95A1D-0D77-4C6E-81F3-FE824F14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번 수행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6C3CC-87C1-49FA-B31A-418CA3FD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AE7546-D8D9-46A1-AFB2-D69D7EEB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BAC6E-CD99-45C3-A6D8-EFC81B59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6F01B8-0322-47F2-B607-90489F57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external id</a:t>
            </a:r>
          </a:p>
        </p:txBody>
      </p:sp>
    </p:spTree>
    <p:extLst>
      <p:ext uri="{BB962C8B-B14F-4D97-AF65-F5344CB8AC3E}">
        <p14:creationId xmlns:p14="http://schemas.microsoft.com/office/powerpoint/2010/main" val="455409147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FFD4DC-F3C6-45E3-B765-ABAEE895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3778F-8CCF-4894-A348-3A3F350F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LangChain의 조합과 LangGraph의 중단 지점을 구분해서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4C761-BD51-4231-8210-2B122620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74B97-028D-4658-A74F-2D3CC2C4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330F8-99CE-4398-9ED8-6CD29310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56E3F-0FE0-4B2E-B11F-617CC608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9050C-046B-4280-BA9C-B4E64410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조합 계층 → stateful orchestration → interrupt → persistence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2FA69-B2F8-4104-9C5A-852B74E2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578C4-C03C-49FB-8F2B-AC2A56F8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B11CA-6F0B-4E18-B459-1448E669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73F14-DE9C-4A25-A70B-D10B3EF1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EC96F-C28B-4B7D-9117-F8B7EE8C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27246-8F31-486F-BD9C-C1CFFCF1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LangChain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BA688-A669-4CFC-9A44-3DB1D1F7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모델·Prompt·Tool 조합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7D61E-8585-4DCB-B292-17F4BE81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개별 AI 구성요소를 공통 인터페이스로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44592-FC94-4B69-A1AE-97CD713F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단순 호출은 SDK만으로도 가능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91ED4-B714-4242-9524-063215A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9F1E1-EE67-4BEF-BAB7-802149AF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ECFE6D-EFFC-4B61-A0DE-B0102971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53669-C3B7-4FBD-BD11-A0EF490E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242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상태 기반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450A4-A71E-4F3A-9F05-31C17B07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242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분기·중단·승인·재개를 State로 명시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8611F8-EEC2-4D41-A875-54853547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짧은 직선 흐름에는 과할 수 있음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331512-4B7C-4D33-A907-6F41DC35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E39B63-35CE-4EB6-BFBE-B1099A51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LangSmith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36E52-55D0-4EC6-B5D6-64EE0962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243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관측·평가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82FEBA-C687-47E8-8D57-BE84C7E6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trace·dataset·experiment를 같은 실행 계보로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B7BF56-6483-43F5-AB29-16730668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243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JSONL은 무료지만 UI·협업이 약함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3B056A-4321-426E-B920-A98A6F02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D50DA1-0418-4F29-8ACE-784CA35F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55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6A01C8-9A27-4EA7-AF16-8D6F5F54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Pydantic·pytest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2C0A45-E6DD-4E40-BEBF-9B8D6C2D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24425"/>
            <a:ext cx="1866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계약·결정론적 검사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985476-B84A-47C5-A4BA-DE133B82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24425"/>
            <a:ext cx="3676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Schema와 실패 조건을 빠르고 재현 가능하게 검증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C50337-4439-4DCF-A278-72E358E3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의미 품질 평가는 별도 rubric 필요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95AF66-2AB8-45EF-BE39-D03226A3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5286704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48C6AF-7818-4E65-957D-4C48931D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B64EA-5AB2-4433-8A2B-DBFA767D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 overview · 조합 계층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7BE23-65D0-45F7-8C9F-156C108D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921E0-D4D5-478E-B735-4DAB2EA7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64D2E-9E35-4F0C-B13C-6737E378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8EEE9-8432-4913-8A5E-1FB772F5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D8CF3-A1F4-41A4-ACFA-7043B585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C9ADD-58FF-42BE-B45A-74573A9C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36AED-8C43-4409-BF9A-18175CE3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model·messages·tools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614C6-1D11-4FEA-A86F-BE9C448D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87046-C2C2-4B01-BD03-AE903B96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402B6-CD9F-47A7-BA17-B715A7E8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C414E-F7B2-4558-9050-F3F37468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조합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FE1BC-E941-46EF-9C4C-B7DC4D4D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3EEC4-F1B5-4C3A-938A-AAB6543F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제어 흐름은 LangGraph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AC85D-9476-492D-801D-9BD1C1D5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3dd9f86a84f0a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C4FDD-1935-4071-8FCA-D05F9508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LangChain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942829378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C0C27-666B-4B5A-8EB5-F2D70D37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96659-EF9F-4590-9F15-4F885C37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overview · stateful orchestration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D6CC1-77E9-477A-AA28-B5C4C8DF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151E1-5A98-40BA-ABC7-E82AB269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E9465-6F50-43F5-84C8-332BB33D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9EF22-C2EE-4AF0-8A51-8A1614B8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D725F-7520-4A77-BBC0-805B4802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B810D-3910-462F-8DDB-9C1AD471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407D5-4A31-481D-9FE0-9F986AF9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state·nodes·edges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42520-93DC-4A9D-A674-BC978A8F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423BD-8C46-47BA-8865-651A3FE3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durable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155F2-F067-4230-A90B-1CF10165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25611-695C-4E37-8287-C904786D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human-in-the-loop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DA913-E0E6-4BDA-85E0-0DB43423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ED001-9F49-420B-A8D9-89BC94E2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장기 실행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93A8A-84C7-40C5-8CD8-14EE1D2B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397eb8c3f41c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DD372-1D50-46AD-B2B9-8F00C777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531274434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3ADBB-A7BB-4F30-9A9D-6779BC91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ADFC0-4FE1-478D-9C68-F01658EA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interrupts · 사람 입력에서 중단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763CE-8A8E-4995-84CE-BB505FC2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BFFDB-38D5-4A9E-971F-AA03176D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4B61B-1B6A-4BD3-86D1-D1EE91E6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371D8-7786-4E6C-A089-50E913D1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B9CCD-31DA-4758-9311-4E894ABF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B9DA1-743B-4B21-A896-BFEAFD64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B547C-2494-4C16-97F9-F9403336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52207-B744-44AC-8028-52C63DB7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CA9BC-39D0-4D07-B397-DBA01785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 resume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46F66-202B-4C51-A531-56352BAA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7F9A5-6FFE-4F54-8DA7-886ECFEB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JSON-serializable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72844-3ED2-41E5-BFEE-91E4659E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5DBB9-4592-435E-8263-41D1D839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idempotent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6B7EB-883C-43FC-9643-A6D4DC44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dcf008a304bd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F75415-2614-40DF-8A79-451004D3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Interrupts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780882564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5D9AF-9748-431F-A2EE-7DEA0871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22D63-EFD2-4321-81DE-8E9CBF96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persistence · checkpoint와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8E79E-B6CF-4BCD-9920-EB379644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D5939-9D3E-4C95-A6E9-77D47AF7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70A7C-AFCC-4F7A-8918-19A56435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14C50-BA44-4453-AA38-6603F397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B48E4-A92E-47C4-AC0D-BE8562BC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D5581-421D-4F85-896E-84163B3E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C1645-9CAD-4B39-9E5C-402D05A3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8AE2C-9512-4F4D-86E3-F3917B58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3DC81-E779-42FF-9F4D-6F5966AB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519EE-13F8-486A-AD9E-F268E55D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8F639-0D73-4031-A34A-24460D9D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C828B-67B5-457E-938D-738D7AAA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93C4A-0BBD-4201-B3E1-0F344E54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fault tolerance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43226-4661-41A3-8B86-C1941ED0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d975e128248e5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00C995-01D5-403D-A0DA-4AF88C1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Persistence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869564347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A4E056-4074-4DBE-9078-774E333D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A73F4-C2E2-4CC5-BCAA-0413CC3A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CEFA2-1CF0-47A4-A067-06C022C0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B59C3-5B93-4C85-BC03-EDEFC722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3D453-8A56-4995-AFD3-251E600F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A79BE-4985-458B-8DF8-6F4392EA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53E9B-42A3-4E80-A273-F0574C1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CA377-63A5-4A40-8EE0-C5BD1539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68619-CC9C-48A0-B616-EBC8944B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node에 필요한 필드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218E9-D6B9-448B-9282-488B253F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EC9A2-F336-4BD1-8D12-B9484A5C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data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BB95F-A33F-47DF-815D-43F4D452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78B67-BBAD-4CC8-BAE9-68C91507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누적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50536-C0B5-4BD5-9FF9-AE97A95A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8739E-8F52-449A-9B9B-4E502F4F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23BA2-7096-45FD-930B-742D3AD2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8EFB8-46E5-4235-9EEF-2298EDD3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92B6A-82DE-4776-B649-26B8EC08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State(TypedDict):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request_id: str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transcript: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draft: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errors: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retry_count: int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approval: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status: str</a:t>
            </a:r>
          </a:p>
        </p:txBody>
      </p:sp>
    </p:spTree>
    <p:extLst>
      <p:ext uri="{BB962C8B-B14F-4D97-AF65-F5344CB8AC3E}">
        <p14:creationId xmlns:p14="http://schemas.microsoft.com/office/powerpoint/2010/main" val="402916154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57C929-2F54-47BD-8A80-A8DAFDE7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EC8DD-11BD-4120-BC24-BEF2444C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route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3DF33-A694-4BD1-8F71-BEBFB5E1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25CAE-888B-40B1-9509-D9FEA14B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B0DE4-822D-4444-9FEF-86D2E221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5DBB7-FED7-4B10-8CE7-2E3F9E73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F52F8-0173-4178-901A-008A768B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B67E0-4A85-4582-85A1-8DC0BD62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019D4-C406-47B0-87D6-BDDDA2E0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2A164-9458-425A-913F-F959B436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4C5B9-1541-48F0-9BAA-B84B08F2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E5D41-E087-4E0F-8DD5-CC8E9716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946BA-3D5F-4E1B-949F-83484875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4D969-14E0-40B9-B429-B9945338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FD58C-2FF6-405B-8000-CED1F15C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52E3B-C0A8-4F89-9586-BF69FC31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4006D-E61D-47B7-9179-3F1B5412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F6F0F9-653E-4C71-B272-197D321A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route_after_validate(state):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"READY":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"human_review"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"TRANSIENT_ERROR" and state["retry_count"] &lt; 2: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"retry"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"failed"</a:t>
            </a:r>
          </a:p>
        </p:txBody>
      </p:sp>
    </p:spTree>
    <p:extLst>
      <p:ext uri="{BB962C8B-B14F-4D97-AF65-F5344CB8AC3E}">
        <p14:creationId xmlns:p14="http://schemas.microsoft.com/office/powerpoint/2010/main" val="265994737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B2C94-F61E-42F9-90AA-E25C29BA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604F5-B41A-4521-9318-66C80D72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Interrupt로 검토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47F11-B8C8-44CC-A71F-3CBE69A6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00E69-FCD3-4B93-A7BE-ED792879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62D33-4C5F-4EDC-AE8D-8FBBA0EC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18BFA-22A1-4FC8-BE82-E97606EA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B0A01-D082-4305-B300-E584463A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5504A-0F51-4404-8C05-7EBA29BB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2794F-723F-4757-8AD5-67149C31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정보 한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AADA6-D94B-4102-A174-56FBD8CF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78CCB-8DD8-43E1-BD64-EFF0EABE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가능한 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70BA1-05CA-4245-9406-DCD4449A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2E459-58E9-4B45-AF77-D29EAE63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버튼만 전달 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4E84D-46E6-4E2B-9E51-9AECC382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B0769-1C45-4943-964D-32268A77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결정은 event로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76439-D8AB-48D2-9548-32E49562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06E51-07B8-4172-BCCA-DE000A0A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500A1F-8AE2-4166-8395-0FC904FC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 = interrupt({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"draft": state["draft"],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"evidence": state["evidence"],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"target": state["publish_target"],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"options": ["approve", "edit", "reject"]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249598650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5374C-D706-4220-A9C8-FAB8486F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4D30C-F2C4-43D9-9685-64AAAFEA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Command로 같은 thread 재개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6A29D-8B82-48F1-ADFF-0D719267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B3E37-58D7-449B-925A-6D3F008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15534-969F-4E22-975D-A61BF26D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B2360-2E44-482D-A255-C5F70696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5066E-1C2A-4969-A5C4-344CB230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E57BA-2659-43CF-BFA2-CFF4077B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40C7C-EDDB-4F34-8001-83E99232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F49F8-1DF9-4888-9DF4-D08BB6C9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EBF5B-44A5-4A47-A3FC-5AC95A5A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EE157-1A90-4485-BBC9-D060DEA6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452C1-F421-4759-9283-9FF2013E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D2808-846F-4498-B917-A82A0A76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CA02B-F5B8-49D4-8485-BBFFEBA1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new thread와 구분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C3037-CA53-4169-BEC1-11B3EB95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873CE-36F8-47DB-A3EF-521AB2D0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D5C9E-7191-4C54-9352-EF750DB6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config = {"configurable": {"thread_id": request_id}}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first = graph.invoke(input_state, config)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interrupt에서 멈춤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second = graph.invoke(Command(resume={"decision": "approve"}), config)</a:t>
            </a:r>
          </a:p>
        </p:txBody>
      </p:sp>
    </p:spTree>
    <p:extLst>
      <p:ext uri="{BB962C8B-B14F-4D97-AF65-F5344CB8AC3E}">
        <p14:creationId xmlns:p14="http://schemas.microsoft.com/office/powerpoint/2010/main" val="1798763356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8C8D29-E4E5-422F-B75F-9461655A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17BEC-1BFC-4657-80A3-7E36F343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9A8E1-3EAD-441B-BD24-701FA055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484C5-953D-40B1-9F9D-3464746E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6DFED-6F9B-41BD-ABA4-0A4C5F7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466C6-EF70-410D-9E54-8051A1E9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1E793-9694-4403-9579-3CE810D4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A6480-56C7-4AE6-8A81-53A6EC59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0CA3E-76B8-4F60-BAC8-33E5877F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B6CF7-5834-477E-98A6-7E5727DE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79A77-C0D2-4629-ADE6-A53D5A86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무슨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30432-B6BB-442D-91D8-85CA2B8F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44D8C-C10E-4166-AD2A-01C183D8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1A989-776A-4757-97AC-12064CE6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801EF-5253-4051-A2BE-5FBFC005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 payload·시각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3A8F5-E9DD-4C03-870E-8B450C1E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9F6BA-4727-4692-83DE-0A935D9A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AA7D5-BBD7-49A5-A59A-BCC4C0EF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approval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"decision": "edit",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"reviewer": "role-reviewer",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"reason": "담당자 근거 부족",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"edited_payload": corrected,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"at": iso_time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07413988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5502D3-98C2-447F-B848-7C8A44F2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403A6-8382-4494-9B60-D4A96C53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State 필드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B187E-EEE7-41E0-A73E-9BC1B24D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5E5E1-1260-4B31-8C3A-8D2E8FA9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D6096-7B0C-4101-A9F5-381719D7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B92EA-8E4A-4EC8-8447-5DBEDEDE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A0CFD-DE82-4716-AC04-0D7B4EE2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FF5E8-E2AE-4019-AC87-FC2130BC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44007-CC41-41D7-9936-2F28DAEE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2D33E-290A-4CB3-861E-0C665E1E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54546-3E69-4ECC-BDE5-658CB796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7CECA-6B92-413D-B299-D4794144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입력·중간·오류·승인 필드를 나눈다.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C739A-3A9D-40A7-BAB8-FFA6A0EA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E46AB-EBA2-4B5E-8F4E-D08D8A73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91F6B-1993-455B-B0F8-E17BE26E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node가 읽을 필드를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B8291-351F-4C61-8AC1-CAED1FB1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85CBD-BC55-4DA1-8324-7B2910B5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CB0C7B-B09B-481D-A579-670EA02B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status를 세 개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F7C8B-9F60-4FD0-BF7B-A351AD3C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00CC6-44D9-432C-9BAA-3A4AC7CE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1AC75-8A6F-433D-BA78-91CDABD2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불필요한 chat history를 제거한다.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54D0E6-18AD-46C8-98F6-28A7D440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32629-277C-4C99-992B-85727800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B03E0E-B169-4D41-8E45-5E499563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State schema 1개</a:t>
            </a:r>
          </a:p>
        </p:txBody>
      </p:sp>
    </p:spTree>
    <p:extLst>
      <p:ext uri="{BB962C8B-B14F-4D97-AF65-F5344CB8AC3E}">
        <p14:creationId xmlns:p14="http://schemas.microsoft.com/office/powerpoint/2010/main" val="1240686817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E3E4EC-A6A2-41EF-8B80-F70BA6D8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7EFF8-C39D-4182-A36D-FAE5DAC6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Node와 edge 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056BF-5282-4DEE-83D6-B6391D75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EEC5D-B775-447B-A9A1-3F553C40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0DE22-C2D6-45B1-955D-1757CF72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A48BE-95E9-446E-B503-A028E865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D7641-5783-4607-8253-3DD5FA4B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C1028-52F9-49DB-8AD5-E3239C4C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1F65A-06BA-4199-AED8-AA823B8B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1ED8E-EFEB-41F7-85DB-0896B962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187C9-2DD5-4C50-B4B1-1AF33FC2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2058F-BCE6-41D3-BB3B-5F52DF08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transcribe부터 publish까지 카드를 놓는다.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0C609-D5F9-4AC5-A412-45D0C9AB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F70D6-B865-4746-A34A-1E332F18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40D46-8D52-4A60-A093-2AE0F95F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 한 책임을 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0D18D-E72C-4D4C-A12B-DC607B32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CF12B-63BF-48FC-9E7E-0F835237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9B1C5-F30C-48D3-A826-DE285ABF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edge를 연결한다.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86834-94F6-44F9-91E2-0FF737A6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C1144-E47E-4789-BBC1-744ED980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27214A-F30A-47DE-AE49-1631E2FD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오류·review edge를 다른 색으로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EDAE5-0C8F-4D28-93BE-51AD807D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58D5E-33A7-40E9-9ACB-D481C5B1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3927C-2A5A-45A2-B04E-CBEC9917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graph sketch</a:t>
            </a:r>
          </a:p>
        </p:txBody>
      </p:sp>
    </p:spTree>
    <p:extLst>
      <p:ext uri="{BB962C8B-B14F-4D97-AF65-F5344CB8AC3E}">
        <p14:creationId xmlns:p14="http://schemas.microsoft.com/office/powerpoint/2010/main" val="2058541248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1EB4AB-A71A-4E2B-ACA0-35A28851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E107A-8219-42B2-892F-74D73F7F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Retry 정책표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82C7D-3620-4A44-B0BA-E0C13109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19A6B-0128-434F-AE85-5253242B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189D5-180B-4AC2-9764-F9221D66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A4219-7780-44C1-8D54-C84EB940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B9572-4C1D-4A8D-8FEE-735975CC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BC3BF-B97F-461A-8899-151511BE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138AA-4686-4529-AC69-9CA04182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76904-FE02-43AF-A1CC-8DE931DD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50B83-6BB4-4BBA-A96D-4C821D8D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5F732-6191-4AE8-A987-5CDFE8F2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네 종류를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15F30-ED8E-417F-8C30-74B4952E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D9168-7D96-47B0-A968-997BAFD7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684A1-5601-406A-B42D-9A154073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오류의 retry 여부를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433F9-E1AE-4F94-907D-3949060C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8D2E8-A8FC-4E5B-B95B-B6717391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56C87-7C11-4760-A067-EF1DB51F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attempts와 backoff를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1C6CC-0C3E-4DD6-95F2-39C7B48D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E9007D-7525-43CD-8C0D-63D3502E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F8C4AC-2ADC-434E-8DFF-EA532BC3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 후 상태를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35384-BE43-451C-B659-D6E32766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B71004-8A09-48F3-8015-6049528A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A29163-ECFC-4AF4-9452-989C3F86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retry matrix</a:t>
            </a:r>
          </a:p>
        </p:txBody>
      </p:sp>
    </p:spTree>
    <p:extLst>
      <p:ext uri="{BB962C8B-B14F-4D97-AF65-F5344CB8AC3E}">
        <p14:creationId xmlns:p14="http://schemas.microsoft.com/office/powerpoint/2010/main" val="595158816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00A26E-7B79-416B-A410-AD63784D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EA3CD-2514-4DEF-9564-1E0C7BD5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Reviewer 역할극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5BA76-C22A-47EF-86B7-9A5B84D6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7E0DE-627D-4029-BB3A-96CA22B8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14598-DBA5-4E77-ADAE-170DACC9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045F1-1E09-4CC8-A16E-186FE6D4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624F7-3EDD-4E02-8860-DDC2C1C2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F285C-801E-4B8C-AF3E-2E85AABF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4594F-1612-4A50-9E35-D33E8341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3BC06-74F5-4A0E-B3F0-B68E4EEC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82A9B-68CC-4FED-91A6-05C8C629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38FA6-0090-4607-8946-5060AE4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A는 Agent, B는 Reviewer가 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E648B-054B-4BDF-82BF-57CF506C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2C169-B131-4051-B0F0-B8E66A2E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9A048-663D-46A4-B191-06E73A8B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초안과 evidence를 비교한다.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C0122-904B-4D3D-AB94-DF3256E1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BCB658-629E-4689-A8DC-79BFCB40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D9714-7079-486C-9CF2-24EE610B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approve/edit/reject와 이유를 남긴다.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51526-64B0-4005-9316-547059D0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DE0C6-F2B7-40E3-9B8B-2740EB26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662226-44DB-428C-A936-3C11AC9D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역할을 바꾸고 낮은 confidence 사례를 반복한다.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4989BC-7BA3-4D45-977E-2C6EA97E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9B8CC9-AD67-47FB-B462-02C73ABF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46E4AA-B3C3-488E-9B0C-1DB96FE7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review event 2건</a:t>
            </a:r>
          </a:p>
        </p:txBody>
      </p:sp>
    </p:spTree>
    <p:extLst>
      <p:ext uri="{BB962C8B-B14F-4D97-AF65-F5344CB8AC3E}">
        <p14:creationId xmlns:p14="http://schemas.microsoft.com/office/powerpoint/2010/main" val="423051649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6CD70-8EB4-4269-9277-F88975CF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9A2BC-3591-4491-96AE-C7779EC3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State에 모든 것을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2E7E0-A01B-490D-9547-48293663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1E9EB-8A04-44F2-82FC-F2E5B78D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9D0DC-938C-4274-9317-DDC09B91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5663A-4760-48C9-863F-625913B5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109F2-C8DC-4583-A6EF-2CA4A6E4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A1ACC-25EC-4881-9A54-D0AEDD37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1DB47-6A4B-49C9-B229-25CE9581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E9E10-7D50-4BFE-B51E-6E070F6A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B094A-D6AA-4723-841C-6AADF4B8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거대한 message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3EBC8-5224-42AB-B83C-9EF32397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FA52D-173E-41F4-B187-99CC15D0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audio 포함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90069-BD22-4E5D-BD3A-0259C0FD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F2FC3-23C9-4CEA-B1BE-36AE368B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장기 보존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89741-4AA2-4951-A20B-20DF25FF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AA2BC-1D65-48FC-9032-632FFFE8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coupling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D7C644-45D8-4FA4-957F-0CF02E0A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C31FA-BE6E-46A8-B87B-EE4596AB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structured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A61F03-DA4E-4AA3-88AB-A51C7B0D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78E3F5-6452-4446-9F01-A2F2BDD4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원본은 보호 저장소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90DE4-98DB-4B4E-A5F8-BA967E50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89189-E2A2-4795-AB00-45DA3E0A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EB5DD-E5EF-4761-BC3D-9F3A9639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DB2622-0030-456B-94CE-95FA6682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계약</a:t>
            </a:r>
          </a:p>
        </p:txBody>
      </p:sp>
    </p:spTree>
    <p:extLst>
      <p:ext uri="{BB962C8B-B14F-4D97-AF65-F5344CB8AC3E}">
        <p14:creationId xmlns:p14="http://schemas.microsoft.com/office/powerpoint/2010/main" val="1632978869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48874F-089C-4C4D-876F-8697AA96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AF68B-6911-4574-BDF8-23220B4C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interrupt를 try/except로 감쌈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1986C-90FA-44C3-BF1C-49C4CDB7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31764-BF71-4DC1-AD16-3D8B96DB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D8338-9936-4F4A-B67E-443EA512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74356-70DC-4C76-A304-90C2DCCF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DE41E-8A5F-4757-9C1C-382771DF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6E6F4-6A9C-4B2A-852A-62BB0C3B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E79C0-DA32-4741-AB17-C47407B5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A9F34-AD06-4571-8AF6-C43B1B3B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D248E-2119-4694-87E6-BA80CAC0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신호를 오류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0239D-F73C-4161-A4CC-0B596D97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DFCA5-EE35-47C5-99D2-D3192C06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재개 불가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914A4-E9AC-49EB-901F-C5EB443D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3D3DF-AB35-43A7-9207-E7FFB028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혼란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A6855-CF25-4C78-8592-B210EC7F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B0F54-B7BF-40A4-9840-8D730725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6D669-EE5B-4F5C-99CE-19BCECB9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C8FF9-6E2F-47DA-BDD5-BDEE11ED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interrupt 규칙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4E5590-FA4C-4345-81E8-701E4578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D13D8-2E03-4CCC-AF6C-4802A3A1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payload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3FF08-44B3-4052-B72B-9AC68C93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4BD39-9039-4AA0-93DB-8C4CF19D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8AF961-9A98-4EBE-B389-F2700ED8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BB672A-7E06-454D-A0F6-5258AADA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resume</a:t>
            </a:r>
          </a:p>
        </p:txBody>
      </p:sp>
    </p:spTree>
    <p:extLst>
      <p:ext uri="{BB962C8B-B14F-4D97-AF65-F5344CB8AC3E}">
        <p14:creationId xmlns:p14="http://schemas.microsoft.com/office/powerpoint/2010/main" val="20511730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9FF116-A430-45BA-A64C-D82E6C69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08ABE-F18C-4229-8E8E-CE823346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승인 전에 외부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54187-632B-4F50-82AD-2BDDD71C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A1CB6-9AA1-480D-9AA8-24812CAC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2E9A1-3D17-47AA-BA80-B37A6DF3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AE059-5D0F-4E53-8A47-9D3A4651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65622-146D-4EA7-94C8-D210A28D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A33B9-7C34-43E4-ACF5-49A225C1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4D96C-12BF-43FE-BF92-6F040C31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BC483-F2B8-4A9C-AC92-E785A33E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5ADAE-56C4-4019-8788-06445E8B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재실행 중복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466E5-25F0-47CB-B98D-9ADE043E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10E96-14AA-401A-B800-C7486CF2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확산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8C758-2E18-4739-975C-B201841D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CCB52-2500-42F7-B113-B7668FF1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취소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9329F-4B73-46E4-969C-307C3135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3B5BF-5922-4210-92F9-CE47A1CA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감사 추적 부재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154CD-A7B3-4F79-93DD-CFA79BAD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6B27A-FF92-44E7-81D1-CA16209B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F658E-999F-41AB-ABE8-F476E7FC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D9B96-9942-4FC9-A0A0-F68DAE70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7B8A0-60F6-47A3-BA19-259D7E4C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9D0159-A26D-4BB4-91BE-4C652DCA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approved payload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7B6FE9-65EE-46F0-8C9D-28477026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3FB10C-A17B-42C0-9BFD-B065049E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</p:spTree>
    <p:extLst>
      <p:ext uri="{BB962C8B-B14F-4D97-AF65-F5344CB8AC3E}">
        <p14:creationId xmlns:p14="http://schemas.microsoft.com/office/powerpoint/2010/main" val="1245893203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A38C05-7899-4F31-98E0-658E566D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E4BF5-F04D-4E17-BA5A-D1765C29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Human Approval 운영표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7C70B-799B-4C05-8AD9-2595B520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96A5A-7CE6-47CA-AD1C-335607C7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D7005-0BE1-4E2C-9FE9-EFF02C10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D8654-D86E-43C4-8DEA-078E8C64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A4590-6571-49CF-86B3-8B6A6CD0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승인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F8DF7-091A-426B-88BD-72A8CE0E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0C14D-0042-4367-8CA9-9928F7A9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F2EB7-D842-445C-8B2E-6B387055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22996-8F5E-4985-8AC5-D111A290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flag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AB45D-C01D-40F3-8769-2D3DEB4F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6BEE1-C423-48E4-82AF-53C944F9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47E71-6D39-49C5-85EE-7839C4DC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24FCB-7686-4F0F-9E87-66B183AD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발행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7EDC1-26BA-4C78-84CE-0D765EDC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BC8F0-6107-43C8-BB31-B462C50F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금액·계약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1417C-D128-4179-8EA6-6CE4C776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B4254-B03B-48E5-B758-5C33E46F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64D99D-8A63-4742-AEB8-EDC36523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D6B857-CCBD-4BEF-9E04-FDF9C715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B567E-DBCF-4647-829E-2294064B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B75333-50C5-4A5C-8FB4-A1FC4C6D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 reason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8AF24-E622-4659-A86A-E53357C8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8AD01F-2BDD-418A-A833-F2F18C75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audit log</a:t>
            </a:r>
          </a:p>
        </p:txBody>
      </p:sp>
    </p:spTree>
    <p:extLst>
      <p:ext uri="{BB962C8B-B14F-4D97-AF65-F5344CB8AC3E}">
        <p14:creationId xmlns:p14="http://schemas.microsoft.com/office/powerpoint/2010/main" val="537095126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99009-C7CC-42AA-BF3D-1AEEE67B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판단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7E36D-8860-4019-ABD7-DA0FCFED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 7 · 승인 뒤 같은 요청이 다시 왔습니다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FC200-97A5-474A-9D0C-A2198E88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56F05-6896-4EE7-AFD3-048DAB6C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ABD21-ECD3-44A2-B438-F1955C85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15:40-16:20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617C0-CF5C-49D3-BEF2-0D30DFAA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D39E3-2009-403F-B974-F14599BF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상황: reviewer가 승인한 직후 네트워크가 끊겼고, 같은 request_id로 publish가 다시 호출됐습니다.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5820D-20B3-4691-AD6E-01FCB1CB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C8E04-2E70-498C-824B-1680041C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5A44F-4716-4093-849C-E8936D1B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State와 checkpoint에서 재개할까?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61862-62B1-41D2-8425-B222FCD0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7424F-9C4D-46F7-9F8F-87788EDD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07715-5D7D-4941-A80D-0C3A8E6C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event에서 어떤 근거와 결정을 읽을까?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23255-39C8-4827-8EE3-F59F7F61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721D9-CB32-4579-90B8-2764EAEA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426F4-FF53-44D4-85B6-F1692182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새로 발행할까, 저장된 성공 결과를 돌려줄까?</a:t>
            </a:r>
          </a:p>
        </p:txBody>
      </p:sp>
    </p:spTree>
    <p:extLst>
      <p:ext uri="{BB962C8B-B14F-4D97-AF65-F5344CB8AC3E}">
        <p14:creationId xmlns:p14="http://schemas.microsoft.com/office/powerpoint/2010/main" val="866718387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CCC8A-86F7-4222-8D1A-806C0245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1F062-7CBD-431D-A47D-07CEA85E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B0BE7-C496-45FE-9E29-12197136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1일차 8차시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9E7D8-A8B0-4EF9-AA4D-6303D284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040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STT와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60610-3ADD-40CC-9ED0-BD593010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16:20-16:28 강의 · 16:28-16:38 Trace 시연 · 16:38-16:53 개인 실습 · 16:53-17:00 판단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8DD73-9102-43CD-BB7F-172E13F5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346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03DAB-1D35-427F-9C06-C26E054E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지금 배우는 내용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6C7AB-29C6-45D1-B039-FDC308B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3467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91B1F-7DC4-4CE9-A42F-9787BF25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3124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 · Trace · Dataset · 평가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A6735-768C-4823-B62B-5EBC2499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E3389-9548-42AC-BB1B-8DF50A29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 차시에서 이해할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EC28F-E069-43A8-A25C-B2176B19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4095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F333E-38D9-4EA7-BCB4-2FF80019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75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기록으로 READY와 HOLD를 결정한다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6F0F7-4170-4B08-A55A-E4555BC7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8A885-4E55-418C-8C97-95CE2410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함께 챙길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AC7B4-C007-42D1-A902-4C448BD1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838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1F9E2-EB3C-45F9-9851-B84D926F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0"/>
            <a:ext cx="249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 기준 + READY/HOLD 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176AB-02B5-4D9D-BC0B-A12692FE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167DF-A532-4286-A9BC-09782844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슬라이드 237-269</a:t>
            </a:r>
          </a:p>
        </p:txBody>
      </p:sp>
    </p:spTree>
    <p:extLst>
      <p:ext uri="{BB962C8B-B14F-4D97-AF65-F5344CB8AC3E}">
        <p14:creationId xmlns:p14="http://schemas.microsoft.com/office/powerpoint/2010/main" val="466150416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47EC9-CF4B-4E0E-B5F2-96818E17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E669D-2568-44AE-AEF3-3C03122F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관측은 READY와 HOLD를 가를 때 끝납니다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35547-ECDE-448B-B1A3-F520FDEF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C22A6-6B43-4699-8652-70762FA7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DCDAB-6008-44C6-A92A-560320A7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9C422-2497-41D2-A188-9F47CE41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F391C-2967-4D28-AE7C-685DF0A9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버전을 배포하지 말아야 할 근거를 trace와 dataset에서 바로 찾을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F6BCE-E625-4091-A388-11115CE9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545EC-862F-4889-BA6B-ED447E78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917E7-5F63-4A52-9BA2-F5B2D93F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또는 Local STT의 segment를 받음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EBB83-3493-42CB-98DF-BD4F561A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46756-2E8C-4A3C-86FF-D618D63A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품질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1D126-A468-4F25-AAB7-8AC9736C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무음·반복·이름·날짜 오류를 flag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B32C5-47F0-40F2-B8F3-8A6B6254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1CEAD-340F-47F6-8256-0AC95F64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계보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113B3-33B6-46F1-AEDC-D7B3AC66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node·LLM·tool을 trace tree로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C7B12-1729-43AB-9396-97EA3CA2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A18C9-A761-48D7-9405-D036F8F3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90DB6F-1BDA-4652-BA14-362FF538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dataset으로 baseline과 candidate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FA558-7853-4EDC-B4C8-EA7632B4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C121C-C411-4309-853D-A6E98A24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149C3A-8118-423B-9CC9-BEBC9D3D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품질·안전·지연 기준으로 READY/HOLD</a:t>
            </a:r>
          </a:p>
        </p:txBody>
      </p:sp>
    </p:spTree>
    <p:extLst>
      <p:ext uri="{BB962C8B-B14F-4D97-AF65-F5344CB8AC3E}">
        <p14:creationId xmlns:p14="http://schemas.microsoft.com/office/powerpoint/2010/main" val="1540182502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4E955A-E752-49E9-B1CE-E17176B0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보는 용어 · 한 장으로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16D5E-76FA-4FF1-AC9B-4919D9FC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관측과 배포 판단을 잇는 네 단어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46DCF-C253-4B3B-A1C3-A06075CD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01E78-B7A8-4CAA-B990-C36D788F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9222C-D69F-40EE-9C35-AF4FD321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9ACAB-D49D-4100-8DB3-AC7B3105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587D0-69E3-492F-B087-8E788FF5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C214A-DA3C-4DCF-BB06-9B959DA2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7752E-FA99-442D-AFA3-68943BF7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74BCE-E111-4BDB-9B92-3EF69815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954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쓰는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16A0E-0901-49C7-8485-9BEA61F6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Speech to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9BE59-DC3A-4EB7-87EB-F14DDA03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사람의 음성을 문자와 타임스탬프로 변환하는 기술이다.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766F3-5207-480A-A88A-A8A1EA90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faster-whisper가 audio를 segment 배열로 변환한다.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AE03E-E7AF-4445-B135-D1F74633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A9410-C5E3-4EE6-B642-C54DD8B8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14FE9-BFDC-48B9-A424-84142535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3C8A9-53F4-4BD9-BAE4-C898E6EC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요청 안에서 Node·LLM·Tool이 어떤 입력과 출력을 냈는지 연결한 실행 기록이다.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AB4E7-5439-4FE5-9265-6356F164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run tree에서 Graph 아래 child run을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EE8C2-9BCE-4C50-9F52-453CC662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1E19DB-5986-407E-BE9D-74C54B19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/ Experiment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Fixed Inputs / Compared Runs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38DC85-50FE-46CB-A43C-4E6BA6A7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Dataset은 평가 입력 묶음이고 Experiment는 같은 입력으로 특정 버전을 실행한 결과 묶음이다.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57DB7C-1D34-45F3-B9C7-3660C867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day2-v1 데이터셋에 baseline과 candidate를 각각 실행한다.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868473-42A7-452B-9EDF-6F6963F6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313749-8B7E-454B-BA75-19BC4946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55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DC97D-8BD0-44B7-8FB9-4C21ED81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Ship or Hold Rule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B2925B-A1EC-4D38-B703-46B8A06B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4210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품질·안전·지연시간 기준을 모두 통과할 때만 배포를 허용하는 규칙이다.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EAAA2B-68F6-45C6-B11A-C2724FBC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98%·근거 연결 90%·오발행 0건을 모두 만족해야 READY이다.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8D2C8D-6055-46BC-A8B1-D812DF89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4692839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2BB1D-D475-46CF-B2E3-80EBD749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회의 기능은 현업의 현재 출발점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3E073-7F67-4F4C-9023-08848DDE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ADBB3-FA40-4B09-886C-E5D34BE3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798E6-690C-4A16-8FA9-5657D34B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1F1C8-D73E-4A34-AC28-762FCED4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68339-DC3C-4DB6-9D6D-193DE23D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B6E8A-84E3-47B0-B566-4BA9DFA3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등은 전사·노트 기능을 제공하지만 계정·edition·관리자 설정에 의존한다.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34edd7484485e">
            <a:extLst>
              <a:ext uri="{96DAC541-7B7A-43D3-8B79-37D633B846F1}">
                <asvg:svgBlip xmlns:asvg="http://schemas.microsoft.com/office/drawing/2016/SVG/main" r:embed="Rd40faf07a4f341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02ED7-8D6F-4478-85B4-1F998BCD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1DF98-0F49-4D80-BB47-1C968086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활용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35258-1D8D-45E7-B121-63C52F42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A1FA9-1FB9-4C7B-8D51-212A642F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정책·보존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873B4-1A0B-4C67-A001-60C4935F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96385-22C5-47CE-AA05-8631D29B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언어·edition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36297-20F8-435F-B7A9-910D1DFD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49681-A882-4F41-B63E-88C29385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배포 전에 보는 신호  |  STT가 틀리면 LLM은 틀린 입력을 더 그럴듯하게 정리한다.</a:t>
            </a:r>
          </a:p>
        </p:txBody>
      </p:sp>
    </p:spTree>
    <p:extLst>
      <p:ext uri="{BB962C8B-B14F-4D97-AF65-F5344CB8AC3E}">
        <p14:creationId xmlns:p14="http://schemas.microsoft.com/office/powerpoint/2010/main" val="517940706"/>
      </p:ext>
    </p:extLst>
  </p:cSld>
</p:sld>
</file>

<file path=ppt/slides/slide2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56C1E-DB4B-4F3C-BBB1-CD0AB59E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수업의 local STT는 원리를 이해하는 최소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91FC3-35B9-4A88-BC32-D5D9E68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96CB1-95E3-46E1-BFE3-9C6FB625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DA222-2D1A-4AD3-940E-A3033AC5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70413-6391-41D0-9C2B-AAABFD0B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25A58-AF88-49B6-B65A-FABA3C97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또는 whisper.cpp로 audio→segment contract를 직접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9AAD5-6125-4067-9CAF-C9B896A1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26592-91FB-4B85-9CD6-E2524560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9D814-2C98-49A0-B0D7-89CB9681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BE9E4-24DE-4524-803F-ED0386FA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302FD-A7E6-4A72-A26C-16578072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CD44E-26B9-4484-AFDA-1ABE715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 선택</a:t>
            </a:r>
          </a:p>
        </p:txBody>
      </p:sp>
    </p:spTree>
    <p:extLst>
      <p:ext uri="{BB962C8B-B14F-4D97-AF65-F5344CB8AC3E}">
        <p14:creationId xmlns:p14="http://schemas.microsoft.com/office/powerpoint/2010/main" val="792952331"/>
      </p:ext>
    </p:extLst>
  </p:cSld>
</p:sld>
</file>

<file path=ppt/slides/slide2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EE184-55E3-4285-A230-931DC576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품질은 WER 하나로 끝나지 않는다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81126-709C-4B90-8EE2-307C9945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73A52-7B2C-44B7-8482-6781280D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3FF74-8BE4-4AA5-ACB1-3548B2FC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9CE82-EE01-458A-A886-1ADC0B0A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4C119-5A7A-4EAE-9E2C-7A977DE5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610F9-1A46-4774-8BF9-AB079643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업무에서는 이름·숫자·날짜·Action Item 근거 오류를 별도로 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483AC-A620-4A07-817F-9771EE26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4A21A-2941-4C56-AD7A-664D5566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empty·repetition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0751B-E925-46F6-B43D-78337D8E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A6491-316B-4DAB-ACBB-D383A0F6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entity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45F88-9304-4636-A057-B3FFD234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5A90D-0B8D-4085-80A1-7B48993E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CB6E3-3BE1-4ECF-9442-D96DD1DA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D0944-091C-45B1-AB91-26225D92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correction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0A6ED-F051-4237-8BD9-1C78CD93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C8348-8A29-4030-B353-467D4B29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배포 전에 보는 신호  |  Trace는 과거 기록이 아니라 다음 실험 질문을 만드는 재료다.</a:t>
            </a:r>
          </a:p>
        </p:txBody>
      </p:sp>
    </p:spTree>
    <p:extLst>
      <p:ext uri="{BB962C8B-B14F-4D97-AF65-F5344CB8AC3E}">
        <p14:creationId xmlns:p14="http://schemas.microsoft.com/office/powerpoint/2010/main" val="1831824056"/>
      </p:ext>
    </p:extLst>
  </p:cSld>
</p:sld>
</file>

<file path=ppt/slides/slide2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B06AD-7D97-4C30-8B57-05233882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trace는 실행의 계보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61A3C-F7F7-4EF5-8785-A734C9DA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51B53-8B08-4649-B632-0284F6C6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EB33E-7EBD-451F-9C94-C90AB38A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FD28D-0D4A-4534-BFE2-7FC1100D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34EB4-A489-47EB-A660-7D0B98C2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graph run 아래 node·LLM·tool의 input/output·latency·error를 연결한다.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F7BC1-C56E-4970-885E-B6C43F7E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FAA8D-19F7-4322-A19F-C7622E82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parent-child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E2904-B72A-4717-8692-7AB0FEC3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6673A-605D-450C-8C80-63594CC1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1CBE8-6882-43FC-904D-C9DC3943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712A0-1F8B-4710-9353-D0F0BEB6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936AB-ADC0-469F-815D-75EF400A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85437-AE1E-4BB3-A869-EFBBD0EE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970922230"/>
      </p:ext>
    </p:extLst>
  </p:cSld>
</p:sld>
</file>

<file path=ppt/slides/slide2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B0DD1A-DC56-42BB-8525-C958A7EA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데이터는 trace 전에 줄인다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3E10F-FBAD-4D37-874E-819AB8E6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4E10A-4950-4E3E-A114-1C08D581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B50F6-FB58-4685-882E-8A17CDA4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65C29-118F-450A-8550-CE1FE8F7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AFD81-B0FD-4B5E-8576-D876B58B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AE1BB-BBCE-47FF-B847-C9EDF62D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계정에는 공개·합성 샘플만 전송하고 원문·secret을 masking한다.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25BA5-7FD4-40C4-A5FD-2996BBAF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9AF4C-27D7-4342-B7FB-1CDF5340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anonymize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DA9A2-2DF4-4BE9-ABFF-7D4734E4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4E6C9-748B-492F-80DA-B83446D9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5159B-818C-4A5D-A0FE-D85FD6BF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43D17-30B5-409B-AD51-E9827E33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B5C5B-106F-414E-8236-F8D87A4D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BB535-76BD-4F97-A07D-24A9F46D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retention 확인</a:t>
            </a:r>
          </a:p>
        </p:txBody>
      </p:sp>
    </p:spTree>
    <p:extLst>
      <p:ext uri="{BB962C8B-B14F-4D97-AF65-F5344CB8AC3E}">
        <p14:creationId xmlns:p14="http://schemas.microsoft.com/office/powerpoint/2010/main" val="839004621"/>
      </p:ext>
    </p:extLst>
  </p:cSld>
</p:sld>
</file>

<file path=ppt/slides/slide2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297E1-5C7E-40E7-9F51-3AF0AF2C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Dataset이 평가 입력을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A8B2C-BD01-4578-BC72-B4FA0187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22DD2-D6E0-4E1B-97E0-B529BF92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20089-81C0-44A3-A4FC-52267CC0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7982F-9893-4644-9BD9-97240492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A2DD0-8C10-4EF7-B9A8-35F61D07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example과 실패 사례를 dataset으로 만들고 experiment를 반복한다.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F0A35-D479-4F38-93A6-310A0C64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B1CD9-268F-42F6-A964-73E38BA1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712E5-E086-4AED-B46D-82AB927F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C1DCB-D420-4EC1-BA2A-C058E2C4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9E0E6-220A-449E-AF98-ED745705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8657F-7720-4092-9C63-F84675C1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7F05B-7862-4F23-B3C4-AF772137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71092-9708-405E-82DD-968397AB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A80CF-B301-4A32-BF0A-4EF5E154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5265B-16D9-4900-A794-59BEB4AD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배포 전에 보는 신호  |  평가는 점수를 내는 일이 아니라 READY와 HOLD를 가르는 운영 결정이다.</a:t>
            </a:r>
          </a:p>
        </p:txBody>
      </p:sp>
    </p:spTree>
    <p:extLst>
      <p:ext uri="{BB962C8B-B14F-4D97-AF65-F5344CB8AC3E}">
        <p14:creationId xmlns:p14="http://schemas.microsoft.com/office/powerpoint/2010/main" val="655226969"/>
      </p:ext>
    </p:extLst>
  </p:cSld>
</p:sld>
</file>

<file path=ppt/slides/slide2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34D1F-1BDC-42E2-9692-1756DE09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5F179-4BA5-41A1-9C5E-CE31CD6F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4CF62-5BFF-4C9D-AE2B-3F42C570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E452C-D673-434C-AF57-27A3C565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D231B-51A3-4566-B397-CE1F19E0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B1F7A-7F69-4740-940A-14A4BF89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7AF10-16B2-4499-86E5-55DBB280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5C6F9-AA77-47FF-A09C-0BB5063F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86AA6-409D-4908-A810-03D334EB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35F26-CAC2-42BB-81BB-8B8B587B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metadata·STT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7EDD2-070E-456B-9F28-60BE7575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FB0D3-7269-4C9D-B289-698FEB31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6F5A5-5860-4AD0-8CDE-7B4CCCC7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A222F-CCA4-4818-93B2-B6E72CA2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LLM·schema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DB184-CA6B-42A7-A8C0-DD488C26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1756F-14D9-4AF2-A648-999A6C6A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884FC-7A7A-4D65-AA79-9A935DE2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D536CC-4479-43FF-A20E-333B440D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evidence·interrupt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C5B69-A1E5-49AC-9A2C-99E14582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6EBEC-3AB0-4978-9C78-1808237E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7AFF0D-E3C5-49E0-95F7-BDF64CDA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296CC-8D8E-4E44-9B38-F7E325A7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승인·idempotency</a:t>
            </a:r>
          </a:p>
        </p:txBody>
      </p:sp>
    </p:spTree>
    <p:extLst>
      <p:ext uri="{BB962C8B-B14F-4D97-AF65-F5344CB8AC3E}">
        <p14:creationId xmlns:p14="http://schemas.microsoft.com/office/powerpoint/2010/main" val="1796360187"/>
      </p:ext>
    </p:extLst>
  </p:cSld>
</p:sld>
</file>

<file path=ppt/slides/slide2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7BC210-777A-4360-B0C7-2F1EBBA8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40068-3DD8-46C0-AFEE-AB90E675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실행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769FB-2F16-4444-911D-34FDAF70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B59A4-7F8A-4724-BD0D-E59B1804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B0D8F-6AF8-4CC4-A82B-AD22BC12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1FA55-3A65-4E94-BC36-0254BE31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D0BCB-6A22-47DB-951C-40E6210E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D6BA6-0962-428B-A2DB-EADB3C88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198C0-6E43-450A-9DB2-4A17FDF4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C66EF-9D37-4438-B387-44DA4548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format·duration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89B82-BAF8-4645-9626-83872C33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2C08C-4E69-4F21-8B92-009DAF59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AF353-181F-4A36-A9D7-7F32DF48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D886F-ED43-44F5-8ADE-3F1B4853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7098D-AF57-4671-A38F-D2FF39A1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CE00F-8994-41F7-9420-6679CD23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4A21F-1FAC-4584-AF21-CF969CD1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038D7-95FE-4C6F-94A4-CA013D93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empty·repeat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D77AB-2D30-4C63-91B2-7D4F63E7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A4A47E-05D1-40BE-9D48-2EF7E936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455FD-0C85-4DF5-ABA8-00E49E1B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EDA599-7150-4A39-8E69-EA213BBB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정답 transcript</a:t>
            </a:r>
          </a:p>
        </p:txBody>
      </p:sp>
    </p:spTree>
    <p:extLst>
      <p:ext uri="{BB962C8B-B14F-4D97-AF65-F5344CB8AC3E}">
        <p14:creationId xmlns:p14="http://schemas.microsoft.com/office/powerpoint/2010/main" val="1249692940"/>
      </p:ext>
    </p:extLst>
  </p:cSld>
</p:sld>
</file>

<file path=ppt/slides/slide2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2F0A8-A703-4044-A8CA-6E9E93B2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7BF16-0946-4161-A90F-41936305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153A9-FAA1-40C3-A5F6-7E08602A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AA028-85C4-466C-84FB-2DF240D5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7E534-B05E-4B33-B98D-27C46792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21E58-E217-448D-BCDA-A74C9192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E2DD6-FD2D-42B2-9269-69E66032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4B004-563E-41BA-95F9-A82F1AC6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42881-17AD-46EE-BD73-9D9D93E7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7BF17-7023-4C21-B8F3-47497FFA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알고 싶나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B7C39-440A-46ED-B9DE-1C7FAD37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D3967-BAB7-4A3E-A608-AA186EA8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583E6-434D-467A-96E4-D7198E54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CED6D-C497-4408-A804-AFD3514C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어떤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4CD28-79D8-4FF5-BE93-3C94F94A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62DC8-F645-4E7D-A36A-E0900097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E08516-6B89-445C-A2BC-12A4B9CC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17140-2077-4AD2-884C-84C512C0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숨기나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8A84E-C9DA-4438-986D-E2FC17C4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16D59-2F00-4A62-A196-0D111A18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F571A-580F-4B6C-BF0E-4A7F9C46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A9572A-3FFA-427B-BF6B-5343E5FC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tree·filter</a:t>
            </a:r>
          </a:p>
        </p:txBody>
      </p:sp>
    </p:spTree>
    <p:extLst>
      <p:ext uri="{BB962C8B-B14F-4D97-AF65-F5344CB8AC3E}">
        <p14:creationId xmlns:p14="http://schemas.microsoft.com/office/powerpoint/2010/main" val="1405511396"/>
      </p:ext>
    </p:extLst>
  </p:cSld>
</p:sld>
</file>

<file path=ppt/slides/slide2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E2F8C3-D96B-4C7F-9D40-0B8B990C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91444-E27D-47E5-8FB0-64ACD8DF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구축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F7FD0-9CBE-4D05-A879-7D62500D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C6FA9-6FE4-4ADE-B5F1-93E2DDF5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F95CA-DA62-4121-B8E1-4EF10E13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417F3-0AE1-45F0-A4AA-10410BA5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603FA-C014-4802-9CC9-871BF40F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8C8AF-85E2-435C-89ED-F72D5B14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EB420-7680-4589-ADE5-323E6621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DEAB8-B1D8-4DCB-A0D6-E5E3E71B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3-5건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0ADF6-1A81-44B3-9F3F-67B5431E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AF70B-6680-4DDE-B6E0-507D8709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3C50C-7ABD-49B3-AEE7-0CCCFE32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D53D0-6A7D-4BAD-9C1C-8BAEDA42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예외 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5C50B-473C-44E4-BF79-E7B901D0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03243-7374-43E5-94C9-7B1DE725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4C2D9-C586-481F-BB26-FBCE8373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89BC2-D1D0-41E0-8052-84CFEAF6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C071A-4146-4EA3-BC93-B044F324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2BFBB3-2BAC-49CF-858F-22A35ABF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23714-760A-4323-A72A-BFF9BCE5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06C6D-F8EB-4B49-9B32-8ACF6D0D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입력 비교</a:t>
            </a:r>
          </a:p>
        </p:txBody>
      </p:sp>
    </p:spTree>
    <p:extLst>
      <p:ext uri="{BB962C8B-B14F-4D97-AF65-F5344CB8AC3E}">
        <p14:creationId xmlns:p14="http://schemas.microsoft.com/office/powerpoint/2010/main" val="1732979709"/>
      </p:ext>
    </p:extLst>
  </p:cSld>
</p:sld>
</file>

<file path=ppt/slides/slide2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04C27C-6007-4709-B3D9-4E138C76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D6911-E34D-441B-AF56-AD8569C9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03911-B4B0-4D3D-B455-FBE2433F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C5C9A-A4DC-417A-B677-AFC65B70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F669A-8B15-42E9-8E5A-6DFA16F8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5C38D-8734-4249-87E3-4187DF26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E1D4D-2F78-4C94-ACC1-0C7C17D9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CF8B7-60DA-4D4C-8ACC-3ECC4AF3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CC779-9477-45B0-B74C-6966F37F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9B300-3795-41D8-8BE6-89E29F9B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87365-1E54-469D-8009-F2932E36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906B6-C800-475D-B583-2CCDCC50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F5D41-57C0-4FC6-8088-3451CC48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DBE0A-A3D7-448C-907A-A6C95AE2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01DA3-6C67-4950-8646-B14E5865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5D12F-C77C-472E-BFB7-3454AA7D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9E49A-2B8B-4FFD-8235-1AEE0C73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0DEB2-CFA9-4D0D-BF57-14709CC0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human rubric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FB660-2115-4E67-8ECC-9D8D419D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F56C63-B880-4572-8096-EC73A078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B6A53-B174-488E-86D2-9849C9CE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D4E03E-F17A-4FBC-B16E-284A8135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</p:txBody>
      </p:sp>
    </p:spTree>
    <p:extLst>
      <p:ext uri="{BB962C8B-B14F-4D97-AF65-F5344CB8AC3E}">
        <p14:creationId xmlns:p14="http://schemas.microsoft.com/office/powerpoint/2010/main" val="1729336230"/>
      </p:ext>
    </p:extLst>
  </p:cSld>
</p:sld>
</file>

<file path=ppt/slides/slide2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267A4C-1781-44B0-BFA2-E39042D0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EEBC8-C1CA-4A84-8998-46C836E1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STT와 LangSmith 화면은 하나의 품질 루프로 연결됩니다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6D962-C591-421B-A8EE-AA14E188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3F1DC-4475-4C98-AC33-526AC6B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63512-1ACE-422F-A216-CAF28792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404E9-BCA5-47A5-95F6-2BFEB8F1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B81E3-4A7C-4012-B7D9-052998C8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Local STT 두 경로 → Managed 노트 → trace tree → 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74643-F8D4-4FAA-90EB-C3B0E005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55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DD201-BE62-49FD-BA36-FE537A2F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도구·서비스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A4E28-70A9-44AA-83D3-F1DB8D24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도메인·역할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C5216-1DD8-4B1D-9570-2A320717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강의에서 쓰는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99916-A37C-48B7-8320-CACFFF64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유사 도구와의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F6DBD-F2DB-485F-B8FB-D98DF476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Google Meet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A4B5D-E075-4260-9373-53C5D26E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회의 STT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C0C4F-F7CF-43EA-BA37-D3FAD61F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이미 제공되는 전사·노트를 현업 출발점으로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44D42-9A69-43B9-A38A-2C2B8995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Zoom·Teams도 유사하지만 구독 정책이 다름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07561-1E18-41BC-817A-CA6DF163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37483-26F8-4581-B752-D9BFE51E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055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C08AE-8EB7-4303-9975-BFAF197B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faster-whisper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233B5-5D44-4411-AB6A-369CCF4C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908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Local STT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5F8333-B75E-42A4-A42B-388BED91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segment·timestamp를 코드에서 직접 다루기 쉬움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5176F-734A-41ED-AD59-8489FED2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whisper.cpp보다 Python 통합이 편함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02DD01-ABCA-4D28-97C8-D1E0E4BB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186D63-CE91-4553-BC1A-24536EFF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whisper.cpp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EB5AAD-3F66-4476-A2AD-6FC40B45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576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경량 CLI STT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E7207-8096-4206-B13F-5ED5099C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사양·다양한 환경의 local 대안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58C771-0D9D-400E-9885-18B58A32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pipeline 연결은 추가 작업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862426-4155-4D70-A5FB-AC0192F4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66B16C-BFD0-4609-BCA9-C21EE9B6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55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DF41DB-735E-45BB-A3EF-1B345BF2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LangSmith Trace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AF9759-400B-4DF2-944E-571D4BB0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243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관측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F5977A-437E-4160-B25B-D8ADF41F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node·LLM·tool의 지연·오류 계보를 한 화면에서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DA78A5-D272-487E-9713-9AF05818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데이터는 masking 또는 local trace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8B725E-9293-42C5-812A-1566DED5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E63725-77EB-46D4-849B-7263EC45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LangSmith Eval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BDCFBE-EC8C-4A1D-A6D4-B6415BD2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911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Dataset·Experiment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411ED7-2A70-4844-8B54-0E7172DF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91125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입력으로 baseline과 candidate를 비교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FEF6AA-4428-4603-B9A4-7E1C1038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911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pytest는 구조 검사에 강하고 의미 평가는 제한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EC9AE2-DD8A-4C23-9B03-D06F8A4A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7235702"/>
      </p:ext>
    </p:extLst>
  </p:cSld>
</p:sld>
</file>

<file path=ppt/slides/slide2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5D373-B3F3-4AFF-BA0C-D64522CB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1/5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85148-DC78-4E11-929A-9B837F9C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· Python 기반 local STT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E2A74-405E-4E90-9773-51260D0D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1D2EB-D2E0-462E-ACD2-CCC2CED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F8239-37C4-4EE1-932D-2DD90C18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A44D2-4216-4EE7-AD4A-6670DC24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85DFF-BA31-4158-A37E-E74D58EA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109C8-31F7-43BD-95D8-171919F8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23370-3447-4AF2-8475-E710FCB7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 재구현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29702-E668-451D-91C1-184B4A88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C9564-8712-42F1-8386-E6731D1D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model·device·compute_type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4F56F-818B-4659-B194-164A87EB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49191-86CE-4B40-94C3-3EBFCB73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segments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97566-96C3-41B6-981E-70EF7220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2B287-3F3F-4ED7-98D1-5829CCFF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model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CDBE3-4ED3-46FC-80B6-42DA06D8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19202be464c4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95877-CD1F-466F-9322-F3D5660D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공식 GitHub</a:t>
            </a:r>
          </a:p>
        </p:txBody>
      </p:sp>
    </p:spTree>
    <p:extLst>
      <p:ext uri="{BB962C8B-B14F-4D97-AF65-F5344CB8AC3E}">
        <p14:creationId xmlns:p14="http://schemas.microsoft.com/office/powerpoint/2010/main" val="1261701551"/>
      </p:ext>
    </p:extLst>
  </p:cSld>
</p:sld>
</file>

<file path=ppt/slides/slide2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79BB4-E0E5-46A3-BFC6-2596B147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2/5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6B4A8-C882-448F-922B-EC037541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whisper.cpp · 경량 local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AABE9-7C76-4543-87A1-5432AE66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06336-EA83-46F4-A031-602E3457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037F5-11F5-4C21-AE08-61899C48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B6B3B-DA17-4A62-9100-20B482ED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EB4DC-2160-41CB-98B1-35048E89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CB458-7669-4614-B361-4D790959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BDB6C-6F82-4225-B03B-27133839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C/C++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8AC56-C0E4-4171-872C-F74197C0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80FC7-E9C2-4CA8-B36E-F6A5F4DA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다양한 환경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C8218-3C1F-455F-8D07-E393170A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6661B-EC43-460C-9AA0-9E3841FB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CLI 실습 대안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B12EC-F572-4C63-BC88-AD13577E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193B0-93EE-4027-AED9-3F1A6E06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파일 사전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48AEF-1D8F-4E5E-8B3F-E436AE9F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570a40b7140b0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F8474-5937-432B-967A-F877F044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whisper.cpp 공식 GitHub</a:t>
            </a:r>
          </a:p>
        </p:txBody>
      </p:sp>
    </p:spTree>
    <p:extLst>
      <p:ext uri="{BB962C8B-B14F-4D97-AF65-F5344CB8AC3E}">
        <p14:creationId xmlns:p14="http://schemas.microsoft.com/office/powerpoint/2010/main" val="1018751768"/>
      </p:ext>
    </p:extLst>
  </p:cSld>
</p:sld>
</file>

<file path=ppt/slides/slide2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A91F93-8CAD-4DF1-8AB8-BAC7A1BA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3/5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4BEF8-7195-4D88-BA77-2518D7AB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자동 노트 · 만들기보다 통합하기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FC49D-FFA6-4A66-B529-61734A3F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6ADBB-4662-4CB4-AF2C-1E7D62C8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9F5A6-C2A3-488E-8A69-96DC12C0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4556D-05AA-45E1-8178-2B2DCE9D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30D66-54F0-45A7-A120-B6C59ED4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F145E-E39E-43BC-B037-C3C9D000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E1960-BD73-4A7B-B4F8-3D5A1EF9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구독·관리자 설정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12820-0061-4E19-8F08-5A7039ED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D0973-7BA8-4188-B493-ED6C1806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기존 전사·요약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BC074-0A27-433D-9DC1-861EBFAF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25221-53D0-46C0-8917-43C9C581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local은 예외·통제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3575C-AE2E-41A9-89F7-7C749412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03D5E-A9FE-422A-8EF7-9AC0F4AE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범위 강의 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89E45-67A3-42DC-B35B-9E4160DA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be787d306459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926F2-E846-415A-9707-B84688AC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Take notes for me 도움말</a:t>
            </a:r>
          </a:p>
        </p:txBody>
      </p:sp>
    </p:spTree>
    <p:extLst>
      <p:ext uri="{BB962C8B-B14F-4D97-AF65-F5344CB8AC3E}">
        <p14:creationId xmlns:p14="http://schemas.microsoft.com/office/powerpoint/2010/main" val="1807471927"/>
      </p:ext>
    </p:extLst>
  </p:cSld>
</p:sld>
</file>

<file path=ppt/slides/slide2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80421-B055-4122-8349-D92A0EA5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4/5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C305E-2768-483C-9682-B1AB92F7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observability · trace tree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A697D-12D9-4294-B333-415804BF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DFBFE-07BE-4989-B868-2A17B099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C8194-5E44-4A63-A949-277872CD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26207-8FB4-4986-96DE-6826EE17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2961E-E6C0-4ED1-87B8-FECE183F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1969A-BA84-4DF5-A5C6-989DA367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A18F2-F2CF-4DD9-9717-B598018E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input/output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A39BB-B74E-4219-8F23-23A4620C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353DF-5411-4C99-A75D-D5A137E8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latency·token·error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5FD6C-DAAF-4820-8EB6-D6A0813C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ACE64-8957-4198-9398-2CD65573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metadata·tag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BC9B0-B800-4EF9-AC2C-CA3D752C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8220F-50DC-4DA3-9D1C-8622DEB7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샘플만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AA665C-49E6-40C9-BF88-C3664225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2ef0ef9ee491a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3AD3A-321C-4743-B3D9-4BD9D9AC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Observability 공식 화면</a:t>
            </a:r>
          </a:p>
        </p:txBody>
      </p:sp>
    </p:spTree>
    <p:extLst>
      <p:ext uri="{BB962C8B-B14F-4D97-AF65-F5344CB8AC3E}">
        <p14:creationId xmlns:p14="http://schemas.microsoft.com/office/powerpoint/2010/main" val="475573910"/>
      </p:ext>
    </p:extLst>
  </p:cSld>
</p:sld>
</file>

<file path=ppt/slides/slide2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3D294-DAA6-484E-902F-CD65AECA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실습 화면 5/5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95156-04EC-4148-AB7E-35BF09CC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evaluation · dataset과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A9A9C-4196-4D51-A9A3-194FEE7E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C0C0A-CE4F-4F64-8DBE-C383FCBA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BC2CE-3400-49B3-91BA-64469EA4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189E9-86A6-4717-9FEA-F8B030A1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398E0-7214-4F9F-8EDB-62D269B3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7FF3A-EFD1-473E-99BA-851A31C9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CA801-6E69-4521-A28E-799BB65F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02B05-5065-4099-B7A7-851EFEC5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350BC-DDF3-4F1D-BCDB-987F2C74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online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040EB-9D46-490B-A29B-C0A13F9A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17418-DF65-4E09-960C-66BD0F5B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5D7E1-E791-4DD1-9518-748406EE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59D6B-3656-4A6B-B5D3-FC84B5D5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D1EAC-829E-4600-8550-D655218E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ba60ef85c43b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772BF-78DB-48DF-8FA0-1B68B56A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Evaluation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83358714"/>
      </p:ext>
    </p:extLst>
  </p:cSld>
</p:sld>
</file>

<file path=ppt/slides/slide2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99154-DE75-429A-99AA-BC57E140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16D35-AC2C-45A8-8A92-763AA360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최소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DBF57-D30A-42E1-A184-3025CE7A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F5FBA-51B3-4010-BEC7-91FADA8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1C1CD-0B34-4FA8-AA7A-C9C49835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81DA6-2AC3-4551-85D7-9976CB5C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71BDD-E92B-49C3-9D6A-8D0C9B09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8E40C-4731-44CA-BF0E-966ED7A8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25149-0C91-4400-B1F4-53BC057E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CPU int8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14621-3C08-46A4-8754-539E022A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021C0-5917-49AD-986D-19961FDD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language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D31E9-06CD-429E-99BC-4804D097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57879-8F1F-4E37-A522-D61E3289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AEEE4-43F0-4C58-B91F-552ABA75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F86BF-6AC1-497B-A481-EDE109C4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generator 소비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3D4A7-6469-4B91-B250-F514D1C0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C7E7A-DA96-4070-B00F-9721CD9F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78E39-EF47-49B3-A435-8A69A399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faster_whisper import WhisperModel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model = WhisperModel("small", device="cpu", compute_type="int8")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segments, info = model.transcribe(audio_path, language="ko")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rows = [{"start": s.start, "end": s.end, "text": s.text}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for s in segments]</a:t>
            </a:r>
          </a:p>
        </p:txBody>
      </p:sp>
    </p:spTree>
    <p:extLst>
      <p:ext uri="{BB962C8B-B14F-4D97-AF65-F5344CB8AC3E}">
        <p14:creationId xmlns:p14="http://schemas.microsoft.com/office/powerpoint/2010/main" val="298649870"/>
      </p:ext>
    </p:extLst>
  </p:cSld>
</p:sld>
</file>

<file path=ppt/slides/slide2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3F4E9-46F7-45B7-A1C9-AF7448B9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42B14-ECCA-49DA-B835-8AF43BA5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 flag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343CC-9886-4678-88AB-91F68707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4EFB3-180D-4205-BC45-42CA4388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3CB31-45FB-4E22-AEA4-370A6861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96072-9DA6-48D5-BCD2-A88F7B83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E6AD6-80E4-4ADA-AF10-84C82269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BD05D-A09D-43BF-9A0D-BDF7BBB1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469C1-2834-4E2A-9A67-0B1FE5C2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DA93B-C43F-4365-9897-060A23A0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1C68F-7A83-4093-83D3-CDC7841A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2E94A-07DD-4F1A-B268-E0C9AF20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68E8E-69A2-47F4-822D-5CBED8DD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지나치게 희소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70C73-1C14-4064-BB02-5EB5CD67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284C3-522E-4099-85A2-9C6E5A22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14BD0-CC4D-4827-BC06-38B00FD8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4CAFE-019B-4D0E-AB30-41205C57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82E8E-17BB-46A1-815C-01A6A076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flags =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not text.strip(): flags.append("EMPTY")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repeated_ratio(text) &gt; 0.35: flags.append("REPETITION")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duration &gt; 0 and len(text) / duration &lt; 0.5: flags.append("TOO_SPARSE")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flags: status = "NEEDS_REVIEW"</a:t>
            </a:r>
          </a:p>
        </p:txBody>
      </p:sp>
    </p:spTree>
    <p:extLst>
      <p:ext uri="{BB962C8B-B14F-4D97-AF65-F5344CB8AC3E}">
        <p14:creationId xmlns:p14="http://schemas.microsoft.com/office/powerpoint/2010/main" val="1769235939"/>
      </p:ext>
    </p:extLst>
  </p:cSld>
</p:sld>
</file>

<file path=ppt/slides/slide2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CFFE6-19ED-4044-A7C1-90B68433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87EF9-15E9-48E9-BF34-63E37848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환경 변수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EDCC5-622D-4626-A3F6-E06FDE55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195CE-6A60-408E-A045-87C223E9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49A1F-677C-4A6E-9C5B-CFF12FD1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06D04-EE79-492A-92E8-97630251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E33AC-8BAA-4651-B98E-46550949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65645-15B9-4F8B-8D75-7776C596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01535-4D2E-4586-AA07-F11C9A82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163C9-3707-4297-8009-46C8D02B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C251E-A8EB-48D6-814D-57F677FF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 환경 변수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D5680-1FE2-4ECB-844D-50E43C4F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6177F-6451-460D-8100-498F7681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샘플만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D02DE-2FC8-47AE-939A-7B728B5D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2C3C1-4D57-47BD-AA81-BAB1C731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tracing off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8124C-611E-4665-9430-B62EBD77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3E8C2-6EA3-48A6-8C2A-58908020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C31B6-FEA3-4FB1-B7A4-D55EFE86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LANGSMITH_TRACING=true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LANGSMITH_PROJECT=ipa-k-work-copilot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LANGSMITH_API_KEY is set outside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never print or commit the key</a:t>
            </a:r>
          </a:p>
        </p:txBody>
      </p:sp>
    </p:spTree>
    <p:extLst>
      <p:ext uri="{BB962C8B-B14F-4D97-AF65-F5344CB8AC3E}">
        <p14:creationId xmlns:p14="http://schemas.microsoft.com/office/powerpoint/2010/main" val="977042052"/>
      </p:ext>
    </p:extLst>
  </p:cSld>
</p:sld>
</file>

<file path=ppt/slides/slide2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278ED-9176-40AA-9C15-2E954BFC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4071F-DC42-415B-9DC4-DCE3DDFA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2F0E5-F844-4FBD-927C-F13777F6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453C5-1C5F-4228-A9D4-9976A1CC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B3C9D-C10A-4995-8731-E7333174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23420-145D-4E4E-B7BF-F5A4D1BF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AD86B-C083-4496-BDCA-E5A7FD6A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D9E8A-FC68-4379-8DE1-374173C3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DEC75-4AF6-427F-B2A4-0B6EC433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7D833-D908-44E4-A9A3-2E4BEC5E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F2B8C-EA98-4D4F-92F1-FA92049D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provider·model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DB8C8-B0F4-430C-B667-20DA2DDC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186E1-983F-4C8F-ABB3-A843AF78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65776-8222-4BDB-9231-975D879C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D693D-DA44-4B9A-95A2-573E688A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민감성·fallback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1308B-B1A7-4552-B54C-2A4C76D8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9B428-7C6E-4085-8453-817F20D8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956EC-3731-446F-80AE-A1A7AA74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metadata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"dataset_version": "day2-v1",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"provider": "ollama",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"thread_id": request_id,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"contains_pii":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"fallback_used":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1653243"/>
      </p:ext>
    </p:extLst>
  </p:cSld>
</p:sld>
</file>

<file path=ppt/slides/slide2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3AFB7-5DE4-4986-B274-B89BB2A9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34DDF-8D1A-4E11-AA23-D870CDF1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evaluator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E76EE-1B7C-4B2E-88E3-1A5B9037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12E89-1AEE-4190-9AFD-3E882EA0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59FF0-223D-4AC9-BBAA-7F207B34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96528-FBF6-4E13-A982-94B9A89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D824D-76CC-4156-9CDF-3805EF22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35E66-A91C-4FF4-BD96-AB369FDA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288CF-792A-4516-BAC7-76D5E1F1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연결률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5821D-2ADA-43E0-ABCB-958FECC6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44AAB-1ABF-4546-8B30-92CDC73A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0665D-C3DC-4120-AE17-BF1A4C1E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5EE66-A533-4441-BE59-A2B97435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계산 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3144D-1850-471D-A8F0-5004DC94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DB087-F275-4B12-A0FE-BA88729F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B9457-8282-4555-B134-5FF4835D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F5681-8246-4C43-BE81-00B7ADF8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07137-EFC4-4ECA-B9FE-6A18E9E6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evidence_rate(output):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claims = output["decisions"] + output["action_items"]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linked = [c for c in claims if c.get("evidence_ids")]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len(linked) / max(1, len(claims))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schema_pass(output):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MeetingResult.model_validate(output) is not None</a:t>
            </a:r>
          </a:p>
        </p:txBody>
      </p:sp>
    </p:spTree>
    <p:extLst>
      <p:ext uri="{BB962C8B-B14F-4D97-AF65-F5344CB8AC3E}">
        <p14:creationId xmlns:p14="http://schemas.microsoft.com/office/powerpoint/2010/main" val="1403913869"/>
      </p:ext>
    </p:extLst>
  </p:cSld>
</p:sld>
</file>

<file path=ppt/slides/slide2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99C973-5081-4D53-B043-C350EC9A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80A00-B456-48F9-9F12-C3F68119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Managed vs Local 선택표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D892F-5B0C-47CB-A629-7F2A21D3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8B54F-0B4F-443A-A58D-21B54279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01EC2-AE09-4284-9602-F53A7107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84F62-0399-4E9E-93DE-F9A34FEB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989B9-0A8F-4C86-B033-0777EC37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07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86031-316C-4161-85FD-855B5B9A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2065D-6141-4C7D-AC94-BFDC51B4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8CC30-53AB-429A-8D50-648D336A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5E0E3-1481-4315-B9AA-76CC1C53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75F95-93DA-47A9-B10C-3A5D9BE0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조직의 회의 도구를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11FB5-61FF-44D5-A90D-DB918FA8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CCCC9-E68E-49D1-9087-51C443EE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33694-3F10-447E-86C3-B5C89F4F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 제공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CD3C4-BFB4-4775-996C-1A52D35E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ABACE-9254-4AAD-9F3C-269863AB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C67F6-8BE9-42EB-B59A-F9DD96FD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계정·보존·권한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8A1A7-CB31-423D-B989-14E5A98C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CA71D-2448-4088-A5FA-662ABF88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5EE57-D1A6-47C3-A1C3-7749B3D5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최소 실습이 필요한 이유를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772E54-6664-4760-8D55-5318CA93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FC8839-FD6F-4492-894E-4680A292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B8CB4F-4EF0-416E-998B-91590F22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Managed/Local 비교표</a:t>
            </a:r>
          </a:p>
        </p:txBody>
      </p:sp>
    </p:spTree>
    <p:extLst>
      <p:ext uri="{BB962C8B-B14F-4D97-AF65-F5344CB8AC3E}">
        <p14:creationId xmlns:p14="http://schemas.microsoft.com/office/powerpoint/2010/main" val="486732736"/>
      </p:ext>
    </p:extLst>
  </p:cSld>
</p:sld>
</file>

<file path=ppt/slides/slide2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F57F7-2947-48B2-8A9E-50330114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D4929-190E-4CE0-835A-45D4A3B3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STT quality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9672F-1567-4DC3-9A8B-0DFA5ADB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37235-0FB0-49FE-BA08-092C1C30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4B4CF-D15C-497B-BEB5-B398CEB9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816BB-8CCC-4447-958E-556214D8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8A765-5F33-40F2-89DF-55894BDA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15216-749D-44BB-8149-4B4346A4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7159C-615F-40C6-8048-7B4C6379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2EC3C-07D8-4FC9-AE29-6CF29D6A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F8DFE-163D-4811-AA66-8E6004DD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D98E5-EDA7-439E-B20D-F6A00697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기준을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04F24-802D-4DF5-BE14-0589FF58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03404-A509-4D58-A5F9-5B2C3AD9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2594A-AAA0-45DE-9625-3475BA4C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기준을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7380A-2F70-4830-A38F-D76D6044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78B76-E84D-469F-A4C9-6743B9BF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F1FD5-6B13-4554-83B4-756FFDF8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이름·날짜 오류를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C5F057-DB46-4808-9F87-2AD807CA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0D64E-2F79-4BC7-B977-4ADD01DE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75A85-1AA4-437F-9E53-2248C9A0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검토로 보내는 조건을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D125CD-A20A-4B65-89DF-AAC91B06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B6E826-A357-4A12-9E65-91C22140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2D1D69-C3B6-4260-9189-34B54846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STT review rule</a:t>
            </a:r>
          </a:p>
        </p:txBody>
      </p:sp>
    </p:spTree>
    <p:extLst>
      <p:ext uri="{BB962C8B-B14F-4D97-AF65-F5344CB8AC3E}">
        <p14:creationId xmlns:p14="http://schemas.microsoft.com/office/powerpoint/2010/main" val="1578317344"/>
      </p:ext>
    </p:extLst>
  </p:cSld>
</p:sld>
</file>

<file path=ppt/slides/slide2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C8ADCE-0C21-4673-B3C4-52F9F13F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1EB99-34C7-44FE-9AD1-15B4F653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Trace에서 답할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F125C-CE5E-4363-96B9-C2944D02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15FA6-A985-45B5-9D1A-B5420154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974A1-2104-4C4B-82E9-1C14DA46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8E9BE-67B2-4100-9EE3-F0D863BD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3B8C5-0D48-491F-A994-1F3FFA44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E6472-48A3-46C5-870A-82CE4987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10661-C222-4A61-AFE1-8E332289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42B2B-A0D1-4C62-995B-F59790B8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25EBD-F270-4225-B9EA-14319482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962DD-CD89-436A-892F-BF970872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느린 node를 묻는다.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002C5-A4AC-4154-8C6C-86231940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B7CE7-E8E0-4674-8593-2F0CD9D7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7313B-0F1E-46A1-BEE7-216B24F2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자주 실패한 오류를 묻는다.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11394-C80A-44EC-955B-049EC316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164BE6-4EB0-4BC6-A727-F2DA68E1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79B34-0411-4C8F-97F1-D66CF3F1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많이 수정한 필드를 묻는다.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2699EA-996B-47FC-B08C-B9E7D251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CBEAAA-39B2-4186-A53F-3933C5E5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E88C58-D007-4760-ACAF-639B05E4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질문에 필요한 metadata를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CF4C94-F03A-4FC6-AC50-4FC95372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6CF464-ACFB-41FB-A339-4E775B2D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38459-E8B9-4637-B725-708546C3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질문 3개 + 필드</a:t>
            </a:r>
          </a:p>
        </p:txBody>
      </p:sp>
    </p:spTree>
    <p:extLst>
      <p:ext uri="{BB962C8B-B14F-4D97-AF65-F5344CB8AC3E}">
        <p14:creationId xmlns:p14="http://schemas.microsoft.com/office/powerpoint/2010/main" val="1344480805"/>
      </p:ext>
    </p:extLst>
  </p:cSld>
</p:sld>
</file>

<file path=ppt/slides/slide2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4E8E4-F53C-41F5-B2A5-C7C9B34F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직접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CC1CB-84B7-4255-B887-9578F88F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Evaluation dataset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540C0-6A58-415B-9DC6-6D0B156F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15B07-47C6-47AC-BB70-4928B7ED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0ACF0-1751-45F9-8797-ED9DA620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13093-6129-4E21-B7C2-D97D09C2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6C2FC-87BF-4696-8E40-BD6222ED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D51DB-E9D2-4BCF-BC30-26823CE6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F8CD1-CF1D-4502-BDC6-B771B702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화면을 보며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각자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1980E-2341-4A67-BD1A-E735E359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채팅창에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 한 줄만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남겨주세요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A2BB9-EB3F-4C02-ADAE-10D30F94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1A4FD-F666-4694-9F26-7DA6C8A5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 2건을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CB140-C23D-49B6-87C2-8595DC35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8B090-6131-4A22-A2DB-DBF1A050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4F49C-903C-41AD-8AFE-1370AFB3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무음·모호한 날짜·근거 누락 사례를 추가한다.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BAE3A-42B1-467B-8EC3-E62CC979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1212A-A042-42DF-BB02-9AD46516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54F8A-A309-41F4-89AE-DAE2FD2B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JSON을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9628F-24B5-4D22-8421-EB09727F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346C9B-964D-47E0-ABE7-71222429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340B1D-5B18-43B8-B910-6FEC4065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 evaluator를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303C1-8774-4B64-9B65-B19BBFC9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E6BCD-961A-4D77-A415-2F5471A0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91CFA8-DF21-4619-B71D-D3BC0FCA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dataset 5건 설계</a:t>
            </a:r>
          </a:p>
        </p:txBody>
      </p:sp>
    </p:spTree>
    <p:extLst>
      <p:ext uri="{BB962C8B-B14F-4D97-AF65-F5344CB8AC3E}">
        <p14:creationId xmlns:p14="http://schemas.microsoft.com/office/powerpoint/2010/main" val="971167599"/>
      </p:ext>
    </p:extLst>
  </p:cSld>
</p:sld>
</file>

<file path=ppt/slides/slide2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0DBBD6-3A6B-4587-800A-C88DD02A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73A90-10E7-4FA6-A711-AECED9F6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STT 결과를 정답으로 간주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4577C-7053-44C3-BE2E-D79A8B63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A7E3B-C6BB-4296-8067-47F71462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F4B57-2D94-492B-8212-869C103D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99ED8-75B6-4392-AB94-491F8C34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9E039-1F2C-4FEC-8573-5E8B36D2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8EFA9-B44C-4D37-98FC-6CDAF0A1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4DE1D-3320-4E2E-8283-BA3AEC02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E9E98-C374-427C-A702-280B4B5C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FC778-FA47-4A23-BEAF-8B1ED40C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이름·숫자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C931F-3DE7-462D-A9C3-8AB3C6AA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5283B-C999-4195-A178-FB4A9AF6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반복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3D3FD-D15E-44D8-9927-3EFE8EBD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9AAB8-8DB8-4F23-8863-706A2461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혼동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8EC7C-2965-4E0B-8770-C1273CCF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54B47-7749-4EED-AC26-F3221A36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3F2AC-91DC-486D-A73C-5C2B91B6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15FFF1-3145-4049-BB6D-2C063CBE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 flags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BD5B2-298B-4DE8-8A09-02379BBD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71D88-E325-4C78-8A7C-464DFDD7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audio 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CD803-6567-4AFC-B696-7BE21EBD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C8B81C-B465-428C-A847-28472E9C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correction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6989A-D346-426A-AF1D-E0EFC85A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F7F61E-A7DC-40DE-B9F7-B4168973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evidence</a:t>
            </a:r>
          </a:p>
        </p:txBody>
      </p:sp>
    </p:spTree>
    <p:extLst>
      <p:ext uri="{BB962C8B-B14F-4D97-AF65-F5344CB8AC3E}">
        <p14:creationId xmlns:p14="http://schemas.microsoft.com/office/powerpoint/2010/main" val="965293216"/>
      </p:ext>
    </p:extLst>
  </p:cSld>
</p:sld>
</file>

<file path=ppt/slides/slide2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848714-58A3-4AD1-A3E2-B07E9103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BCFCD-1C33-42D3-9C75-F5F0D2C6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모든 trace에 원문 전송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3A048-7D40-4673-B05C-4566FF6A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D636C-3686-4F8C-81A3-61A842F4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1A778-C30E-4452-8932-6010AE56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F24EC-0282-4A08-A8A5-BFC03F24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9FFE8-59B9-4658-AB04-D9B26691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F660C-5A4B-4C29-A8F4-33D676A3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A8935-E5C2-4A99-AB2E-2F06DCF1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EBC30-BCA5-4DED-9858-83F04067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95E4A-4562-4823-AE10-36541FCD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11D78-86B2-4622-906C-581C708D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0659D-B07B-4648-9C0E-4476F52D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기밀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A94E8-2EDC-429A-9A6B-99BD98BC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C2284-16B6-4FED-B60D-3422946F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보존 정책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EE7C4-0A55-432B-8D54-FEA2A8E2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6C02C-B296-496E-8563-7208E5F6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 혼용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00AC4-EB1D-4B97-AC8A-1087B798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61519-CCAE-4D5E-83AF-873EBC49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샘플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2E6CF-31D2-4DE5-828A-FEE8CC51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2F8AE0-4ED7-4679-BAB0-B6D29D00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masking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4BE920-B8E1-4DBC-A5E7-2489678F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B3E6C-0539-40C0-8462-D62FB56C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 최소화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726A8F-8962-4DE1-82D1-C13E013D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5B1160-D551-483F-98B5-270A0430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 fallback</a:t>
            </a:r>
          </a:p>
        </p:txBody>
      </p:sp>
    </p:spTree>
    <p:extLst>
      <p:ext uri="{BB962C8B-B14F-4D97-AF65-F5344CB8AC3E}">
        <p14:creationId xmlns:p14="http://schemas.microsoft.com/office/powerpoint/2010/main" val="359672106"/>
      </p:ext>
    </p:extLst>
  </p:cSld>
</p:sld>
</file>

<file path=ppt/slides/slide2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303B5-CDAD-431D-B883-9A4C6954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실패 사례와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2289B-A490-4F67-99DF-28685202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trace만 보고 평가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02EB2-0C2F-4A5A-A2B5-15F47B41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0D1A4-7810-437E-800F-25C7BB0E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C3711-B68E-4283-B6A7-6D8A3AAA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813AB-D080-4E99-9501-160728E1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9EA46-B4FB-4E73-8311-DC817156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AE76A-EB4D-4216-9B9B-418E9639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5F94D-11AB-4DA4-9408-9621D738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A9975-0C79-488D-99F7-89692743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18EA6-6151-4BBF-A26E-2AAD79BE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관찰은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F8337-CD42-4015-93E7-28F86CDE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74176-3DC3-431E-A469-27441152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56AD1-F014-4199-96DC-E0AA8706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89365-AD08-4869-9BF4-91D3E57A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회귀 판단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92A1D-9CD2-452A-A3D2-88486C10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DDE4E-98DB-4DA3-B486-3AB83E2E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결정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96849-61ED-45DA-9844-07800C68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B59BB-AE54-430E-89E5-039C9FB0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789DCD-BD75-4462-9B9B-9365FE27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52E671-1258-4480-9B25-2345308A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evaluator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3AB9AC-D062-450E-9020-21893998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94E745-8EE8-4296-99F8-9DA01934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CDF9E5-542E-4CFB-98FA-E6429AD3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A7E2E0-3EF3-4E6E-BB77-FA6064A5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gate·HOLD</a:t>
            </a:r>
          </a:p>
        </p:txBody>
      </p:sp>
    </p:spTree>
    <p:extLst>
      <p:ext uri="{BB962C8B-B14F-4D97-AF65-F5344CB8AC3E}">
        <p14:creationId xmlns:p14="http://schemas.microsoft.com/office/powerpoint/2010/main" val="1152960975"/>
      </p:ext>
    </p:extLst>
  </p:cSld>
</p:sld>
</file>

<file path=ppt/slides/slide2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8299C5-4CB7-4E8E-943B-D3AC9B35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재직자·구직자 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08EAF-D2F6-4A45-9AE2-09979B2B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운영 dashboard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401AB-B95A-41F1-90FB-78225496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7BF9A-6E78-4741-B8F1-D0188960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6A9B8-4867-445A-B262-F6C08D90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24457-A67A-443C-9BBE-CEF3F2AA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FD58E-CE80-4C15-8691-825BA19F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매일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BC042-16FA-4CD9-83C3-C7E21210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배포 전 볼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7A46D-CBB7-46D6-A82F-1BA8FD26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B0F72-645A-419B-AD9E-6C54E79D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F2C5E-7AD0-43B6-9255-6932A6AD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failure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A79E3-D929-454E-A28F-6EB65408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C00AFF-F365-4AB5-A2A0-290C9F59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6188E-5A71-4196-8BBA-E7F65697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1E3E5-D22D-4A1D-944D-6E3D4369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D6DBD-3410-4B33-B45E-6A7806F7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9A183-C666-487E-88A4-9761DCD6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cost·fallback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25B85-60D5-4FA2-937A-E97BA789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813E62-92D2-4FB2-A452-C787F973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05733-DCC1-476B-8598-978690D3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41E717-A727-47E0-8292-7B2CA682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5F8773-CB86-4FB6-A65A-909EB647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6EC49F-AC41-45B4-ACD9-2044B20B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false publish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46ACE0-07D6-4682-9357-4948FCBE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5E787-86A7-4465-BADC-86D4B005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rollback 기준</a:t>
            </a:r>
          </a:p>
        </p:txBody>
      </p:sp>
    </p:spTree>
    <p:extLst>
      <p:ext uri="{BB962C8B-B14F-4D97-AF65-F5344CB8AC3E}">
        <p14:creationId xmlns:p14="http://schemas.microsoft.com/office/powerpoint/2010/main" val="1246583350"/>
      </p:ext>
    </p:extLst>
  </p:cSld>
</p:sld>
</file>

<file path=ppt/slides/slide2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E9D7EF-6563-43A3-8840-DEE9D3D9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Q&amp;A · 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6A200-0BCC-4B2E-B6E8-DEFF5D44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17:30-18:00 · Q&amp;A와 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36541-2343-4B63-A533-20F0B70B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8D566-618D-4138-82CE-F1151C18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4DA6E-E147-4718-9518-D1263D25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16:20-17:00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3C2C3-828A-4018-96F5-61EB9BCC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42c4cc3324acd">
            <a:extLst>
              <a:ext uri="{96DAC541-7B7A-43D3-8B79-37D633B846F1}">
                <asvg:svgBlip xmlns:asvg="http://schemas.microsoft.com/office/drawing/2016/SVG/main" r:embed="R6d1ead629ac245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6675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F2173-8C6A-4CFD-B83E-7BD2B803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오늘 막힌 부분을 먼저 복구하고, 마지막에는 내 Workflow를 READY 또는 HOLD로 판단합니다.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55579-28FC-428D-8644-E65D5A72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5DBD0-E4F1-4ABC-894D-6307208E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ADC21-7A91-4E43-868B-2C5D8010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흐름에서 자동 실행과 사람 승인의 경계는 어디인가?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B58E6-FCE3-4DD0-987D-64E10C51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A0CA5-DD1A-4C78-A401-2C289513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535E5-0BAD-4478-BDFD-1007EA12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뒤 다시 시작할 checkpoint와 fallback은 무엇인가?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7EA18-659D-486E-A752-DFF6E8F0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A0A30-4847-499D-9F4E-05F30635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0D26E-151A-40DB-B3A6-AFB844CC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trace·dataset 신호가 나오면 다음 배포를 HOLD할 것인가?</a:t>
            </a:r>
          </a:p>
        </p:txBody>
      </p:sp>
    </p:spTree>
    <p:extLst>
      <p:ext uri="{BB962C8B-B14F-4D97-AF65-F5344CB8AC3E}">
        <p14:creationId xmlns:p14="http://schemas.microsoft.com/office/powerpoint/2010/main" val="501173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2026-08-22T22:09:42.9790000Z</dcterms:created>
  <dcterms:modified xsi:type="dcterms:W3CDTF">2026-08-22T22:09:42.9790000Z</dcterms:modified>
</coreProperties>
</file>